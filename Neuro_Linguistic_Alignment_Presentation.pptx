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.xml" ContentType="application/inkml+xml"/>
  <Override PartName="/ppt/ink/ink20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.xml" ContentType="application/inkml+xml"/>
  <Override PartName="/ppt/ink/ink30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.xml" ContentType="application/inkml+xml"/>
  <Override PartName="/ppt/ink/ink40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4" r:id="rId2"/>
    <p:sldId id="267" r:id="rId3"/>
    <p:sldId id="275" r:id="rId4"/>
    <p:sldId id="276" r:id="rId5"/>
    <p:sldId id="278" r:id="rId6"/>
    <p:sldId id="277" r:id="rId7"/>
    <p:sldId id="279" r:id="rId8"/>
    <p:sldId id="280" r:id="rId9"/>
    <p:sldId id="281" r:id="rId10"/>
    <p:sldId id="282" r:id="rId11"/>
    <p:sldId id="28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457EB8"/>
    <a:srgbClr val="6B95C6"/>
    <a:srgbClr val="E9ECF1"/>
    <a:srgbClr val="E6E9EE"/>
    <a:srgbClr val="D5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17DD02-845F-8F7D-8FBE-83BE13DF51DA}" v="2" dt="2026-05-15T12:48:50.469"/>
    <p1510:client id="{1DBB5439-D468-88D3-C425-5B11557066F6}" v="745" dt="2026-05-15T14:43:50.740"/>
    <p1510:client id="{8743E1AB-22A6-1169-3BB8-85C4F139419E}" v="1488" dt="2026-05-15T15:41:59.2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15021 2685 16383 0 0,'-5'0'0'0'0,"-7"0"0"0"0,-7 0 0 0 0,-5 0 0 0 0,-4 0 0 0 0,-3 0 0 0 0,0 0 0 0 0,-2 0 0 0 0,6-5 0 0 0,2-2 0 0 0,0 0 0 0 0,-1 2 0 0 0,-1 1 0 0 0,-1 1 0 0 0,-2 2 0 0 0,0 1 0 0 0,-1 0 0 0 0,0 0 0 0 0,0 0 0 0 0,5-5 0 0 0,2-2 0 0 0,0 1 0 0 0,-2 1 0 0 0,-1 1 0 0 0,-1-4 0 0 0,-2 0 0 0 0,0 1 0 0 0,-1 2 0 0 0,0 1 0 0 0,0 2 0 0 0,0 1 0 0 0,0-5 0 0 0,0 0 0 0 0,0-1 0 0 0,0 2 0 0 0,0 2 0 0 0,0 1 0 0 0,0 1 0 0 0,0 0 0 0 0,1 1 0 0 0,-1 0 0 0 0,0 1 0 0 0,0-1 0 0 0,0 0 0 0 0,0 0 0 0 0,6-5 0 0 0,1-2 0 0 0,0 1 0 0 0,-2 0 0 0 0,-1 3 0 0 0,4-5 0 0 0,1 0 0 0 0,-2 0 0 0 0,-2 3 0 0 0,-1 2 0 0 0,-2-5 0 0 0,5-5 0 0 0,0-1 0 0 0,5-3 0 0 0,6-4 0 0 0,4-4 0 0 0,10 3 0 0 0,9 5 0 0 0,4 0 0 0 0,4 2 0 0 0,4 5 0 0 0,4 4 0 0 0,-2-3 0 0 0,-1 0 0 0 0,2 3 0 0 0,1 1 0 0 0,2 2 0 0 0,1 1 0 0 0,1 1 0 0 0,1 1 0 0 0,0 1 0 0 0,0-1 0 0 0,0 0 0 0 0,0 1 0 0 0,0-1 0 0 0,0 0 0 0 0,0 0 0 0 0,0 0 0 0 0,0 0 0 0 0,0 0 0 0 0,0 0 0 0 0,-1 0 0 0 0,1 0 0 0 0,5 0 0 0 0,2 0 0 0 0,0 0 0 0 0,3 0 0 0 0,1 0 0 0 0,-3 0 0 0 0,-1 0 0 0 0,-3 0 0 0 0,-2 0 0 0 0,4 0 0 0 0,1 0 0 0 0,5 0 0 0 0,-1 0 0 0 0,4 0 0 0 0,0 0 0 0 0,1 0 0 0 0,-1 0 0 0 0,-4 0 0 0 0,-3 0 0 0 0,2 0 0 0 0,-1 0 0 0 0,-2 0 0 0 0,-2 0 0 0 0,-2 0 0 0 0,-1 0 0 0 0,-2 0 0 0 0,0 0 0 0 0,0 0 0 0 0,-1 0 0 0 0,0-5 0 0 0,1-2 0 0 0,0 0 0 0 0,-1 2 0 0 0,1 1 0 0 0,0 2 0 0 0,0 0 0 0 0,-1-3 0 0 0,1-2 0 0 0,0-5 0 0 0,0 0 0 0 0,-5 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14912 2196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15563 2582 16383 0 0,'-5'0'0'0'0,"-8"0"0"0"0,-5 0 0 0 0,-7 0 0 0 0,-3 0 0 0 0,-2 0 0 0 0,-2-5 0 0 0,0-2 0 0 0,0-5 0 0 0,0 0 0 0 0,0 2 0 0 0,6-3 0 0 0,2 1 0 0 0,0 2 0 0 0,-2-2 0 0 0,-1 1 0 0 0,-1-3 0 0 0,-2 1 0 0 0,0 3 0 0 0,-1 2 0 0 0,0 4 0 0 0,5-4 0 0 0,2 0 0 0 0,0-3 0 0 0,-2-1 0 0 0,-1 2 0 0 0,-1 3 0 0 0,-2 2 0 0 0,0 2 0 0 0,-1-3 0 0 0,0-1 0 0 0,0 1 0 0 0,0 1 0 0 0,5-4 0 0 0,2 0 0 0 0,0 2 0 0 0,-2 1 0 0 0,-1-3 0 0 0,-1 0 0 0 0,-2 2 0 0 0,0 1 0 0 0,-1 2 0 0 0,0 2 0 0 0,0 1 0 0 0,0 1 0 0 0,0 1 0 0 0,0-1 0 0 0,0 0 0 0 0,0 1 0 0 0,0-1 0 0 0,0 0 0 0 0,0 0 0 0 0,0-5 0 0 0,1-2 0 0 0,-1 0 0 0 0,0 2 0 0 0,0 1 0 0 0,0 2 0 0 0,0 0 0 0 0,1 2 0 0 0,-1 0 0 0 0,0 0 0 0 0,0 0 0 0 0,0 1 0 0 0,1-1 0 0 0,-1 0 0 0 0,0 0 0 0 0,11 0 0 0 0,13 0 0 0 0,14 0 0 0 0,11 0 0 0 0,7 0 0 0 0,5 0 0 0 0,2 0 0 0 0,2 6 0 0 0,-1 1 0 0 0,0-1 0 0 0,0 5 0 0 0,-1 0 0 0 0,-1-2 0 0 0,0-3 0 0 0,5 4 0 0 0,7-1 0 0 0,2-1 0 0 0,3 3 0 0 0,-2-1 0 0 0,3-1 0 0 0,3-3 0 0 0,-2-2 0 0 0,1 3 0 0 0,2 1 0 0 0,3-1 0 0 0,-3 3 0 0 0,0 0 0 0 0,1-1 0 0 0,3 2 0 0 0,1 0 0 0 0,7-2 0 0 0,3 3 0 0 0,-5-1 0 0 0,-3-3 0 0 0,-1-2 0 0 0,0-2 0 0 0,6 4 0 0 0,2-1 0 0 0,0 0 0 0 0,-6-2 0 0 0,-2-2 0 0 0,-2-1 0 0 0,6-1 0 0 0,-3-1 0 0 0,4 0 0 0 0,2 0 0 0 0,5-1 0 0 0,-4 6 0 0 0,-2 2 0 0 0,2 0 0 0 0,-4-2 0 0 0,-3-1 0 0 0,-6-2 0 0 0,-2-1 0 0 0,1 0 0 0 0,-3-1 0 0 0,0 0 0 0 0,-4-1 0 0 0,2 1 0 0 0,3 0 0 0 0,3 0 0 0 0,8 0 0 0 0,-1 0 0 0 0,-6 0 0 0 0,-2 0 0 0 0,-4 0 0 0 0,-6 0 0 0 0,-4 0 0 0 0,-4 0 0 0 0,2 0 0 0 0,1 0 0 0 0,-1 0 0 0 0,-2 0 0 0 0,-2 0 0 0 0,5 0 0 0 0,1 0 0 0 0,3 0 0 0 0,7 0 0 0 0,-1 0 0 0 0,-4 0 0 0 0,-3 0 0 0 0,-3 0 0 0 0,-4 0 0 0 0,-2 0 0 0 0,-1 0 0 0 0,0 0 0 0 0,-12 0 0 0 0,-13 0 0 0 0,-14 0 0 0 0,-10 0 0 0 0,-7 0 0 0 0,-5 0 0 0 0,-3 0 0 0 0,0 0 0 0 0,-1 0 0 0 0,1 0 0 0 0,1 0 0 0 0,0 0 0 0 0,0 0 0 0 0,1 0 0 0 0,1 0 0 0 0,-1 0 0 0 0,0 0 0 0 0,-5 0 0 0 0,-2 0 0 0 0,1 0 0 0 0,1 5 0 0 0,1 2 0 0 0,2-1 0 0 0,1 0 0 0 0,1-2 0 0 0,0-2 0 0 0,0-1 0 0 0,-5 0 0 0 0,4 4 0 0 0,-3 2 0 0 0,-7-1 0 0 0,-1-1 0 0 0,-3-1 0 0 0,0-2 0 0 0,3-1 0 0 0,-2 0 0 0 0,2-1 0 0 0,3-1 0 0 0,3 1 0 0 0,-3 0 0 0 0,-5-1 0 0 0,0 1 0 0 0,-3 0 0 0 0,2 0 0 0 0,3 0 0 0 0,-2 0 0 0 0,2 0 0 0 0,-2 0 0 0 0,1 0 0 0 0,-8 0 0 0 0,0 0 0 0 0,4 0 0 0 0,-1 0 0 0 0,-3 0 0 0 0,3 0 0 0 0,-1 0 0 0 0,3 0 0 0 0,-7 0 0 0 0,1 0 0 0 0,5 0 0 0 0,-1 0 0 0 0,3 0 0 0 0,-1 0 0 0 0,-3 0 0 0 0,1 0 0 0 0,0 0 0 0 0,1 0 0 0 0,0 0 0 0 0,-3 0 0 0 0,1-5 0 0 0,5-2 0 0 0,0 0 0 0 0,1 2 0 0 0,-2 1 0 0 0,2 2 0 0 0,3 1 0 0 0,-2 0 0 0 0,-4-4 0 0 0,-5-2 0 0 0,2 1 0 0 0,3 1 0 0 0,5 1 0 0 0,-1 2 0 0 0,-3 1 0 0 0,0 0 0 0 0,3 1 0 0 0,-1 1 0 0 0,1-6 0 0 0,2-2 0 0 0,4 0 0 0 0,3 2 0 0 0,1 2 0 0 0,7-5 0 0 0,2 0 0 0 0,0 1 0 0 0,-1 1 0 0 0,-1-3 0 0 0,-2 0 0 0 0,-1 2 0 0 0,-1 1 0 0 0,-1 2 0 0 0,5-3 0 0 0,2-1 0 0 0,-1 1 0 0 0,5-3 0 0 0,0 0 0 0 0,3-4 0 0 0,5-5 0 0 0,9 2 0 0 0,11-3 0 0 0,10 3 0 0 0,6 4 0 0 0,4 4 0 0 0,3 4 0 0 0,2 3 0 0 0,0 1 0 0 0,0 1 0 0 0,-1 1 0 0 0,0 0 0 0 0,-1 0 0 0 0,-5-6 0 0 0,-2-1 0 0 0,0-1 0 0 0,2 2 0 0 0,0 1 0 0 0,3 2 0 0 0,6 0 0 0 0,2 2 0 0 0,0 0 0 0 0,0 0 0 0 0,-2 0 0 0 0,-2 1 0 0 0,-1-1 0 0 0,0 0 0 0 0,4 0 0 0 0,2 0 0 0 0,-1 0 0 0 0,-1 0 0 0 0,-2 0 0 0 0,4 0 0 0 0,7 0 0 0 0,5 0 0 0 0,0 0 0 0 0,1 0 0 0 0,-2 0 0 0 0,-4 0 0 0 0,-5 0 0 0 0,1 0 0 0 0,0 5 0 0 0,2 2 0 0 0,0 0 0 0 0,-3-2 0 0 0,-2-1 0 0 0,-3-1 0 0 0,4 3 0 0 0,4 1 0 0 0,2 0 0 0 0,-3-2 0 0 0,-2-1 0 0 0,-4-2 0 0 0,4 4 0 0 0,-1 1 0 0 0,4 0 0 0 0,0-2 0 0 0,-3-1 0 0 0,-2-2 0 0 0,-2-1 0 0 0,-3-1 0 0 0,4 5 0 0 0,1 2 0 0 0,-1-1 0 0 0,-1-1 0 0 0,-2-1 0 0 0,-1-2 0 0 0,-1-1 0 0 0,-1 0 0 0 0,5-1 0 0 0,6 0 0 0 0,8 4 0 0 0,5 3 0 0 0,-2 0 0 0 0,-4-2 0 0 0,-6-2 0 0 0,-4 0 0 0 0,-4-2 0 0 0,-3 0 0 0 0,-1-1 0 0 0,-1-1 0 0 0,0 1 0 0 0,0 0 0 0 0,0 0 0 0 0,0-1 0 0 0,1 1 0 0 0,-11 0 0 0 0,-14 0 0 0 0,-13 0 0 0 0,-10 0 0 0 0,-9 0 0 0 0,-3 0 0 0 0,-4-5 0 0 0,0-2 0 0 0,-1 0 0 0 0,6-3 0 0 0,-2-1 0 0 0,-3 2 0 0 0,1 2 0 0 0,-6 3 0 0 0,-2-4 0 0 0,2 0 0 0 0,1 2 0 0 0,-3 1 0 0 0,0-4 0 0 0,1 0 0 0 0,2 2 0 0 0,3 1 0 0 0,-4-3 0 0 0,-6 0 0 0 0,-1 2 0 0 0,-3-4 0 0 0,-4 0 0 0 0,2 3 0 0 0,-1 1 0 0 0,2 3 0 0 0,0 2 0 0 0,-3 1 0 0 0,-2-4 0 0 0,-4-2 0 0 0,4 1 0 0 0,6 1 0 0 0,5-3 0 0 0,0-2 0 0 0,-4 3 0 0 0,-3 1 0 0 0,-5-3 0 0 0,2 0 0 0 0,6 1 0 0 0,4 3 0 0 0,0 1 0 0 0,1 2 0 0 0,4-4 0 0 0,-4-1 0 0 0,2 0 0 0 0,1 2 0 0 0,-3 2 0 0 0,1 1 0 0 0,1 1 0 0 0,3 1 0 0 0,3 0 0 0 0,-4 0 0 0 0,-6 0 0 0 0,-1 1 0 0 0,3-1 0 0 0,2 0 0 0 0,4-5 0 0 0,2-2 0 0 0,-4 0 0 0 0,-5 2 0 0 0,-1 1 0 0 0,1-4 0 0 0,-1 0 0 0 0,-5 1 0 0 0,1 2 0 0 0,4 1 0 0 0,4 2 0 0 0,3 1 0 0 0,-2 1 0 0 0,0 0 0 0 0,1 0 0 0 0,3-5 0 0 0,1-1 0 0 0,1-1 0 0 0,2 2 0 0 0,0 1 0 0 0,6-3 0 0 0,1-1 0 0 0,0 0 0 0 0,-1 3 0 0 0,4-4 0 0 0,-1 0 0 0 0,-1 1 0 0 0,-2 3 0 0 0,9 1 0 0 0,12 2 0 0 0,11 1 0 0 0,11 1 0 0 0,7 0 0 0 0,5 1 0 0 0,7-1 0 0 0,3 0 0 0 0,0 1 0 0 0,-2-1 0 0 0,4 5 0 0 0,-1 2 0 0 0,4 0 0 0 0,-1 3 0 0 0,2 1 0 0 0,5 3 0 0 0,8 0 0 0 0,6-3 0 0 0,-4-3 0 0 0,4 2 0 0 0,-4-1 0 0 0,-2 4 0 0 0,-1 0 0 0 0,1-3 0 0 0,1 2 0 0 0,5 5 0 0 0,8-1 0 0 0,-3 2 0 0 0,1-2 0 0 0,1-4 0 0 0,-8 2 0 0 0,1 3 0 0 0,5-1 0 0 0,2-3 0 0 0,-2-4 0 0 0,4 2 0 0 0,-6-1 0 0 0,1-3 0 0 0,0 4 0 0 0,-2-1 0 0 0,4 4 0 0 0,0-2 0 0 0,-2-1 0 0 0,4 1 0 0 0,-6 0 0 0 0,-4 2 0 0 0,4 0 0 0 0,0-4 0 0 0,0 3 0 0 0,-2-2 0 0 0,5-2 0 0 0,-5 2 0 0 0,-3 0 0 0 0,4-2 0 0 0,-4-3 0 0 0,-3-3 0 0 0,0-1 0 0 0,0-1 0 0 0,1-1 0 0 0,-5 0 0 0 0,-1 4 0 0 0,0 3 0 0 0,-3-1 0 0 0,5-1 0 0 0,4-1 0 0 0,2-2 0 0 0,-5-1 0 0 0,-1 5 0 0 0,1 1 0 0 0,-5 0 0 0 0,-6-2 0 0 0,0-2 0 0 0,-2-1 0 0 0,1 0 0 0 0,4-2 0 0 0,-2 0 0 0 0,-2 0 0 0 0,-5-1 0 0 0,-4 1 0 0 0,-2 5 0 0 0,3 2 0 0 0,1-1 0 0 0,-1 0 0 0 0,-2-2 0 0 0,-1-2 0 0 0,-1-1 0 0 0,-2 0 0 0 0,0-1 0 0 0,0 0 0 0 0,0-1 0 0 0,-1 6 0 0 0,1 2 0 0 0,-1-1 0 0 0,1 0 0 0 0,-11-3 0 0 0,-13 0 0 0 0,-14-2 0 0 0,-11-1 0 0 0,-2-5 0 0 0,-3-2 0 0 0,-3 0 0 0 0,-2 2 0 0 0,-1-5 0 0 0,-2 1 0 0 0,-6 1 0 0 0,-1 2 0 0 0,0 2 0 0 0,1 2 0 0 0,2 1 0 0 0,2 1 0 0 0,1 0 0 0 0,0 0 0 0 0,-4 1 0 0 0,-7-1 0 0 0,-1-5 0 0 0,-3-2 0 0 0,0 1 0 0 0,3 0 0 0 0,-6 3 0 0 0,0 0 0 0 0,-2 2 0 0 0,-3 0 0 0 0,3 1 0 0 0,0 1 0 0 0,3-1 0 0 0,0 0 0 0 0,-8 0 0 0 0,1-5 0 0 0,-6-1 0 0 0,-3-1 0 0 0,4 2 0 0 0,-2 1 0 0 0,3 1 0 0 0,2 2 0 0 0,-5 1 0 0 0,-3 0 0 0 0,0 0 0 0 0,-4 0 0 0 0,-7 0 0 0 0,5 1 0 0 0,-1-1 0 0 0,1-5 0 0 0,3-2 0 0 0,2 0 0 0 0,2 2 0 0 0,8 1 0 0 0,-4 2 0 0 0,5 0 0 0 0,-5 2 0 0 0,-2 0 0 0 0,-6 0 0 0 0,3 0 0 0 0,3 1 0 0 0,-4-1 0 0 0,4 0 0 0 0,2 0 0 0 0,7 0 0 0 0,7 0 0 0 0,-4 0 0 0 0,1 0 0 0 0,4 0 0 0 0,-6-5 0 0 0,1-2 0 0 0,3 0 0 0 0,0 2 0 0 0,3 1 0 0 0,-2 2 0 0 0,2 0 0 0 0,4 2 0 0 0,-2 0 0 0 0,-5 0 0 0 0,2 0 0 0 0,3 1 0 0 0,-2-1 0 0 0,-4 0 0 0 0,-4-5 0 0 0,3-2 0 0 0,3 0 0 0 0,5 2 0 0 0,4 1 0 0 0,4 2 0 0 0,2 1 0 0 0,1 0 0 0 0,1 1 0 0 0,0 0 0 0 0,0 1 0 0 0,0-1 0 0 0,0 0 0 0 0,0 0 0 0 0,-1-5 0 0 0,0-2 0 0 0,0 1 0 0 0,0 0 0 0 0,6-3 0 0 0,1 0 0 0 0,0 1 0 0 0,3-3 0 0 0,7-5 0 0 0,9 0 0 0 0,12 3 0 0 0,10 4 0 0 0,6 3 0 0 0,6 2 0 0 0,3 3 0 0 0,0 1 0 0 0,7 0 0 0 0,0 1 0 0 0,6 0 0 0 0,-1-1 0 0 0,-2 1 0 0 0,2-1 0 0 0,4 0 0 0 0,5 0 0 0 0,-2 0 0 0 0,1 0 0 0 0,-3 0 0 0 0,-5 0 0 0 0,6 0 0 0 0,0 5 0 0 0,2 2 0 0 0,-3 0 0 0 0,-5 4 0 0 0,2-1 0 0 0,7-1 0 0 0,1-2 0 0 0,2-3 0 0 0,6-1 0 0 0,-6 3 0 0 0,-4 1 0 0 0,2 0 0 0 0,0 3 0 0 0,3 0 0 0 0,-4-1 0 0 0,5 2 0 0 0,-2 0 0 0 0,0-2 0 0 0,1 3 0 0 0,1-1 0 0 0,-4-3 0 0 0,0-1 0 0 0,5 2 0 0 0,5 0 0 0 0,-5 3 0 0 0,-1 1 0 0 0,0-3 0 0 0,-5-3 0 0 0,-1-2 0 0 0,1-3 0 0 0,3-1 0 0 0,-4 4 0 0 0,0 2 0 0 0,2-1 0 0 0,-3-1 0 0 0,-5-2 0 0 0,-6-1 0 0 0,-3-1 0 0 0,2 5 0 0 0,-1 1 0 0 0,-1-1 0 0 0,4 0 0 0 0,-1-3 0 0 0,5-1 0 0 0,-2 5 0 0 0,4 0 0 0 0,-2 0 0 0 0,-3-2 0 0 0,-3-2 0 0 0,-3-1 0 0 0,-3-1 0 0 0,-1 0 0 0 0,-2-1 0 0 0,1-1 0 0 0,-1 1 0 0 0,0 0 0 0 0,-5 5 0 0 0,-1 2 0 0 0,0-1 0 0 0,-9-1 0 0 0,-13-1 0 0 0,-11-1 0 0 0,-10-7 0 0 0,-7-3 0 0 0,-4 1 0 0 0,-2 0 0 0 0,-6-3 0 0 0,-3-1 0 0 0,2 2 0 0 0,-4 2 0 0 0,1 2 0 0 0,1-4 0 0 0,3 0 0 0 0,3 2 0 0 0,2 0 0 0 0,-4-2 0 0 0,-1-1 0 0 0,-4 1 0 0 0,-6-2 0 0 0,0-1 0 0 0,-2 2 0 0 0,2-2 0 0 0,4 0 0 0 0,-1 2 0 0 0,-3 3 0 0 0,-4-3 0 0 0,-4-1 0 0 0,-3 3 0 0 0,-1 2 0 0 0,-2 1 0 0 0,5 2 0 0 0,2 2 0 0 0,-6-6 0 0 0,2 0 0 0 0,-4-1 0 0 0,-7 2 0 0 0,7-3 0 0 0,0-2 0 0 0,5 3 0 0 0,-3 1 0 0 0,-2 2 0 0 0,-1-3 0 0 0,0-1 0 0 0,6 1 0 0 0,2 2 0 0 0,-5 1 0 0 0,3-3 0 0 0,-5-1 0 0 0,-2 1 0 0 0,-1 2 0 0 0,7 2 0 0 0,1 1 0 0 0,2-5 0 0 0,-2 0 0 0 0,0 1 0 0 0,4 1 0 0 0,-5 1 0 0 0,3 2 0 0 0,6 1 0 0 0,0 1 0 0 0,4 0 0 0 0,-1 0 0 0 0,3 0 0 0 0,-3 1 0 0 0,3-1 0 0 0,2 0 0 0 0,4 0 0 0 0,-2 0 0 0 0,0 0 0 0 0,2 0 0 0 0,2 0 0 0 0,-3 0 0 0 0,-1 0 0 0 0,2 0 0 0 0,2-5 0 0 0,2-2 0 0 0,1 0 0 0 0,1 2 0 0 0,1 1 0 0 0,1 2 0 0 0,-1 0 0 0 0,1 2 0 0 0,-1 0 0 0 0,1 0 0 0 0,4-5 0 0 0,2-1 0 0 0,6-6 0 0 0,10-5 0 0 0,12-1 0 0 0,10-1 0 0 0,9 1 0 0 0,5 5 0 0 0,3 4 0 0 0,7 4 0 0 0,2 2 0 0 0,0 2 0 0 0,-2 1 0 0 0,-2 1 0 0 0,-2 0 0 0 0,3 0 0 0 0,2-1 0 0 0,3 1 0 0 0,1-1 0 0 0,3 0 0 0 0,5 0 0 0 0,-2 0 0 0 0,2 0 0 0 0,2 0 0 0 0,3 0 0 0 0,2 0 0 0 0,3 0 0 0 0,5 0 0 0 0,3 5 0 0 0,5 2 0 0 0,0 0 0 0 0,4 3 0 0 0,-1 1 0 0 0,-3-2 0 0 0,6 3 0 0 0,1-1 0 0 0,-4-2 0 0 0,2-2 0 0 0,8 2 0 0 0,-1 0 0 0 0,1 4 0 0 0,7-1 0 0 0,-2-2 0 0 0,-1 3 0 0 0,-1-2 0 0 0,1 4 0 0 0,6-2 0 0 0,-4 3 0 0 0,4-2 0 0 0,-4-3 0 0 0,-3-3 0 0 0,0-3 0 0 0,5 2 0 0 0,8 1 0 0 0,-4 4 0 0 0,3-1 0 0 0,-1-1 0 0 0,-1-3 0 0 0,-8 3 0 0 0,2 0 0 0 0,1 3 0 0 0,-6-1 0 0 0,3-2 0 0 0,2-3 0 0 0,-4 3 0 0 0,-3 0 0 0 0,0-3 0 0 0,2-1 0 0 0,-5 2 0 0 0,-1 1 0 0 0,7-2 0 0 0,-7-1 0 0 0,-1-3 0 0 0,0 5 0 0 0,-3-1 0 0 0,1 0 0 0 0,3-2 0 0 0,-3-1 0 0 0,-4 3 0 0 0,0 1 0 0 0,4-1 0 0 0,-2-2 0 0 0,-3 4 0 0 0,0 0 0 0 0,-1-2 0 0 0,-3-1 0 0 0,-8-2 0 0 0,1-2 0 0 0,0-1 0 0 0,-6-1 0 0 0,3 0 0 0 0,2-1 0 0 0,-5 1 0 0 0,-2 0 0 0 0,1 5 0 0 0,-5 1 0 0 0,0 1 0 0 0,-5-2 0 0 0,2-1 0 0 0,-4-2 0 0 0,-3 5 0 0 0,1 0 0 0 0,-1 0 0 0 0,-3-2 0 0 0,3-1 0 0 0,-1-2 0 0 0,-2 4 0 0 0,-2 1 0 0 0,-3 0 0 0 0,-1-2 0 0 0,-2-2 0 0 0,0 0 0 0 0,0-2 0 0 0,-1-1 0 0 0,0 0 0 0 0,-10 0 0 0 0,-13-1 0 0 0,-15 1 0 0 0,-9 0 0 0 0,-8 0 0 0 0,-5 0 0 0 0,-3-1 0 0 0,0 1 0 0 0,-1 0 0 0 0,1 0 0 0 0,1 0 0 0 0,0 0 0 0 0,0 1 0 0 0,1-1 0 0 0,-5 0 0 0 0,-7 0 0 0 0,-1-6 0 0 0,-4-1 0 0 0,1 1 0 0 0,3 0 0 0 0,-6 2 0 0 0,0 2 0 0 0,-2 1 0 0 0,-8-5 0 0 0,1-1 0 0 0,0 1 0 0 0,-6 1 0 0 0,3 1 0 0 0,-3 2 0 0 0,-7 1 0 0 0,4 1 0 0 0,-3 0 0 0 0,7 0 0 0 0,-3 0 0 0 0,-5-5 0 0 0,-1-2 0 0 0,-4 1 0 0 0,-4 1 0 0 0,1 1 0 0 0,-2 2 0 0 0,3 0 0 0 0,4 2 0 0 0,-1 0 0 0 0,-3 0 0 0 0,2 0 0 0 0,-3 1 0 0 0,-3-1 0 0 0,8 0 0 0 0,0 0 0 0 0,-2-5 0 0 0,1-2 0 0 0,-2 0 0 0 0,-4 2 0 0 0,-8 1 0 0 0,5 2 0 0 0,2 0 0 0 0,4 2 0 0 0,0 0 0 0 0,-2 0 0 0 0,2 0 0 0 0,-2 1 0 0 0,4-1 0 0 0,3 0 0 0 0,-1 0 0 0 0,-3 0 0 0 0,-5 0 0 0 0,2 0 0 0 0,-2 0 0 0 0,9 0 0 0 0,1 0 0 0 0,-3 0 0 0 0,-4-5 0 0 0,1-2 0 0 0,3 0 0 0 0,5 2 0 0 0,3 1 0 0 0,-2-3 0 0 0,0-2 0 0 0,-4 2 0 0 0,-4 2 0 0 0,-6-4 0 0 0,7 0 0 0 0,1 1 0 0 0,7 3 0 0 0,1-4 0 0 0,1 0 0 0 0,1 1 0 0 0,-4 3 0 0 0,0-4 0 0 0,7 0 0 0 0,2 1 0 0 0,-2-2 0 0 0,2-1 0 0 0,3 2 0 0 0,0 3 0 0 0,4-3 0 0 0,-3 0 0 0 0,1 1 0 0 0,7-2 0 0 0,-1-1 0 0 0,5 3 0 0 0,-2 2 0 0 0,-3 2 0 0 0,-3-4 0 0 0,2 0 0 0 0,4 2 0 0 0,0-5 0 0 0,3 1 0 0 0,3-4 0 0 0,4 1 0 0 0,2 2 0 0 0,3-1 0 0 0,1 0 0 0 0,0 3 0 0 0,1 2 0 0 0,-5 3 0 0 0,3-3 0 0 0,2 0 0 0 0,0 0 0 0 0,6-3 0 0 0,2 0 0 0 0,-1 1 0 0 0,-2 3 0 0 0,4-3 0 0 0,0 0 0 0 0,-2 1 0 0 0,3-3 0 0 0,5-5 0 0 0,11 1 0 0 0,5-3 0 0 0,8 2 0 0 0,8 3 0 0 0,6 4 0 0 0,-1-1 0 0 0,2 0 0 0 0,6 3 0 0 0,4 2 0 0 0,1 2 0 0 0,0 1 0 0 0,0 2 0 0 0,-2 0 0 0 0,-1 0 0 0 0,5 0 0 0 0,1 1 0 0 0,5-1 0 0 0,0 0 0 0 0,9 1 0 0 0,5-1 0 0 0,10 0 0 0 0,-2 0 0 0 0,3 0 0 0 0,7 0 0 0 0,6 0 0 0 0,-6 0 0 0 0,1 0 0 0 0,2 0 0 0 0,-1 0 0 0 0,2 0 0 0 0,3 5 0 0 0,-1 2 0 0 0,0-1 0 0 0,3 5 0 0 0,-2 0 0 0 0,0-2 0 0 0,7 3 0 0 0,4-1 0 0 0,3-2 0 0 0,0 3 0 0 0,-1-1 0 0 0,-5-3 0 0 0,2 4 0 0 0,2-1 0 0 0,5 2 0 0 0,3 0 0 0 0,-2-2 0 0 0,-1 2 0 0 0,-2-2 0 0 0,-2 3 0 0 0,4 0 0 0 0,1-4 0 0 0,4 3 0 0 0,-4-2 0 0 0,-5-2 0 0 0,-1 2 0 0 0,-8 0 0 0 0,4 3 0 0 0,1-1 0 0 0,7-3 0 0 0,-3 3 0 0 0,-2-2 0 0 0,-1-2 0 0 0,-5-3 0 0 0,-3 4 0 0 0,1-2 0 0 0,7 0 0 0 0,-2-3 0 0 0,-1-2 0 0 0,-4-1 0 0 0,-7-1 0 0 0,0-1 0 0 0,1 0 0 0 0,-1 5 0 0 0,1 1 0 0 0,3 1 0 0 0,-7-2 0 0 0,-6 4 0 0 0,1 0 0 0 0,-6-1 0 0 0,2-2 0 0 0,5-3 0 0 0,-4 0 0 0 0,-3-2 0 0 0,-7 4 0 0 0,-3 2 0 0 0,6-1 0 0 0,-3-1 0 0 0,-1-2 0 0 0,2 0 0 0 0,-5-2 0 0 0,-1 4 0 0 0,-3 2 0 0 0,0 0 0 0 0,2-2 0 0 0,-3-2 0 0 0,-3-1 0 0 0,-5 0 0 0 0,-3-2 0 0 0,1 0 0 0 0,1 5 0 0 0,-2 2 0 0 0,4-1 0 0 0,5-1 0 0 0,0-1 0 0 0,-3-2 0 0 0,-3-1 0 0 0,-3 0 0 0 0,-3-1 0 0 0,-2-1 0 0 0,-1 1 0 0 0,0 0 0 0 0,-1 0 0 0 0,0 0 0 0 0,-10-1 0 0 0,-14 1 0 0 0,-13 0 0 0 0,-11 0 0 0 0,-12 0 0 0 0,-7 0 0 0 0,-3 0 0 0 0,2 0 0 0 0,6-5 0 0 0,3-2 0 0 0,-3 1 0 0 0,-2-5 0 0 0,0 0 0 0 0,0 2 0 0 0,1 3 0 0 0,-5 1 0 0 0,-1 3 0 0 0,1 1 0 0 0,-3-5 0 0 0,-11 0 0 0 0,-7-6 0 0 0,-4 0 0 0 0,4 2 0 0 0,1-2 0 0 0,0 0 0 0 0,-1 2 0 0 0,-5-1 0 0 0,-3 0 0 0 0,-1 2 0 0 0,2 3 0 0 0,0-3 0 0 0,-3 0 0 0 0,-6-4 0 0 0,-1 1 0 0 0,-3-4 0 0 0,-4 2 0 0 0,-4 3 0 0 0,8 3 0 0 0,-3 3 0 0 0,-4-2 0 0 0,2-1 0 0 0,-5 1 0 0 0,-4-3 0 0 0,-6 0 0 0 0,8 2 0 0 0,-2 1 0 0 0,0-2 0 0 0,-1 0 0 0 0,-4 2 0 0 0,-2-4 0 0 0,-5 0 0 0 0,10 3 0 0 0,1-4 0 0 0,0 1 0 0 0,-5 3 0 0 0,-1 1 0 0 0,1-2 0 0 0,-4 0 0 0 0,10 2 0 0 0,0 1 0 0 0,-5-2 0 0 0,-1-1 0 0 0,-1 1 0 0 0,3 3 0 0 0,-5 1 0 0 0,11-3 0 0 0,-1-1 0 0 0,0 2 0 0 0,0 0 0 0 0,5 3 0 0 0,1 1 0 0 0,0 1 0 0 0,10 1 0 0 0,1 0 0 0 0,-2-5 0 0 0,2-2 0 0 0,2 1 0 0 0,10 1 0 0 0,-1 1 0 0 0,5 2 0 0 0,2 1 0 0 0,1 0 0 0 0,4 1 0 0 0,0 0 0 0 0,0 1 0 0 0,2-1 0 0 0,5 0 0 0 0,4 0 0 0 0,5 1 0 0 0,3-1 0 0 0,1 0 0 0 0,2 0 0 0 0,0 0 0 0 0,0 0 0 0 0,0 0 0 0 0,0 0 0 0 0,0 0 0 0 0,-1 0 0 0 0,0 0 0 0 0,11 0 0 0 0,14 0 0 0 0,12 0 0 0 0,12 0 0 0 0,7 0 0 0 0,10 0 0 0 0,5 0 0 0 0,0 0 0 0 0,4 0 0 0 0,0 0 0 0 0,3 0 0 0 0,-2 0 0 0 0,3 0 0 0 0,-3 0 0 0 0,3 0 0 0 0,3 0 0 0 0,3 0 0 0 0,4 0 0 0 0,6 0 0 0 0,4 0 0 0 0,-4 0 0 0 0,2 0 0 0 0,0 0 0 0 0,10 0 0 0 0,9 0 0 0 0,-1 0 0 0 0,7 0 0 0 0,-2 0 0 0 0,-6 0 0 0 0,5 0 0 0 0,8 0 0 0 0,-2 0 0 0 0,4 0 0 0 0,6 0 0 0 0,-9 0 0 0 0,1 0 0 0 0,4 0 0 0 0,6 0 0 0 0,-4 0 0 0 0,1 0 0 0 0,5 0 0 0 0,-1 0 0 0 0,-3 0 0 0 0,2 0 0 0 0,-1 0 0 0 0,2 0 0 0 0,-1 0 0 0 0,3 0 0 0 0,2 0 0 0 0,-5 0 0 0 0,-1 0 0 0 0,-3 0 0 0 0,4 0 0 0 0,-2 0 0 0 0,3 0 0 0 0,-7 0 0 0 0,7 0 0 0 0,-5 0 0 0 0,-4 0 0 0 0,2 0 0 0 0,-5 0 0 0 0,2 0 0 0 0,5 0 0 0 0,-8 0 0 0 0,-1 0 0 0 0,1 0 0 0 0,-1 0 0 0 0,0 0 0 0 0,0 0 0 0 0,0 0 0 0 0,-6 0 0 0 0,-1 0 0 0 0,-1 0 0 0 0,-3 0 0 0 0,5 0 0 0 0,4 0 0 0 0,-9 0 0 0 0,-3 0 0 0 0,2 5 0 0 0,-3 2 0 0 0,1-1 0 0 0,2 0 0 0 0,-6-2 0 0 0,-6-2 0 0 0,1-1 0 0 0,-7 0 0 0 0,3-1 0 0 0,-5-1 0 0 0,-3 1 0 0 0,0 0 0 0 0,-5 0 0 0 0,-2-1 0 0 0,-3 1 0 0 0,1 0 0 0 0,-4 0 0 0 0,-4 0 0 0 0,-3 0 0 0 0,-3 0 0 0 0,3 0 0 0 0,0 0 0 0 0,-1 0 0 0 0,-2 0 0 0 0,-11 0 0 0 0,-16 0 0 0 0,-14 0 0 0 0,-12 0 0 0 0,-7 0 0 0 0,-5 0 0 0 0,-3 0 0 0 0,-1 0 0 0 0,0 0 0 0 0,1 0 0 0 0,-5 0 0 0 0,-6 0 0 0 0,-6 0 0 0 0,-5 0 0 0 0,-10 0 0 0 0,3 0 0 0 0,0 0 0 0 0,5 0 0 0 0,8 0 0 0 0,-4 0 0 0 0,2 0 0 0 0,-1 0 0 0 0,-7 0 0 0 0,1 0 0 0 0,0 0 0 0 0,-6 6 0 0 0,3 1 0 0 0,-5-1 0 0 0,-5 0 0 0 0,-3-3 0 0 0,-3 0 0 0 0,5 3 0 0 0,5 2 0 0 0,-2-2 0 0 0,1 0 0 0 0,-5-3 0 0 0,-5-1 0 0 0,0-1 0 0 0,-2-1 0 0 0,-4 0 0 0 0,8 0 0 0 0,-4 0 0 0 0,-5-1 0 0 0,2 1 0 0 0,-1 0 0 0 0,-7 0 0 0 0,7 5 0 0 0,2 2 0 0 0,-1 0 0 0 0,-7-2 0 0 0,1-1 0 0 0,0-2 0 0 0,-1 0 0 0 0,10-2 0 0 0,-2 0 0 0 0,-3 0 0 0 0,-3 0 0 0 0,-3-1 0 0 0,0 1 0 0 0,-2 0 0 0 0,6 0 0 0 0,1 0 0 0 0,-1 0 0 0 0,0 0 0 0 0,-2 0 0 0 0,-7 0 0 0 0,3-5 0 0 0,1-2 0 0 0,1 0 0 0 0,5 2 0 0 0,-3 1 0 0 0,-3-4 0 0 0,-7 0 0 0 0,4 1 0 0 0,7 1 0 0 0,2-2 0 0 0,7-1 0 0 0,-6 1 0 0 0,-3 2 0 0 0,2-3 0 0 0,1 0 0 0 0,4 2 0 0 0,5 1 0 0 0,0-2 0 0 0,-3-1 0 0 0,7 1 0 0 0,0 3 0 0 0,-4 1 0 0 0,6-3 0 0 0,-1-1 0 0 0,2 1 0 0 0,1 2 0 0 0,2-4 0 0 0,-3 0 0 0 0,4 2 0 0 0,-1 1 0 0 0,4 2 0 0 0,7 2 0 0 0,4 1 0 0 0,4 1 0 0 0,0 0 0 0 0,-2-4 0 0 0,1-3 0 0 0,-1 1 0 0 0,3 1 0 0 0,3 1 0 0 0,-1-4 0 0 0,1 0 0 0 0,4 1 0 0 0,2-3 0 0 0,3-1 0 0 0,1 2 0 0 0,2 3 0 0 0,0-3 0 0 0,1-1 0 0 0,0 3 0 0 0,-1 1 0 0 0,1 3 0 0 0,5-4 0 0 0,6-6 0 0 0,12-1 0 0 0,13 2 0 0 0,5-2 0 0 0,6 1 0 0 0,5 3 0 0 0,4 4 0 0 0,3 1 0 0 0,2 3 0 0 0,-4-4 0 0 0,-2-1 0 0 0,0 1 0 0 0,1 2 0 0 0,7 0 0 0 0,3 2 0 0 0,6 1 0 0 0,0 1 0 0 0,5 0 0 0 0,4 0 0 0 0,4 1 0 0 0,3-1 0 0 0,8 0 0 0 0,2 0 0 0 0,1 0 0 0 0,4 1 0 0 0,1-1 0 0 0,2 5 0 0 0,5 2 0 0 0,4-1 0 0 0,4 5 0 0 0,-4 0 0 0 0,-5-2 0 0 0,5 3 0 0 0,8-1 0 0 0,5 3 0 0 0,6-1 0 0 0,2 3 0 0 0,-8-1 0 0 0,2-4 0 0 0,-7 2 0 0 0,3-1 0 0 0,5 2 0 0 0,2-1 0 0 0,3 3 0 0 0,-10-2 0 0 0,0-3 0 0 0,3-4 0 0 0,-3-2 0 0 0,2 3 0 0 0,5-1 0 0 0,2 5 0 0 0,-8 0 0 0 0,-3-2 0 0 0,2 2 0 0 0,1 0 0 0 0,0-3 0 0 0,-1 2 0 0 0,4 0 0 0 0,-10-2 0 0 0,-4 2 0 0 0,-1 0 0 0 0,-5-2 0 0 0,6 2 0 0 0,3 0 0 0 0,2-3 0 0 0,7 4 0 0 0,-8-1 0 0 0,-3-3 0 0 0,-2-2 0 0 0,-3 3 0 0 0,-7 0 0 0 0,-4-1 0 0 0,-10-3 0 0 0,1-1 0 0 0,0 3 0 0 0,0 1 0 0 0,0-2 0 0 0,-5-1 0 0 0,3-1 0 0 0,-3-2 0 0 0,-6-1 0 0 0,-2-1 0 0 0,-3 0 0 0 0,1 0 0 0 0,-3-1 0 0 0,-3 6 0 0 0,-4 2 0 0 0,3-1 0 0 0,0 0 0 0 0,3 3 0 0 0,0 0 0 0 0,-3-1 0 0 0,3-2 0 0 0,0 3 0 0 0,-3 0 0 0 0,-3-1 0 0 0,-13-3 0 0 0,-16-1 0 0 0,-14-2 0 0 0,-11-1 0 0 0,-9-1 0 0 0,-4 0 0 0 0,-3-1 0 0 0,-1 1 0 0 0,0-1 0 0 0,1 1 0 0 0,0 0 0 0 0,1 0 0 0 0,1 0 0 0 0,-6 0 0 0 0,0 0 0 0 0,-6 0 0 0 0,0 0 0 0 0,-3 0 0 0 0,-5 0 0 0 0,1-5 0 0 0,0-2 0 0 0,-9 0 0 0 0,1 2 0 0 0,-5-4 0 0 0,-8-1 0 0 0,3 2 0 0 0,-3 3 0 0 0,-5 1 0 0 0,0-4 0 0 0,-2 0 0 0 0,-5 2 0 0 0,2-5 0 0 0,4 1 0 0 0,-5 1 0 0 0,0 3 0 0 0,-7-3 0 0 0,-4-1 0 0 0,-6 3 0 0 0,-4-4 0 0 0,7 1 0 0 0,-2 1 0 0 0,-6-2 0 0 0,6 0 0 0 0,-3 2 0 0 0,-5-2 0 0 0,-5 0 0 0 0,6 2 0 0 0,0-2 0 0 0,1 0 0 0 0,-1 2 0 0 0,0 3 0 0 0,-2 2 0 0 0,-5 2 0 0 0,2-4 0 0 0,4-1 0 0 0,3 1 0 0 0,0 1 0 0 0,-5-4 0 0 0,0 0 0 0 0,-1 2 0 0 0,6 1 0 0 0,5-3 0 0 0,-1 0 0 0 0,0 1 0 0 0,-4 3 0 0 0,5 1 0 0 0,-2-3 0 0 0,6-1 0 0 0,3 1 0 0 0,1 2 0 0 0,1 2 0 0 0,-7 1 0 0 0,4 1 0 0 0,1 1 0 0 0,11 0 0 0 0,4 0 0 0 0,-2 0 0 0 0,-3-4 0 0 0,2-3 0 0 0,-1 0 0 0 0,7 2 0 0 0,6 1 0 0 0,-1 2 0 0 0,5 1 0 0 0,-2 0 0 0 0,-1 1 0 0 0,7 0 0 0 0,1 1 0 0 0,7-1 0 0 0,0 0 0 0 0,-1 0 0 0 0,-2 0 0 0 0,3 0 0 0 0,5 0 0 0 0,-1 0 0 0 0,3 0 0 0 0,4 0 0 0 0,3 0 0 0 0,2 0 0 0 0,3 0 0 0 0,1 0 0 0 0,0 0 0 0 0,1 0 0 0 0,5-5 0 0 0,7-7 0 0 0,12-2 0 0 0,12 2 0 0 0,10 3 0 0 0,8 3 0 0 0,10 2 0 0 0,10-3 0 0 0,8 0 0 0 0,5 0 0 0 0,4 3 0 0 0,2 0 0 0 0,1 3 0 0 0,-1 0 0 0 0,1 0 0 0 0,-7 2 0 0 0,4-1 0 0 0,-4 0 0 0 0,-1 1 0 0 0,6-1 0 0 0,3 0 0 0 0,0 0 0 0 0,6 0 0 0 0,0 0 0 0 0,5 0 0 0 0,5 0 0 0 0,-2 0 0 0 0,3 0 0 0 0,2 0 0 0 0,3 0 0 0 0,3 0 0 0 0,1 0 0 0 0,-4 0 0 0 0,-2 0 0 0 0,2 0 0 0 0,6 0 0 0 0,-3 0 0 0 0,6 0 0 0 0,1 0 0 0 0,-5 0 0 0 0,3 5 0 0 0,0 2 0 0 0,6 0 0 0 0,-4-2 0 0 0,-3 4 0 0 0,4 1 0 0 0,-10-3 0 0 0,1-1 0 0 0,2 3 0 0 0,5 0 0 0 0,-2-1 0 0 0,-2-2 0 0 0,4-3 0 0 0,-8-1 0 0 0,-4-1 0 0 0,0-1 0 0 0,-5 5 0 0 0,1 2 0 0 0,8-1 0 0 0,4 4 0 0 0,-8 1 0 0 0,-3-2 0 0 0,1 2 0 0 0,-3 1 0 0 0,0-3 0 0 0,3-3 0 0 0,-2 3 0 0 0,-4 1 0 0 0,0-3 0 0 0,-7 4 0 0 0,1-1 0 0 0,3-1 0 0 0,-5 2 0 0 0,2 0 0 0 0,-6-2 0 0 0,-3 2 0 0 0,-2 0 0 0 0,-6-2 0 0 0,5 2 0 0 0,2 0 0 0 0,-4-3 0 0 0,-6-1 0 0 0,0-4 0 0 0,-5-1 0 0 0,1-1 0 0 0,4 4 0 0 0,-3 2 0 0 0,-3-1 0 0 0,-4-1 0 0 0,-3 4 0 0 0,-4 0 0 0 0,-1-1 0 0 0,-1 3 0 0 0,-1-1 0 0 0,0-1 0 0 0,-10-3 0 0 0,-14-2 0 0 0,-14-1 0 0 0,-10-2 0 0 0,-7-1 0 0 0,-5-1 0 0 0,-2 1 0 0 0,-2-1 0 0 0,1 1 0 0 0,0 0 0 0 0,-5 0 0 0 0,-6-1 0 0 0,-1 1 0 0 0,2 0 0 0 0,-3 0 0 0 0,3 0 0 0 0,-4 0 0 0 0,2 0 0 0 0,-7 0 0 0 0,0 0 0 0 0,-2 0 0 0 0,-2 0 0 0 0,-2 0 0 0 0,-7 0 0 0 0,-2 0 0 0 0,-2 0 0 0 0,2 0 0 0 0,-4 0 0 0 0,0 0 0 0 0,-5 0 0 0 0,-4 0 0 0 0,-4 0 0 0 0,-4 0 0 0 0,2 0 0 0 0,-4 0 0 0 0,2 0 0 0 0,-5 0 0 0 0,-3 0 0 0 0,1 0 0 0 0,-6-5 0 0 0,4-2 0 0 0,-2 1 0 0 0,-1 0 0 0 0,-3 2 0 0 0,-1 2 0 0 0,3 1 0 0 0,-4 0 0 0 0,-4 1 0 0 0,6 1 0 0 0,4-1 0 0 0,-1 0 0 0 0,-6 0 0 0 0,-4 1 0 0 0,5-1 0 0 0,-1 0 0 0 0,3-6 0 0 0,8 0 0 0 0,4-1 0 0 0,-3 1 0 0 0,-7 3 0 0 0,4 0 0 0 0,-3 2 0 0 0,5 1 0 0 0,3-1 0 0 0,7 2 0 0 0,-4-1 0 0 0,4 0 0 0 0,0 1 0 0 0,-7-1 0 0 0,8 0 0 0 0,2 0 0 0 0,-1 0 0 0 0,3 0 0 0 0,0 0 0 0 0,3 0 0 0 0,4 0 0 0 0,4 0 0 0 0,8 0 0 0 0,-1 0 0 0 0,0 0 0 0 0,5 0 0 0 0,-4 0 0 0 0,-2 0 0 0 0,0 0 0 0 0,5 0 0 0 0,1 0 0 0 0,7 0 0 0 0,5 0 0 0 0,5 0 0 0 0,5 0 0 0 0,3 0 0 0 0,1 0 0 0 0,1 0 0 0 0,0 0 0 0 0,1 0 0 0 0,-1 0 0 0 0,10 0 0 0 0,14 0 0 0 0,13 0 0 0 0,11 0 0 0 0,7 0 0 0 0,10 0 0 0 0,10 0 0 0 0,7 0 0 0 0,6 0 0 0 0,-2 0 0 0 0,-1 0 0 0 0,8 0 0 0 0,-3 0 0 0 0,4 0 0 0 0,-3 0 0 0 0,-2 0 0 0 0,5 0 0 0 0,2 0 0 0 0,6 0 0 0 0,6 0 0 0 0,5 0 0 0 0,0 0 0 0 0,1 0 0 0 0,7 0 0 0 0,-1 0 0 0 0,4 0 0 0 0,9 0 0 0 0,1 0 0 0 0,4 0 0 0 0,0 0 0 0 0,2 0 0 0 0,-1 0 0 0 0,1 0 0 0 0,3 0 0 0 0,8 0 0 0 0,5 0 0 0 0,-8 0 0 0 0,-4 5 0 0 0,0 2 0 0 0,7 0 0 0 0,-2-2 0 0 0,0-1 0 0 0,7-2 0 0 0,-9-1 0 0 0,3 0 0 0 0,1 4 0 0 0,7 2 0 0 0,2-1 0 0 0,-5-1 0 0 0,3-1 0 0 0,-11-2 0 0 0,2-1 0 0 0,1 0 0 0 0,-4 4 0 0 0,-1 2 0 0 0,2-1 0 0 0,6-1 0 0 0,-12-1 0 0 0,-4-2 0 0 0,0-1 0 0 0,4 0 0 0 0,-2-1 0 0 0,2 5 0 0 0,3 1 0 0 0,-3 1 0 0 0,-9-2 0 0 0,-1-2 0 0 0,3 5 0 0 0,0 0 0 0 0,-2-1 0 0 0,-3-1 0 0 0,-8-3 0 0 0,-3-1 0 0 0,-1-1 0 0 0,0 5 0 0 0,-4 1 0 0 0,-1-1 0 0 0,3-1 0 0 0,-10-2 0 0 0,-6 0 0 0 0,1 3 0 0 0,-6 1 0 0 0,1 0 0 0 0,1-2 0 0 0,-1 4 0 0 0,-6 0 0 0 0,-3-1 0 0 0,-5-3 0 0 0,-1-1 0 0 0,-4-2 0 0 0,1 4 0 0 0,2 1 0 0 0,-1 0 0 0 0,-3-2 0 0 0,-5-2 0 0 0,-4-1 0 0 0,-2-1 0 0 0,-3 0 0 0 0,-10-1 0 0 0,-16-1 0 0 0,-12 1 0 0 0,-12 0 0 0 0,-7 0 0 0 0,-4-1 0 0 0,-3 1 0 0 0,0 0 0 0 0,-1 0 0 0 0,-4 0 0 0 0,-7 0 0 0 0,-6 0 0 0 0,-4 0 0 0 0,-4 0 0 0 0,3 0 0 0 0,0 0 0 0 0,0 0 0 0 0,-1-5 0 0 0,-2-2 0 0 0,-7 0 0 0 0,-1 2 0 0 0,-1 1 0 0 0,-5-3 0 0 0,1-2 0 0 0,-10 2 0 0 0,-6 2 0 0 0,-3 1 0 0 0,-3-3 0 0 0,5-1 0 0 0,-4 1 0 0 0,-2 2 0 0 0,-5-4 0 0 0,-7 0 0 0 0,-7 2 0 0 0,2 1 0 0 0,2 2 0 0 0,1-3 0 0 0,-3-1 0 0 0,1 1 0 0 0,0 2 0 0 0,-8-3 0 0 0,-5-1 0 0 0,8 1 0 0 0,-2 2 0 0 0,3-3 0 0 0,1 0 0 0 0,-8 2 0 0 0,-3 1 0 0 0,-1-3 0 0 0,9 1 0 0 0,5 0 0 0 0,0 2 0 0 0,-2 3 0 0 0,2 1 0 0 0,0 1 0 0 0,-2-4 0 0 0,3-2 0 0 0,3 1 0 0 0,1 1 0 0 0,-4 1 0 0 0,8 2 0 0 0,-1 1 0 0 0,-3 1 0 0 0,6 0 0 0 0,5 0 0 0 0,-3 0 0 0 0,0 0 0 0 0,1 1 0 0 0,2-1 0 0 0,-4 0 0 0 0,9 0 0 0 0,6 0 0 0 0,0 0 0 0 0,0 0 0 0 0,-2 0 0 0 0,-2 0 0 0 0,-1 0 0 0 0,4 0 0 0 0,11 0 0 0 0,8 0 0 0 0,0 0 0 0 0,-5 0 0 0 0,5 0 0 0 0,-1 0 0 0 0,-1 0 0 0 0,7 0 0 0 0,3 0 0 0 0,7 5 0 0 0,1 2 0 0 0,-1 0 0 0 0,-2-2 0 0 0,3-1 0 0 0,5-2 0 0 0,-1-1 0 0 0,9 5 0 0 0,-1 1 0 0 0,2 0 0 0 0,1-2 0 0 0,2-2 0 0 0,2-1 0 0 0,0-1 0 0 0,1 0 0 0 0,11-1 0 0 0,14 0 0 0 0,13-1 0 0 0,11 1 0 0 0,13 0 0 0 0,6 0 0 0 0,7-1 0 0 0,2 1 0 0 0,3 0 0 0 0,-1 0 0 0 0,2 0 0 0 0,-3 0 0 0 0,6-5 0 0 0,0-2 0 0 0,-4 1 0 0 0,0 0 0 0 0,8 2 0 0 0,4 2 0 0 0,8 1 0 0 0,2 0 0 0 0,0 1 0 0 0,9 1 0 0 0,1-1 0 0 0,-3 0 0 0 0,2 0 0 0 0,7 1 0 0 0,0-1 0 0 0,6 0 0 0 0,3 0 0 0 0,-4 0 0 0 0,-3 0 0 0 0,5 0 0 0 0,8 0 0 0 0,-4 0 0 0 0,3 0 0 0 0,-5 0 0 0 0,-4 0 0 0 0,5 0 0 0 0,0 0 0 0 0,0 0 0 0 0,-1 0 0 0 0,4 0 0 0 0,7 0 0 0 0,-11 0 0 0 0,0 0 0 0 0,0 0 0 0 0,-2 0 0 0 0,0 0 0 0 0,-1 0 0 0 0,5 0 0 0 0,-9 0 0 0 0,-4 0 0 0 0,-6 0 0 0 0,5 0 0 0 0,3 5 0 0 0,3 2 0 0 0,-3 0 0 0 0,-6-2 0 0 0,-2-1 0 0 0,-3-2 0 0 0,-4-1 0 0 0,2 0 0 0 0,-2-1 0 0 0,2 0 0 0 0,-5-1 0 0 0,-4 1 0 0 0,2 0 0 0 0,-5 0 0 0 0,-2 0 0 0 0,4-1 0 0 0,-3 7 0 0 0,-8 1 0 0 0,-1-1 0 0 0,-5 0 0 0 0,0-3 0 0 0,-2 0 0 0 0,1-2 0 0 0,4 0 0 0 0,-2-1 0 0 0,-4-1 0 0 0,-4 1 0 0 0,2 0 0 0 0,-1 0 0 0 0,-3-1 0 0 0,-2 1 0 0 0,-2 0 0 0 0,-1 0 0 0 0,-2 0 0 0 0,-11 0 0 0 0,-14 0 0 0 0,-13 0 0 0 0,-11 6 0 0 0,-8 1 0 0 0,-4 4 0 0 0,-2 2 0 0 0,-2 2 0 0 0,1 0 0 0 0,-1-3 0 0 0,2 1 0 0 0,0-1 0 0 0,6 3 0 0 0,2-2 0 0 0,0-2 0 0 0,-2-4 0 0 0,5 2 0 0 0,-1 1 0 0 0,-1-3 0 0 0,4 4 0 0 0,-1-1 0 0 0,-2 4 0 0 0,-3-1 0 0 0,-2-3 0 0 0,4-3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14870 3254 16383 0 0,'5'0'0'0'0,"7"0"0"0"0,2 6 0 0 0,3 1 0 0 0,4-1 0 0 0,4 0 0 0 0,8-3 0 0 0,4 5 0 0 0,6 0 0 0 0,1 5 0 0 0,-2-1 0 0 0,2-2 0 0 0,5 3 0 0 0,9-1 0 0 0,1-3 0 0 0,-6-3 0 0 0,-5 4 0 0 0,-1-1 0 0 0,-4 3 0 0 0,3 0 0 0 0,2 4 0 0 0,5-2 0 0 0,3 2 0 0 0,9-1 0 0 0,-3-3 0 0 0,-1-5 0 0 0,0 3 0 0 0,-5 0 0 0 0,-2 2 0 0 0,0 0 0 0 0,-3-2 0 0 0,0 3 0 0 0,-4-2 0 0 0,6-2 0 0 0,5 2 0 0 0,-3 0 0 0 0,-5-2 0 0 0,0 2 0 0 0,-5 0 0 0 0,2-2 0 0 0,3-3 0 0 0,-2 3 0 0 0,-4 0 0 0 0,-4-2 0 0 0,2-2 0 0 0,4-1 0 0 0,4-2 0 0 0,5-1 0 0 0,4-1 0 0 0,-4-1 0 0 0,-6 1 0 0 0,-5 0 0 0 0,-6-1 0 0 0,-3 1 0 0 0,-3 0 0 0 0,-2 5 0 0 0,0 2 0 0 0,0 0 0 0 0,-1-2 0 0 0,1-1 0 0 0,1-2 0 0 0,-1 0 0 0 0,1-2 0 0 0,-1 0 0 0 0,1 0 0 0 0,0 0 0 0 0,0-1 0 0 0,0 1 0 0 0,0 0 0 0 0,-6 5 0 0 0,-1 2 0 0 0,0 0 0 0 0,2-2 0 0 0,1-1 0 0 0,-9-2 0 0 0,-13-1 0 0 0,-12 0 0 0 0,-11-1 0 0 0,-7 0 0 0 0,1 5 0 0 0,-2 1 0 0 0,0 1 0 0 0,-2-2 0 0 0,-1 4 0 0 0,-1 0 0 0 0,-1-1 0 0 0,0-2 0 0 0,0-2 0 0 0,0-2 0 0 0,5 4 0 0 0,2 1 0 0 0,0 0 0 0 0,-2-2 0 0 0,-1-2 0 0 0,-1-1 0 0 0,-2-1 0 0 0,0-1 0 0 0,-1 0 0 0 0,0 0 0 0 0,0 0 0 0 0,0 0 0 0 0,0-1 0 0 0,0 1 0 0 0,0 0 0 0 0,0 0 0 0 0,0 0 0 0 0,0 0 0 0 0,0 0 0 0 0,1 0 0 0 0,-1 0 0 0 0,0 0 0 0 0,0 0 0 0 0,0 0 0 0 0,6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19174 3954 16383 0 0,'5'0'0'0'0,"7"0"0"0"0,7 0 0 0 0,0-5 0 0 0,2-2 0 0 0,3 1 0 0 0,-3-5 0 0 0,-10 0 0 0 0,-12-3 0 0 0,-12 0 0 0 0,-8 3 0 0 0,-6 4 0 0 0,-4 2 0 0 0,-1-3 0 0 0,-1 0 0 0 0,0 1 0 0 0,0-3 0 0 0,1 0 0 0 0,0 2 0 0 0,-4-4 0 0 0,-8 1 0 0 0,-5 2 0 0 0,-6 3 0 0 0,1 2 0 0 0,5 2 0 0 0,6 1 0 0 0,-1 1 0 0 0,-3-5 0 0 0,1-1 0 0 0,-7 0 0 0 0,-6 1 0 0 0,8-4 0 0 0,-3 0 0 0 0,2 1 0 0 0,-1 2 0 0 0,-1 2 0 0 0,-8-3 0 0 0,-3-1 0 0 0,-7 1 0 0 0,-6 2 0 0 0,-2 2 0 0 0,4 1 0 0 0,-2 1 0 0 0,3 0 0 0 0,8-4 0 0 0,5-1 0 0 0,-3-1 0 0 0,-5 2 0 0 0,3 2 0 0 0,-2 0 0 0 0,-16 2 0 0 0,-4 1 0 0 0,8 0 0 0 0,2 0 0 0 0,-1 0 0 0 0,8 1 0 0 0,0-1 0 0 0,-4 0 0 0 0,-3 0 0 0 0,5 0 0 0 0,0 0 0 0 0,2 0 0 0 0,8 0 0 0 0,5 0 0 0 0,1 0 0 0 0,6 0 0 0 0,0 5 0 0 0,0 2 0 0 0,3 0 0 0 0,-1 4 0 0 0,3-1 0 0 0,4-1 0 0 0,0-2 0 0 0,0 3 0 0 0,4-1 0 0 0,-3 4 0 0 0,-4-1 0 0 0,0-1 0 0 0,3-4 0 0 0,3-3 0 0 0,3-1 0 0 0,9 3 0 0 0,2 1 0 0 0,2-1 0 0 0,-1 4 0 0 0,-1 1 0 0 0,-2-3 0 0 0,-1-1 0 0 0,10 2 0 0 0,12 0 0 0 0,14-1 0 0 0,11-3 0 0 0,7-1 0 0 0,4-2 0 0 0,4-1 0 0 0,0-1 0 0 0,6 0 0 0 0,1-1 0 0 0,4-5 0 0 0,0-1 0 0 0,3-5 0 0 0,-1 0 0 0 0,-3-4 0 0 0,1 1 0 0 0,-1 3 0 0 0,-3 4 0 0 0,-3 3 0 0 0,3-3 0 0 0,4 0 0 0 0,7 2 0 0 0,3-4 0 0 0,5-1 0 0 0,-9-2 0 0 0,-2 0 0 0 0,12-3 0 0 0,11 1 0 0 0,4-1 0 0 0,0 1 0 0 0,-7 4 0 0 0,-1 3 0 0 0,0-2 0 0 0,-1 1 0 0 0,4 1 0 0 0,0-2 0 0 0,-1 0 0 0 0,-7 1 0 0 0,1-2 0 0 0,1 0 0 0 0,6-3 0 0 0,0 1 0 0 0,0 3 0 0 0,3-3 0 0 0,-6 1 0 0 0,2 3 0 0 0,-5 3 0 0 0,1 2 0 0 0,1-3 0 0 0,-1 0 0 0 0,0 0 0 0 0,-2 2 0 0 0,-5 2 0 0 0,2-4 0 0 0,2-1 0 0 0,-4 1 0 0 0,3 2 0 0 0,2 1 0 0 0,1 2 0 0 0,0 1 0 0 0,0 1 0 0 0,-1 0 0 0 0,-6 0 0 0 0,-2 1 0 0 0,-5-1 0 0 0,-6-5 0 0 0,-5-2 0 0 0,-4 1 0 0 0,2 0 0 0 0,1 3 0 0 0,-1 0 0 0 0,-2 2 0 0 0,-2 0 0 0 0,5 1 0 0 0,0 1 0 0 0,0-6 0 0 0,-2-2 0 0 0,-2 1 0 0 0,-1 0 0 0 0,-1 3 0 0 0,-1 0 0 0 0,-11 2 0 0 0,-14 1 0 0 0,-13 0 0 0 0,-11 0 0 0 0,-7 0 0 0 0,-5 0 0 0 0,-3 1 0 0 0,0-1 0 0 0,-1 0 0 0 0,1 5 0 0 0,1 2 0 0 0,0 0 0 0 0,0-2 0 0 0,1-1 0 0 0,0-2 0 0 0,1 5 0 0 0,-6 0 0 0 0,-2 5 0 0 0,1 0 0 0 0,1-2 0 0 0,1-2 0 0 0,2-3 0 0 0,-5-3 0 0 0,5 5 0 0 0,3 0 0 0 0,-5-1 0 0 0,-1 4 0 0 0,-5 1 0 0 0,0-3 0 0 0,-5 4 0 0 0,1-1 0 0 0,3-2 0 0 0,-2-3 0 0 0,-5 3 0 0 0,2 0 0 0 0,-2-1 0 0 0,2 3 0 0 0,4-1 0 0 0,-1-2 0 0 0,-4-1 0 0 0,-5-3 0 0 0,-2-2 0 0 0,1-2 0 0 0,1 1 0 0 0,3-2 0 0 0,0 1 0 0 0,-7 5 0 0 0,0 1 0 0 0,1 1 0 0 0,-8-2 0 0 0,4-2 0 0 0,5 5 0 0 0,2 0 0 0 0,0-1 0 0 0,-7-1 0 0 0,2-3 0 0 0,-1 0 0 0 0,-5-2 0 0 0,-8-1 0 0 0,4 5 0 0 0,2 2 0 0 0,2-1 0 0 0,2-1 0 0 0,0-2 0 0 0,6 0 0 0 0,2-2 0 0 0,0-1 0 0 0,3 5 0 0 0,1 2 0 0 0,2 0 0 0 0,-5-2 0 0 0,1-2 0 0 0,3-1 0 0 0,1 0 0 0 0,-3-2 0 0 0,2 0 0 0 0,-1 0 0 0 0,3 0 0 0 0,4-1 0 0 0,-1 1 0 0 0,2 0 0 0 0,-3 5 0 0 0,1 2 0 0 0,4 0 0 0 0,-3-2 0 0 0,-5-1 0 0 0,2-2 0 0 0,-3-1 0 0 0,2 0 0 0 0,-1-1 0 0 0,1 0 0 0 0,5-1 0 0 0,3 1 0 0 0,4 0 0 0 0,2 0 0 0 0,1 0 0 0 0,12 0 0 0 0,15 0 0 0 0,18 0 0 0 0,12 0 0 0 0,7 0 0 0 0,9 0 0 0 0,8 0 0 0 0,0 0 0 0 0,-2 0 0 0 0,1 0 0 0 0,3 0 0 0 0,8 0 0 0 0,5 0 0 0 0,2 5 0 0 0,1 2 0 0 0,3-1 0 0 0,-3 0 0 0 0,-4-2 0 0 0,4 3 0 0 0,-5 1 0 0 0,3 0 0 0 0,6-3 0 0 0,2 4 0 0 0,-1 0 0 0 0,-3-2 0 0 0,3-1 0 0 0,5 3 0 0 0,0 0 0 0 0,-3-1 0 0 0,2-3 0 0 0,-2 4 0 0 0,-2 0 0 0 0,1-2 0 0 0,10-1 0 0 0,12 3 0 0 0,-5 0 0 0 0,-3-2 0 0 0,-5 4 0 0 0,-6 0 0 0 0,0-3 0 0 0,2-2 0 0 0,-1-2 0 0 0,2 4 0 0 0,3 0 0 0 0,-7-2 0 0 0,0-1 0 0 0,-3-1 0 0 0,-3 3 0 0 0,2 1 0 0 0,5-1 0 0 0,-5-2 0 0 0,-4-2 0 0 0,2-1 0 0 0,-5-1 0 0 0,-4 0 0 0 0,5-2 0 0 0,-4 1 0 0 0,-2 0 0 0 0,-6 0 0 0 0,-1-1 0 0 0,1 6 0 0 0,-4 2 0 0 0,1 0 0 0 0,-3-2 0 0 0,-4-1 0 0 0,-4-2 0 0 0,-4 0 0 0 0,3-2 0 0 0,0 0 0 0 0,-1 5 0 0 0,-2 2 0 0 0,-1-1 0 0 0,-2-1 0 0 0,0-1 0 0 0,-1-2 0 0 0,0 0 0 0 0,-1-2 0 0 0,1 0 0 0 0,-1 0 0 0 0,-4 5 0 0 0,-13 1 0 0 0,-13 1 0 0 0,-13-2 0 0 0,-8-1 0 0 0,-7-2 0 0 0,-3-1 0 0 0,-2 0 0 0 0,0-1 0 0 0,-1 0 0 0 0,-4-6 0 0 0,-1-1 0 0 0,1 0 0 0 0,-4 1 0 0 0,0-3 0 0 0,2 0 0 0 0,-2 1 0 0 0,0 2 0 0 0,-3 2 0 0 0,-10 2 0 0 0,0-4 0 0 0,-2-1 0 0 0,4 0 0 0 0,0 2 0 0 0,-6-3 0 0 0,-4-1 0 0 0,-7 1 0 0 0,-7-3 0 0 0,-6 1 0 0 0,5 1 0 0 0,1-3 0 0 0,-3 1 0 0 0,3-3 0 0 0,-8 1 0 0 0,-4 2 0 0 0,-9-1 0 0 0,8 0 0 0 0,3-2 0 0 0,-4 1 0 0 0,-3 2 0 0 0,-1-1 0 0 0,-6 0 0 0 0,-5 3 0 0 0,8-2 0 0 0,2 0 0 0 0,-6 3 0 0 0,1-4 0 0 0,0 2 0 0 0,-3 1 0 0 0,-4 3 0 0 0,-1 2 0 0 0,9-3 0 0 0,0-1 0 0 0,-4 2 0 0 0,-6-5 0 0 0,7 1 0 0 0,-2 2 0 0 0,-3 1 0 0 0,12-2 0 0 0,0 0 0 0 0,-3 1 0 0 0,-7-3 0 0 0,5 1 0 0 0,-2 1 0 0 0,1 3 0 0 0,2-3 0 0 0,8 0 0 0 0,-1 1 0 0 0,-2 3 0 0 0,6-4 0 0 0,-3 0 0 0 0,-2 2 0 0 0,0 1 0 0 0,10 3 0 0 0,4-4 0 0 0,-1-1 0 0 0,4 1 0 0 0,-1 2 0 0 0,7 1 0 0 0,6 2 0 0 0,-8 2 0 0 0,4-1 0 0 0,3 1 0 0 0,2-4 0 0 0,7-3 0 0 0,3 1 0 0 0,4 0 0 0 0,7 3 0 0 0,-6 0 0 0 0,1 2 0 0 0,2 1 0 0 0,5 0 0 0 0,4 0 0 0 0,2 0 0 0 0,3 1 0 0 0,1-1 0 0 0,0 0 0 0 0,12 0 0 0 0,13 0 0 0 0,14 0 0 0 0,10 0 0 0 0,7 0 0 0 0,6 0 0 0 0,1 0 0 0 0,7 0 0 0 0,7 0 0 0 0,5 5 0 0 0,1 2 0 0 0,1 0 0 0 0,2-2 0 0 0,8-1 0 0 0,-3 4 0 0 0,6 0 0 0 0,1-1 0 0 0,0-2 0 0 0,-1-1 0 0 0,-1-2 0 0 0,-2-1 0 0 0,5-1 0 0 0,7 5 0 0 0,0 2 0 0 0,4-1 0 0 0,4-1 0 0 0,-2 4 0 0 0,1 0 0 0 0,3-1 0 0 0,7-2 0 0 0,-1 3 0 0 0,5 0 0 0 0,7-1 0 0 0,-4 3 0 0 0,-2-1 0 0 0,2-1 0 0 0,1-3 0 0 0,4 3 0 0 0,0 0 0 0 0,4-1 0 0 0,-7 3 0 0 0,1-1 0 0 0,-1-1 0 0 0,3 2 0 0 0,5 0 0 0 0,4-2 0 0 0,0 2 0 0 0,-10 0 0 0 0,-1-2 0 0 0,3 2 0 0 0,0 0 0 0 0,2-2 0 0 0,0 2 0 0 0,1 0 0 0 0,-6-3 0 0 0,-5-2 0 0 0,2-2 0 0 0,5 4 0 0 0,-5-1 0 0 0,2 0 0 0 0,5 3 0 0 0,-11 0 0 0 0,-5-1 0 0 0,2-3 0 0 0,2 4 0 0 0,-4-1 0 0 0,-3-2 0 0 0,0 4 0 0 0,-4 0 0 0 0,-6-3 0 0 0,0-2 0 0 0,-3 3 0 0 0,2 1 0 0 0,4-3 0 0 0,-7-1 0 0 0,0 2 0 0 0,-2 1 0 0 0,-7-1 0 0 0,0-3 0 0 0,-5-1 0 0 0,-2 3 0 0 0,0 1 0 0 0,0-1 0 0 0,-3-2 0 0 0,-2-2 0 0 0,-3 4 0 0 0,0 1 0 0 0,2-1 0 0 0,3-2 0 0 0,-3-1 0 0 0,-4-2 0 0 0,-5-1 0 0 0,-5-1 0 0 0,-3 5 0 0 0,-2 2 0 0 0,-2-1 0 0 0,0-1 0 0 0,-10-1 0 0 0,-15-2 0 0 0,-12-1 0 0 0,-12 0 0 0 0,-6-1 0 0 0,-5-1 0 0 0,-3 1 0 0 0,-5 0 0 0 0,-3 0 0 0 0,-4-1 0 0 0,-5 1 0 0 0,-4 0 0 0 0,1 0 0 0 0,5 0 0 0 0,0 0 0 0 0,3 0 0 0 0,-2 0 0 0 0,2 0 0 0 0,-6 0 0 0 0,-1 0 0 0 0,-7 0 0 0 0,2 0 0 0 0,0 0 0 0 0,-7 0 0 0 0,-7 0 0 0 0,2 0 0 0 0,-2 0 0 0 0,0 0 0 0 0,-3 0 0 0 0,0 0 0 0 0,-3 0 0 0 0,-4 0 0 0 0,-4 0 0 0 0,2 0 0 0 0,-1 0 0 0 0,-1 0 0 0 0,3 0 0 0 0,-1 0 0 0 0,-6 0 0 0 0,-5 0 0 0 0,4 0 0 0 0,-4 0 0 0 0,-2 0 0 0 0,11 0 0 0 0,-2 0 0 0 0,-2 0 0 0 0,5 0 0 0 0,-6 0 0 0 0,-2 0 0 0 0,3 0 0 0 0,7 0 0 0 0,-4 0 0 0 0,3 0 0 0 0,-1 0 0 0 0,-2 0 0 0 0,4 0 0 0 0,-6 6 0 0 0,2 1 0 0 0,0-1 0 0 0,4 0 0 0 0,0-3 0 0 0,-2 0 0 0 0,4-2 0 0 0,4-1 0 0 0,5 6 0 0 0,3 1 0 0 0,-1-1 0 0 0,-6-1 0 0 0,6-2 0 0 0,-2 5 0 0 0,6 0 0 0 0,3-1 0 0 0,3-1 0 0 0,5-3 0 0 0,2-1 0 0 0,-1 4 0 0 0,-2 2 0 0 0,-2-2 0 0 0,3-1 0 0 0,6-1 0 0 0,6-2 0 0 0,4 4 0 0 0,4 1 0 0 0,-2 0 0 0 0,-2-2 0 0 0,2-2 0 0 0,1 0 0 0 0,1-2 0 0 0,2-1 0 0 0,5 5 0 0 0,3 2 0 0 0,0-1 0 0 0,4 4 0 0 0,11 1 0 0 0,12-2 0 0 0,10-3 0 0 0,10-1 0 0 0,4-3 0 0 0,4-1 0 0 0,2-1 0 0 0,0 5 0 0 0,0 2 0 0 0,5-1 0 0 0,1-1 0 0 0,-1-2 0 0 0,-1 0 0 0 0,-2-2 0 0 0,3-1 0 0 0,1 0 0 0 0,-1 0 0 0 0,3 0 0 0 0,1-1 0 0 0,8 6 0 0 0,6 2 0 0 0,-1 0 0 0 0,1-2 0 0 0,1-1 0 0 0,1-2 0 0 0,2 0 0 0 0,0-2 0 0 0,2 0 0 0 0,4 0 0 0 0,-2 0 0 0 0,3-1 0 0 0,1 1 0 0 0,-2 0 0 0 0,5 0 0 0 0,6 0 0 0 0,0 0 0 0 0,-3 0 0 0 0,3 0 0 0 0,-3 5 0 0 0,3 2 0 0 0,4 0 0 0 0,-1-2 0 0 0,0-1 0 0 0,-1-2 0 0 0,-5-1 0 0 0,1 0 0 0 0,-6-1 0 0 0,0 0 0 0 0,4 5 0 0 0,5 1 0 0 0,-4 1 0 0 0,-1-2 0 0 0,-6-1 0 0 0,1-2 0 0 0,4-1 0 0 0,1 0 0 0 0,-2 4 0 0 0,-2 2 0 0 0,-3-1 0 0 0,-2-1 0 0 0,5-1 0 0 0,-6-2 0 0 0,-2-1 0 0 0,-1 0 0 0 0,-5 4 0 0 0,-3 2 0 0 0,2-1 0 0 0,1-1 0 0 0,3-1 0 0 0,-5-2 0 0 0,1-1 0 0 0,-5-1 0 0 0,-5 0 0 0 0,1 0 0 0 0,-3 0 0 0 0,-3 0 0 0 0,3-1 0 0 0,-1 1 0 0 0,3 0 0 0 0,-6 5 0 0 0,-4 2 0 0 0,-2 0 0 0 0,-3-2 0 0 0,1-1 0 0 0,-1-2 0 0 0,1 0 0 0 0,-11-2 0 0 0,-13 0 0 0 0,-13 0 0 0 0,-11 0 0 0 0,-7-1 0 0 0,-5 1 0 0 0,-3 0 0 0 0,0 0 0 0 0,0 0 0 0 0,-6 0 0 0 0,0 0 0 0 0,0 0 0 0 0,-3 0 0 0 0,-5 0 0 0 0,0-5 0 0 0,-2-2 0 0 0,-9 0 0 0 0,1 2 0 0 0,-1 1 0 0 0,-1 2 0 0 0,4 0 0 0 0,-4 2 0 0 0,-7 0 0 0 0,1 0 0 0 0,-3-5 0 0 0,-6-2 0 0 0,4 1 0 0 0,-1 1 0 0 0,-5-4 0 0 0,0 0 0 0 0,-2 1 0 0 0,-5 2 0 0 0,3 2 0 0 0,3-3 0 0 0,-5-1 0 0 0,0 1 0 0 0,-1-4 0 0 0,-8 1 0 0 0,-4 1 0 0 0,3 3 0 0 0,3 2 0 0 0,-1-3 0 0 0,0-1 0 0 0,0 1 0 0 0,-1 2 0 0 0,-6-4 0 0 0,-2 0 0 0 0,5 2 0 0 0,3 1 0 0 0,2 3 0 0 0,-1 0 0 0 0,0-3 0 0 0,-1-1 0 0 0,0 1 0 0 0,5 1 0 0 0,6 1 0 0 0,-4-3 0 0 0,-4-1 0 0 0,-2 1 0 0 0,3 2 0 0 0,2 1 0 0 0,9 2 0 0 0,2 1 0 0 0,-2 1 0 0 0,-4 0 0 0 0,1 0 0 0 0,-2-5 0 0 0,3-1 0 0 0,9-1 0 0 0,1 2 0 0 0,6 1 0 0 0,-1 2 0 0 0,-1 1 0 0 0,5 0 0 0 0,2 1 0 0 0,6 1 0 0 0,6-1 0 0 0,0 0 0 0 0,3 0 0 0 0,3 1 0 0 0,3-1 0 0 0,2 0 0 0 0,2 0 0 0 0,1 0 0 0 0,1 0 0 0 0,0 0 0 0 0,10 0 0 0 0,9 5 0 0 0,11 2 0 0 0,11 0 0 0 0,9-2 0 0 0,7-1 0 0 0,3 3 0 0 0,2 2 0 0 0,6-2 0 0 0,7-2 0 0 0,7-1 0 0 0,4-2 0 0 0,-1-1 0 0 0,0-1 0 0 0,6 0 0 0 0,-2-1 0 0 0,5 1 0 0 0,-3 0 0 0 0,-2 0 0 0 0,5 5 0 0 0,-3 1 0 0 0,4 1 0 0 0,6-2 0 0 0,2-1 0 0 0,-1-1 0 0 0,8 3 0 0 0,6 2 0 0 0,0-2 0 0 0,5-1 0 0 0,3-1 0 0 0,-4-2 0 0 0,4-1 0 0 0,-3-1 0 0 0,-2 6 0 0 0,5 0 0 0 0,2 1 0 0 0,6-2 0 0 0,-4-2 0 0 0,2-1 0 0 0,-5 0 0 0 0,-3 3 0 0 0,3 2 0 0 0,2 0 0 0 0,5-2 0 0 0,-4-2 0 0 0,2-1 0 0 0,-5 0 0 0 0,-4 3 0 0 0,0 2 0 0 0,4 0 0 0 0,2-2 0 0 0,0-2 0 0 0,0-1 0 0 0,-7 5 0 0 0,-8 0 0 0 0,4 0 0 0 0,-4-2 0 0 0,1-2 0 0 0,-3 5 0 0 0,0 0 0 0 0,-8-1 0 0 0,0-2 0 0 0,-3-2 0 0 0,-2-1 0 0 0,3-1 0 0 0,1 0 0 0 0,-8-1 0 0 0,-2-1 0 0 0,-8 6 0 0 0,-2 2 0 0 0,1-1 0 0 0,-3-1 0 0 0,0-1 0 0 0,-2-2 0 0 0,-5 0 0 0 0,2-2 0 0 0,3 0 0 0 0,-1 0 0 0 0,3 0 0 0 0,-3-1 0 0 0,-3 1 0 0 0,-4 0 0 0 0,-3 0 0 0 0,-3 0 0 0 0,-12 0 0 0 0,-14 0 0 0 0,-15 0 0 0 0,-10 0 0 0 0,-8 0 0 0 0,-5 0 0 0 0,4-5 0 0 0,0-2 0 0 0,0 0 0 0 0,-1 2 0 0 0,-6-4 0 0 0,-7-1 0 0 0,-3 2 0 0 0,1 3 0 0 0,-2 1 0 0 0,1 2 0 0 0,-3 1 0 0 0,-3 0 0 0 0,1-4 0 0 0,-1-1 0 0 0,-3 0 0 0 0,2 1 0 0 0,0 1 0 0 0,-8-3 0 0 0,2-2 0 0 0,-6 2 0 0 0,-13 2 0 0 0,1 1 0 0 0,3 2 0 0 0,-2-4 0 0 0,1-1 0 0 0,-2 0 0 0 0,5 2 0 0 0,5 2 0 0 0,-8 1 0 0 0,-1 1 0 0 0,0 0 0 0 0,-2 1 0 0 0,-4 1 0 0 0,6-1 0 0 0,0 0 0 0 0,3 1 0 0 0,-9-1 0 0 0,0 0 0 0 0,2 0 0 0 0,0 0 0 0 0,1 0 0 0 0,4 0 0 0 0,-1 0 0 0 0,-4 0 0 0 0,-4 0 0 0 0,1 0 0 0 0,-2 0 0 0 0,9 0 0 0 0,6 0 0 0 0,-1 0 0 0 0,0 0 0 0 0,3 0 0 0 0,-5 0 0 0 0,0 0 0 0 0,-3 0 0 0 0,5 0 0 0 0,4 0 0 0 0,2 0 0 0 0,7 0 0 0 0,-2 0 0 0 0,-3 5 0 0 0,5 2 0 0 0,5 0 0 0 0,3-2 0 0 0,2 4 0 0 0,0 0 0 0 0,2-1 0 0 0,3-2 0 0 0,4-2 0 0 0,-3-2 0 0 0,1-1 0 0 0,1 5 0 0 0,2 0 0 0 0,2 1 0 0 0,7 3 0 0 0,2 0 0 0 0,1-1 0 0 0,4 3 0 0 0,11-1 0 0 0,7 3 0 0 0,8-1 0 0 0,10-2 0 0 0,6-3 0 0 0,6-4 0 0 0,2-1 0 0 0,2-3 0 0 0,0 0 0 0 0,1 0 0 0 0,-1-1 0 0 0,5 1 0 0 0,7-1 0 0 0,1 1 0 0 0,-2 0 0 0 0,2 0 0 0 0,-1 0 0 0 0,-3 0 0 0 0,2 0 0 0 0,4-6 0 0 0,5-1 0 0 0,9 1 0 0 0,10 0 0 0 0,4-3 0 0 0,-2 0 0 0 0,-1 1 0 0 0,-9 2 0 0 0,-3 3 0 0 0,2 0 0 0 0,-3 2 0 0 0,4 1 0 0 0,2 0 0 0 0,0 1 0 0 0,-1-1 0 0 0,5 1 0 0 0,-4-1 0 0 0,3 0 0 0 0,-6 0 0 0 0,3 0 0 0 0,6 0 0 0 0,7 0 0 0 0,6 0 0 0 0,-7-5 0 0 0,0-2 0 0 0,-3 0 0 0 0,-8 2 0 0 0,-6 1 0 0 0,-7 2 0 0 0,3 0 0 0 0,2 2 0 0 0,-3 0 0 0 0,-1 0 0 0 0,1 0 0 0 0,-3 1 0 0 0,-1-1 0 0 0,-3 0 0 0 0,1 0 0 0 0,-4 0 0 0 0,2 0 0 0 0,4-5 0 0 0,-3-2 0 0 0,2 0 0 0 0,-3 2 0 0 0,-3 1 0 0 0,0 2 0 0 0,-1 1 0 0 0,-4 0 0 0 0,-2 1 0 0 0,-3 0 0 0 0,-1 1 0 0 0,-2-1 0 0 0,0 0 0 0 0,-1 0 0 0 0,0 0 0 0 0,0 0 0 0 0,1 0 0 0 0,-1 0 0 0 0,-9 0 0 0 0,-15 0 0 0 0,-13 0 0 0 0,-11 0 0 0 0,-7 0 0 0 0,-5 0 0 0 0,-2 0 0 0 0,-7 0 0 0 0,-1 0 0 0 0,0 0 0 0 0,2 0 0 0 0,2 0 0 0 0,3 0 0 0 0,-5 0 0 0 0,-6 0 0 0 0,-5 0 0 0 0,-6 0 0 0 0,2 0 0 0 0,-1 0 0 0 0,4 0 0 0 0,-6 0 0 0 0,-3 0 0 0 0,2 0 0 0 0,2 0 0 0 0,-2 0 0 0 0,-1 0 0 0 0,-6 0 0 0 0,2 0 0 0 0,-3 0 0 0 0,-3 0 0 0 0,2 0 0 0 0,-5 0 0 0 0,-6 0 0 0 0,0 0 0 0 0,-3 0 0 0 0,2 0 0 0 0,8 0 0 0 0,2 0 0 0 0,-5-5 0 0 0,1-2 0 0 0,-4 1 0 0 0,-5 0 0 0 0,2 2 0 0 0,2 2 0 0 0,6 1 0 0 0,-3 0 0 0 0,-3 1 0 0 0,1-5 0 0 0,2-1 0 0 0,-1-1 0 0 0,6 2 0 0 0,5 1 0 0 0,-3 2 0 0 0,0 1 0 0 0,0 1 0 0 0,-3-1 0 0 0,4 2 0 0 0,3-1 0 0 0,8 0 0 0 0,-4 0 0 0 0,-1 1 0 0 0,3-1 0 0 0,2 0 0 0 0,-1 0 0 0 0,-1 0 0 0 0,4 0 0 0 0,6 0 0 0 0,0 0 0 0 0,-3 0 0 0 0,3 0 0 0 0,4 0 0 0 0,3 0 0 0 0,4 0 0 0 0,3 0 0 0 0,1 0 0 0 0,7 5 0 0 0,12 2 0 0 0,9 5 0 0 0,10 0 0 0 0,9-1 0 0 0,3 2 0 0 0,2-1 0 0 0,10-3 0 0 0,4-2 0 0 0,1-3 0 0 0,1-2 0 0 0,4 4 0 0 0,6 1 0 0 0,6 4 0 0 0,-1 1 0 0 0,-4-2 0 0 0,0-3 0 0 0,-1-2 0 0 0,0 3 0 0 0,9 0 0 0 0,1-1 0 0 0,-5-2 0 0 0,5 4 0 0 0,4 0 0 0 0,1-2 0 0 0,7-1 0 0 0,2 2 0 0 0,0 1 0 0 0,3-1 0 0 0,-5-2 0 0 0,2-3 0 0 0,4-1 0 0 0,0-1 0 0 0,3-1 0 0 0,5 5 0 0 0,-7 2 0 0 0,5-1 0 0 0,-1 4 0 0 0,-3 1 0 0 0,2-2 0 0 0,7-3 0 0 0,6 4 0 0 0,-8-1 0 0 0,-1-1 0 0 0,10 3 0 0 0,1-1 0 0 0,-5-1 0 0 0,-2 2 0 0 0,0 0 0 0 0,1-2 0 0 0,-3-3 0 0 0,-1 3 0 0 0,-3 0 0 0 0,-1-1 0 0 0,3-3 0 0 0,-2 4 0 0 0,-10-1 0 0 0,0 0 0 0 0,-3 3 0 0 0,4-1 0 0 0,0-1 0 0 0,-2-3 0 0 0,4 3 0 0 0,-6 0 0 0 0,-4-1 0 0 0,4-3 0 0 0,-5-1 0 0 0,-2 3 0 0 0,4 1 0 0 0,-4-2 0 0 0,-1 0 0 0 0,0-3 0 0 0,-5-1 0 0 0,-7-1 0 0 0,-5-1 0 0 0,0 0 0 0 0,3 0 0 0 0,0 5 0 0 0,-3 1 0 0 0,2 1 0 0 0,4-2 0 0 0,4-1 0 0 0,-1 3 0 0 0,-4 1 0 0 0,-5 0 0 0 0,-5-3 0 0 0,-2-1 0 0 0,-3-2 0 0 0,-7 4 0 0 0,-2 1 0 0 0,-10 0 0 0 0,-13-2 0 0 0,-11-2 0 0 0,-9-1 0 0 0,-7-1 0 0 0,-4 0 0 0 0,-1-2 0 0 0,-2 1 0 0 0,-4 0 0 0 0,-2 0 0 0 0,-4-1 0 0 0,-5 1 0 0 0,0 0 0 0 0,-2 0 0 0 0,3 0 0 0 0,-1 0 0 0 0,2 0 0 0 0,4-5 0 0 0,0-2 0 0 0,0 0 0 0 0,-2 2 0 0 0,-3 1 0 0 0,0 2 0 0 0,-2 0 0 0 0,-3 2 0 0 0,-2 0 0 0 0,-4-5 0 0 0,5-2 0 0 0,-6 1 0 0 0,-7 1 0 0 0,2 1 0 0 0,-4-3 0 0 0,-6-2 0 0 0,5 2 0 0 0,4 2 0 0 0,-3 1 0 0 0,0 2 0 0 0,-4 1 0 0 0,-5 1 0 0 0,5-5 0 0 0,5-2 0 0 0,-3 1 0 0 0,2 1 0 0 0,-4-4 0 0 0,0 0 0 0 0,2 1 0 0 0,-3 2 0 0 0,1-3 0 0 0,2 0 0 0 0,3 2 0 0 0,-2 1 0 0 0,4-3 0 0 0,-1 0 0 0 0,-6 2 0 0 0,5 1 0 0 0,3-3 0 0 0,3 0 0 0 0,1 2 0 0 0,0 1 0 0 0,-5-2 0 0 0,3-1 0 0 0,8 1 0 0 0,2 2 0 0 0,0 3 0 0 0,-2-4 0 0 0,4-1 0 0 0,-1 1 0 0 0,4 2 0 0 0,5 1 0 0 0,-1 2 0 0 0,1 2 0 0 0,-1-1 0 0 0,0 1 0 0 0,4 1 0 0 0,2-1 0 0 0,3 0 0 0 0,-3 1 0 0 0,-1-1 0 0 0,2 0 0 0 0,1 0 0 0 0,2 0 0 0 0,7-5 0 0 0,13-2 0 0 0,14 0 0 0 0,12 2 0 0 0,10 1 0 0 0,6 1 0 0 0,3-3 0 0 0,2-2 0 0 0,1 2 0 0 0,-1 1 0 0 0,0 1 0 0 0,5 2 0 0 0,5 1 0 0 0,2 1 0 0 0,-2 0 0 0 0,-3 0 0 0 0,-3 0 0 0 0,3 1 0 0 0,-1-1 0 0 0,-1 0 0 0 0,8 0 0 0 0,3 0 0 0 0,2 0 0 0 0,-2 0 0 0 0,-4 0 0 0 0,6 0 0 0 0,5 0 0 0 0,-2 0 0 0 0,6 0 0 0 0,-3 0 0 0 0,1 0 0 0 0,-1 0 0 0 0,2 0 0 0 0,6 0 0 0 0,3 0 0 0 0,-1 0 0 0 0,0 0 0 0 0,-7 0 0 0 0,3 0 0 0 0,6 0 0 0 0,-4 0 0 0 0,3 0 0 0 0,6 0 0 0 0,-5 0 0 0 0,-3 0 0 0 0,-3 0 0 0 0,-1 0 0 0 0,4 0 0 0 0,2 0 0 0 0,0 0 0 0 0,3 0 0 0 0,-4 5 0 0 0,-4 2 0 0 0,-2 0 0 0 0,0-2 0 0 0,-1-1 0 0 0,-5-1 0 0 0,4-2 0 0 0,-3-1 0 0 0,0 6 0 0 0,0 0 0 0 0,-4 1 0 0 0,0-2 0 0 0,2-2 0 0 0,-4 0 0 0 0,-4-2 0 0 0,-6-1 0 0 0,2 0 0 0 0,3 0 0 0 0,1 0 0 0 0,1-1 0 0 0,-1 1 0 0 0,-3 0 0 0 0,-4 0 0 0 0,-3 0 0 0 0,-3 0 0 0 0,-1 0 0 0 0,-2 0 0 0 0,0 5 0 0 0,1 2 0 0 0,-1 0 0 0 0,0-2 0 0 0,0-1 0 0 0,1-2 0 0 0,0 0 0 0 0,0-2 0 0 0,-11 0 0 0 0,-14 0 0 0 0,-13 0 0 0 0,-10-1 0 0 0,-8 1 0 0 0,-5 0 0 0 0,-3 0 0 0 0,0 0 0 0 0,-1 0 0 0 0,1 0 0 0 0,1 0 0 0 0,0 0 0 0 0,0 0 0 0 0,1 0 0 0 0,0 0 0 0 0,1 0 0 0 0,-6 0 0 0 0,-7 0 0 0 0,-1 0 0 0 0,1 0 0 0 0,3 0 0 0 0,3 0 0 0 0,-3-6 0 0 0,-5-1 0 0 0,0 1 0 0 0,-2 0 0 0 0,0 3 0 0 0,4 0 0 0 0,-2 2 0 0 0,3 1 0 0 0,-4 0 0 0 0,-3 0 0 0 0,1 0 0 0 0,3 0 0 0 0,5 1 0 0 0,-2-1 0 0 0,-5 0 0 0 0,2 0 0 0 0,-3 0 0 0 0,1 0 0 0 0,-1 0 0 0 0,-3 0 0 0 0,2 0 0 0 0,-2 0 0 0 0,3 0 0 0 0,0 0 0 0 0,-4 0 0 0 0,-2 0 0 0 0,2 0 0 0 0,-1 0 0 0 0,-1 0 0 0 0,3 0 0 0 0,5 0 0 0 0,5 0 0 0 0,-1 0 0 0 0,-4 0 0 0 0,-4 0 0 0 0,0 0 0 0 0,-1 0 0 0 0,3 0 0 0 0,4 0 0 0 0,4 0 0 0 0,4 0 0 0 0,-2 0 0 0 0,-6 0 0 0 0,0 0 0 0 0,-3 0 0 0 0,-4 0 0 0 0,1 0 0 0 0,4 0 0 0 0,5 0 0 0 0,-2 0 0 0 0,2 0 0 0 0,2 0 0 0 0,-2 0 0 0 0,0 0 0 0 0,2 0 0 0 0,2 0 0 0 0,3 0 0 0 0,1 0 0 0 0,2 0 0 0 0,0 0 0 0 0,5-5 0 0 0,8-8 0 0 0,12 0 0 0 0,12 1 0 0 0,10 3 0 0 0,8-3 0 0 0,5 2 0 0 0,3-4 0 0 0,1 1 0 0 0,5 3 0 0 0,2 3 0 0 0,0 2 0 0 0,2 3 0 0 0,0 1 0 0 0,-2 1 0 0 0,-2 0 0 0 0,2 1 0 0 0,0 0 0 0 0,-1-1 0 0 0,2 0 0 0 0,1 1 0 0 0,2-1 0 0 0,5 0 0 0 0,0 0 0 0 0,1 0 0 0 0,-2 0 0 0 0,1 0 0 0 0,2 0 0 0 0,-1 0 0 0 0,0 0 0 0 0,9 0 0 0 0,3 0 0 0 0,-3 0 0 0 0,0 0 0 0 0,4 0 0 0 0,-3 0 0 0 0,0 0 0 0 0,-7 0 0 0 0,-5 0 0 0 0,-2 0 0 0 0,-3 0 0 0 0,2 0 0 0 0,3 0 0 0 0,0 0 0 0 0,-4 0 0 0 0,-4 0 0 0 0,1 0 0 0 0,5 0 0 0 0,5 0 0 0 0,-1 0 0 0 0,-4 0 0 0 0,-4 0 0 0 0,-5 0 0 0 0,-3 5 0 0 0,4 2 0 0 0,0-1 0 0 0,-1 0 0 0 0,3-2 0 0 0,1-2 0 0 0,-2-1 0 0 0,-2 0 0 0 0,-2-1 0 0 0,-2 0 0 0 0,-1-1 0 0 0,-12-4 0 0 0,-14-3 0 0 0,-13 2 0 0 0,-11-5 0 0 0,-8 0 0 0 0,-4 2 0 0 0,-2-3 0 0 0,-2 1 0 0 0,-5-3 0 0 0,-1 0 0 0 0,-4 4 0 0 0,-6-3 0 0 0,1 1 0 0 0,4 3 0 0 0,4-2 0 0 0,3 0 0 0 0,-1-3 0 0 0,-6 1 0 0 0,1 3 0 0 0,-4-3 0 0 0,2 2 0 0 0,-2 2 0 0 0,-3 3 0 0 0,1-3 0 0 0,-1 0 0 0 0,-7-4 0 0 0,1 1 0 0 0,-1 2 0 0 0,-1-2 0 0 0,0 0 0 0 0,-2 3 0 0 0,-5-3 0 0 0,3 1 0 0 0,-4-2 0 0 0,0-1 0 0 0,5 4 0 0 0,3-2 0 0 0,2 0 0 0 0,-1 3 0 0 0,-6 3 0 0 0,-3-3 0 0 0,5 0 0 0 0,3 2 0 0 0,6 1 0 0 0,-4 3 0 0 0,-3 1 0 0 0,4 1 0 0 0,1 1 0 0 0,-6 0 0 0 0,-3 1 0 0 0,-1-1 0 0 0,5 1 0 0 0,2-1 0 0 0,6 0 0 0 0,7 0 0 0 0,0 0 0 0 0,-3 0 0 0 0,-3 0 0 0 0,1 0 0 0 0,5 0 0 0 0,4 0 0 0 0,4 0 0 0 0,3 0 0 0 0,2 0 0 0 0,1 0 0 0 0,1 0 0 0 0,0 0 0 0 0,0 0 0 0 0,5 5 0 0 0,12 2 0 0 0,14 0 0 0 0,11 3 0 0 0,9 1 0 0 0,7-2 0 0 0,-2 3 0 0 0,0-1 0 0 0,1-2 0 0 0,1-2 0 0 0,1-3 0 0 0,0 3 0 0 0,2 1 0 0 0,0-1 0 0 0,0-2 0 0 0,5-2 0 0 0,2-1 0 0 0,5-1 0 0 0,5-1 0 0 0,1 0 0 0 0,1-1 0 0 0,4 6 0 0 0,-3 2 0 0 0,0-1 0 0 0,3 0 0 0 0,2-3 0 0 0,2 0 0 0 0,2-2 0 0 0,-4 5 0 0 0,-1 1 0 0 0,0-1 0 0 0,7-1 0 0 0,-2-1 0 0 0,4-2 0 0 0,8-1 0 0 0,7-1 0 0 0,0 0 0 0 0,-3 0 0 0 0,2 0 0 0 0,-2 5 0 0 0,2 1 0 0 0,3 1 0 0 0,4-2 0 0 0,-3-1 0 0 0,-4-2 0 0 0,0 0 0 0 0,-2-2 0 0 0,-4 0 0 0 0,-4 0 0 0 0,-8 0 0 0 0,1-1 0 0 0,7 1 0 0 0,-4 0 0 0 0,3 5 0 0 0,1 2 0 0 0,-6 0 0 0 0,-3-2 0 0 0,-1-1 0 0 0,0-2 0 0 0,1-1 0 0 0,0 0 0 0 0,2-1 0 0 0,-6 0 0 0 0,-5-1 0 0 0,3 1 0 0 0,-2 5 0 0 0,2 2 0 0 0,1-1 0 0 0,-3 0 0 0 0,-4-2 0 0 0,-1-2 0 0 0,3-1 0 0 0,-1 0 0 0 0,-5-1 0 0 0,2 0 0 0 0,-2-1 0 0 0,-3 1 0 0 0,2 0 0 0 0,5 0 0 0 0,-1-1 0 0 0,3 1 0 0 0,-3 0 0 0 0,-2 0 0 0 0,-5 0 0 0 0,-3 0 0 0 0,-3 0 0 0 0,-1 0 0 0 0,-12 0 0 0 0,-15 0 0 0 0,-12 0 0 0 0,-12 0 0 0 0,-6 0 0 0 0,-6 0 0 0 0,-1 0 0 0 0,-2 0 0 0 0,1-5 0 0 0,-1-2 0 0 0,2 1 0 0 0,0 0 0 0 0,-4-3 0 0 0,-8 0 0 0 0,0 1 0 0 0,1 2 0 0 0,-2 2 0 0 0,-4 2 0 0 0,1 1 0 0 0,-2-4 0 0 0,-3-2 0 0 0,3 1 0 0 0,-1 1 0 0 0,3 1 0 0 0,-1 2 0 0 0,-3 1 0 0 0,3-5 0 0 0,-6-1 0 0 0,-5 1 0 0 0,3 1 0 0 0,1 1 0 0 0,4 2 0 0 0,1 1 0 0 0,-6 1 0 0 0,0 0 0 0 0,-5 0 0 0 0,-3 0 0 0 0,5 1 0 0 0,-4-1 0 0 0,5 0 0 0 0,6 0 0 0 0,-3 0 0 0 0,2 0 0 0 0,-4 0 0 0 0,-4 0 0 0 0,-12 0 0 0 0,-4 0 0 0 0,1 0 0 0 0,3 0 0 0 0,4 0 0 0 0,8 0 0 0 0,4 0 0 0 0,7 0 0 0 0,2 0 0 0 0,-7 0 0 0 0,1 0 0 0 0,-1 0 0 0 0,-1 0 0 0 0,4 0 0 0 0,0 0 0 0 0,5 0 0 0 0,-1 0 0 0 0,-3 0 0 0 0,4 0 0 0 0,3 0 0 0 0,5 0 0 0 0,-2 0 0 0 0,-4 0 0 0 0,1 0 0 0 0,-3 0 0 0 0,2 0 0 0 0,3 0 0 0 0,-1 0 0 0 0,-4 0 0 0 0,1 0 0 0 0,4 0 0 0 0,3 0 0 0 0,-2 0 0 0 0,1 0 0 0 0,3 0 0 0 0,-4 0 0 0 0,1 0 0 0 0,8-5 0 0 0,3-2 0 0 0,2 0 0 0 0,0 2 0 0 0,1 1 0 0 0,-2 2 0 0 0,5-5 0 0 0,12 0 0 0 0,12 0 0 0 0,7-3 0 0 0,8-1 0 0 0,6 3 0 0 0,4 1 0 0 0,4 3 0 0 0,3 2 0 0 0,-1 1 0 0 0,2 1 0 0 0,-1 0 0 0 0,5 0 0 0 0,7 1 0 0 0,6-1 0 0 0,0 0 0 0 0,2 1 0 0 0,-3-1 0 0 0,7 0 0 0 0,-2 0 0 0 0,6 0 0 0 0,8 0 0 0 0,-1 0 0 0 0,3 0 0 0 0,5 0 0 0 0,11 0 0 0 0,2 0 0 0 0,1 5 0 0 0,6 2 0 0 0,-7 0 0 0 0,-3 3 0 0 0,5 1 0 0 0,2-2 0 0 0,2 3 0 0 0,6-1 0 0 0,2 3 0 0 0,-12 0 0 0 0,0-4 0 0 0,6-2 0 0 0,2 2 0 0 0,0-1 0 0 0,0-1 0 0 0,3 2 0 0 0,-10 0 0 0 0,-4-1 0 0 0,3-3 0 0 0,3-2 0 0 0,1-2 0 0 0,0 4 0 0 0,0 1 0 0 0,-11-1 0 0 0,2 4 0 0 0,1 1 0 0 0,-2-3 0 0 0,-1-1 0 0 0,2 2 0 0 0,2 0 0 0 0,-9-1 0 0 0,-1 3 0 0 0,1-1 0 0 0,-7-1 0 0 0,0-3 0 0 0,-1 3 0 0 0,-3 0 0 0 0,-6-1 0 0 0,-5-3 0 0 0,0-1 0 0 0,1-2 0 0 0,-5 4 0 0 0,0 1 0 0 0,-4-1 0 0 0,0-1 0 0 0,3 4 0 0 0,3 0 0 0 0,3-2 0 0 0,2-1 0 0 0,-3-2 0 0 0,-2-2 0 0 0,-4-1 0 0 0,-5-1 0 0 0,-5 0 0 0 0,-5 5 0 0 0,-2 1 0 0 0,-2 1 0 0 0,-12-2 0 0 0,-13-2 0 0 0,-14 0 0 0 0,-11-2 0 0 0,-7-1 0 0 0,-4 0 0 0 0,-3 0 0 0 0,0 0 0 0 0,-1 0 0 0 0,1-1 0 0 0,1 1 0 0 0,0 0 0 0 0,1 0 0 0 0,-6 0 0 0 0,-6 0 0 0 0,-1 0 0 0 0,-4 0 0 0 0,-4 0 0 0 0,-4 0 0 0 0,3-5 0 0 0,-6-2 0 0 0,-3 0 0 0 0,4 2 0 0 0,-5 1 0 0 0,4 2 0 0 0,2 1 0 0 0,-6-5 0 0 0,2-1 0 0 0,-3 0 0 0 0,-7 2 0 0 0,-2 2 0 0 0,1 1 0 0 0,3-5 0 0 0,1 0 0 0 0,-2 0 0 0 0,-5 2 0 0 0,-1 2 0 0 0,-3 1 0 0 0,2 1 0 0 0,3 0 0 0 0,3 1 0 0 0,-1 1 0 0 0,1-1 0 0 0,-3 0 0 0 0,-5 0 0 0 0,5 1 0 0 0,1-1 0 0 0,-4 0 0 0 0,1 0 0 0 0,-3 0 0 0 0,-3 0 0 0 0,7 0 0 0 0,6 0 0 0 0,4 0 0 0 0,-3 0 0 0 0,-5 0 0 0 0,-1 0 0 0 0,2 0 0 0 0,-3 0 0 0 0,6 0 0 0 0,5 0 0 0 0,-3 0 0 0 0,-1 0 0 0 0,2 0 0 0 0,-5 0 0 0 0,5 0 0 0 0,-2 0 0 0 0,6 0 0 0 0,2 0 0 0 0,1 0 0 0 0,5 0 0 0 0,-3 0 0 0 0,2 0 0 0 0,0 0 0 0 0,-1 0 0 0 0,4 0 0 0 0,0 5 0 0 0,-1 2 0 0 0,-3 0 0 0 0,4-2 0 0 0,4-1 0 0 0,6-2 0 0 0,5-1 0 0 0,3 0 0 0 0,3-1 0 0 0,0 0 0 0 0,-4-1 0 0 0,-2 1 0 0 0,1 0 0 0 0,0 0 0 0 0,2 0 0 0 0,12 0 0 0 0,14-1 0 0 0,15 1 0 0 0,10 1 0 0 0,14-1 0 0 0,6 0 0 0 0,3 0 0 0 0,4 0 0 0 0,0 0 0 0 0,4 0 0 0 0,-2 0 0 0 0,2 0 0 0 0,3-6 0 0 0,4-1 0 0 0,-2 1 0 0 0,-1 0 0 0 0,3-3 0 0 0,1 0 0 0 0,-2 1 0 0 0,-1 2 0 0 0,1 2 0 0 0,7 2 0 0 0,-1 1 0 0 0,5 1 0 0 0,1 0 0 0 0,-4 1 0 0 0,2-1 0 0 0,-5 0 0 0 0,5-5 0 0 0,6-1 0 0 0,7-1 0 0 0,-5 2 0 0 0,-3 1 0 0 0,-3 2 0 0 0,2 0 0 0 0,6-3 0 0 0,1-2 0 0 0,-2 0 0 0 0,2 2 0 0 0,-6 2 0 0 0,-5 0 0 0 0,4 2 0 0 0,-1 1 0 0 0,0 0 0 0 0,3-5 0 0 0,1-2 0 0 0,-6 1 0 0 0,-5 1 0 0 0,-1 1 0 0 0,5 2 0 0 0,-3 1 0 0 0,3 0 0 0 0,2 1 0 0 0,-5 0 0 0 0,-3 1 0 0 0,-6-1 0 0 0,-1 0 0 0 0,1 0 0 0 0,-3 0 0 0 0,6 0 0 0 0,-1 0 0 0 0,-5 0 0 0 0,0 0 0 0 0,-3 0 0 0 0,1 0 0 0 0,-2 0 0 0 0,-4-5 0 0 0,-3-2 0 0 0,-3 1 0 0 0,-2 0 0 0 0,3 2 0 0 0,2 2 0 0 0,-1 1 0 0 0,3 0 0 0 0,1 1 0 0 0,-1 0 0 0 0,-3 1 0 0 0,-2-1 0 0 0,-2 0 0 0 0,-1 0 0 0 0,-12 1 0 0 0,-13-1 0 0 0,-15 0 0 0 0,-10 0 0 0 0,-7 0 0 0 0,-6 0 0 0 0,-1 0 0 0 0,-7 0 0 0 0,-2 0 0 0 0,2 0 0 0 0,1 0 0 0 0,2 0 0 0 0,-3 0 0 0 0,0 0 0 0 0,1 0 0 0 0,2 0 0 0 0,1 0 0 0 0,-3 0 0 0 0,0 0 0 0 0,0 0 0 0 0,-3 5 0 0 0,-6 2 0 0 0,1-1 0 0 0,-3 0 0 0 0,2-2 0 0 0,3-2 0 0 0,-1-1 0 0 0,-3 0 0 0 0,-4 4 0 0 0,1 2 0 0 0,-1-1 0 0 0,4-1 0 0 0,4-1 0 0 0,4 3 0 0 0,4 1 0 0 0,3-1 0 0 0,-3-1 0 0 0,-7-3 0 0 0,-1 5 0 0 0,-3 0 0 0 0,1-1 0 0 0,3-2 0 0 0,3-2 0 0 0,4-1 0 0 0,3-1 0 0 0,-4-1 0 0 0,-1 6 0 0 0,1 0 0 0 0,1 1 0 0 0,2-2 0 0 0,2-2 0 0 0,5 5 0 0 0,3 0 0 0 0,0-1 0 0 0,-1-2 0 0 0,-2-1 0 0 0,4-7 0 0 0,11-3 0 0 0,13-1 0 0 0,12-3 0 0 0,3-7 0 0 0,4-4 0 0 0,4 0 0 0 0,4-1 0 0 0,1 4 0 0 0,-3-2 0 0 0,-2 4 0 0 0,1 4 0 0 0,1-1 0 0 0,2-3 0 0 0,1-5 0 0 0,1 1 0 0 0,6 0 0 0 0,1 2 0 0 0,1 0 0 0 0,4-3 0 0 0,0 2 0 0 0,-2 5 0 0 0,3-1 0 0 0,-1-3 0 0 0,-2-4 0 0 0,7 2 0 0 0,-3-1 0 0 0,0 4 0 0 0,-1 4 0 0 0,2-1 0 0 0,4-3 0 0 0,-1 1 0 0 0,2-2 0 0 0,2-3 0 0 0,-1 2 0 0 0,-6 4 0 0 0,2 5 0 0 0,2-1 0 0 0,4-4 0 0 0,3 0 0 0 0,-3-2 0 0 0,1 1 0 0 0,-5-1 0 0 0,-4-3 0 0 0,0 1 0 0 0,3 5 0 0 0,-2 4 0 0 0,3-1 0 0 0,2 1 0 0 0,-6-3 0 0 0,-2 1 0 0 0,-7-3 0 0 0,1 1 0 0 0,4-2 0 0 0,6 1 0 0 0,0 4 0 0 0,2-2 0 0 0,-1 1 0 0 0,-10-2 0 0 0,-5 1 0 0 0,2-2 0 0 0,0 0 0 0 0,-1 4 0 0 0,0 4 0 0 0,-1-3 0 0 0,-1 1 0 0 0,-1 1 0 0 0,-5-2 0 0 0,-3 0 0 0 0,1 1 0 0 0,2 3 0 0 0,-10 2 0 0 0,-12 2 0 0 0,-12 2 0 0 0,-10-1 0 0 0,-2 7 0 0 0,-3 1 0 0 0,-3 1 0 0 0,-2-3 0 0 0,4 5 0 0 0,1-1 0 0 0,-7 4 0 0 0,-3 5 0 0 0,-6 5 0 0 0,-8-2 0 0 0,0 1 0 0 0,2-3 0 0 0,3 0 0 0 0,10 2 0 0 0,-1-2 0 0 0,0-5 0 0 0,0 1 0 0 0,1 3 0 0 0,1-1 0 0 0,-1-5 0 0 0,1 2 0 0 0,1 4 0 0 0,-1 4 0 0 0,0-3 0 0 0,0-3 0 0 0,1 0 0 0 0,-1 3 0 0 0,0 3 0 0 0,0 4 0 0 0,-5 2 0 0 0,-2 1 0 0 0,1-3 0 0 0,6-2 0 0 0,3 1 0 0 0,2-4 0 0 0,-1 0 0 0 0,5 1 0 0 0,0-3 0 0 0,0-5 0 0 0,2 1 0 0 0,6 3 0 0 0,-1 3 0 0 0,-3-1 0 0 0,-3-4 0 0 0,1-1 0 0 0,5 4 0 0 0,-1-2 0 0 0,-3 1 0 0 0,2 4 0 0 0,-1 2 0 0 0,-3 3 0 0 0,-3 2 0 0 0,2 1 0 0 0,5 1 0 0 0,1-5 0 0 0,2-1 0 0 0,9-6 0 0 0,11-5 0 0 0,9-6 0 0 0,3-9 0 0 0,3-9 0 0 0,3-4 0 0 0,3 1 0 0 0,2-2 0 0 0,1-5 0 0 0,1 2 0 0 0,1-1 0 0 0,-1-4 0 0 0,1 3 0 0 0,-1 0 0 0 0,0-3 0 0 0,5 4 0 0 0,-3-2 0 0 0,-2 4 0 0 0,-2 5 0 0 0,-5-1 0 0 0,4-4 0 0 0,2-4 0 0 0,6 1 0 0 0,3 0 0 0 0,-5-3 0 0 0,-4 3 0 0 0,-1 4 0 0 0,-1 1 0 0 0,1-4 0 0 0,0-2 0 0 0,0 1 0 0 0,1 4 0 0 0,1 0 0 0 0,0-2 0 0 0,-1-4 0 0 0,1 2 0 0 0,0-1 0 0 0,5-2 0 0 0,2 3 0 0 0,0-1 0 0 0,3-1 0 0 0,-4-3 0 0 0,-5 3 0 0 0,5 5 0 0 0,-6 1 0 0 0,-2-3 0 0 0,-1-3 0 0 0,0 2 0 0 0,1 5 0 0 0,-5-1 0 0 0,-1 3 0 0 0,1-2 0 0 0,1 1 0 0 0,2 4 0 0 0,-4-2 0 0 0,0 1 0 0 0,-5-3 0 0 0,1 1 0 0 0,-9 3 0 0 0,-11 3 0 0 0,-11 2 0 0 0,-8 3 0 0 0,-6 1 0 0 0,-4 6 0 0 0,-2 3 0 0 0,-1-1 0 0 0,0-1 0 0 0,0 4 0 0 0,1 4 0 0 0,0 1 0 0 0,1-2 0 0 0,-5 2 0 0 0,-2-3 0 0 0,6 4 0 0 0,3-3 0 0 0,-5-2 0 0 0,5 2 0 0 0,-4-2 0 0 0,-2-2 0 0 0,6 2 0 0 0,-4 0 0 0 0,5 3 0 0 0,-4-1 0 0 0,-1 2 0 0 0,-1-1 0 0 0,0-2 0 0 0,-4 1 0 0 0,4 3 0 0 0,3 0 0 0 0,-4 3 0 0 0,-7-3 0 0 0,-1 1 0 0 0,1-2 0 0 0,3 2 0 0 0,-2 3 0 0 0,-1-2 0 0 0,-2 2 0 0 0,1-4 0 0 0,7 2 0 0 0,5-3 0 0 0,2 2 0 0 0,1-2 0 0 0,0-4 0 0 0,0 1 0 0 0,-2 0 0 0 0,6 1 0 0 0,1 0 0 0 0,-1-2 0 0 0,-2 1 0 0 0,-1-1 0 0 0,-1 3 0 0 0,3 5 0 0 0,2-2 0 0 0,-2-3 0 0 0,5 1 0 0 0,5 3 0 0 0,0-1 0 0 0,2 2 0 0 0,4 2 0 0 0,3 3 0 0 0,8-2 0 0 0,9-5 0 0 0,8 0 0 0 0,5-3 0 0 0,5-5 0 0 0,2-2 0 0 0,1 2 0 0 0,1-1 0 0 0,-1-1 0 0 0,0-2 0 0 0,0-2 0 0 0,5-1 0 0 0,1-2 0 0 0,4 0 0 0 0,7 0 0 0 0,-1 0 0 0 0,8-1 0 0 0,-1 1 0 0 0,1 0 0 0 0,-4 0 0 0 0,-6 0 0 0 0,-4-6 0 0 0,-1-1 0 0 0,5-5 0 0 0,-1 0 0 0 0,-3 2 0 0 0,3 2 0 0 0,3 3 0 0 0,4-3 0 0 0,-1 0 0 0 0,6 1 0 0 0,-1-4 0 0 0,-5 1 0 0 0,-6 2 0 0 0,-5-4 0 0 0,0 1 0 0 0,5-3 0 0 0,0 1 0 0 0,2-3 0 0 0,4 2 0 0 0,-1 2 0 0 0,-5 5 0 0 0,1-3 0 0 0,-1 0 0 0 0,-5-2 0 0 0,-2-1 0 0 0,-4-2 0 0 0,4 1 0 0 0,5 3 0 0 0,7 3 0 0 0,-6-2 0 0 0,-5 1 0 0 0,1-4 0 0 0,-1 1 0 0 0,-1-3 0 0 0,-3 1 0 0 0,-1 3 0 0 0,-2 3 0 0 0,-6-2 0 0 0,-2 1 0 0 0,0-4 0 0 0,1 1 0 0 0,1 2 0 0 0,3-3 0 0 0,-5-3 0 0 0,-6-6 0 0 0,-12 2 0 0 0,-11 5 0 0 0,-11 3 0 0 0,-7 6 0 0 0,-6 2 0 0 0,-8 3 0 0 0,-3 1 0 0 0,1 0 0 0 0,0 1 0 0 0,3 0 0 0 0,2 0 0 0 0,-4-1 0 0 0,-1 1 0 0 0,-4-1 0 0 0,0 0 0 0 0,-3 0 0 0 0,-4 0 0 0 0,1 0 0 0 0,-2 0 0 0 0,3 0 0 0 0,-1 0 0 0 0,2 5 0 0 0,-1 2 0 0 0,3 5 0 0 0,-2 0 0 0 0,2-1 0 0 0,3-4 0 0 0,9 4 0 0 0,5-2 0 0 0,2-1 0 0 0,-1 3 0 0 0,1 0 0 0 0,-2-3 0 0 0,4 4 0 0 0,2-2 0 0 0,-2 4 0 0 0,-2-1 0 0 0,5 3 0 0 0,-1-1 0 0 0,-1-4 0 0 0,3 2 0 0 0,0 4 0 0 0,-2-1 0 0 0,-3-3 0 0 0,3 1 0 0 0,6 4 0 0 0,0-2 0 0 0,2 3 0 0 0,10-3 0 0 0,10-4 0 0 0,9-4 0 0 0,8-3 0 0 0,5-2 0 0 0,2-3 0 0 0,3 0 0 0 0,0-1 0 0 0,-1 0 0 0 0,1-5 0 0 0,-1-1 0 0 0,-1-5 0 0 0,1-1 0 0 0,-2 3 0 0 0,1 2 0 0 0,-5-2 0 0 0,-2 0 0 0 0,0-3 0 0 0,6 0 0 0 0,4 3 0 0 0,1-3 0 0 0,0 2 0 0 0,-1-3 0 0 0,-6-5 0 0 0,3 2 0 0 0,1 3 0 0 0,0-1 0 0 0,1 2 0 0 0,-1-3 0 0 0,0-2 0 0 0,-1 0 0 0 0,0 4 0 0 0,0 0 0 0 0,0 1 0 0 0,-6-2 0 0 0,-1 1 0 0 0,6 4 0 0 0,-3-2 0 0 0,-1 0 0 0 0,2-2 0 0 0,-6-4 0 0 0,0 1 0 0 0,1 3 0 0 0,2-1 0 0 0,-3-3 0 0 0,-1 1 0 0 0,2 4 0 0 0,-3-2 0 0 0,-5-3 0 0 0,-10 2 0 0 0,-12 3 0 0 0,-9 4 0 0 0,-7 3 0 0 0,-6 4 0 0 0,-2 0 0 0 0,-2 3 0 0 0,0-1 0 0 0,0 1 0 0 0,1 0 0 0 0,0-1 0 0 0,1 1 0 0 0,-1 4 0 0 0,2 2 0 0 0,-1 0 0 0 0,0-2 0 0 0,0-1 0 0 0,1-2 0 0 0,-6 5 0 0 0,-2 0 0 0 0,-5 5 0 0 0,0 6 0 0 0,2-1 0 0 0,2-3 0 0 0,3-4 0 0 0,3 2 0 0 0,0-2 0 0 0,2 4 0 0 0,1-2 0 0 0,5 3 0 0 0,-4-1 0 0 0,-2-3 0 0 0,0 2 0 0 0,-1-1 0 0 0,5 2 0 0 0,2-1 0 0 0,0-3 0 0 0,-1-2 0 0 0,4 1 0 0 0,0 1 0 0 0,-1 2 0 0 0,4 6 0 0 0,-1-1 0 0 0,-2-4 0 0 0,-3-3 0 0 0,4 2 0 0 0,4 3 0 0 0,1 0 0 0 0,8-3 0 0 0,10-3 0 0 0,11-4 0 0 0,7-7 0 0 0,7-4 0 0 0,3-6 0 0 0,2 0 0 0 0,1-5 0 0 0,-5-3 0 0 0,-3 0 0 0 0,1 5 0 0 0,-5-1 0 0 0,-1 3 0 0 0,2-3 0 0 0,3 3 0 0 0,-4-3 0 0 0,0 2 0 0 0,2-2 0 0 0,-3-4 0 0 0,0 2 0 0 0,3 4 0 0 0,-4-1 0 0 0,1 2 0 0 0,2-2 0 0 0,3 2 0 0 0,-4-3 0 0 0,1 2 0 0 0,-4-2 0 0 0,1 2 0 0 0,-4-3 0 0 0,2 3 0 0 0,3 3 0 0 0,3-2 0 0 0,-3-4 0 0 0,2 1 0 0 0,1 4 0 0 0,-3-3 0 0 0,-4-2 0 0 0,-1 0 0 0 0,3-1 0 0 0,-1-4 0 0 0,1 3 0 0 0,-3-1 0 0 0,-8 3 0 0 0,-11 4 0 0 0,-5-1 0 0 0,-6 3 0 0 0,-6 2 0 0 0,-4 3 0 0 0,-4 3 0 0 0,-1 1 0 0 0,-2 2 0 0 0,0 0 0 0 0,0 0 0 0 0,0 1 0 0 0,1 0 0 0 0,0-1 0 0 0,-1 0 0 0 0,2 0 0 0 0,-1 0 0 0 0,0 0 0 0 0,0 0 0 0 0,0 0 0 0 0,1 0 0 0 0,-1 0 0 0 0,0 0 0 0 0,0 0 0 0 0,0 6 0 0 0,1 1 0 0 0,-1-1 0 0 0,0 5 0 0 0,0 0 0 0 0,0 3 0 0 0,0-1 0 0 0,1-2 0 0 0,-1-3 0 0 0,0 2 0 0 0,0 0 0 0 0,5 3 0 0 0,3-1 0 0 0,-2-2 0 0 0,0-3 0 0 0,3 3 0 0 0,6 4 0 0 0,0 1 0 0 0,-2-3 0 0 0,1 2 0 0 0,-1-1 0 0 0,3 2 0 0 0,-2-2 0 0 0,2 3 0 0 0,4 4 0 0 0,3 3 0 0 0,9-2 0 0 0,9-4 0 0 0,8-6 0 0 0,7-4 0 0 0,4-3 0 0 0,2-3 0 0 0,1-1 0 0 0,1-1 0 0 0,-1 0 0 0 0,0 0 0 0 0,0 0 0 0 0,-1 1 0 0 0,1-1 0 0 0,-1 1 0 0 0,-1 0 0 0 0,6-5 0 0 0,7-2 0 0 0,2 0 0 0 0,-3 2 0 0 0,4-4 0 0 0,-2 0 0 0 0,-9-5 0 0 0,-4 2 0 0 0,-2 1 0 0 0,-1-2 0 0 0,-1 2 0 0 0,2 1 0 0 0,0 4 0 0 0,0-3 0 0 0,2 0 0 0 0,-6-4 0 0 0,-1 1 0 0 0,0 2 0 0 0,2 3 0 0 0,1-3 0 0 0,1-5 0 0 0,2 1 0 0 0,0-4 0 0 0,1 3 0 0 0,0-3 0 0 0,0-2 0 0 0,1 1 0 0 0,-1 4 0 0 0,-6 0 0 0 0,-1-3 0 0 0,-5-4 0 0 0,0 2 0 0 0,-4-1 0 0 0,1 3 0 0 0,-2 0 0 0 0,-4-3 0 0 0,-3-3 0 0 0,-8 3 0 0 0,-9 5 0 0 0,-9 5 0 0 0,-5 4 0 0 0,0-2 0 0 0,0 2 0 0 0,-2 0 0 0 0,-1 3 0 0 0,-2 1 0 0 0,0 1 0 0 0,-2 2 0 0 0,0 0 0 0 0,0 0 0 0 0,0 1 0 0 0,0-1 0 0 0,-5 0 0 0 0,-2 0 0 0 0,0 6 0 0 0,2 1 0 0 0,1 5 0 0 0,-3 0 0 0 0,-1-2 0 0 0,1-2 0 0 0,-4 2 0 0 0,-4 0 0 0 0,-1 3 0 0 0,4 0 0 0 0,-3 2 0 0 0,2 0 0 0 0,3-4 0 0 0,4-3 0 0 0,2 2 0 0 0,2-1 0 0 0,2 4 0 0 0,-5-1 0 0 0,-1 3 0 0 0,0-1 0 0 0,-4-3 0 0 0,0-3 0 0 0,1-3 0 0 0,3-3 0 0 0,2 4 0 0 0,2 1 0 0 0,-4 5 0 0 0,-1-1 0 0 0,-5 4 0 0 0,1 0 0 0 0,-5 1 0 0 0,2-1 0 0 0,3-3 0 0 0,-2-4 0 0 0,1-3 0 0 0,8 2 0 0 0,5 1 0 0 0,2-2 0 0 0,1-1 0 0 0,-1 3 0 0 0,0 1 0 0 0,-6 4 0 0 0,-3-1 0 0 0,0-2 0 0 0,1-2 0 0 0,1-3 0 0 0,7 2 0 0 0,3 1 0 0 0,5 5 0 0 0,12-2 0 0 0,12-1 0 0 0,11-2 0 0 0,8-4 0 0 0,6-1 0 0 0,2-2 0 0 0,2-1 0 0 0,0 0 0 0 0,0-1 0 0 0,0 1 0 0 0,-1-1 0 0 0,-1 1 0 0 0,0 0 0 0 0,0 0 0 0 0,0-1 0 0 0,-5-4 0 0 0,3-2 0 0 0,2 1 0 0 0,1 0 0 0 0,0 3 0 0 0,0-5 0 0 0,0 0 0 0 0,0-5 0 0 0,4 1 0 0 0,2-3 0 0 0,5 0 0 0 0,0 4 0 0 0,-7-3 0 0 0,-4 3 0 0 0,2 1 0 0 0,-4-1 0 0 0,-2 0 0 0 0,0 3 0 0 0,-1 2 0 0 0,2-3 0 0 0,0 0 0 0 0,-5-4 0 0 0,0 1 0 0 0,0 2 0 0 0,-4-3 0 0 0,0 2 0 0 0,2 2 0 0 0,3 2 0 0 0,-4-2 0 0 0,0 0 0 0 0,3-3 0 0 0,1-1 0 0 0,2-2 0 0 0,2 1 0 0 0,-4-3 0 0 0,-1-3 0 0 0,0 2 0 0 0,-3-2 0 0 0,-6-2 0 0 0,0 2 0 0 0,-2 0 0 0 0,-4-3 0 0 0,-3-1 0 0 0,-8 2 0 0 0,-9 5 0 0 0,-8 0 0 0 0,-5 4 0 0 0,-5 3 0 0 0,3-1 0 0 0,1 0 0 0 0,-1 3 0 0 0,-1 3 0 0 0,-1 1 0 0 0,-2 3 0 0 0,0 0 0 0 0,-1 1 0 0 0,1 1 0 0 0,-1-1 0 0 0,-1 0 0 0 0,-4 1 0 0 0,-2-1 0 0 0,1 0 0 0 0,0 0 0 0 0,-3 0 0 0 0,-5 0 0 0 0,-6 0 0 0 0,1 0 0 0 0,3 0 0 0 0,0 0 0 0 0,-3 0 0 0 0,1 0 0 0 0,5 0 0 0 0,-1 0 0 0 0,1 0 0 0 0,4 0 0 0 0,-2 0 0 0 0,0 0 0 0 0,3 0 0 0 0,-3 0 0 0 0,-4 0 0 0 0,-1 0 0 0 0,-1 5 0 0 0,-4 2 0 0 0,-4 5 0 0 0,-2 1 0 0 0,3-3 0 0 0,6-2 0 0 0,6-3 0 0 0,-1-2 0 0 0,-2 3 0 0 0,-5 2 0 0 0,-3 3 0 0 0,-4 1 0 0 0,-2 3 0 0 0,4-1 0 0 0,0 3 0 0 0,6 3 0 0 0,5-1 0 0 0,5-5 0 0 0,5-3 0 0 0,2-5 0 0 0,7 2 0 0 0,3 0 0 0 0,0-1 0 0 0,4 3 0 0 0,0-1 0 0 0,3 5 0 0 0,4 4 0 0 0,5 5 0 0 0,3 3 0 0 0,7 3 0 0 0,9-4 0 0 0,8 0 0 0 0,5 0 0 0 0,3-4 0 0 0,4-5 0 0 0,5-1 0 0 0,-3 3 0 0 0,-2-2 0 0 0,-1-3 0 0 0,-6 0 0 0 0,3-1 0 0 0,8 3 0 0 0,2-2 0 0 0,6-3 0 0 0,0-3 0 0 0,-2-2 0 0 0,-2 2 0 0 0,1 1 0 0 0,5-2 0 0 0,5-1 0 0 0,5 4 0 0 0,-3-1 0 0 0,1 0 0 0 0,-4-3 0 0 0,0-1 0 0 0,-3-2 0 0 0,-5-1 0 0 0,2-1 0 0 0,3 0 0 0 0,5 0 0 0 0,3-1 0 0 0,-2 1 0 0 0,1 0 0 0 0,-5-1 0 0 0,1 1 0 0 0,2 0 0 0 0,-2 0 0 0 0,0 0 0 0 0,-3 0 0 0 0,2 0 0 0 0,-3 0 0 0 0,1 0 0 0 0,-2 0 0 0 0,-3 0 0 0 0,1 0 0 0 0,5 0 0 0 0,3-5 0 0 0,0-2 0 0 0,0 1 0 0 0,3 0 0 0 0,-3 2 0 0 0,1 2 0 0 0,-4 1 0 0 0,-10-5 0 0 0,0-1 0 0 0,3 1 0 0 0,-5-5 0 0 0,1 1 0 0 0,6-4 0 0 0,6 0 0 0 0,-1 4 0 0 0,-3 2 0 0 0,-9-2 0 0 0,0 0 0 0 0,-1 3 0 0 0,-7-4 0 0 0,-2 1 0 0 0,-1 1 0 0 0,1 3 0 0 0,-5-3 0 0 0,1 0 0 0 0,0 2 0 0 0,-2-4 0 0 0,0-5 0 0 0,2 1 0 0 0,-3-3 0 0 0,-5-4 0 0 0,-4-3 0 0 0,-4-2 0 0 0,-9-3 0 0 0,-8 5 0 0 0,-8 6 0 0 0,-1 1 0 0 0,-2-1 0 0 0,-3 2 0 0 0,-2 4 0 0 0,-7 4 0 0 0,-3-1 0 0 0,0 1 0 0 0,0 2 0 0 0,2-4 0 0 0,2 1 0 0 0,0 2 0 0 0,-4-3 0 0 0,-1 0 0 0 0,1 3 0 0 0,-4 1 0 0 0,-1 4 0 0 0,-2 0 0 0 0,-6 3 0 0 0,-4 0 0 0 0,2 0 0 0 0,4 0 0 0 0,6 1 0 0 0,4-1 0 0 0,-2 1 0 0 0,1-1 0 0 0,-4 0 0 0 0,1 0 0 0 0,2 0 0 0 0,2 0 0 0 0,3 0 0 0 0,2 0 0 0 0,-4 0 0 0 0,-1 0 0 0 0,1 0 0 0 0,1 0 0 0 0,2 0 0 0 0,1 0 0 0 0,1 0 0 0 0,1 0 0 0 0,1 5 0 0 0,-1 2 0 0 0,0 5 0 0 0,1 0 0 0 0,-1-1 0 0 0,1 2 0 0 0,4 4 0 0 0,2-1 0 0 0,0-2 0 0 0,-1-5 0 0 0,3 2 0 0 0,6 5 0 0 0,0-2 0 0 0,3 4 0 0 0,-2-3 0 0 0,2 3 0 0 0,3 2 0 0 0,-2-1 0 0 0,1 0 0 0 0,-3 4 0 0 0,1 1 0 0 0,3 4 0 0 0,3 1 0 0 0,-3-4 0 0 0,1-1 0 0 0,2 0 0 0 0,1 2 0 0 0,3 2 0 0 0,1 1 0 0 0,7-5 0 0 0,7-6 0 0 0,2 0 0 0 0,3-4 0 0 0,5-5 0 0 0,-2 3 0 0 0,1-2 0 0 0,3-2 0 0 0,1-3 0 0 0,-2 3 0 0 0,-1 1 0 0 0,2-2 0 0 0,1-2 0 0 0,3-1 0 0 0,1-2 0 0 0,1-2 0 0 0,0 1 0 0 0,1-2 0 0 0,1 1 0 0 0,-1 0 0 0 0,0-1 0 0 0,0 1 0 0 0,0 0 0 0 0,0 0 0 0 0,5 0 0 0 0,2 0 0 0 0,-1 0 0 0 0,-1 0 0 0 0,-1 0 0 0 0,-2 0 0 0 0,-1 0 0 0 0,0-5 0 0 0,-2-2 0 0 0,1 0 0 0 0,5 2 0 0 0,1 1 0 0 0,-5-4 0 0 0,-3 0 0 0 0,-1 1 0 0 0,0 1 0 0 0,0 3 0 0 0,1 1 0 0 0,1 1 0 0 0,0 1 0 0 0,0 0 0 0 0,6 0 0 0 0,2 0 0 0 0,-5-4 0 0 0,1-3 0 0 0,1 0 0 0 0,0 2 0 0 0,4-4 0 0 0,1 0 0 0 0,-2 1 0 0 0,-1-3 0 0 0,-2 0 0 0 0,-2 2 0 0 0,-1 3 0 0 0,-1 2 0 0 0,0 2 0 0 0,-1 1 0 0 0,-5-5 0 0 0,-1 0 0 0 0,0 0 0 0 0,-4-5 0 0 0,-6-4 0 0 0,-4-6 0 0 0,-5-4 0 0 0,-8 1 0 0 0,-8 1 0 0 0,-9-2 0 0 0,-5 4 0 0 0,-4 5 0 0 0,-2 0 0 0 0,-7 3 0 0 0,4-1 0 0 0,2 1 0 0 0,1-3 0 0 0,1 3 0 0 0,0 2 0 0 0,-5 4 0 0 0,-2 2 0 0 0,-6-2 0 0 0,-5-1 0 0 0,-5-3 0 0 0,-4-1 0 0 0,-4-3 0 0 0,0 1 0 0 0,3 2 0 0 0,3 5 0 0 0,4 2 0 0 0,1 2 0 0 0,3 2 0 0 0,0 1 0 0 0,2-5 0 0 0,3-1 0 0 0,0 0 0 0 0,0 1 0 0 0,-3 2 0 0 0,-3 1 0 0 0,0 0 0 0 0,3 2 0 0 0,5 0 0 0 0,3 0 0 0 0,3 6 0 0 0,2 1 0 0 0,1 5 0 0 0,1 1 0 0 0,-1-3 0 0 0,1-2 0 0 0,0 2 0 0 0,0 5 0 0 0,-1 0 0 0 0,1-3 0 0 0,4 3 0 0 0,2 2 0 0 0,0 0 0 0 0,4 2 0 0 0,0-3 0 0 0,-2 2 0 0 0,-2 2 0 0 0,2 4 0 0 0,1 2 0 0 0,-2 3 0 0 0,3 1 0 0 0,5 1 0 0 0,-1-5 0 0 0,3-1 0 0 0,4 0 0 0 0,3 0 0 0 0,3 3 0 0 0,1 0 0 0 0,7-3 0 0 0,8-7 0 0 0,1-1 0 0 0,4-3 0 0 0,4-4 0 0 0,3-4 0 0 0,-2 2 0 0 0,0 0 0 0 0,2-1 0 0 0,1-2 0 0 0,1-2 0 0 0,3-2 0 0 0,0 0 0 0 0,0-1 0 0 0,-4 5 0 0 0,-2 2 0 0 0,1-1 0 0 0,1-1 0 0 0,1-1 0 0 0,2-2 0 0 0,0-1 0 0 0,2 0 0 0 0,-1-1 0 0 0,1-1 0 0 0,1 1 0 0 0,-1 0 0 0 0,0 0 0 0 0,0-1 0 0 0,-6-4 0 0 0,-1-2 0 0 0,0-5 0 0 0,2 0 0 0 0,1 1 0 0 0,1 4 0 0 0,2-4 0 0 0,0-4 0 0 0,1 0 0 0 0,-5-2 0 0 0,-2 1 0 0 0,-5-1 0 0 0,-5-4 0 0 0,-6-3 0 0 0,-9-3 0 0 0,-9 4 0 0 0,-9 4 0 0 0,-1 2 0 0 0,-2 3 0 0 0,-3-1 0 0 0,-2 1 0 0 0,-2 4 0 0 0,4-2 0 0 0,1 1 0 0 0,-1 3 0 0 0,-1 2 0 0 0,-1 2 0 0 0,-2 3 0 0 0,-1-5 0 0 0,0-1 0 0 0,-1 1 0 0 0,0 1 0 0 0,0-4 0 0 0,-1 0 0 0 0,1 2 0 0 0,0 1 0 0 0,1 2 0 0 0,-7 2 0 0 0,-6-4 0 0 0,-6-1 0 0 0,-1 0 0 0 0,3 2 0 0 0,0-3 0 0 0,-4-1 0 0 0,3 1 0 0 0,3 2 0 0 0,5-3 0 0 0,3 0 0 0 0,4 2 0 0 0,1 1 0 0 0,1 3 0 0 0,1 1 0 0 0,0 1 0 0 0,0 1 0 0 0,0 0 0 0 0,-1 0 0 0 0,1 1 0 0 0,-1-1 0 0 0,-5 0 0 0 0,-7 0 0 0 0,-1 0 0 0 0,1 0 0 0 0,3 0 0 0 0,3 0 0 0 0,2 0 0 0 0,3 0 0 0 0,0 0 0 0 0,2 0 0 0 0,5 6 0 0 0,12 1 0 0 0,8 4 0 0 0,11 2 0 0 0,9 2 0 0 0,8 0 0 0 0,4-3 0 0 0,-2 1 0 0 0,1-1 0 0 0,0-2 0 0 0,1-4 0 0 0,2-2 0 0 0,0-2 0 0 0,-4 3 0 0 0,-1 2 0 0 0,0-1 0 0 0,7 4 0 0 0,4 1 0 0 0,0-3 0 0 0,0-1 0 0 0,-1 2 0 0 0,-1 0 0 0 0,0-1 0 0 0,-2-2 0 0 0,1-3 0 0 0,-2-1 0 0 0,1-1 0 0 0,0-1 0 0 0,5 0 0 0 0,1-1 0 0 0,6 1 0 0 0,0 0 0 0 0,-2 5 0 0 0,-2 1 0 0 0,-3 1 0 0 0,-3-2 0 0 0,-1-1 0 0 0,5-2 0 0 0,0 0 0 0 0,0-2 0 0 0,-1 0 0 0 0,-2 0 0 0 0,-1 0 0 0 0,-1-1 0 0 0,-1 1 0 0 0,0 0 0 0 0,-1 0 0 0 0,1 0 0 0 0,-1 0 0 0 0,1 0 0 0 0,0 0 0 0 0,-1 0 0 0 0,1 0 0 0 0,0 0 0 0 0,0 0 0 0 0,0 0 0 0 0,0 0 0 0 0,-1 0 0 0 0,1 0 0 0 0,0 0 0 0 0,0 0 0 0 0,0 0 0 0 0,-6-5 0 0 0,-6-8 0 0 0,-7-5 0 0 0,-11-1 0 0 0,-5-2 0 0 0,-7 2 0 0 0,-8 0 0 0 0,-5 2 0 0 0,-4 5 0 0 0,3 4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17340 3872 16383 0 0,'0'-5'0'0'0,"-5"-2"0"0"0,-8 0 0 0 0,0-3 0 0 0,-4-1 0 0 0,0-3 0 0 0,-1 0 0 0 0,-3 3 0 0 0,2-2 0 0 0,-1 1 0 0 0,-3-2 0 0 0,-2 1 0 0 0,-2-3 0 0 0,-2 2 0 0 0,4-3 0 0 0,1 3 0 0 0,5-3 0 0 0,0 3 0 0 0,-2 2 0 0 0,8 5 0 0 0,11 2 0 0 0,12 3 0 0 0,9 1 0 0 0,6 2 0 0 0,5-1 0 0 0,2 1 0 0 0,1 0 0 0 0,0-1 0 0 0,0 0 0 0 0,-1 1 0 0 0,0-1 0 0 0,-1 0 0 0 0,0 0 0 0 0,0 0 0 0 0,5 0 0 0 0,2 0 0 0 0,-1 0 0 0 0,-1 5 0 0 0,-1 2 0 0 0,-2 0 0 0 0,-1-2 0 0 0,-1-1 0 0 0,0-2 0 0 0,5-1 0 0 0,-4 5 0 0 0,4 1 0 0 0,5-1 0 0 0,2 0 0 0 0,4-3 0 0 0,-2-1 0 0 0,-2-1 0 0 0,-3 0 0 0 0,-4-1 0 0 0,-3-1 0 0 0,-1 1 0 0 0,-1 0 0 0 0,0 0 0 0 0,-1-1 0 0 0,0 1 0 0 0,5 0 0 0 0,3 0 0 0 0,-1 0 0 0 0,-1 6 0 0 0,-1 0 0 0 0,-2 1 0 0 0,-1-1 0 0 0,-1-3 0 0 0,0 0 0 0 0,0-2 0 0 0,-11-1 0 0 0,-14-5 0 0 0,-13-2 0 0 0,-11-5 0 0 0,-7-1 0 0 0,-5-3 0 0 0,-3 1 0 0 0,-5 4 0 0 0,-3-3 0 0 0,1 2 0 0 0,-3-3 0 0 0,1 2 0 0 0,1-2 0 0 0,-2 0 0 0 0,1 4 0 0 0,-3-1 0 0 0,-4 0 0 0 0,-5-2 0 0 0,2 1 0 0 0,0-3 0 0 0,-8-3 0 0 0,-9-4 0 0 0,-3 1 0 0 0,-6 0 0 0 0,1 4 0 0 0,-3 4 0 0 0,2 0 0 0 0,4-3 0 0 0,-1 1 0 0 0,1-1 0 0 0,-2-4 0 0 0,-10-3 0 0 0,-5 2 0 0 0,2 0 0 0 0,1-2 0 0 0,-1 4 0 0 0,-1-1 0 0 0,-1-1 0 0 0,-5 2 0 0 0,-3 0 0 0 0,-5-2 0 0 0,9 3 0 0 0,1-1 0 0 0,-5 3 0 0 0,-7-1 0 0 0,-1 3 0 0 0,2 4 0 0 0,-2-2 0 0 0,1 2 0 0 0,4-3 0 0 0,2 2 0 0 0,3-4 0 0 0,-2 2 0 0 0,-7-2 0 0 0,5 2 0 0 0,10 2 0 0 0,-2-1 0 0 0,5 2 0 0 0,2 2 0 0 0,0-2 0 0 0,3 0 0 0 0,1 3 0 0 0,4 2 0 0 0,4-3 0 0 0,5 0 0 0 0,-2 2 0 0 0,6 1 0 0 0,3 3 0 0 0,2 1 0 0 0,6 1 0 0 0,2 1 0 0 0,-1 0 0 0 0,3 1 0 0 0,0-1 0 0 0,3 0 0 0 0,4 1 0 0 0,5-1 0 0 0,13 0 0 0 0,17 5 0 0 0,14 2 0 0 0,13 0 0 0 0,7-2 0 0 0,10 4 0 0 0,4 0 0 0 0,0-1 0 0 0,0-2 0 0 0,-3-2 0 0 0,-2-2 0 0 0,-2-1 0 0 0,-1-1 0 0 0,-1 0 0 0 0,5 0 0 0 0,1-1 0 0 0,0 1 0 0 0,-1 0 0 0 0,-2-1 0 0 0,5 1 0 0 0,-1 0 0 0 0,6 0 0 0 0,-1 0 0 0 0,-2 0 0 0 0,-3 0 0 0 0,-2 0 0 0 0,-3 0 0 0 0,-1 0 0 0 0,4 0 0 0 0,2 0 0 0 0,-1 0 0 0 0,-2 0 0 0 0,5 0 0 0 0,5 0 0 0 0,6 0 0 0 0,-1 0 0 0 0,-4 0 0 0 0,-3 0 0 0 0,-5 0 0 0 0,-4 0 0 0 0,-1 0 0 0 0,-2 0 0 0 0,-1-5 0 0 0,0-2 0 0 0,0 1 0 0 0,0 0 0 0 0,0 2 0 0 0,6 2 0 0 0,2-5 0 0 0,-1 0 0 0 0,-1 0 0 0 0,-1 2 0 0 0,-2 2 0 0 0,-1 1 0 0 0,0 1 0 0 0,-2-5 0 0 0,1-1 0 0 0,0 1 0 0 0,-1 1 0 0 0,1 1 0 0 0,-1 2 0 0 0,1 1 0 0 0,0 1 0 0 0,0 0 0 0 0,-6-5 0 0 0,-1-2 0 0 0,0 1 0 0 0,2 0 0 0 0,-4-2 0 0 0,-11-2 0 0 0,-13 2 0 0 0,-11 3 0 0 0,-3-4 0 0 0,-4-1 0 0 0,-5 3 0 0 0,-2 1 0 0 0,-2-3 0 0 0,-2 0 0 0 0,0 2 0 0 0,-1 1 0 0 0,0 3 0 0 0,1 1 0 0 0,10 1 0 0 0,14 1 0 0 0,9 5 0 0 0,8 3 0 0 0,9-1 0 0 0,6 4 0 0 0,3 0 0 0 0,3-2 0 0 0,-4 3 0 0 0,-1-1 0 0 0,0-2 0 0 0,1-3 0 0 0,1-2 0 0 0,1-1 0 0 0,0 3 0 0 0,2 1 0 0 0,0-1 0 0 0,0-1 0 0 0,0-2 0 0 0,0 4 0 0 0,5 1 0 0 0,2-1 0 0 0,5-2 0 0 0,0-1 0 0 0,-2-2 0 0 0,-2-1 0 0 0,-3-1 0 0 0,-3 0 0 0 0,-1 0 0 0 0,5 0 0 0 0,0-1 0 0 0,0 1 0 0 0,-1 0 0 0 0,-2 0 0 0 0,-1 0 0 0 0,-1 0 0 0 0,4 0 0 0 0,2 0 0 0 0,-1 0 0 0 0,-1 0 0 0 0,-2 0 0 0 0,-1 0 0 0 0,5 0 0 0 0,-5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1515 16383 0 0,'13'-15'0'0'0,"7"-4"0"0"0,-5-2 0 0 0,1 3 0 0 0,-3-1 0 0 0,-3-2 0 0 0,2 2 0 0 0,-1-1 0 0 0,-3-1 0 0 0,-2-4 0 0 0,3 3 0 0 0,-1 0 0 0 0,5 4 0 0 0,-1-1 0 0 0,3 4 0 0 0,-1-2 0 0 0,-2-2 0 0 0,-5-4 0 0 0,4 2 0 0 0,-2 0 0 0 0,4-3 0 0 0,-1-1 0 0 0,-2-3 0 0 0,-3-1 0 0 0,3 4 0 0 0,-1 1 0 0 0,-7 17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9886 958 16383 0 0,'-3'12'0'0'0,"-5"11"0"0"0,-4-2 0 0 0,-1-1 0 0 0,3 3 0 0 0,2 2 0 0 0,-3 3 0 0 0,-4 0 0 0 0,0 3 0 0 0,-3-6 0 0 0,3-1 0 0 0,2 1 0 0 0,0 1 0 0 0,1-9 0 0 0,2-13 0 0 0,9-7 0 0 0,5-8 0 0 0,6-7 0 0 0,7-1 0 0 0,1-3 0 0 0,-3-2 0 0 0,-4-3 0 0 0,-4-1 0 0 0,2 3 0 0 0,0 1 0 0 0,3 5 0 0 0,0 0 0 0 0,-2-2 0 0 0,-3-3 0 0 0,2-2 0 0 0,-1 4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9909 958 16383 0 0,'-3'3'0'0'0,"-15"21"0"0"0,4 2 0 0 0,0-3 0 0 0,-4-6 0 0 0,2 0 0 0 0,-2 2 0 0 0,2 3 0 0 0,4 4 0 0 0,-1-4 0 0 0,1 0 0 0 0,-2-3 0 0 0,1 0 0 0 0,3 2 0 0 0,3 3 0 0 0,-3-3 0 0 0,-4 0 0 0 0,0 2 0 0 0,-3-3 0 0 0,1 1 0 0 0,-2-4 0 0 0,6-3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9889 958 16383 0 0,'-12'24'0'0'0,"-3"8"0"0"0,3 0 0 0 0,3 0 0 0 0,-2-1 0 0 0,1 0 0 0 0,-4-5 0 0 0,2-3 0 0 0,-3-4 0 0 0,1 0 0 0 0,3 1 0 0 0,3 3 0 0 0,3 3 0 0 0,-2-3 0 0 0,-1-1 0 0 0,1 2 0 0 0,-3-3 0 0 0,0-1 0 0 0,2-8 0 0 0,1-12 0 0 0,9-5 0 0 0,3-8 0 0 0,0-7 0 0 0,0-4 0 0 0,5-5 0 0 0,0-2 0 0 0,-2 0 0 0 0,3 4 0 0 0,0 1 0 0 0,4 1 0 0 0,-2-1 0 0 0,-2-2 0 0 0,-4 0 0 0 0,-2-2 0 0 0,3 5 0 0 0,0 1 0 0 0,-2 0 0 0 0,4 3 0 0 0,0 1 0 0 0,-8 17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9978 958 16383 0 0,'0'18'0'0'0,"-5"7"0"0"0,-3 0 0 0 0,1 1 0 0 0,1 2 0 0 0,2 1 0 0 0,-3-4 0 0 0,-2-2 0 0 0,2 1 0 0 0,-4-3 0 0 0,1-1 0 0 0,1 2 0 0 0,-2 3 0 0 0,0 1 0 0 0,2 3 0 0 0,-3-5 0 0 0,1 0 0 0 0,3 0 0 0 0,-4-3 0 0 0,1 0 0 0 0,3 1 0 0 0,2 2 0 0 0,-3-2 0 0 0,0-1 0 0 0,-4 3 0 0 0,1 1 0 0 0,-4-3 0 0 0,2 0 0 0 0,3 1 0 0 0,3 3 0 0 0,3 1 0 0 0,-3-4 0 0 0,1 0 0 0 0,-5-4 0 0 0,0 0 0 0 0,2 2 0 0 0,3 2 0 0 0,-3-2 0 0 0,1 0 0 0 0,-4-3 0 0 0,0 0 0 0 0,3 3 0 0 0,3 3 0 0 0,-3-3 0 0 0,-5-5 0 0 0,1 0 0 0 0,-3-2 0 0 0,1 1 0 0 0,-2-2 0 0 0,-2-3 0 0 0,-4-3 0 0 0,2 2 0 0 0,0 0 0 0 0,-1-2 0 0 0,20-5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1509 16383 0 0,'6'-3'0'0'0,"19"-13"0"0"0,-2 3 0 0 0,1 2 0 0 0,-3-1 0 0 0,-1 1 0 0 0,-3-3 0 0 0,0 1 0 0 0,3 3 0 0 0,-2-2 0 0 0,1 0 0 0 0,3-2 0 0 0,2-4 0 0 0,3 0 0 0 0,2-1 0 0 0,1-3 0 0 0,1 2 0 0 0,-5 0 0 0 0,-1 3 0 0 0,-1 4 0 0 0,-3-1 0 0 0,-1-3 0 0 0,2 1 0 0 0,3-1 0 0 0,-4-4 0 0 0,0 2 0 0 0,3 4 0 0 0,-4 0 0 0 0,0 2 0 0 0,-3-2 0 0 0,-10 1 0 0 0,-11 4 0 0 0,-5 8 0 0 0,-6 5 0 0 0,-6 2 0 0 0,0 5 0 0 0,-1 6 0 0 0,-2 0 0 0 0,-2-2 0 0 0,3 2 0 0 0,6 3 0 0 0,0-2 0 0 0,3 2 0 0 0,-1-3 0 0 0,2 2 0 0 0,-2-3 0 0 0,1 2 0 0 0,-2-2 0 0 0,-3-4 0 0 0,1 1 0 0 0,4 5 0 0 0,-2 4 0 0 0,-2-2 0 0 0,2 2 0 0 0,-3 2 0 0 0,-2-2 0 0 0,-3-1 0 0 0,2 3 0 0 0,0-3 0 0 0,3 0 0 0 0,1-3 0 0 0,2 1 0 0 0,5 2 0 0 0,-2-2 0 0 0,2 1 0 0 0,2 3 0 0 0,-2-3 0 0 0,6-4 0 0 0,4-10 0 0 0,7-6 0 0 0,8-8 0 0 0,2-8 0 0 0,2-6 0 0 0,5-4 0 0 0,3-3 0 0 0,-3-2 0 0 0,0 0 0 0 0,1 4 0 0 0,-3 3 0 0 0,-5 0 0 0 0,-6-1 0 0 0,1 4 0 0 0,4 0 0 0 0,-1-1 0 0 0,3 4 0 0 0,-2-1 0 0 0,2-2 0 0 0,-2-3 0 0 0,2 4 0 0 0,-2-1 0 0 0,-4-1 0 0 0,2 3 0 0 0,-2-1 0 0 0,3 4 0 0 0,-1-1 0 0 0,3-2 0 0 0,-2-3 0 0 0,-3-3 0 0 0,2 3 0 0 0,-2 0 0 0 0,-2-1 0 0 0,2 3 0 0 0,0 0 0 0 0,-8 4 0 0 0,-9 5 0 0 0,-4 9 0 0 0,-5 5 0 0 0,-1 8 0 0 0,-2 2 0 0 0,2 5 0 0 0,-2-2 0 0 0,2 3 0 0 0,-1-2 0 0 0,2 2 0 0 0,-1 2 0 0 0,1 4 0 0 0,-1-3 0 0 0,11-15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9984 979 16383 0 0,'-14'15'0'0'0,"-4"9"0"0"0,-1 1 0 0 0,2 3 0 0 0,-1-4 0 0 0,3-1 0 0 0,4 1 0 0 0,-2 2 0 0 0,-4-4 0 0 0,2 0 0 0 0,-3 1 0 0 0,2 2 0 0 0,-1 3 0 0 0,-4 0 0 0 0,3 2 0 0 0,-2 1 0 0 0,-2-5 0 0 0,2-2 0 0 0,0-5 0 0 0,3 0 0 0 0,4 2 0 0 0,0-3 0 0 0,11-15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2013 16383 0 0,'15'-11'0'0'0,"5"-6"0"0"0,3-5 0 0 0,2-3 0 0 0,2-3 0 0 0,2 3 0 0 0,-4 1 0 0 0,-1-1 0 0 0,1-1 0 0 0,0-2 0 0 0,3 5 0 0 0,-4 0 0 0 0,-2 4 0 0 0,-3 0 0 0 0,0-1 0 0 0,-4-4 0 0 0,1 3 0 0 0,4 0 0 0 0,-3-2 0 0 0,2 3 0 0 0,3 5 0 0 0,-3 0 0 0 0,-4-3 0 0 0,0 1 0 0 0,4-1 0 0 0,-3-3 0 0 0,2 2 0 0 0,-2 0 0 0 0,1 2 0 0 0,4 4 0 0 0,-3-1 0 0 0,-4-3 0 0 0,1 1 0 0 0,3-1 0 0 0,-1-4 0 0 0,1 2 0 0 0,-2-1 0 0 0,1 3 0 0 0,-1-1 0 0 0,0 2 0 0 0,-1 0 0 0 0,1 1 0 0 0,-2-1 0 0 0,3 2 0 0 0,-3-3 0 0 0,-3-2 0 0 0,2 1 0 0 0,-2 9 0 0 0,-7 6 0 0 0,-10 4 0 0 0,-4 6 0 0 0,-6 3 0 0 0,1 5 0 0 0,2 4 0 0 0,-2 0 0 0 0,-3-4 0 0 0,1 1 0 0 0,3 3 0 0 0,-1-2 0 0 0,3 2 0 0 0,-3 3 0 0 0,1 2 0 0 0,-1-2 0 0 0,1 0 0 0 0,-2 1 0 0 0,-4-2 0 0 0,2-1 0 0 0,3 3 0 0 0,0 1 0 0 0,-3-2 0 0 0,1 0 0 0 0,4 1 0 0 0,-1-3 0 0 0,-4 1 0 0 0,-3 1 0 0 0,1 2 0 0 0,-1-2 0 0 0,3 0 0 0 0,-1 1 0 0 0,-2 3 0 0 0,3 1 0 0 0,-2-3 0 0 0,4-1 0 0 0,-2-5 0 0 0,3 1 0 0 0,-2 2 0 0 0,-2-3 0 0 0,1 1 0 0 0,-1 3 0 0 0,2 2 0 0 0,-1-2 0 0 0,-2-6 0 0 0,1 1 0 0 0,5 2 0 0 0,-1-2 0 0 0,2 1 0 0 0,-1-2 0 0 0,6-5 0 0 0,10-3 0 0 0,10-8 0 0 0,2-10 0 0 0,5-3 0 0 0,4-5 0 0 0,4-4 0 0 0,-3-4 0 0 0,-1 3 0 0 0,2 0 0 0 0,1-2 0 0 0,-4-1 0 0 0,1 3 0 0 0,0 1 0 0 0,-3-2 0 0 0,0-1 0 0 0,3-2 0 0 0,1 3 0 0 0,-2 1 0 0 0,-6-1 0 0 0,0-1 0 0 0,3 2 0 0 0,-2 2 0 0 0,1-3 0 0 0,3 4 0 0 0,-2 0 0 0 0,1-2 0 0 0,-3-3 0 0 0,0 4 0 0 0,4-1 0 0 0,-3-1 0 0 0,2 3 0 0 0,-4-1 0 0 0,2-1 0 0 0,-3-3 0 0 0,2 4 0 0 0,2-1 0 0 0,-1-1 0 0 0,2 3 0 0 0,-4-1 0 0 0,2 4 0 0 0,-3 0 0 0 0,2-4 0 0 0,-3-2 0 0 0,3-3 0 0 0,2 3 0 0 0,4 0 0 0 0,-2-1 0 0 0,1 3 0 0 0,-4 0 0 0 0,1 4 0 0 0,-3-1 0 0 0,-5-2 0 0 0,2 2 0 0 0,-2-1 0 0 0,-2-3 0 0 0,2 3 0 0 0,-6 4 0 0 0,-9 11 0 0 0,-9 5 0 0 0,-8 8 0 0 0,-5 7 0 0 0,-4 2 0 0 0,4 3 0 0 0,0 2 0 0 0,0-2 0 0 0,4 1 0 0 0,1-4 0 0 0,-1 0 0 0 0,-3 3 0 0 0,-2 3 0 0 0,-1 2 0 0 0,3 3 0 0 0,2-5 0 0 0,-2-5 0 0 0,5-1 0 0 0,4 1 0 0 0,1-2 0 0 0,-3-4 0 0 0,-3 1 0 0 0,2 3 0 0 0,-2 4 0 0 0,-2-1 0 0 0,3 1 0 0 0,0 2 0 0 0,-3-3 0 0 0,-1-5 0 0 0,2 1 0 0 0,5 2 0 0 0,-5-1 0 0 0,2 1 0 0 0,-2-3 0 0 0,-2 3 0 0 0,3 2 0 0 0,0-2 0 0 0,-1 2 0 0 0,-3-4 0 0 0,3 2 0 0 0,0 3 0 0 0,-2 2 0 0 0,-1-2 0 0 0,3 1 0 0 0,0-4 0 0 0,4 1 0 0 0,0-4 0 0 0,2 2 0 0 0,0 3 0 0 0,-4-3 0 0 0,3 3 0 0 0,3 1 0 0 0,10-7 0 0 0,10-6 0 0 0,5-9 0 0 0,5-6 0 0 0,0-6 0 0 0,3 0 0 0 0,-2-5 0 0 0,1 2 0 0 0,-2-2 0 0 0,1 3 0 0 0,-2-3 0 0 0,2 3 0 0 0,2 4 0 0 0,-1-2 0 0 0,2-4 0 0 0,2-4 0 0 0,2-4 0 0 0,3-2 0 0 0,3 2 0 0 0,-5 1 0 0 0,-1-1 0 0 0,0-1 0 0 0,2-2 0 0 0,-4-1 0 0 0,0 4 0 0 0,2 2 0 0 0,-5-2 0 0 0,2 0 0 0 0,1 3 0 0 0,-3 0 0 0 0,1-1 0 0 0,2 3 0 0 0,-3 0 0 0 0,1 3 0 0 0,-3-1 0 0 0,-5-2 0 0 0,2 2 0 0 0,2-1 0 0 0,0-3 0 0 0,2 3 0 0 0,-3-1 0 0 0,3 3 0 0 0,-3-1 0 0 0,2 3 0 0 0,-3-2 0 0 0,-8 3 0 0 0,-11 3 0 0 0,-4 9 0 0 0,-6 5 0 0 0,-6 7 0 0 0,-4 7 0 0 0,-4 0 0 0 0,4 4 0 0 0,1-3 0 0 0,-2 1 0 0 0,7-3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9965 1064 16383 0 0,'-10'10'0'0'0,"-12"12"0"0"0,-2 0 0 0 0,-1 2 0 0 0,-2-4 0 0 0,4 0 0 0 0,0 3 0 0 0,-1 1 0 0 0,-2-2 0 0 0,-1-5 0 0 0,3-1 0 0 0,7 3 0 0 0,0-3 0 0 0,-2-3 0 0 0,2 1 0 0 0,-1-1 0 0 0,6-2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9885 1109 16383 0 0,'4'-22'0'0'0,"3"-2"0"0"0,0 0 0 0 0,3 4 0 0 0,1 0 0 0 0,-2-2 0 0 0,-2-2 0 0 0,2 2 0 0 0,-5 6 0 0 0,-8 5 0 0 0,-9 5 0 0 0,-8 8 0 0 0,20-2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2023 16383 0 0,'3'7'0'0'0,"12"1"0"0"0,7-3 0 0 0,7-2 0 0 0,2-2 0 0 0,2-1 0 0 0,0 0 0 0 0,0-1 0 0 0,-1 1 0 0 0,0-1 0 0 0,0 1 0 0 0,4 0 0 0 0,2 0 0 0 0,0 0 0 0 0,-2 0 0 0 0,-2 0 0 0 0,5 0 0 0 0,5 0 0 0 0,6 0 0 0 0,5 0 0 0 0,4 0 0 0 0,-4 0 0 0 0,0 0 0 0 0,-4 0 0 0 0,0 0 0 0 0,1 0 0 0 0,-3 0 0 0 0,2 0 0 0 0,-4 0 0 0 0,1 0 0 0 0,3 0 0 0 0,-2 0 0 0 0,6 0 0 0 0,0 0 0 0 0,0 0 0 0 0,1 0 0 0 0,-3 0 0 0 0,0 0 0 0 0,-4 0 0 0 0,0 0 0 0 0,7 0 0 0 0,0 0 0 0 0,1 0 0 0 0,0 0 0 0 0,2 0 0 0 0,-4 0 0 0 0,-1 0 0 0 0,1 0 0 0 0,-4 0 0 0 0,0 0 0 0 0,2 0 0 0 0,-3 0 0 0 0,-5 0 0 0 0,-4 0 0 0 0,-5 0 0 0 0,-2 0 0 0 0,-3 0 0 0 0,0 0 0 0 0,-1 0 0 0 0,0 0 0 0 0,0 0 0 0 0,0 0 0 0 0,0 0 0 0 0,1 0 0 0 0,-1 0 0 0 0,1 0 0 0 0,0 0 0 0 0,-11 0 0 0 0,-13 0 0 0 0,-14 0 0 0 0,-10 0 0 0 0,-9 0 0 0 0,-4 0 0 0 0,-2 0 0 0 0,-2 0 0 0 0,1 0 0 0 0,-5 0 0 0 0,-2 0 0 0 0,2 0 0 0 0,1 0 0 0 0,2 0 0 0 0,2 0 0 0 0,1 0 0 0 0,0 0 0 0 0,2 0 0 0 0,-1 0 0 0 0,-4 0 0 0 0,-3 0 0 0 0,1 0 0 0 0,-4 0 0 0 0,4 5 0 0 0,-1 2 0 0 0,1-1 0 0 0,0 0 0 0 0,-3-2 0 0 0,0-2 0 0 0,-4-1 0 0 0,0 0 0 0 0,3-1 0 0 0,2 0 0 0 0,4-1 0 0 0,-4 6 0 0 0,-5 2 0 0 0,0-1 0 0 0,-4 0 0 0 0,2-3 0 0 0,-3 0 0 0 0,-2 3 0 0 0,1 2 0 0 0,-1-2 0 0 0,3 0 0 0 0,5-3 0 0 0,4-1 0 0 0,3 4 0 0 0,-2 2 0 0 0,-6-2 0 0 0,0-1 0 0 0,-3-1 0 0 0,1-2 0 0 0,3-1 0 0 0,-2-1 0 0 0,-3 0 0 0 0,-4 0 0 0 0,-4 5 0 0 0,2 2 0 0 0,6-1 0 0 0,5-1 0 0 0,5 4 0 0 0,3 0 0 0 0,3 5 0 0 0,12-2 0 0 0,15-1 0 0 0,13-4 0 0 0,10-2 0 0 0,8-2 0 0 0,10 3 0 0 0,4 1 0 0 0,0-1 0 0 0,-1-1 0 0 0,-2-2 0 0 0,-2-1 0 0 0,-2-1 0 0 0,-1 0 0 0 0,4-1 0 0 0,2-1 0 0 0,4 1 0 0 0,1 0 0 0 0,3-1 0 0 0,-1 1 0 0 0,3 5 0 0 0,3 2 0 0 0,-2 0 0 0 0,-3-2 0 0 0,0-1 0 0 0,3-1 0 0 0,4-2 0 0 0,-2-1 0 0 0,1 0 0 0 0,2 0 0 0 0,-3 0 0 0 0,5 0 0 0 0,4-1 0 0 0,-2 1 0 0 0,3 0 0 0 0,-2 0 0 0 0,-2 0 0 0 0,1 0 0 0 0,-5 0 0 0 0,0 0 0 0 0,6 0 0 0 0,-2 0 0 0 0,0 0 0 0 0,-4 0 0 0 0,-1 0 0 0 0,1 5 0 0 0,-3 2 0 0 0,1 0 0 0 0,-4-2 0 0 0,1-1 0 0 0,3-2 0 0 0,3 0 0 0 0,-2-2 0 0 0,0 0 0 0 0,2 0 0 0 0,2 0 0 0 0,-2-1 0 0 0,-2 1 0 0 0,3 5 0 0 0,-4 2 0 0 0,-5 0 0 0 0,-5-2 0 0 0,-5-1 0 0 0,-2-2 0 0 0,-3 0 0 0 0,-1-2 0 0 0,0 0 0 0 0,0 0 0 0 0,-5 5 0 0 0,-7 7 0 0 0,-12 1 0 0 0,-12-1 0 0 0,-10-3 0 0 0,-8-3 0 0 0,-5-2 0 0 0,-2-3 0 0 0,-2 0 0 0 0,0-1 0 0 0,0 5 0 0 0,0 1 0 0 0,1 0 0 0 0,1-1 0 0 0,-6-1 0 0 0,-1-2 0 0 0,1-1 0 0 0,1-1 0 0 0,1 0 0 0 0,2 0 0 0 0,1 5 0 0 0,1 2 0 0 0,0-1 0 0 0,1 0 0 0 0,-6-3 0 0 0,-2 0 0 0 0,1-2 0 0 0,-4-1 0 0 0,-1 6 0 0 0,2 0 0 0 0,-2 1 0 0 0,0-2 0 0 0,2-2 0 0 0,-3 0 0 0 0,-4-2 0 0 0,1-1 0 0 0,-3 0 0 0 0,-3 0 0 0 0,-4 0 0 0 0,3-1 0 0 0,5 1 0 0 0,1 5 0 0 0,2 2 0 0 0,-1 0 0 0 0,2-2 0 0 0,2-1 0 0 0,0 3 0 0 0,-5 2 0 0 0,-5-2 0 0 0,-4 3 0 0 0,-2 1 0 0 0,-3-2 0 0 0,-1 2 0 0 0,5 0 0 0 0,2-2 0 0 0,9 3 0 0 0,9-1 0 0 0,-1-3 0 0 0,1-1 0 0 0,1-4 0 0 0,2-1 0 0 0,2-1 0 0 0,0 4 0 0 0,1 2 0 0 0,1-1 0 0 0,-1-1 0 0 0,6 4 0 0 0,12 0 0 0 0,13-1 0 0 0,13-3 0 0 0,8-1 0 0 0,7-2 0 0 0,3-1 0 0 0,2-1 0 0 0,0 0 0 0 0,1 0 0 0 0,-2-1 0 0 0,1 1 0 0 0,-2 0 0 0 0,1 0 0 0 0,-1 0 0 0 0,5 0 0 0 0,7 0 0 0 0,1 0 0 0 0,4 0 0 0 0,-1 0 0 0 0,2 0 0 0 0,-3 0 0 0 0,-3 0 0 0 0,2 0 0 0 0,8 0 0 0 0,1 0 0 0 0,1 0 0 0 0,2 0 0 0 0,-3 0 0 0 0,-1 0 0 0 0,2 0 0 0 0,1 0 0 0 0,-3 0 0 0 0,0 0 0 0 0,1 0 0 0 0,-3 0 0 0 0,0 0 0 0 0,2 0 0 0 0,2 0 0 0 0,-3 0 0 0 0,1 0 0 0 0,-4 0 0 0 0,-5 0 0 0 0,-5 0 0 0 0,-3 0 0 0 0,2 0 0 0 0,0 0 0 0 0,-1 0 0 0 0,3 0 0 0 0,1 0 0 0 0,3 0 0 0 0,0 0 0 0 0,3 0 0 0 0,-2 0 0 0 0,-3 0 0 0 0,-3-6 0 0 0,-3-1 0 0 0,-3 1 0 0 0,-1 0 0 0 0,-2 3 0 0 0,1 0 0 0 0,-12 2 0 0 0,-13 0 0 0 0,-13 1 0 0 0,-11 1 0 0 0,-8-1 0 0 0,-4 0 0 0 0,-2 0 0 0 0,-2 1 0 0 0,1-1 0 0 0,0 0 0 0 0,-5 0 0 0 0,-1 0 0 0 0,1 0 0 0 0,2 0 0 0 0,1 0 0 0 0,-3 0 0 0 0,-7 0 0 0 0,1 0 0 0 0,-4 0 0 0 0,1 0 0 0 0,4 0 0 0 0,-2 0 0 0 0,2 0 0 0 0,3 0 0 0 0,2 0 0 0 0,4 5 0 0 0,-4 2 0 0 0,0 0 0 0 0,0-2 0 0 0,3-1 0 0 0,1-2 0 0 0,1-1 0 0 0,-4 0 0 0 0,-6-1 0 0 0,-7 5 0 0 0,1 2 0 0 0,-3-1 0 0 0,3 4 0 0 0,5 1 0 0 0,3-2 0 0 0,5 3 0 0 0,3-1 0 0 0,1-2 0 0 0,2-3 0 0 0,-1-2 0 0 0,2-1 0 0 0,-1-3 0 0 0,-1 6 0 0 0,1 0 0 0 0,-1 0 0 0 0,6 4 0 0 0,1 1 0 0 0,0-2 0 0 0,-2 2 0 0 0,-1 0 0 0 0,-1-2 0 0 0,-2-2 0 0 0,0-3 0 0 0,-1-2 0 0 0,5 4 0 0 0,2 1 0 0 0,0-1 0 0 0,3 4 0 0 0,1 1 0 0 0,-2-3 0 0 0,3 4 0 0 0,-1-1 0 0 0,4 3 0 0 0,9 0 0 0 0,11-4 0 0 0,11-2 0 0 0,7 1 0 0 0,5 1 0 0 0,4-3 0 0 0,2-1 0 0 0,0-3 0 0 0,0-1 0 0 0,-1-1 0 0 0,0-1 0 0 0,0-1 0 0 0,-1 1 0 0 0,0-1 0 0 0,0 1 0 0 0,-1 0 0 0 0,6 0 0 0 0,2 0 0 0 0,5 0 0 0 0,0 0 0 0 0,-2 0 0 0 0,3 0 0 0 0,9 0 0 0 0,2 0 0 0 0,1 0 0 0 0,1 0 0 0 0,-2 0 0 0 0,-2 0 0 0 0,-3 0 0 0 0,-1 0 0 0 0,2 0 0 0 0,4 0 0 0 0,2 0 0 0 0,-4 0 0 0 0,6 0 0 0 0,-2 0 0 0 0,-6 0 0 0 0,-1 0 0 0 0,7 0 0 0 0,-1 0 0 0 0,0 0 0 0 0,-4 0 0 0 0,0 0 0 0 0,1 0 0 0 0,-3 0 0 0 0,1 0 0 0 0,1 5 0 0 0,-2 2 0 0 0,-4 0 0 0 0,-6-2 0 0 0,-3-1 0 0 0,2-2 0 0 0,-1-1 0 0 0,-1 0 0 0 0,-1-1 0 0 0,-3 0 0 0 0,5-1 0 0 0,0 1 0 0 0,0 0 0 0 0,-7 5 0 0 0,-4 2 0 0 0,-1-1 0 0 0,1 0 0 0 0,0-3 0 0 0,1 0 0 0 0,2-2 0 0 0,0 0 0 0 0,-5 4 0 0 0,-1 2 0 0 0,-10-1 0 0 0,-13-1 0 0 0,-6 4 0 0 0,-8 0 0 0 0,-7-1 0 0 0,-5-2 0 0 0,-4-3 0 0 0,-2 0 0 0 0,-1-2 0 0 0,0-1 0 0 0,0 5 0 0 0,0 1 0 0 0,0 1 0 0 0,1-2 0 0 0,0-2 0 0 0,0-1 0 0 0,0 0 0 0 0,0-2 0 0 0,1 0 0 0 0,-1 0 0 0 0,0 0 0 0 0,0-1 0 0 0,1 1 0 0 0,-1 0 0 0 0,0 0 0 0 0,0 0 0 0 0,0 0 0 0 0,6 5 0 0 0,1 2 0 0 0,0 0 0 0 0,-2-2 0 0 0,-1-1 0 0 0,-1-2 0 0 0,3 5 0 0 0,2 0 0 0 0,-1 0 0 0 0,-2-2 0 0 0,-1-2 0 0 0,-2 0 0 0 0,-1 3 0 0 0,0 1 0 0 0,-1 0 0 0 0,-5-2 0 0 0,-8-2 0 0 0,-1-1 0 0 0,2-1 0 0 0,3 0 0 0 0,3-1 0 0 0,3-1 0 0 0,1 1 0 0 0,2 0 0 0 0,0 0 0 0 0,1-1 0 0 0,0 1 0 0 0,-1 5 0 0 0,1 2 0 0 0,-1 0 0 0 0,1-2 0 0 0,-1-1 0 0 0,0 4 0 0 0,0 0 0 0 0,0-1 0 0 0,1-1 0 0 0,-1-3 0 0 0,0 5 0 0 0,5 5 0 0 0,13 1 0 0 0,13 3 0 0 0,12-1 0 0 0,10-4 0 0 0,0 2 0 0 0,2-2 0 0 0,3-2 0 0 0,1 1 0 0 0,1 0 0 0 0,2-3 0 0 0,-6 3 0 0 0,0 0 0 0 0,-1-3 0 0 0,2 4 0 0 0,1-2 0 0 0,-3 4 0 0 0,-1-1 0 0 0,0-2 0 0 0,3-4 0 0 0,-4 3 0 0 0,-1-1 0 0 0,-3 4 0 0 0,1 0 0 0 0,1-3 0 0 0,4-3 0 0 0,-4 2 0 0 0,2 1 0 0 0,-4 3 0 0 0,0-1 0 0 0,-2 3 0 0 0,0 0 0 0 0,4-4 0 0 0,-2 2 0 0 0,-4 4 0 0 0,0-1 0 0 0,4-3 0 0 0,-1 1 0 0 0,-4 4 0 0 0,1-2 0 0 0,-7-2 0 0 0,-10-5 0 0 0,-9-4 0 0 0,-9-2 0 0 0,-5-2 0 0 0,-4-1 0 0 0,-2-5 0 0 0,0-3 0 0 0,-1 0 0 0 0,0 2 0 0 0,6-3 0 0 0,3-1 0 0 0,-1-3 0 0 0,-6 0 0 0 0,-3-2 0 0 0,-1-5 0 0 0,0 1 0 0 0,6 0 0 0 0,3 2 0 0 0,-5 4 0 0 0,4-1 0 0 0,0-3 0 0 0,-1 1 0 0 0,1 3 0 0 0,-2 4 0 0 0,-1-1 0 0 0,5-5 0 0 0,2 0 0 0 0,-1-2 0 0 0,-2 1 0 0 0,-1 4 0 0 0,-2-1 0 0 0,0-5 0 0 0,-2-3 0 0 0,0 1 0 0 0,0 5 0 0 0,0 4 0 0 0,0-1 0 0 0,5-4 0 0 0,2 1 0 0 0,0 3 0 0 0,-2-1 0 0 0,-1 0 0 0 0,4-1 0 0 0,0 0 0 0 0,0 4 0 0 0,-3-3 0 0 0,-1-3 0 0 0,-2-5 0 0 0,0 1 0 0 0,-2 4 0 0 0,0 0 0 0 0,0-3 0 0 0,0 2 0 0 0,5-2 0 0 0,2 3 0 0 0,-1-1 0 0 0,0-3 0 0 0,8 1 0 0 0,13 5 0 0 0,12 4 0 0 0,10 4 0 0 0,2 9 0 0 0,3 8 0 0 0,3 3 0 0 0,2-1 0 0 0,1 2 0 0 0,2-1 0 0 0,-6 2 0 0 0,0-2 0 0 0,0-2 0 0 0,1 1 0 0 0,1 3 0 0 0,2 0 0 0 0,-5 2 0 0 0,-1-2 0 0 0,2-4 0 0 0,-5 2 0 0 0,0 3 0 0 0,2-1 0 0 0,3-3 0 0 0,2 1 0 0 0,1 4 0 0 0,2-2 0 0 0,1-3 0 0 0,0 2 0 0 0,0 2 0 0 0,0 0 0 0 0,-5 1 0 0 0,-2-2 0 0 0,1-3 0 0 0,0-5 0 0 0,-3 2 0 0 0,0-1 0 0 0,-5 4 0 0 0,1-1 0 0 0,3-2 0 0 0,2 2 0 0 0,3-1 0 0 0,-3 3 0 0 0,0 0 0 0 0,-4 1 0 0 0,-1 0 0 0 0,3 1 0 0 0,3-1 0 0 0,2 1 0 0 0,-3 4 0 0 0,-10-7 0 0 0,-14-6 0 0 0,-5-9 0 0 0,-8-4 0 0 0,-7-7 0 0 0,1-6 0 0 0,-2-5 0 0 0,-2 2 0 0 0,-3 4 0 0 0,4 0 0 0 0,0-2 0 0 0,-1 2 0 0 0,4 0 0 0 0,-1 2 0 0 0,4-2 0 0 0,0-2 0 0 0,-3 2 0 0 0,-4-1 0 0 0,-2 2 0 0 0,3-1 0 0 0,0 3 0 0 0,-1-2 0 0 0,-2 3 0 0 0,4-2 0 0 0,0 1 0 0 0,4-1 0 0 0,-1 2 0 0 0,4-2 0 0 0,-2-4 0 0 0,-2 2 0 0 0,-4-2 0 0 0,-3-2 0 0 0,-2 3 0 0 0,-2-1 0 0 0,-1-3 0 0 0,5-2 0 0 0,1 3 0 0 0,1 6 0 0 0,-2-1 0 0 0,4-2 0 0 0,0 2 0 0 0,-1 5 0 0 0,3-2 0 0 0,0 1 0 0 0,-2-1 0 0 0,-2-4 0 0 0,-3 0 0 0 0,-2 5 0 0 0,4-2 0 0 0,2-3 0 0 0,-2 1 0 0 0,-1 4 0 0 0,9 4 0 0 0,13 3 0 0 0,6 8 0 0 0,9 4 0 0 0,8 1 0 0 0,0 4 0 0 0,2 1 0 0 0,-2 3 0 0 0,1-1 0 0 0,-3 3 0 0 0,0-2 0 0 0,4-4 0 0 0,2 3 0 0 0,4 3 0 0 0,1-1 0 0 0,2 2 0 0 0,1 3 0 0 0,0 3 0 0 0,1-2 0 0 0,-1 0 0 0 0,0 2 0 0 0,0-3 0 0 0,0-6 0 0 0,-5 0 0 0 0,-2 4 0 0 0,0-3 0 0 0,-4 2 0 0 0,0-3 0 0 0,2 3 0 0 0,2-3 0 0 0,-2 1 0 0 0,-1-1 0 0 0,2-4 0 0 0,-3 1 0 0 0,1 5 0 0 0,1-1 0 0 0,2 2 0 0 0,3 3 0 0 0,-3 3 0 0 0,-1-2 0 0 0,-4 0 0 0 0,0-3 0 0 0,-4-1 0 0 0,2-2 0 0 0,2-4 0 0 0,-1 0 0 0 0,-4 5 0 0 0,-5 3 0 0 0,2 0 0 0 0,-1 0 0 0 0,-3 3 0 0 0,-7-2 0 0 0,-9-6 0 0 0,-8-5 0 0 0,-7-9 0 0 0,-4-5 0 0 0,-3-2 0 0 0,-1-4 0 0 0,-1-2 0 0 0,6-3 0 0 0,2 0 0 0 0,0-2 0 0 0,-1 2 0 0 0,-2 3 0 0 0,0-1 0 0 0,-2 1 0 0 0,5-2 0 0 0,1 1 0 0 0,0 3 0 0 0,-2 2 0 0 0,-1-1 0 0 0,4-6 0 0 0,0 1 0 0 0,-1 2 0 0 0,4-2 0 0 0,0 2 0 0 0,-2 2 0 0 0,-3-2 0 0 0,-2-4 0 0 0,-1 0 0 0 0,-2 4 0 0 0,-1 3 0 0 0,5-2 0 0 0,2-5 0 0 0,-1 2 0 0 0,-1 2 0 0 0,-1 3 0 0 0,4-2 0 0 0,0 1 0 0 0,5-3 0 0 0,-1 1 0 0 0,-2-4 0 0 0,-2 2 0 0 0,2-2 0 0 0,5 7 0 0 0,6 10 0 0 0,3 10 0 0 0,9 3 0 0 0,9 5 0 0 0,3 4 0 0 0,-1 3 0 0 0,-3 3 0 0 0,3-4 0 0 0,-2 0 0 0 0,3-5 0 0 0,-1-1 0 0 0,-2 2 0 0 0,1 3 0 0 0,0 2 0 0 0,2-3 0 0 0,-1-1 0 0 0,3-3 0 0 0,-2 0 0 0 0,-3 2 0 0 0,2-3 0 0 0,-2 1 0 0 0,4-2 0 0 0,-2 0 0 0 0,2-2 0 0 0,0 1 0 0 0,1 4 0 0 0,4 3 0 0 0,-2 3 0 0 0,1-2 0 0 0,4-1 0 0 0,1 1 0 0 0,-2 2 0 0 0,1-4 0 0 0,-5 1 0 0 0,1-5 0 0 0,-4 0 0 0 0,-3 3 0 0 0,0-3 0 0 0,5-4 0 0 0,-2 0 0 0 0,-3 4 0 0 0,-3-7 0 0 0,-9-5 0 0 0,-4-9 0 0 0,-7-9 0 0 0,-6-8 0 0 0,-6-1 0 0 0,0-1 0 0 0,6-3 0 0 0,-1 3 0 0 0,-2 0 0 0 0,2-1 0 0 0,-1 3 0 0 0,3 0 0 0 0,-1 2 0 0 0,2 1 0 0 0,-2 2 0 0 0,3-2 0 0 0,-2 3 0 0 0,1-2 0 0 0,-1 2 0 0 0,2-2 0 0 0,-3 2 0 0 0,3-3 0 0 0,-2-2 0 0 0,-4-5 0 0 0,-3-2 0 0 0,2-3 0 0 0,-1 4 0 0 0,4 1 0 0 0,-1 5 0 0 0,3 0 0 0 0,-1 3 0 0 0,3-1 0 0 0,-2 3 0 0 0,1 9 0 0 0,10 5 0 0 0,5 7 0 0 0,7 4 0 0 0,3 4 0 0 0,0 6 0 0 0,4-2 0 0 0,-2 2 0 0 0,4 2 0 0 0,-2 3 0 0 0,-3 2 0 0 0,2 1 0 0 0,4-4 0 0 0,-1-1 0 0 0,-3 1 0 0 0,1-4 0 0 0,-1-1 0 0 0,-4 2 0 0 0,-2 3 0 0 0,2-4 0 0 0,0 1 0 0 0,3 1 0 0 0,0 2 0 0 0,-2 2 0 0 0,-3 2 0 0 0,3-4 0 0 0,0-1 0 0 0,-3 0 0 0 0,4-3 0 0 0,-1-1 0 0 0,-1-8 0 0 0,-3-12 0 0 0,-2-11 0 0 0,-7-4 0 0 0,-4-4 0 0 0,1-4 0 0 0,-5 1 0 0 0,0 0 0 0 0,-4-2 0 0 0,1-2 0 0 0,-2-2 0 0 0,-5-2 0 0 0,3 0 0 0 0,-2 4 0 0 0,3 2 0 0 0,-1 0 0 0 0,2-2 0 0 0,0 4 0 0 0,1 0 0 0 0,-1-1 0 0 0,1-2 0 0 0,-1 3 0 0 0,-3 6 0 0 0,1 0 0 0 0,4-3 0 0 0,-1 2 0 0 0,2-1 0 0 0,-2 3 0 0 0,1-2 0 0 0,4-4 0 0 0,3 8 0 0 0,3 11 0 0 0,2 12 0 0 0,1 8 0 0 0,1 7 0 0 0,1 4 0 0 0,-1 3 0 0 0,1 1 0 0 0,-1 0 0 0 0,1 0 0 0 0,-1-1 0 0 0,0 0 0 0 0,0-1 0 0 0,5 1 0 0 0,2-2 0 0 0,0 1 0 0 0,-2 0 0 0 0,4-6 0 0 0,1-1 0 0 0,3 0 0 0 0,5-4 0 0 0,-1-10 0 0 0,-8-7 0 0 0,-11-5 0 0 0,-5-6 0 0 0,-2-8 0 0 0,1-5 0 0 0,-3-1 0 0 0,-5 5 0 0 0,0-1 0 0 0,2-2 0 0 0,-1 2 0 0 0,2-1 0 0 0,-2 3 0 0 0,1-1 0 0 0,4-4 0 0 0,-3 3 0 0 0,2-1 0 0 0,2-3 0 0 0,-2 2 0 0 0,0 0 0 0 0,-2 3 0 0 0,0-1 0 0 0,2-2 0 0 0,-1 2 0 0 0,0-2 0 0 0,3-1 0 0 0,-2 1 0 0 0,0 11 0 0 0,8 6 0 0 0,4 8 0 0 0,1 10 0 0 0,7 2 0 0 0,1 3 0 0 0,4-2 0 0 0,0 1 0 0 0,-2 3 0 0 0,-4 3 0 0 0,3-3 0 0 0,-2 0 0 0 0,4-3 0 0 0,0-1 0 0 0,2-2 0 0 0,-1-10 0 0 0,-3-11 0 0 0,-8-9 0 0 0,-5-9 0 0 0,-8 1 0 0 0,-1-2 0 0 0,0-2 0 0 0,3-2 0 0 0,-3 5 0 0 0,0 0 0 0 0,-2 4 0 0 0,0 0 0 0 0,2-2 0 0 0,4-2 0 0 0,-3 2 0 0 0,1 0 0 0 0,-4 3 0 0 0,1 0 0 0 0,-4 2 0 0 0,2 0 0 0 0,3-4 0 0 0,3-3 0 0 0,-2 2 0 0 0,-4 5 0 0 0,-1 0 0 0 0,3-3 0 0 0,4-4 0 0 0,-3 3 0 0 0,1 0 0 0 0,-3 2 0 0 0,0 0 0 0 0,-2 2 0 0 0,1-1 0 0 0,3-3 0 0 0,-2-3 0 0 0,-4 2 0 0 0,1 0 0 0 0,3-2 0 0 0,-1 2 0 0 0,-4 1 0 0 0,1-3 0 0 0,4-1 0 0 0,-1 2 0 0 0,1 0 0 0 0,-2 4 0 0 0,2-1 0 0 0,3 9 0 0 0,8 6 0 0 0,4 8 0 0 0,8 5 0 0 0,2 5 0 0 0,-2 5 0 0 0,4 0 0 0 0,-1 2 0 0 0,2-3 0 0 0,-1 1 0 0 0,2-2 0 0 0,-1 0 0 0 0,-4 3 0 0 0,2-2 0 0 0,-1 1 0 0 0,2-2 0 0 0,4 1 0 0 0,-1 2 0 0 0,2-2 0 0 0,-2 2 0 0 0,1-4 0 0 0,-2 2 0 0 0,-5 3 0 0 0,2-3 0 0 0,-1 1 0 0 0,2-2 0 0 0,-2 1 0 0 0,4-3 0 0 0,-2 1 0 0 0,2 4 0 0 0,4-2 0 0 0,-2 1 0 0 0,1 3 0 0 0,4-2 0 0 0,-4 0 0 0 0,2-3 0 0 0,-4 1 0 0 0,1-3 0 0 0,-3 2 0 0 0,2-3 0 0 0,-3 2 0 0 0,-3-7 0 0 0,-4-10 0 0 0,-8-5 0 0 0,-4-7 0 0 0,-1-7 0 0 0,-5-4 0 0 0,-5 1 0 0 0,-1 0 0 0 0,-2 3 0 0 0,2 0 0 0 0,3-1 0 0 0,0-4 0 0 0,-3 4 0 0 0,0 0 0 0 0,5-3 0 0 0,3-1 0 0 0,-2 3 0 0 0,-4 0 0 0 0,0-1 0 0 0,-2 3 0 0 0,2-1 0 0 0,3-1 0 0 0,3-3 0 0 0,-1 4 0 0 0,1-1 0 0 0,-4 4 0 0 0,1 0 0 0 0,2-3 0 0 0,3-3 0 0 0,-3-2 0 0 0,1-2 0 0 0,-4-2 0 0 0,-4-1 0 0 0,0 0 0 0 0,3 0 0 0 0,4-1 0 0 0,4 1 0 0 0,-3 5 0 0 0,1 2 0 0 0,1 0 0 0 0,2-2 0 0 0,-3-1 0 0 0,-1-1 0 0 0,2-2 0 0 0,1 0 0 0 0,3-1 0 0 0,1 0 0 0 0,1 0 0 0 0,-4 5 0 0 0,-2 2 0 0 0,1 0 0 0 0,1-2 0 0 0,1-1 0 0 0,2-1 0 0 0,1 9 0 0 0,0 13 0 0 0,1 13 0 0 0,1 10 0 0 0,-1 8 0 0 0,0 5 0 0 0,0 2 0 0 0,1 1 0 0 0,-1 1 0 0 0,5-7 0 0 0,2-1 0 0 0,0-1 0 0 0,3-4 0 0 0,1-1 0 0 0,-2 2 0 0 0,-2 2 0 0 0,2-3 0 0 0,0 1 0 0 0,-1 1 0 0 0,3-3 0 0 0,-1 0 0 0 0,4-3 0 0 0,-1 1 0 0 0,-2 2 0 0 0,-4 3 0 0 0,3-2 0 0 0,0-10 0 0 0,-3-12 0 0 0,-1-11 0 0 0,-3-9 0 0 0,-1-6 0 0 0,-1-4 0 0 0,-1-1 0 0 0,-1-2 0 0 0,1 1 0 0 0,-1 1 0 0 0,1 0 0 0 0,0 0 0 0 0,0 1 0 0 0,0 0 0 0 0,0 0 0 0 0,0 0 0 0 0,0 0 0 0 0,0 1 0 0 0,0-1 0 0 0,0 0 0 0 0,-6 5 0 0 0,-1 3 0 0 0,1-2 0 0 0,0 0 0 0 0,-3-2 0 0 0,0-1 0 0 0,1-2 0 0 0,2 0 0 0 0,-3 4 0 0 0,0 2 0 0 0,1 0 0 0 0,3-2 0 0 0,1-2 0 0 0,2 0 0 0 0,-4 3 0 0 0,-1 2 0 0 0,-5-1 0 0 0,1-2 0 0 0,1-1 0 0 0,2-2 0 0 0,-2 5 0 0 0,0 0 0 0 0,3 0 0 0 0,-4-2 0 0 0,0-1 0 0 0,-3-2 0 0 0,-4 4 0 0 0,1 2 0 0 0,-3 4 0 0 0,3 0 0 0 0,-1 4 0 0 0,-3 4 0 0 0,3 9 0 0 0,3 10 0 0 0,5 9 0 0 0,-1 2 0 0 0,1 3 0 0 0,-2 2 0 0 0,-1 3 0 0 0,4 2 0 0 0,-3-4 0 0 0,1-1 0 0 0,2 1 0 0 0,2 1 0 0 0,4 2 0 0 0,-5-5 0 0 0,1 0 0 0 0,0 1 0 0 0,-3-4 0 0 0,0 1 0 0 0,1 1 0 0 0,3-8 0 0 0,2-12 0 0 0,2-11 0 0 0,6-5 0 0 0,3-4 0 0 0,0-5 0 0 0,4-4 0 0 0,5 3 0 0 0,1 1 0 0 0,1-2 0 0 0,4-2 0 0 0,-2-1 0 0 0,1 4 0 0 0,-3 1 0 0 0,0-1 0 0 0,3-1 0 0 0,2 2 0 0 0,-1 2 0 0 0,-6-2 0 0 0,0 3 0 0 0,3-1 0 0 0,-2-1 0 0 0,1 3 0 0 0,-2-1 0 0 0,1 3 0 0 0,-2 0 0 0 0,-4-3 0 0 0,2 1 0 0 0,4 0 0 0 0,-2-3 0 0 0,3-2 0 0 0,-2-3 0 0 0,-4-2 0 0 0,2 4 0 0 0,-3 1 0 0 0,-7 5 0 0 0,-5 10 0 0 0,-7 7 0 0 0,-3 10 0 0 0,-4 2 0 0 0,0 6 0 0 0,-2-1 0 0 0,1 3 0 0 0,-1 4 0 0 0,-4 2 0 0 0,-3 4 0 0 0,3 1 0 0 0,-1 2 0 0 0,-2-5 0 0 0,-2-2 0 0 0,4 1 0 0 0,0 1 0 0 0,-2 2 0 0 0,4 0 0 0 0,0-3 0 0 0,-2-7 0 0 0,2-1 0 0 0,0 2 0 0 0,4 3 0 0 0,-2 3 0 0 0,-2 3 0 0 0,2 1 0 0 0,-2-4 0 0 0,4-1 0 0 0,-2-5 0 0 0,3 1 0 0 0,-1-5 0 0 0,1 2 0 0 0,-1 2 0 0 0,-4-1 0 0 0,2 0 0 0 0,4 4 0 0 0,-1-3 0 0 0,3 1 0 0 0,-3-3 0 0 0,1 1 0 0 0,-1-2 0 0 0,6-5 0 0 0,10-4 0 0 0,5-8 0 0 0,2-9 0 0 0,4-3 0 0 0,1-5 0 0 0,2 1 0 0 0,0-1 0 0 0,2 1 0 0 0,-2-1 0 0 0,2 2 0 0 0,3 5 0 0 0,-2-2 0 0 0,-3-4 0 0 0,0 1 0 0 0,3-2 0 0 0,4-3 0 0 0,3-3 0 0 0,3 2 0 0 0,-3 0 0 0 0,-2-2 0 0 0,2-1 0 0 0,1-3 0 0 0,2-1 0 0 0,1 4 0 0 0,-4 1 0 0 0,-7 0 0 0 0,-1 3 0 0 0,2 1 0 0 0,-2-2 0 0 0,1-3 0 0 0,3 4 0 0 0,-3-1 0 0 0,2-1 0 0 0,2 3 0 0 0,-2 0 0 0 0,0-3 0 0 0,-3-1 0 0 0,1-3 0 0 0,2-2 0 0 0,-2-1 0 0 0,2-1 0 0 0,-4 0 0 0 0,2 5 0 0 0,-3 2 0 0 0,-4-1 0 0 0,2 5 0 0 0,-2 0 0 0 0,-2-2 0 0 0,-3-2 0 0 0,-8 2 0 0 0,-8 6 0 0 0,-4 10 0 0 0,-3 7 0 0 0,-5 8 0 0 0,-3 7 0 0 0,-4 8 0 0 0,-1-2 0 0 0,4 1 0 0 0,1-3 0 0 0,6 0 0 0 0,-1-3 0 0 0,5 0 0 0 0,-2-2 0 0 0,-7 1 0 0 0,-1 4 0 0 0,0-2 0 0 0,6-9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9950 1191 16383 0 0,'-2'1'0'0'0,"-21"14"0"0"0,0-3 0 0 0,5 3 0 0 0,0 4 0 0 0,-3-2 0 0 0,-2 2 0 0 0,-3 3 0 0 0,-2-3 0 0 0,-2-4 0 0 0,4 1 0 0 0,2 2 0 0 0,-1 4 0 0 0,-1-2 0 0 0,-1-4 0 0 0,27-16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1733 16383 0 0,'16'-8'0'0'0,"9"-8"0"0"0,0 2 0 0 0,-6-1 0 0 0,0 2 0 0 0,1-2 0 0 0,4-4 0 0 0,1-4 0 0 0,3 2 0 0 0,-3-1 0 0 0,-2-1 0 0 0,2 2 0 0 0,-4 1 0 0 0,-1 2 0 0 0,2 6 0 0 0,-2-2 0 0 0,-1-3 0 0 0,3 2 0 0 0,-2-3 0 0 0,-1 3 0 0 0,-2-3 0 0 0,1-2 0 0 0,2 2 0 0 0,-2-2 0 0 0,2 3 0 0 0,-4 0 0 0 0,2 1 0 0 0,-5 2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9975 1322 16383 0 0,'2'-2'0'0'0,"15"-13"0"0"0,2-1 0 0 0,-1-3 0 0 0,2 1 0 0 0,1-2 0 0 0,-1-1 0 0 0,0 1 0 0 0,-3 0 0 0 0,1 3 0 0 0,-3-1 0 0 0,-3-3 0 0 0,0 3 0 0 0,0-2 0 0 0,-9 9 0 0 0,-9 11 0 0 0,-5 11 0 0 0,-4 8 0 0 0,-6 7 0 0 0,-4 4 0 0 0,1 2 0 0 0,1-4 0 0 0,-2-2 0 0 0,4 0 0 0 0,0 1 0 0 0,-2-5 0 0 0,4 0 0 0 0,4 1 0 0 0,0-3 0 0 0,2 0 0 0 0,-1-3 0 0 0,-5 0 0 0 0,2 3 0 0 0,-1-2 0 0 0,-4 2 0 0 0,3 1 0 0 0,-2 4 0 0 0,-1-3 0 0 0,-3-6 0 0 0,3 1 0 0 0,5 2 0 0 0,1-2 0 0 0,-3 1 0 0 0,2 3 0 0 0,-1 3 0 0 0,-3-2 0 0 0,-3-1 0 0 0,2 3 0 0 0,0-4 0 0 0,-1-4 0 0 0,2-1 0 0 0,6 3 0 0 0,0 4 0 0 0,-3-3 0 0 0,-4-3 0 0 0,2 0 0 0 0,3-1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9608 1381 16383 0 0,'-6'9'0'0'0,"-7"16"0"0"0,3 1 0 0 0,3-7 0 0 0,3-14 0 0 0,7-12 0 0 0,3-10 0 0 0,6-7 0 0 0,1-6 0 0 0,-9 24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9659 1381 16383 0 0,'-13'14'0'0'0,"-4"3"0"0"0,-2-4 0 0 0,-3 1 0 0 0,3 4 0 0 0,-2-2 0 0 0,-2 2 0 0 0,-2-2 0 0 0,-2 1 0 0 0,-2 4 0 0 0,4 2 0 0 0,4-4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9503 1381 16383 0 0,'-16'14'0'0'0,"-8"8"0"0"0,-1-2 0 0 0,3 1 0 0 0,4-7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1504 16383 0 0,'5'-2'0'0'0,"18"-14"0"0"0,2 1 0 0 0,-3-4 0 0 0,0 2 0 0 0,1 5 0 0 0,-3-3 0 0 0,6-2 0 0 0,-16 7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9572 1381 16383 0 0,'-12'14'0'0'0,"-4"1"0"0"0,1 1 0 0 0,-1-1 0 0 0,1 1 0 0 0,4 3 0 0 0,-2-1 0 0 0,-4 2 0 0 0,2 2 0 0 0,-3-3 0 0 0,-3 1 0 0 0,16-16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20141 4197 16383 0 0,'-6'0'0'0'0,"-6"0"0"0"0,-2-6 0 0 0,-3-1 0 0 0,-4 1 0 0 0,-4 0 0 0 0,-3 3 0 0 0,-2 0 0 0 0,-1 2 0 0 0,0 1 0 0 0,-1-1 0 0 0,1 2 0 0 0,4-6 0 0 0,3-2 0 0 0,0 1 0 0 0,-2-5 0 0 0,-1 1 0 0 0,-1 1 0 0 0,3-3 0 0 0,2 1 0 0 0,-1 1 0 0 0,-2 4 0 0 0,-1 2 0 0 0,-2 2 0 0 0,5-4 0 0 0,0-1 0 0 0,0 1 0 0 0,-2 1 0 0 0,-1 1 0 0 0,3-3 0 0 0,1-1 0 0 0,0 1 0 0 0,-3 2 0 0 0,-1 1 0 0 0,-2 2 0 0 0,-1 1 0 0 0,0 1 0 0 0,-1 0 0 0 0,-1 1 0 0 0,1-1 0 0 0,0 0 0 0 0,0 0 0 0 0,0 1 0 0 0,0-1 0 0 0,0 0 0 0 0,0 0 0 0 0,1 0 0 0 0,-1 0 0 0 0,0 0 0 0 0,0 0 0 0 0,0 0 0 0 0,1 0 0 0 0,-1 0 0 0 0,0 0 0 0 0,0 0 0 0 0,0 0 0 0 0,0 0 0 0 0,-5 0 0 0 0,-7 0 0 0 0,-1 0 0 0 0,-4 0 0 0 0,-4 0 0 0 0,1 0 0 0 0,5 0 0 0 0,4 0 0 0 0,4 0 0 0 0,4 0 0 0 0,2 0 0 0 0,1 0 0 0 0,-4 0 0 0 0,-2 0 0 0 0,0 0 0 0 0,-3 0 0 0 0,-1 5 0 0 0,-4 2 0 0 0,-5 0 0 0 0,2-2 0 0 0,2-1 0 0 0,0-2 0 0 0,-3-1 0 0 0,1 0 0 0 0,4-1 0 0 0,-2 0 0 0 0,3 5 0 0 0,3 1 0 0 0,2 1 0 0 0,4-2 0 0 0,1-1 0 0 0,2-2 0 0 0,-5 4 0 0 0,-6 2 0 0 0,-2-1 0 0 0,2-2 0 0 0,-3-2 0 0 0,1-1 0 0 0,3 5 0 0 0,3 0 0 0 0,3-1 0 0 0,2-1 0 0 0,2-1 0 0 0,0-2 0 0 0,-5-1 0 0 0,-6 5 0 0 0,-2 1 0 0 0,2-1 0 0 0,2-1 0 0 0,3-1 0 0 0,3-2 0 0 0,1-1 0 0 0,2-1 0 0 0,0 0 0 0 0,1 0 0 0 0,-5 0 0 0 0,-3-1 0 0 0,1 1 0 0 0,1 0 0 0 0,2 0 0 0 0,1 0 0 0 0,-5 0 0 0 0,0 0 0 0 0,1 0 0 0 0,1 0 0 0 0,1 0 0 0 0,2 0 0 0 0,1 0 0 0 0,1 0 0 0 0,0 0 0 0 0,1 0 0 0 0,-1 0 0 0 0,1 0 0 0 0,-1 0 0 0 0,1 0 0 0 0,-1 0 0 0 0,0 0 0 0 0,6 5 0 0 0,11 2 0 0 0,14 5 0 0 0,13 0 0 0 0,8-1 0 0 0,7 2 0 0 0,3-1 0 0 0,2-3 0 0 0,-5 3 0 0 0,-2-1 0 0 0,6 3 0 0 0,2-1 0 0 0,0-2 0 0 0,0-4 0 0 0,0 3 0 0 0,4-1 0 0 0,6 4 0 0 0,6 4 0 0 0,0 0 0 0 0,2 2 0 0 0,3-2 0 0 0,-4-4 0 0 0,7 1 0 0 0,2-2 0 0 0,-2-3 0 0 0,-2-3 0 0 0,1 3 0 0 0,-4 0 0 0 0,4 3 0 0 0,4 0 0 0 0,1 3 0 0 0,6 5 0 0 0,2-2 0 0 0,-6 1 0 0 0,3-1 0 0 0,4 0 0 0 0,2-3 0 0 0,-2 2 0 0 0,4-2 0 0 0,-2-4 0 0 0,-7 2 0 0 0,1-2 0 0 0,4 3 0 0 0,-4-1 0 0 0,2-3 0 0 0,5-3 0 0 0,6 2 0 0 0,-1 1 0 0 0,-3 2 0 0 0,-3 1 0 0 0,-5-3 0 0 0,-3 2 0 0 0,-1-1 0 0 0,-8-2 0 0 0,4-2 0 0 0,1 2 0 0 0,-4 0 0 0 0,-2-2 0 0 0,6 4 0 0 0,4-1 0 0 0,0-1 0 0 0,-6 2 0 0 0,-1 0 0 0 0,-6-2 0 0 0,-2-3 0 0 0,-3-2 0 0 0,-5-2 0 0 0,1-1 0 0 0,3 4 0 0 0,6 2 0 0 0,-3-1 0 0 0,-3-1 0 0 0,1 3 0 0 0,-3 1 0 0 0,3-1 0 0 0,-3 3 0 0 0,2 0 0 0 0,-1-2 0 0 0,-3-3 0 0 0,-4 3 0 0 0,-3 0 0 0 0,-2-1 0 0 0,-1-3 0 0 0,-1-1 0 0 0,-1-2 0 0 0,0-1 0 0 0,0-1 0 0 0,-5 5 0 0 0,-12 1 0 0 0,-13 0 0 0 0,-12-1 0 0 0,-10-1 0 0 0,-5-2 0 0 0,-5-1 0 0 0,-1 0 0 0 0,-5-1 0 0 0,-3 0 0 0 0,2-1 0 0 0,2 1 0 0 0,1 0 0 0 0,2 0 0 0 0,-3 0 0 0 0,-7 0 0 0 0,0 0 0 0 0,2 0 0 0 0,2 0 0 0 0,-2-6 0 0 0,-4-1 0 0 0,-5 1 0 0 0,-5 0 0 0 0,-8 3 0 0 0,-9 0 0 0 0,3 2 0 0 0,3 0 0 0 0,-4 1 0 0 0,1 1 0 0 0,1-1 0 0 0,2 0 0 0 0,2 0 0 0 0,2 1 0 0 0,-5-1 0 0 0,-1 0 0 0 0,-4 0 0 0 0,5 0 0 0 0,3 0 0 0 0,-3 0 0 0 0,0 0 0 0 0,1 0 0 0 0,-4 0 0 0 0,0 0 0 0 0,-5 0 0 0 0,2 0 0 0 0,7 0 0 0 0,-1 0 0 0 0,-4 0 0 0 0,0 0 0 0 0,-5 0 0 0 0,7 0 0 0 0,4 0 0 0 0,3 0 0 0 0,2 0 0 0 0,1 0 0 0 0,-6 0 0 0 0,4 0 0 0 0,2 0 0 0 0,0 0 0 0 0,0 0 0 0 0,0 5 0 0 0,5 2 0 0 0,1 0 0 0 0,-1-2 0 0 0,-1-1 0 0 0,4 3 0 0 0,-1 2 0 0 0,5-2 0 0 0,-1-2 0 0 0,3-1 0 0 0,-1 3 0 0 0,-4 1 0 0 0,3-1 0 0 0,-2-2 0 0 0,3-1 0 0 0,4-2 0 0 0,3-1 0 0 0,5-1 0 0 0,2 0 0 0 0,1-1 0 0 0,-3 1 0 0 0,-2 5 0 0 0,0 2 0 0 0,2-1 0 0 0,1-1 0 0 0,1-1 0 0 0,1-1 0 0 0,1-2 0 0 0,10-1 0 0 0,15 0 0 0 0,13 0 0 0 0,11 0 0 0 0,7 0 0 0 0,6-1 0 0 0,1 1 0 0 0,2 0 0 0 0,-1 0 0 0 0,0 0 0 0 0,0 0 0 0 0,4 0 0 0 0,7 0 0 0 0,0 0 0 0 0,-1 0 0 0 0,2 0 0 0 0,-1 0 0 0 0,2 0 0 0 0,-1 0 0 0 0,-3 0 0 0 0,7 0 0 0 0,0 0 0 0 0,3 0 0 0 0,2 0 0 0 0,3 0 0 0 0,2 0 0 0 0,-3 0 0 0 0,-1 0 0 0 0,5 0 0 0 0,-1 0 0 0 0,4 0 0 0 0,-3 0 0 0 0,-1 0 0 0 0,5 0 0 0 0,2 0 0 0 0,0 0 0 0 0,5 0 0 0 0,1 0 0 0 0,-2 0 0 0 0,-1 0 0 0 0,-3 0 0 0 0,-2 0 0 0 0,-1 0 0 0 0,4 0 0 0 0,1 0 0 0 0,0 0 0 0 0,-1 0 0 0 0,-2 0 0 0 0,-2 0 0 0 0,0 0 0 0 0,-1 0 0 0 0,0 0 0 0 0,-1 0 0 0 0,-5 0 0 0 0,-1 0 0 0 0,0 0 0 0 0,1 0 0 0 0,1 0 0 0 0,3 0 0 0 0,-5 0 0 0 0,-6 0 0 0 0,-6 0 0 0 0,-1 0 0 0 0,5 0 0 0 0,-2 5 0 0 0,-3 2 0 0 0,2 0 0 0 0,4-2 0 0 0,-1-1 0 0 0,-3-2 0 0 0,-4 0 0 0 0,-4-2 0 0 0,-2 5 0 0 0,-2 2 0 0 0,-1 0 0 0 0,-1-2 0 0 0,0-2 0 0 0,0-1 0 0 0,1 0 0 0 0,-6 3 0 0 0,-2 2 0 0 0,1 0 0 0 0,2-2 0 0 0,-10-2 0 0 0,-12-1 0 0 0,-12-1 0 0 0,-10 0 0 0 0,-7-1 0 0 0,-5 0 0 0 0,-2-1 0 0 0,-1 1 0 0 0,0 0 0 0 0,0 0 0 0 0,-5 0 0 0 0,-1 0 0 0 0,1-1 0 0 0,2 1 0 0 0,-4 0 0 0 0,0 1 0 0 0,1-1 0 0 0,3 0 0 0 0,-4 0 0 0 0,-5 0 0 0 0,-6 0 0 0 0,1 0 0 0 0,-2 0 0 0 0,4 0 0 0 0,3 0 0 0 0,0 0 0 0 0,2 0 0 0 0,-3 0 0 0 0,3 5 0 0 0,2 2 0 0 0,-2-1 0 0 0,1 0 0 0 0,-3-2 0 0 0,-4-2 0 0 0,1-1 0 0 0,-2 0 0 0 0,-3-1 0 0 0,-8-1 0 0 0,-4 1 0 0 0,3 0 0 0 0,3 0 0 0 0,5 0 0 0 0,7 5 0 0 0,1 2 0 0 0,-2-1 0 0 0,1 0 0 0 0,-1-3 0 0 0,2 0 0 0 0,4-2 0 0 0,-2 0 0 0 0,-4-1 0 0 0,2-1 0 0 0,2 1 0 0 0,-1 0 0 0 0,2-1 0 0 0,-3 1 0 0 0,2 0 0 0 0,3 0 0 0 0,3 0 0 0 0,3 0 0 0 0,2 0 0 0 0,1 0 0 0 0,2 0 0 0 0,10 0 0 0 0,14 0 0 0 0,13 0 0 0 0,11 0 0 0 0,8 0 0 0 0,9 0 0 0 0,5 0 0 0 0,0 0 0 0 0,-1 0 0 0 0,3 0 0 0 0,5 0 0 0 0,0 0 0 0 0,-3 0 0 0 0,1 0 0 0 0,-1 0 0 0 0,2 0 0 0 0,4 0 0 0 0,3 0 0 0 0,-1 0 0 0 0,-5 0 0 0 0,1 0 0 0 0,7 0 0 0 0,0 0 0 0 0,1 0 0 0 0,6 0 0 0 0,-1 0 0 0 0,4 0 0 0 0,2 0 0 0 0,-1-5 0 0 0,5-2 0 0 0,1 0 0 0 0,-2-3 0 0 0,3-1 0 0 0,0 2 0 0 0,3-3 0 0 0,-1 1 0 0 0,3-3 0 0 0,-2 0 0 0 0,-3-2 0 0 0,-4 2 0 0 0,3-3 0 0 0,-1 3 0 0 0,-2 2 0 0 0,3-1 0 0 0,0 2 0 0 0,3-3 0 0 0,0 1 0 0 0,-8 2 0 0 0,0 4 0 0 0,0 3 0 0 0,-2 2 0 0 0,-1-4 0 0 0,5-1 0 0 0,-5 1 0 0 0,-3-4 0 0 0,-1-1 0 0 0,-5 3 0 0 0,3-4 0 0 0,-2 1 0 0 0,-1 2 0 0 0,1-2 0 0 0,-4 0 0 0 0,-5 2 0 0 0,4 3 0 0 0,-5-3 0 0 0,-1 0 0 0 0,2 1 0 0 0,-1-2 0 0 0,-3-1 0 0 0,-4 3 0 0 0,-3 2 0 0 0,3 2 0 0 0,4 2 0 0 0,2-5 0 0 0,-3 0 0 0 0,-3 1 0 0 0,-2-4 0 0 0,-4 0 0 0 0,0 1 0 0 0,-2 3 0 0 0,-1 1 0 0 0,1 3 0 0 0,-6-4 0 0 0,-13-1 0 0 0,-12 0 0 0 0,-13 2 0 0 0,-8 2 0 0 0,-7 1 0 0 0,-3 1 0 0 0,-2 1 0 0 0,-1 0 0 0 0,1 5 0 0 0,0 8 0 0 0,-4 1 0 0 0,-2 3 0 0 0,2 0 0 0 0,0 1 0 0 0,8 3 0 0 0,3-2 0 0 0,0 1 0 0 0,-5 3 0 0 0,-3 2 0 0 0,5 2 0 0 0,1-3 0 0 0,1-1 0 0 0,-1 1 0 0 0,5 2 0 0 0,1 2 0 0 0,-1-5 0 0 0,-2 0 0 0 0,3 1 0 0 0,1 2 0 0 0,-2 1 0 0 0,3 2 0 0 0,5 1 0 0 0,0 0 0 0 0,-3-4 0 0 0,2-2 0 0 0,3 1 0 0 0,-1-5 0 0 0,2 0 0 0 0,2 2 0 0 0,4 3 0 0 0,-3-4 0 0 0,1 1 0 0 0,0 1 0 0 0,-2-3 0 0 0,0-10 0 0 0,1-13 0 0 0,9-4 0 0 0,3-8 0 0 0,1-6 0 0 0,6-4 0 0 0,1-4 0 0 0,3 4 0 0 0,0 0 0 0 0,3-1 0 0 0,-2 0 0 0 0,2-3 0 0 0,-2 0 0 0 0,2 5 0 0 0,-2 0 0 0 0,-4 0 0 0 0,2 3 0 0 0,-2 1 0 0 0,3-2 0 0 0,4-2 0 0 0,5-3 0 0 0,-3-2 0 0 0,2 0 0 0 0,2 3 0 0 0,-4 2 0 0 0,-4-1 0 0 0,-1 5 0 0 0,4-6 0 0 0,2-8 0 0 0,4-4 0 0 0,3-1 0 0 0,-4 1 0 0 0,0 2 0 0 0,1 2 0 0 0,1 1 0 0 0,-4 2 0 0 0,0 5 0 0 0,1 7 0 0 0,-3 2 0 0 0,-5-1 0 0 0,1-3 0 0 0,1 1 0 0 0,5 0 0 0 0,3-2 0 0 0,2-3 0 0 0,-3-2 0 0 0,0 3 0 0 0,-5 1 0 0 0,1 4 0 0 0,1 5 0 0 0,-3 0 0 0 0,-4-3 0 0 0,1 2 0 0 0,2 3 0 0 0,0-2 0 0 0,-5-3 0 0 0,2 0 0 0 0,-1-1 0 0 0,1 2 0 0 0,5-1 0 0 0,-2-4 0 0 0,-8 3 0 0 0,-12 9 0 0 0,-10 11 0 0 0,-8 6 0 0 0,-1 6 0 0 0,4 6 0 0 0,0 0 0 0 0,-3-3 0 0 0,2 0 0 0 0,0 3 0 0 0,-3 2 0 0 0,-3 4 0 0 0,4 3 0 0 0,-1-5 0 0 0,4 0 0 0 0,-1-5 0 0 0,4 0 0 0 0,-2-3 0 0 0,3 1 0 0 0,3 2 0 0 0,4 4 0 0 0,-3-2 0 0 0,-4 0 0 0 0,0 2 0 0 0,-3 3 0 0 0,2 1 0 0 0,-3-3 0 0 0,3-1 0 0 0,-2 1 0 0 0,2 2 0 0 0,4 2 0 0 0,-2 0 0 0 0,1 2 0 0 0,-2 1 0 0 0,1 0 0 0 0,3 0 0 0 0,-2 0 0 0 0,-5 0 0 0 0,2 0 0 0 0,-3-5 0 0 0,1-2 0 0 0,5 0 0 0 0,4 2 0 0 0,-2-4 0 0 0,0-1 0 0 0,3 2 0 0 0,2 2 0 0 0,-4-3 0 0 0,6-6 0 0 0,3-10 0 0 0,1-12 0 0 0,6-5 0 0 0,7-5 0 0 0,1-6 0 0 0,4 1 0 0 0,-2-1 0 0 0,-4-2 0 0 0,-4-2 0 0 0,2 3 0 0 0,4 1 0 0 0,5-7 0 0 0,-2-4 0 0 0,-2-1 0 0 0,0 5 0 0 0,-3-3 0 0 0,3-1 0 0 0,-3-1 0 0 0,3-4 0 0 0,-2-2 0 0 0,2 1 0 0 0,4 2 0 0 0,-2 2 0 0 0,1-3 0 0 0,-2-1 0 0 0,-4 1 0 0 0,1 2 0 0 0,-3-4 0 0 0,4 6 0 0 0,3-3 0 0 0,-1 0 0 0 0,-4-4 0 0 0,2-5 0 0 0,3-6 0 0 0,-1 1 0 0 0,1 3 0 0 0,-1 6 0 0 0,-5 4 0 0 0,-4-2 0 0 0,2 1 0 0 0,5 1 0 0 0,-1 3 0 0 0,3-4 0 0 0,3-6 0 0 0,-1 0 0 0 0,-4 2 0 0 0,-4-2 0 0 0,0 7 0 0 0,0-1 0 0 0,-4 1 0 0 0,4 7 0 0 0,-1 4 0 0 0,-2-5 0 0 0,3-7 0 0 0,0-1 0 0 0,2 4 0 0 0,1 0 0 0 0,-4-1 0 0 0,3 7 0 0 0,-2-2 0 0 0,-2-1 0 0 0,-2-1 0 0 0,-4 1 0 0 0,5 6 0 0 0,-1 3 0 0 0,0-6 0 0 0,3-3 0 0 0,0-1 0 0 0,-1 1 0 0 0,-3-1 0 0 0,-2 2 0 0 0,-2 0 0 0 0,-1 0 0 0 0,4 6 0 0 0,2 3 0 0 0,-1 9 0 0 0,-1 13 0 0 0,-6 7 0 0 0,-4 7 0 0 0,-1 7 0 0 0,-4 5 0 0 0,-1 3 0 0 0,2 3 0 0 0,-3-4 0 0 0,-5-2 0 0 0,1 1 0 0 0,-3 1 0 0 0,3 0 0 0 0,3 2 0 0 0,5 1 0 0 0,-3 1 0 0 0,2-1 0 0 0,-4 1 0 0 0,1 0 0 0 0,2 0 0 0 0,3 0 0 0 0,-2 6 0 0 0,0 1 0 0 0,-4-6 0 0 0,0 2 0 0 0,-2 7 0 0 0,-4 5 0 0 0,1 7 0 0 0,3-2 0 0 0,5-3 0 0 0,-2 0 0 0 0,2 3 0 0 0,-3-8 0 0 0,1 0 0 0 0,-3 3 0 0 0,-4 3 0 0 0,1 0 0 0 0,4-4 0 0 0,4 1 0 0 0,3-2 0 0 0,-1-3 0 0 0,0-3 0 0 0,-4-4 0 0 0,0-1 0 0 0,-3 3 0 0 0,-4 7 0 0 0,1 6 0 0 0,-2 0 0 0 0,3 2 0 0 0,-1-2 0 0 0,3-4 0 0 0,3-5 0 0 0,-1-4 0 0 0,1-2 0 0 0,-2-8 0 0 0,2-2 0 0 0,-4-1 0 0 0,2 2 0 0 0,3 1 0 0 0,-1-3 0 0 0,0-1 0 0 0,-2-4 0 0 0,1 0 0 0 0,2 3 0 0 0,-1-3 0 0 0,1-9 0 0 0,2-12 0 0 0,3-10 0 0 0,2-9 0 0 0,2-10 0 0 0,1-6 0 0 0,1-1 0 0 0,1 0 0 0 0,5 3 0 0 0,1 1 0 0 0,5-4 0 0 0,1 0 0 0 0,-2 1 0 0 0,-4 2 0 0 0,4 2 0 0 0,-1-4 0 0 0,-2-1 0 0 0,-3-4 0 0 0,-1 0 0 0 0,-3 2 0 0 0,0-2 0 0 0,4 5 0 0 0,2 0 0 0 0,-1-5 0 0 0,4 0 0 0 0,1-3 0 0 0,-2 0 0 0 0,2 4 0 0 0,1-2 0 0 0,-3-4 0 0 0,-3-5 0 0 0,3 3 0 0 0,0-2 0 0 0,-1 3 0 0 0,2 0 0 0 0,1 2 0 0 0,3 4 0 0 0,-1 0 0 0 0,2 0 0 0 0,0 4 0 0 0,-4-3 0 0 0,-3-4 0 0 0,2-5 0 0 0,-1 0 0 0 0,4 0 0 0 0,-1-3 0 0 0,4 2 0 0 0,-2 0 0 0 0,-3 4 0 0 0,2 4 0 0 0,-2 5 0 0 0,-2-1 0 0 0,3 0 0 0 0,-1-3 0 0 0,-3 0 0 0 0,-2 3 0 0 0,-2 2 0 0 0,-2 3 0 0 0,-2-4 0 0 0,6 1 0 0 0,0 0 0 0 0,0 2 0 0 0,-1 2 0 0 0,-1 2 0 0 0,-2-5 0 0 0,4 4 0 0 0,1 3 0 0 0,0-5 0 0 0,-2-6 0 0 0,-1-2 0 0 0,-2 2 0 0 0,-1 2 0 0 0,-1 2 0 0 0,0-2 0 0 0,0-1 0 0 0,0 2 0 0 0,-1 2 0 0 0,-4 2 0 0 0,-2 2 0 0 0,0 0 0 0 0,2 1 0 0 0,-5 6 0 0 0,1 1 0 0 0,-4 6 0 0 0,-5 5 0 0 0,-5 5 0 0 0,-3 9 0 0 0,2 10 0 0 0,6 8 0 0 0,0 6 0 0 0,3 4 0 0 0,5 2 0 0 0,-2-4 0 0 0,2 4 0 0 0,-4 2 0 0 0,2 6 0 0 0,2 1 0 0 0,3 5 0 0 0,3-1 0 0 0,-4-2 0 0 0,1 3 0 0 0,0 3 0 0 0,-3-1 0 0 0,0-3 0 0 0,1 2 0 0 0,3-3 0 0 0,-3 3 0 0 0,0 4 0 0 0,1 3 0 0 0,2-1 0 0 0,3 0 0 0 0,1 2 0 0 0,1-2 0 0 0,1-1 0 0 0,0 3 0 0 0,1-4 0 0 0,-6 1 0 0 0,-2-3 0 0 0,1 0 0 0 0,1 3 0 0 0,-4-2 0 0 0,-1 2 0 0 0,2 1 0 0 0,3-2 0 0 0,1 1 0 0 0,2-3 0 0 0,1 1 0 0 0,-5 2 0 0 0,-1-2 0 0 0,1-4 0 0 0,1 1 0 0 0,2-3 0 0 0,-5-3 0 0 0,0-3 0 0 0,1 3 0 0 0,2 0 0 0 0,1 3 0 0 0,2-1 0 0 0,1-1 0 0 0,1-3 0 0 0,-5-3 0 0 0,-2-1 0 0 0,1-3 0 0 0,1 0 0 0 0,-4-5 0 0 0,0-3 0 0 0,1 1 0 0 0,2 1 0 0 0,2 1 0 0 0,-3 3 0 0 0,-1 0 0 0 0,1 1 0 0 0,2 1 0 0 0,2 0 0 0 0,1-10 0 0 0,1-14 0 0 0,1-14 0 0 0,0-10 0 0 0,0-9 0 0 0,6-3 0 0 0,1-9 0 0 0,0-3 0 0 0,-2 1 0 0 0,4-3 0 0 0,6-6 0 0 0,5 1 0 0 0,0 3 0 0 0,1-1 0 0 0,-3-3 0 0 0,-4 1 0 0 0,0 4 0 0 0,4 4 0 0 0,-2 4 0 0 0,-4 2 0 0 0,2-3 0 0 0,-1-6 0 0 0,-4-1 0 0 0,3 2 0 0 0,-2 3 0 0 0,-1 2 0 0 0,2 3 0 0 0,-1-3 0 0 0,4-1 0 0 0,-1 0 0 0 0,-2 3 0 0 0,-4 1 0 0 0,3-4 0 0 0,-1-1 0 0 0,4 1 0 0 0,-1-3 0 0 0,-2 0 0 0 0,3 1 0 0 0,-2 3 0 0 0,3 2 0 0 0,0 2 0 0 0,-4-4 0 0 0,-2-1 0 0 0,-4 1 0 0 0,-2-4 0 0 0,4 5 0 0 0,1 3 0 0 0,0-2 0 0 0,3 3 0 0 0,0-2 0 0 0,-2-6 0 0 0,-1-2 0 0 0,2 7 0 0 0,0 3 0 0 0,-1-2 0 0 0,-3-2 0 0 0,-1 1 0 0 0,-2 1 0 0 0,-1-5 0 0 0,-1 0 0 0 0,0 1 0 0 0,-1 1 0 0 0,6 8 0 0 0,2 3 0 0 0,-1 0 0 0 0,-1 1 0 0 0,-1-2 0 0 0,-2-1 0 0 0,0-2 0 0 0,-2 11 0 0 0,0 13 0 0 0,0 13 0 0 0,-6 10 0 0 0,-1 8 0 0 0,-5 5 0 0 0,-1 2 0 0 0,3 1 0 0 0,-3 1 0 0 0,1-1 0 0 0,2-1 0 0 0,4 0 0 0 0,2 0 0 0 0,2-1 0 0 0,-4 5 0 0 0,-1 2 0 0 0,0-1 0 0 0,3-1 0 0 0,-5-1 0 0 0,0-2 0 0 0,2 4 0 0 0,-4 7 0 0 0,0 0 0 0 0,2-1 0 0 0,3 1 0 0 0,2 5 0 0 0,2-1 0 0 0,1 2 0 0 0,-5 3 0 0 0,0-3 0 0 0,0-4 0 0 0,1 0 0 0 0,-4-7 0 0 0,0 0 0 0 0,1-2 0 0 0,3 4 0 0 0,-5 5 0 0 0,1 6 0 0 0,2-2 0 0 0,-4-3 0 0 0,0 0 0 0 0,3-2 0 0 0,1-3 0 0 0,4-5 0 0 0,0-2 0 0 0,2-2 0 0 0,1-2 0 0 0,1-1 0 0 0,-1 0 0 0 0,1 0 0 0 0,-6 1 0 0 0,-2-1 0 0 0,1 1 0 0 0,0-1 0 0 0,3 1 0 0 0,0 0 0 0 0,-3-6 0 0 0,-2-1 0 0 0,2 0 0 0 0,0 2 0 0 0,3 1 0 0 0,1 1 0 0 0,1 2 0 0 0,0 0 0 0 0,2 1 0 0 0,-1 0 0 0 0,0-10 0 0 0,0-14 0 0 0,1-19 0 0 0,-1-13 0 0 0,5-7 0 0 0,2-3 0 0 0,0-1 0 0 0,-2-5 0 0 0,4 4 0 0 0,1-1 0 0 0,3 5 0 0 0,-1 3 0 0 0,4-4 0 0 0,-1-6 0 0 0,-4-2 0 0 0,2 1 0 0 0,-1 2 0 0 0,2 3 0 0 0,0 2 0 0 0,1 1 0 0 0,-1 2 0 0 0,-3 0 0 0 0,-3-4 0 0 0,2-3 0 0 0,4-4 0 0 0,6-1 0 0 0,-1 2 0 0 0,-4 3 0 0 0,-4-3 0 0 0,1 5 0 0 0,-1 5 0 0 0,2-5 0 0 0,5-5 0 0 0,4-7 0 0 0,-2 0 0 0 0,-4 3 0 0 0,1-2 0 0 0,2 2 0 0 0,-2-1 0 0 0,-3 1 0 0 0,0 3 0 0 0,-2 4 0 0 0,3 8 0 0 0,-2-1 0 0 0,3-1 0 0 0,-2 0 0 0 0,-3 0 0 0 0,-4 1 0 0 0,-2 0 0 0 0,2 5 0 0 0,1 2 0 0 0,-2-1 0 0 0,4 0 0 0 0,0-2 0 0 0,-1-1 0 0 0,-3-2 0 0 0,-2 0 0 0 0,-2-1 0 0 0,-1 10 0 0 0,-1 15 0 0 0,0 12 0 0 0,0 12 0 0 0,-6 2 0 0 0,-1 2 0 0 0,0 4 0 0 0,1 2 0 0 0,2 2 0 0 0,-4 1 0 0 0,0 0 0 0 0,1 0 0 0 0,-3 1 0 0 0,-1-1 0 0 0,2 0 0 0 0,-2-5 0 0 0,0-2 0 0 0,2 0 0 0 0,3 2 0 0 0,2 1 0 0 0,2 1 0 0 0,-5-4 0 0 0,0 0 0 0 0,1 0 0 0 0,1 2 0 0 0,2 1 0 0 0,1 2 0 0 0,-4-5 0 0 0,-1 0 0 0 0,0 0 0 0 0,2 2 0 0 0,1 1 0 0 0,2 2 0 0 0,1 1 0 0 0,1 0 0 0 0,0 1 0 0 0,0 0 0 0 0,0 0 0 0 0,1 0 0 0 0,-1 0 0 0 0,0-10 0 0 0,0-15 0 0 0,0-12 0 0 0,0-12 0 0 0,0-7 0 0 0,0-5 0 0 0,0-3 0 0 0,6 0 0 0 0,0-1 0 0 0,1-4 0 0 0,-2-7 0 0 0,-1 0 0 0 0,4 1 0 0 0,0 4 0 0 0,-1 3 0 0 0,4-3 0 0 0,-1 1 0 0 0,-1 1 0 0 0,-3 2 0 0 0,4 7 0 0 0,-1 4 0 0 0,-1-5 0 0 0,-3-3 0 0 0,-1 0 0 0 0,-3-1 0 0 0,0 1 0 0 0,-1 1 0 0 0,0 0 0 0 0,0 1 0 0 0,-1 0 0 0 0,6 0 0 0 0,2 0 0 0 0,-1 0 0 0 0,0 1 0 0 0,-2-1 0 0 0,-2 0 0 0 0,-1-5 0 0 0,0-2 0 0 0,-1 1 0 0 0,-1 1 0 0 0,1 1 0 0 0,0 2 0 0 0,0 1 0 0 0,0 0 0 0 0,-1 2 0 0 0,1-1 0 0 0,0 0 0 0 0,0 1 0 0 0,0-1 0 0 0,0 11 0 0 0,0 14 0 0 0,-5 8 0 0 0,-2 8 0 0 0,-5 9 0 0 0,0 5 0 0 0,-4 5 0 0 0,2 2 0 0 0,2 1 0 0 0,4 1 0 0 0,-3-6 0 0 0,2-2 0 0 0,-4 0 0 0 0,1 1 0 0 0,2 2 0 0 0,3 0 0 0 0,-3-3 0 0 0,1-2 0 0 0,-4 1 0 0 0,0 2 0 0 0,3 1 0 0 0,3 2 0 0 0,-3-5 0 0 0,1 0 0 0 0,1 0 0 0 0,-2-4 0 0 0,-1 1 0 0 0,3 1 0 0 0,-4 2 0 0 0,2 3 0 0 0,1 2 0 0 0,-3 0 0 0 0,2 2 0 0 0,1 0 0 0 0,-2-5 0 0 0,0-2 0 0 0,2 1 0 0 0,3 1 0 0 0,2 1 0 0 0,-3-4 0 0 0,-1 0 0 0 0,1 1 0 0 0,2 1 0 0 0,-3-3 0 0 0,-1 0 0 0 0,1 1 0 0 0,3 2 0 0 0,-4-3 0 0 0,0 0 0 0 0,1 1 0 0 0,3 2 0 0 0,1 3 0 0 0,2 1 0 0 0,1 0 0 0 0,6-3 0 0 0,8-12 0 0 0,1-14 0 0 0,4-12 0 0 0,3-4 0 0 0,-1-4 0 0 0,-4-5 0 0 0,0-2 0 0 0,-2-3 0 0 0,1 4 0 0 0,-1 2 0 0 0,2 4 0 0 0,-3 1 0 0 0,-2-2 0 0 0,2-3 0 0 0,3-2 0 0 0,0-2 0 0 0,-3-2 0 0 0,1 0 0 0 0,-1-1 0 0 0,2-1 0 0 0,-2 1 0 0 0,-2 0 0 0 0,-4 0 0 0 0,2 5 0 0 0,0 2 0 0 0,-1 0 0 0 0,2-2 0 0 0,1-1 0 0 0,-3-1 0 0 0,3 3 0 0 0,0 2 0 0 0,-2-1 0 0 0,-3-2 0 0 0,-2-1 0 0 0,-2-2 0 0 0,4 5 0 0 0,1 0 0 0 0,-1 0 0 0 0,4-2 0 0 0,1-1 0 0 0,-3-2 0 0 0,-1-1 0 0 0,-3 0 0 0 0,-2-1 0 0 0,-1 10 0 0 0,-1 14 0 0 0,0 14 0 0 0,0 10 0 0 0,-1 8 0 0 0,1 5 0 0 0,-6-2 0 0 0,-1-2 0 0 0,0 1 0 0 0,2 1 0 0 0,1 0 0 0 0,-4 2 0 0 0,0 0 0 0 0,1 1 0 0 0,-3 5 0 0 0,-1 2 0 0 0,2-1 0 0 0,-2-6 0 0 0,0 3 0 0 0,2-1 0 0 0,3 6 0 0 0,-4-5 0 0 0,1-2 0 0 0,2-1 0 0 0,-4 4 0 0 0,1 7 0 0 0,1 1 0 0 0,3 4 0 0 0,-3-1 0 0 0,0-2 0 0 0,1-5 0 0 0,-2-2 0 0 0,-1-4 0 0 0,-3-1 0 0 0,1-1 0 0 0,3 0 0 0 0,2-1 0 0 0,4 0 0 0 0,-4 5 0 0 0,0 3 0 0 0,-4-6 0 0 0,0 2 0 0 0,-3 1 0 0 0,1-1 0 0 0,3 0 0 0 0,3-1 0 0 0,-2 4 0 0 0,-5 7 0 0 0,-5 6 0 0 0,1-1 0 0 0,-1-7 0 0 0,2-2 0 0 0,4-2 0 0 0,0-1 0 0 0,2-3 0 0 0,-2-2 0 0 0,1 0 0 0 0,2-2 0 0 0,5 1 0 0 0,-4-1 0 0 0,1 1 0 0 0,-4-6 0 0 0,1-2 0 0 0,-3 2 0 0 0,1 0 0 0 0,3 2 0 0 0,3 1 0 0 0,-2-3 0 0 0,-5-2 0 0 0,1 1 0 0 0,2-9 0 0 0,3-12 0 0 0,4-12 0 0 0,2-9 0 0 0,1-13 0 0 0,2-6 0 0 0,1-7 0 0 0,-1-1 0 0 0,1-4 0 0 0,0-4 0 0 0,4 2 0 0 0,2 4 0 0 0,0 0 0 0 0,4 3 0 0 0,0-3 0 0 0,-2 3 0 0 0,-3-2 0 0 0,-2 1 0 0 0,-1-2 0 0 0,-2 2 0 0 0,-1 3 0 0 0,0-1 0 0 0,-1 0 0 0 0,1-2 0 0 0,-1-4 0 0 0,1 1 0 0 0,0-2 0 0 0,5-2 0 0 0,2 1 0 0 0,0 0 0 0 0,-2 3 0 0 0,-1-6 0 0 0,-2 0 0 0 0,0 6 0 0 0,-2-1 0 0 0,0-8 0 0 0,0 2 0 0 0,5-2 0 0 0,1 5 0 0 0,1 0 0 0 0,-2-2 0 0 0,-1 4 0 0 0,-2-1 0 0 0,-1 4 0 0 0,0-1 0 0 0,-1-3 0 0 0,0 2 0 0 0,-1-1 0 0 0,1 3 0 0 0,0-2 0 0 0,0-2 0 0 0,0 2 0 0 0,0-1 0 0 0,-1 2 0 0 0,1 5 0 0 0,6-1 0 0 0,1 1 0 0 0,-1 3 0 0 0,0-2 0 0 0,-2 1 0 0 0,-2 2 0 0 0,-1 3 0 0 0,0 1 0 0 0,-1-3 0 0 0,-1-5 0 0 0,1-2 0 0 0,0 3 0 0 0,0 2 0 0 0,-1 4 0 0 0,1 1 0 0 0,0 3 0 0 0,0 1 0 0 0,0 0 0 0 0,0 1 0 0 0,0 0 0 0 0,0 0 0 0 0,0-1 0 0 0,0 1 0 0 0,0 9 0 0 0,-5 10 0 0 0,-2 11 0 0 0,0 11 0 0 0,2 9 0 0 0,-4 6 0 0 0,0 4 0 0 0,-4 2 0 0 0,0 6 0 0 0,-3-3 0 0 0,2 3 0 0 0,2 0 0 0 0,-1 4 0 0 0,1 5 0 0 0,-2-5 0 0 0,1 1 0 0 0,-3 3 0 0 0,2 5 0 0 0,3 4 0 0 0,-2 2 0 0 0,1-2 0 0 0,3 0 0 0 0,-2-5 0 0 0,0 0 0 0 0,-2 2 0 0 0,0-2 0 0 0,3 0 0 0 0,-3 2 0 0 0,2-2 0 0 0,-4 1 0 0 0,2 2 0 0 0,3-3 0 0 0,2 1 0 0 0,4 7 0 0 0,2 0 0 0 0,-5-1 0 0 0,1-4 0 0 0,-1 0 0 0 0,-3 5 0 0 0,0 0 0 0 0,2-1 0 0 0,-4 6 0 0 0,-4-7 0 0 0,0 2 0 0 0,3-4 0 0 0,-2 0 0 0 0,2 1 0 0 0,4-3 0 0 0,2-1 0 0 0,3 2 0 0 0,-3-3 0 0 0,-1 1 0 0 0,2 2 0 0 0,-4-3 0 0 0,0 1 0 0 0,-4 1 0 0 0,1-1 0 0 0,2 0 0 0 0,-2 1 0 0 0,2-1 0 0 0,1-6 0 0 0,-1-4 0 0 0,0 1 0 0 0,2-1 0 0 0,3-3 0 0 0,3-2 0 0 0,-5-2 0 0 0,1-2 0 0 0,0 4 0 0 0,-3 2 0 0 0,0-1 0 0 0,1-1 0 0 0,3-2 0 0 0,-3-1 0 0 0,-1-1 0 0 0,3-1 0 0 0,1 0 0 0 0,3-1 0 0 0,1 1 0 0 0,1-1 0 0 0,1-10 0 0 0,0-13 0 0 0,1-14 0 0 0,-1-11 0 0 0,0-7 0 0 0,6-5 0 0 0,1-3 0 0 0,5 5 0 0 0,0 2 0 0 0,-1-1 0 0 0,-4 0 0 0 0,4-1 0 0 0,-1-1 0 0 0,3-1 0 0 0,-1 0 0 0 0,4-6 0 0 0,-2-2 0 0 0,-3 0 0 0 0,2 2 0 0 0,-1 1 0 0 0,2 2 0 0 0,-1 0 0 0 0,-2 2 0 0 0,1 0 0 0 0,-1 1 0 0 0,-2-1 0 0 0,-3 1 0 0 0,-2-1 0 0 0,3-5 0 0 0,6 4 0 0 0,1 1 0 0 0,-3-3 0 0 0,3-3 0 0 0,-1 1 0 0 0,-3-4 0 0 0,-3-1 0 0 0,2-4 0 0 0,0 1 0 0 0,4 3 0 0 0,-1 2 0 0 0,-2 3 0 0 0,2-2 0 0 0,0-1 0 0 0,-3-4 0 0 0,-3 0 0 0 0,3 2 0 0 0,0-2 0 0 0,4 1 0 0 0,-1 2 0 0 0,-2 3 0 0 0,-3 2 0 0 0,3 2 0 0 0,0 1 0 0 0,-3 2 0 0 0,-1-1 0 0 0,-3-4 0 0 0,-1-3 0 0 0,4 7 0 0 0,1-4 0 0 0,-1 1 0 0 0,-1-1 0 0 0,4 2 0 0 0,0 0 0 0 0,-2-4 0 0 0,-1-2 0 0 0,-2 2 0 0 0,-2 0 0 0 0,-1 3 0 0 0,-1 1 0 0 0,0 1 0 0 0,0 1 0 0 0,-1 0 0 0 0,1 0 0 0 0,0 1 0 0 0,-1-1 0 0 0,1 1 0 0 0,0 10 0 0 0,0 13 0 0 0,0 14 0 0 0,0 11 0 0 0,0 7 0 0 0,0 5 0 0 0,-5 8 0 0 0,-2 2 0 0 0,-5 0 0 0 0,0 4 0 0 0,2 5 0 0 0,2-2 0 0 0,-3-2 0 0 0,2-4 0 0 0,1-4 0 0 0,2-3 0 0 0,-3 4 0 0 0,0 5 0 0 0,-3 6 0 0 0,-6 5 0 0 0,1-1 0 0 0,3-5 0 0 0,4 1 0 0 0,4-4 0 0 0,-3 2 0 0 0,1-2 0 0 0,-4-4 0 0 0,0 2 0 0 0,-3 4 0 0 0,1-1 0 0 0,-2 3 0 0 0,1 3 0 0 0,-2 3 0 0 0,3 3 0 0 0,2-3 0 0 0,-1-1 0 0 0,-3 1 0 0 0,0-3 0 0 0,-2 0 0 0 0,2-4 0 0 0,-2-5 0 0 0,3 1 0 0 0,4-2 0 0 0,-2 3 0 0 0,1 3 0 0 0,-2-5 0 0 0,1-1 0 0 0,-2 4 0 0 0,-5 4 0 0 0,3 5 0 0 0,-3 2 0 0 0,3-2 0 0 0,-1-6 0 0 0,3-5 0 0 0,-2-6 0 0 0,2-4 0 0 0,4-2 0 0 0,4-1 0 0 0,-3 4 0 0 0,1 2 0 0 0,-3-6 0 0 0,0-3 0 0 0,2 0 0 0 0,-2-1 0 0 0,0 1 0 0 0,3 1 0 0 0,-2 1 0 0 0,0 0 0 0 0,2 0 0 0 0,-2-4 0 0 0,0-13 0 0 0,3-13 0 0 0,2-12 0 0 0,2-9 0 0 0,7-12 0 0 0,3-5 0 0 0,1-2 0 0 0,-1-4 0 0 0,3 6 0 0 0,1-3 0 0 0,3 2 0 0 0,0-3 0 0 0,3 0 0 0 0,-1 2 0 0 0,-4 2 0 0 0,-3 3 0 0 0,2-3 0 0 0,0-1 0 0 0,3-4 0 0 0,-1-5 0 0 0,3 0 0 0 0,-1 4 0 0 0,2-2 0 0 0,-1-4 0 0 0,-4 2 0 0 0,2-1 0 0 0,-1-4 0 0 0,2 3 0 0 0,5-1 0 0 0,-2-2 0 0 0,-3 3 0 0 0,1-2 0 0 0,-2-1 0 0 0,2 3 0 0 0,-2-1 0 0 0,-2-7 0 0 0,1 1 0 0 0,-1 4 0 0 0,-2 2 0 0 0,2 3 0 0 0,0 1 0 0 0,3-4 0 0 0,4-2 0 0 0,-1 1 0 0 0,2 0 0 0 0,-2 4 0 0 0,-4-2 0 0 0,1-1 0 0 0,-2 1 0 0 0,-3 0 0 0 0,-3-2 0 0 0,3 7 0 0 0,-1 1 0 0 0,-1 3 0 0 0,4-3 0 0 0,4-3 0 0 0,1 0 0 0 0,-4 4 0 0 0,3-3 0 0 0,-2 3 0 0 0,-3-3 0 0 0,-4 2 0 0 0,-2 3 0 0 0,4-3 0 0 0,-1 2 0 0 0,5-3 0 0 0,0-4 0 0 0,3 1 0 0 0,-1 3 0 0 0,-3 5 0 0 0,-3 3 0 0 0,-3 3 0 0 0,-2 2 0 0 0,-3 1 0 0 0,6 1 0 0 0,0 0 0 0 0,0 0 0 0 0,-1 10 0 0 0,-2 14 0 0 0,-1 13 0 0 0,-1 11 0 0 0,0 7 0 0 0,-1 5 0 0 0,-6-3 0 0 0,-1 0 0 0 0,-5 5 0 0 0,-6 8 0 0 0,0 2 0 0 0,4-1 0 0 0,-2-1 0 0 0,3-3 0 0 0,-3-3 0 0 0,2 4 0 0 0,-2 1 0 0 0,2-2 0 0 0,3-1 0 0 0,-2 3 0 0 0,-3 1 0 0 0,0-2 0 0 0,-2 4 0 0 0,-3 5 0 0 0,-4 4 0 0 0,3 0 0 0 0,6 1 0 0 0,-1 2 0 0 0,3-2 0 0 0,-1 0 0 0 0,-4 1 0 0 0,-3-2 0 0 0,1 5 0 0 0,0 4 0 0 0,-2 8 0 0 0,-3 2 0 0 0,4-5 0 0 0,-1 2 0 0 0,0 0 0 0 0,-3-7 0 0 0,4-2 0 0 0,0 0 0 0 0,-1-6 0 0 0,3 4 0 0 0,0 4 0 0 0,-8 2 0 0 0,2-5 0 0 0,-1-1 0 0 0,0 0 0 0 0,4-4 0 0 0,6 0 0 0 0,0 6 0 0 0,-1-1 0 0 0,-4 0 0 0 0,-3-4 0 0 0,-2-7 0 0 0,3 6 0 0 0,0 4 0 0 0,-5 3 0 0 0,1 1 0 0 0,1-3 0 0 0,4-7 0 0 0,2-1 0 0 0,-2-3 0 0 0,-1 0 0 0 0,2 3 0 0 0,1-7 0 0 0,3 1 0 0 0,5-3 0 0 0,0-2 0 0 0,-4-3 0 0 0,2-2 0 0 0,-3-1 0 0 0,2-1 0 0 0,5-1 0 0 0,2 1 0 0 0,-1-1 0 0 0,1 0 0 0 0,-3-4 0 0 0,-1-3 0 0 0,4 1 0 0 0,2 2 0 0 0,-3-4 0 0 0,1-1 0 0 0,-4-3 0 0 0,1 0 0 0 0,2 2 0 0 0,2-7 0 0 0,4-11 0 0 0,7-12 0 0 0,3-8 0 0 0,0-8 0 0 0,5-3 0 0 0,0-3 0 0 0,4-1 0 0 0,5 0 0 0 0,-2 0 0 0 0,-4-5 0 0 0,2 5 0 0 0,-3 2 0 0 0,3 1 0 0 0,2 1 0 0 0,0-1 0 0 0,-4-4 0 0 0,0 2 0 0 0,-1 2 0 0 0,2-5 0 0 0,-1-1 0 0 0,-4 0 0 0 0,2-4 0 0 0,5-6 0 0 0,4-6 0 0 0,4-4 0 0 0,3 2 0 0 0,-4 5 0 0 0,-5 0 0 0 0,-1 4 0 0 0,-4-2 0 0 0,2 3 0 0 0,-3 2 0 0 0,3 0 0 0 0,2-5 0 0 0,0 0 0 0 0,-4-1 0 0 0,-5-4 0 0 0,2 7 0 0 0,-1 1 0 0 0,3-8 0 0 0,5-5 0 0 0,4-5 0 0 0,-2 5 0 0 0,-3 0 0 0 0,-1 5 0 0 0,-2 1 0 0 0,-3-1 0 0 0,-5 3 0 0 0,3-1 0 0 0,0-3 0 0 0,3 9 0 0 0,0 0 0 0 0,-2-2 0 0 0,2 1 0 0 0,0-2 0 0 0,2 2 0 0 0,-1 3 0 0 0,-2-2 0 0 0,-4-4 0 0 0,3-4 0 0 0,-1 2 0 0 0,4 3 0 0 0,-1 5 0 0 0,-2 5 0 0 0,3-3 0 0 0,-2-4 0 0 0,-2 0 0 0 0,-3 1 0 0 0,-2 4 0 0 0,-2 3 0 0 0,4 2 0 0 0,1 2 0 0 0,-1 1 0 0 0,-1 1 0 0 0,4 0 0 0 0,0-1 0 0 0,-2 1 0 0 0,-1 0 0 0 0,3 4 0 0 0,0 3 0 0 0,-1-2 0 0 0,-3 0 0 0 0,-1-2 0 0 0,-2 9 0 0 0,-7 13 0 0 0,-1 12 0 0 0,-6 11 0 0 0,-1 7 0 0 0,2 4 0 0 0,-2-2 0 0 0,-5 5 0 0 0,-4 2 0 0 0,2 5 0 0 0,-1 2 0 0 0,-3-1 0 0 0,3 3 0 0 0,1-6 0 0 0,2 2 0 0 0,0-1 0 0 0,-2-2 0 0 0,-4 4 0 0 0,3 6 0 0 0,5-1 0 0 0,0 4 0 0 0,-3 3 0 0 0,-3-7 0 0 0,-3-1 0 0 0,-3 3 0 0 0,4-1 0 0 0,0 1 0 0 0,0 10 0 0 0,-3 4 0 0 0,0-7 0 0 0,-2-3 0 0 0,4 6 0 0 0,1-2 0 0 0,0 1 0 0 0,-2 6 0 0 0,-1-2 0 0 0,-2-1 0 0 0,0 0 0 0 0,3 1 0 0 0,2 0 0 0 0,0 1 0 0 0,-2 0 0 0 0,-1 5 0 0 0,-2-7 0 0 0,0-5 0 0 0,3 0 0 0 0,2 1 0 0 0,0 1 0 0 0,-2 2 0 0 0,-1-3 0 0 0,-2-2 0 0 0,0 2 0 0 0,3-4 0 0 0,8 1 0 0 0,0 1 0 0 0,-1 2 0 0 0,-3-3 0 0 0,3 1 0 0 0,-2-5 0 0 0,4-4 0 0 0,-1 1 0 0 0,-3 3 0 0 0,3-2 0 0 0,-1-3 0 0 0,-3-3 0 0 0,2-4 0 0 0,6 3 0 0 0,4 5 0 0 0,-2 0 0 0 0,-3 3 0 0 0,1 0 0 0 0,-3-4 0 0 0,2-4 0 0 0,3-3 0 0 0,4-3 0 0 0,3-1 0 0 0,2-1 0 0 0,8-11 0 0 0,7-15 0 0 0,2-12 0 0 0,10-11 0 0 0,-1-8 0 0 0,3-4 0 0 0,0-3 0 0 0,3 0 0 0 0,1-1 0 0 0,-5 1 0 0 0,-1 1 0 0 0,5 0 0 0 0,-1 0 0 0 0,-1-4 0 0 0,5 3 0 0 0,4-2 0 0 0,-6-2 0 0 0,-2 2 0 0 0,5 0 0 0 0,1 2 0 0 0,1-5 0 0 0,5-1 0 0 0,1 2 0 0 0,-2 1 0 0 0,-2 1 0 0 0,-2 2 0 0 0,4 1 0 0 0,0-4 0 0 0,-1-2 0 0 0,3-4 0 0 0,0 4 0 0 0,-1-1 0 0 0,-3 0 0 0 0,-3 2 0 0 0,5 2 0 0 0,5-4 0 0 0,0 0 0 0 0,-1-4 0 0 0,-4 5 0 0 0,-2 4 0 0 0,2-3 0 0 0,6 0 0 0 0,0-4 0 0 0,-3 4 0 0 0,-3 4 0 0 0,3-3 0 0 0,-1-1 0 0 0,-2 6 0 0 0,3-3 0 0 0,4 0 0 0 0,0 1 0 0 0,-2 5 0 0 0,-4-3 0 0 0,-4-1 0 0 0,4-1 0 0 0,-1 1 0 0 0,4-1 0 0 0,-6 2 0 0 0,2-1 0 0 0,-1 6 0 0 0,-6 2 0 0 0,1 0 0 0 0,0-1 0 0 0,1 3 0 0 0,-2 0 0 0 0,1 0 0 0 0,3-3 0 0 0,3 3 0 0 0,-7 0 0 0 0,-3-1 0 0 0,-1 3 0 0 0,-5 0 0 0 0,-2 3 0 0 0,1-1 0 0 0,2 3 0 0 0,3-1 0 0 0,1 2 0 0 0,-4-3 0 0 0,-1-2 0 0 0,2 1 0 0 0,-5 9 0 0 0,-10 12 0 0 0,-7 10 0 0 0,-9 8 0 0 0,-9 1 0 0 0,-2 1 0 0 0,2 3 0 0 0,-2 2 0 0 0,-3-4 0 0 0,2-1 0 0 0,-1 6 0 0 0,-3 4 0 0 0,2 1 0 0 0,0 0 0 0 0,-8 5 0 0 0,2 1 0 0 0,4-1 0 0 0,1-2 0 0 0,0-2 0 0 0,-4-2 0 0 0,4-1 0 0 0,0 5 0 0 0,-7 6 0 0 0,-4 6 0 0 0,3 0 0 0 0,2-8 0 0 0,0 0 0 0 0,-6 2 0 0 0,-2 1 0 0 0,4 1 0 0 0,2 0 0 0 0,2-3 0 0 0,-1-3 0 0 0,5 2 0 0 0,1-1 0 0 0,-1 3 0 0 0,-2 6 0 0 0,-2-2 0 0 0,-2-2 0 0 0,5 1 0 0 0,1-2 0 0 0,-2-3 0 0 0,-1 1 0 0 0,-1 0 0 0 0,4 3 0 0 0,0-2 0 0 0,-1-2 0 0 0,-2-3 0 0 0,4 3 0 0 0,0-1 0 0 0,-1-2 0 0 0,-2 4 0 0 0,-2 4 0 0 0,-2 0 0 0 0,-1-2 0 0 0,5-4 0 0 0,1-4 0 0 0,4-2 0 0 0,2-1 0 0 0,-3-2 0 0 0,3-1 0 0 0,-1 0 0 0 0,3 0 0 0 0,-2-5 0 0 0,-2-1 0 0 0,2 0 0 0 0,-1 1 0 0 0,2 2 0 0 0,0 1 0 0 0,-4 2 0 0 0,3 0 0 0 0,-2-4 0 0 0,4-2 0 0 0,-2-5 0 0 0,3 0 0 0 0,3-9 0 0 0,10-11 0 0 0,10-11 0 0 0,4-8 0 0 0,4-1 0 0 0,6-3 0 0 0,-1-1 0 0 0,0 2 0 0 0,-2 1 0 0 0,0-1 0 0 0,2 2 0 0 0,-2 1 0 0 0,1-2 0 0 0,2-3 0 0 0,2-2 0 0 0,9-1 0 0 0,2-2 0 0 0,2-1 0 0 0,-1 0 0 0 0,-1-1 0 0 0,-1 6 0 0 0,-7 2 0 0 0,-2 5 0 0 0,0 0 0 0 0,0-1 0 0 0,2-3 0 0 0,1 2 0 0 0,1 0 0 0 0,2-2 0 0 0,-1-2 0 0 0,1 3 0 0 0,0 0 0 0 0,0-1 0 0 0,0 3 0 0 0,0-1 0 0 0,0-1 0 0 0,-5-3 0 0 0,-2 4 0 0 0,0-1 0 0 0,-4-1 0 0 0,0 2 0 0 0,2 6 0 0 0,2 0 0 0 0,-2-3 0 0 0,-1-3 0 0 0,2 1 0 0 0,2-1 0 0 0,3-2 0 0 0,1 3 0 0 0,1 0 0 0 0,0-3 0 0 0,-4-1 0 0 0,-1 2 0 0 0,-1 0 0 0 0,2 4 0 0 0,-4-1 0 0 0,-6-2 0 0 0,-10 3 0 0 0,-12 4 0 0 0,-10 5 0 0 0,-8 3 0 0 0,-4 3 0 0 0,-4 3 0 0 0,-1 0 0 0 0,0 1 0 0 0,-5 5 0 0 0,-1 7 0 0 0,0 1 0 0 0,2 4 0 0 0,2-2 0 0 0,2-3 0 0 0,1 1 0 0 0,1-1 0 0 0,0 2 0 0 0,0-2 0 0 0,-4 3 0 0 0,-8 3 0 0 0,4 4 0 0 0,-2 3 0 0 0,1-2 0 0 0,2-6 0 0 0,-3 0 0 0 0,5 1 0 0 0,4 3 0 0 0,-4-1 0 0 0,0-6 0 0 0,0 1 0 0 0,-3 2 0 0 0,-2 4 0 0 0,2 3 0 0 0,2-2 0 0 0,2-6 0 0 0,2 0 0 0 0,-4 3 0 0 0,-6 2 0 0 0,-2 3 0 0 0,8 3 0 0 0,-1-4 0 0 0,1-5 0 0 0,2-2 0 0 0,1 3 0 0 0,1 2 0 0 0,2-2 0 0 0,0 0 0 0 0,5 3 0 0 0,2-3 0 0 0,1 0 0 0 0,-3-3 0 0 0,5 1 0 0 0,-1 2 0 0 0,0-1 0 0 0,2 0 0 0 0,0 3 0 0 0,-2-3 0 0 0,3 1 0 0 0,9-3 0 0 0,7-10 0 0 0,10-5 0 0 0,7-10 0 0 0,8-2 0 0 0,5-5 0 0 0,3-5 0 0 0,-3-5 0 0 0,-1 2 0 0 0,-1 0 0 0 0,8-2 0 0 0,2 4 0 0 0,-5 0 0 0 0,4-2 0 0 0,1-1 0 0 0,-1 2 0 0 0,0 0 0 0 0,-1 4 0 0 0,-1 0 0 0 0,0-3 0 0 0,-1 3 0 0 0,0-1 0 0 0,4-3 0 0 0,3-2 0 0 0,-1 2 0 0 0,-1 0 0 0 0,4-1 0 0 0,-5-3 0 0 0,2 4 0 0 0,0 5 0 0 0,-6 1 0 0 0,2-3 0 0 0,5-8 0 0 0,3 0 0 0 0,4 0 0 0 0,-6-1 0 0 0,2-1 0 0 0,-2 4 0 0 0,-7 2 0 0 0,2-1 0 0 0,-1-2 0 0 0,6 4 0 0 0,1 1 0 0 0,-7-3 0 0 0,-3 5 0 0 0,-1-2 0 0 0,-2 5 0 0 0,-4-2 0 0 0,-1-2 0 0 0,1 2 0 0 0,2 4 0 0 0,1-1 0 0 0,-3-3 0 0 0,0 2 0 0 0,-4-2 0 0 0,-1 2 0 0 0,3 4 0 0 0,-3-2 0 0 0,1-3 0 0 0,3 2 0 0 0,-3-3 0 0 0,-10 2 0 0 0,-11 4 0 0 0,-11 3 0 0 0,-8 5 0 0 0,-6 1 0 0 0,-4 3 0 0 0,-2 0 0 0 0,0 0 0 0 0,0 1 0 0 0,1 0 0 0 0,0 5 0 0 0,0 1 0 0 0,1 5 0 0 0,0 1 0 0 0,0 2 0 0 0,0 0 0 0 0,0-3 0 0 0,1-4 0 0 0,-1 2 0 0 0,0 0 0 0 0,0 3 0 0 0,-5-1 0 0 0,-7-2 0 0 0,-1 2 0 0 0,1 5 0 0 0,-2 4 0 0 0,1-1 0 0 0,3 1 0 0 0,3-3 0 0 0,3 1 0 0 0,-4 2 0 0 0,1 3 0 0 0,1-3 0 0 0,-4-4 0 0 0,-6-1 0 0 0,1 3 0 0 0,3 3 0 0 0,2-2 0 0 0,5 1 0 0 0,-4-4 0 0 0,-4 2 0 0 0,4 1 0 0 0,0 4 0 0 0,-5 2 0 0 0,-5-2 0 0 0,-4-1 0 0 0,6 1 0 0 0,2 2 0 0 0,3 1 0 0 0,3-3 0 0 0,-1-6 0 0 0,0-1 0 0 0,3 2 0 0 0,2-2 0 0 0,2 1 0 0 0,-4-3 0 0 0,0 2 0 0 0,0 3 0 0 0,-3-2 0 0 0,0 2 0 0 0,2-4 0 0 0,7 2 0 0 0,4-3 0 0 0,1-3 0 0 0,6 1 0 0 0,1-2 0 0 0,9-2 0 0 0,6-9 0 0 0,10-9 0 0 0,9-3 0 0 0,7 1 0 0 0,0-4 0 0 0,2-4 0 0 0,2 2 0 0 0,8-8 0 0 0,3 1 0 0 0,0-1 0 0 0,6-1 0 0 0,-1-2 0 0 0,0-1 0 0 0,-3 5 0 0 0,-3 0 0 0 0,-2 0 0 0 0,5-2 0 0 0,0 4 0 0 0,-1 0 0 0 0,4-1 0 0 0,0-2 0 0 0,4-2 0 0 0,4-2 0 0 0,5-1 0 0 0,3 0 0 0 0,-2-1 0 0 0,-1-1 0 0 0,2 6 0 0 0,-4 2 0 0 0,-6-5 0 0 0,1 1 0 0 0,2 1 0 0 0,8 0 0 0 0,-5-1 0 0 0,-1-1 0 0 0,2 0 0 0 0,1-2 0 0 0,-2 1 0 0 0,-6-1 0 0 0,-4 5 0 0 0,0 2 0 0 0,-1 0 0 0 0,2 3 0 0 0,-5 1 0 0 0,-5-2 0 0 0,-2-2 0 0 0,-1 3 0 0 0,-1-1 0 0 0,0 5 0 0 0,-4-2 0 0 0,-2 4 0 0 0,0 3 0 0 0,-3 0 0 0 0,0-4 0 0 0,-3-5 0 0 0,0 2 0 0 0,3 3 0 0 0,-2 0 0 0 0,-5-3 0 0 0,-8 2 0 0 0,-12 4 0 0 0,-9 4 0 0 0,-7 3 0 0 0,-6 4 0 0 0,-2 1 0 0 0,-6 1 0 0 0,-3 1 0 0 0,-5-1 0 0 0,0 1 0 0 0,3 0 0 0 0,-3-1 0 0 0,-3 0 0 0 0,1 0 0 0 0,3 6 0 0 0,-2 1 0 0 0,-3-1 0 0 0,-3 5 0 0 0,1 0 0 0 0,-1 3 0 0 0,3-1 0 0 0,0 4 0 0 0,2-3 0 0 0,5 3 0 0 0,-2 3 0 0 0,-4-1 0 0 0,-8-5 0 0 0,-2 1 0 0 0,0-2 0 0 0,4 2 0 0 0,7 4 0 0 0,-1-2 0 0 0,-1 2 0 0 0,-4 3 0 0 0,-2-3 0 0 0,2-4 0 0 0,5 1 0 0 0,-5 2 0 0 0,1 4 0 0 0,0-2 0 0 0,-3 1 0 0 0,3 2 0 0 0,0-3 0 0 0,-2-5 0 0 0,9 1 0 0 0,1-3 0 0 0,-2 1 0 0 0,1 5 0 0 0,-2 3 0 0 0,-4-2 0 0 0,2-3 0 0 0,-1-1 0 0 0,2-2 0 0 0,5 1 0 0 0,-2 4 0 0 0,3-2 0 0 0,2 2 0 0 0,-2-3 0 0 0,1-3 0 0 0,2 0 0 0 0,2-1 0 0 0,3-3 0 0 0,1 2 0 0 0,-4 5 0 0 0,-1-1 0 0 0,1-2 0 0 0,2-4 0 0 0,0 2 0 0 0,3-1 0 0 0,0 3 0 0 0,1-1 0 0 0,0-2 0 0 0,6 2 0 0 0,12 0 0 0 0,13-3 0 0 0,12-3 0 0 0,10-2 0 0 0,6-2 0 0 0,3-2 0 0 0,2 0 0 0 0,6 0 0 0 0,1-1 0 0 0,-1-4 0 0 0,4-3 0 0 0,5-4 0 0 0,-1 0 0 0 0,-3 1 0 0 0,2 3 0 0 0,3-2 0 0 0,-1 0 0 0 0,7 2 0 0 0,4 3 0 0 0,8 1 0 0 0,-2 2 0 0 0,-1-4 0 0 0,3-1 0 0 0,-4 1 0 0 0,-2-4 0 0 0,-1 0 0 0 0,-5 1 0 0 0,3 3 0 0 0,-3-4 0 0 0,5 1 0 0 0,3 1 0 0 0,-4-3 0 0 0,-2 1 0 0 0,1 1 0 0 0,-6 3 0 0 0,6-3 0 0 0,2 0 0 0 0,2 1 0 0 0,1-2 0 0 0,-6-1 0 0 0,-1 3 0 0 0,0 2 0 0 0,1 2 0 0 0,-4 2 0 0 0,-6 1 0 0 0,-5-5 0 0 0,-5 0 0 0 0,-4-1 0 0 0,-1 3 0 0 0,-2-5 0 0 0,0 0 0 0 0,0 1 0 0 0,-1 2 0 0 0,-9 3 0 0 0,-14 0 0 0 0,-13 2 0 0 0,-11 1 0 0 0,-7 0 0 0 0,-5 1 0 0 0,-3-1 0 0 0,0 1 0 0 0,0-1 0 0 0,-1 0 0 0 0,2 0 0 0 0,0 0 0 0 0,1 0 0 0 0,-6 0 0 0 0,0 0 0 0 0,-6 0 0 0 0,0 0 0 0 0,2 0 0 0 0,-3 0 0 0 0,1 0 0 0 0,-8 5 0 0 0,-5 2 0 0 0,1 0 0 0 0,-6-2 0 0 0,-3 4 0 0 0,5 1 0 0 0,-5-2 0 0 0,0-3 0 0 0,-1-1 0 0 0,0 4 0 0 0,-4 0 0 0 0,5-2 0 0 0,-9 0 0 0 0,-2-3 0 0 0,2-1 0 0 0,-3-1 0 0 0,-5-1 0 0 0,8 5 0 0 0,4 2 0 0 0,-1-1 0 0 0,-5-1 0 0 0,1 4 0 0 0,-4 0 0 0 0,1-1 0 0 0,-1-2 0 0 0,1 3 0 0 0,-1 0 0 0 0,6-1 0 0 0,-4 2 0 0 0,-1 1 0 0 0,3-2 0 0 0,3 2 0 0 0,-2 0 0 0 0,7-2 0 0 0,3-3 0 0 0,-3 3 0 0 0,0 0 0 0 0,5-1 0 0 0,2-3 0 0 0,2-2 0 0 0,4 5 0 0 0,7-1 0 0 0,0 0 0 0 0,3 3 0 0 0,-2 1 0 0 0,-4 3 0 0 0,2-1 0 0 0,-2-2 0 0 0,7 2 0 0 0,6-2 0 0 0,3-2 0 0 0,3-2 0 0 0,0 2 0 0 0,1 0 0 0 0,11-2 0 0 0,12-2 0 0 0,14-1 0 0 0,10-2 0 0 0,8-2 0 0 0,9 0 0 0 0,10 0 0 0 0,2 0 0 0 0,-2-6 0 0 0,2-1 0 0 0,4 0 0 0 0,4-4 0 0 0,-3 0 0 0 0,0-3 0 0 0,3-5 0 0 0,1 1 0 0 0,-2-1 0 0 0,-1 1 0 0 0,1 5 0 0 0,8 0 0 0 0,3-5 0 0 0,1 2 0 0 0,5-2 0 0 0,2-3 0 0 0,3 2 0 0 0,-1-1 0 0 0,4-2 0 0 0,2 2 0 0 0,0 0 0 0 0,0-3 0 0 0,-2 4 0 0 0,1 4 0 0 0,-3 0 0 0 0,7 2 0 0 0,4-2 0 0 0,-1-3 0 0 0,-6-5 0 0 0,-1 3 0 0 0,-3-1 0 0 0,-5 3 0 0 0,2-1 0 0 0,4-2 0 0 0,-2 2 0 0 0,3 0 0 0 0,-7 2 0 0 0,-5 5 0 0 0,-4 4 0 0 0,-2-2 0 0 0,-1-5 0 0 0,1 1 0 0 0,-1-3 0 0 0,-5 2 0 0 0,-6 3 0 0 0,-2-1 0 0 0,-3 1 0 0 0,2-3 0 0 0,-3 2 0 0 0,3-2 0 0 0,4 0 0 0 0,3 4 0 0 0,-1 4 0 0 0,-10-3 0 0 0,-7 1 0 0 0,-4 1 0 0 0,-7-2 0 0 0,-3 0 0 0 0,1 1 0 0 0,-10 3 0 0 0,-10 3 0 0 0,-13 1 0 0 0,-8 1 0 0 0,-7 1 0 0 0,-4 0 0 0 0,-7 0 0 0 0,-9 1 0 0 0,0-1 0 0 0,-4 0 0 0 0,1 1 0 0 0,-1-1 0 0 0,3 0 0 0 0,4 0 0 0 0,-7 5 0 0 0,-5 2 0 0 0,2 0 0 0 0,-1 3 0 0 0,-2 1 0 0 0,4 3 0 0 0,0 0 0 0 0,-7-3 0 0 0,-4 2 0 0 0,-1-2 0 0 0,-6 4 0 0 0,-2 3 0 0 0,7 0 0 0 0,-2-4 0 0 0,6-4 0 0 0,-3 1 0 0 0,-12-1 0 0 0,3 3 0 0 0,2 5 0 0 0,-2-1 0 0 0,1 1 0 0 0,2-1 0 0 0,3 1 0 0 0,-3 3 0 0 0,4-3 0 0 0,-1 2 0 0 0,0-3 0 0 0,6-4 0 0 0,-3 0 0 0 0,0 4 0 0 0,0 4 0 0 0,0-1 0 0 0,1 0 0 0 0,6-2 0 0 0,1 0 0 0 0,1 3 0 0 0,-1-2 0 0 0,-2 1 0 0 0,-1-4 0 0 0,-1 2 0 0 0,-1 2 0 0 0,4-2 0 0 0,8 2 0 0 0,0-4 0 0 0,5 2 0 0 0,3-3 0 0 0,4-3 0 0 0,3-5 0 0 0,3 3 0 0 0,0 4 0 0 0,1 0 0 0 0,0-2 0 0 0,-1-4 0 0 0,7 3 0 0 0,0 4 0 0 0,0 5 0 0 0,4 4 0 0 0,11-1 0 0 0,11 0 0 0 0,12-4 0 0 0,8-5 0 0 0,5-5 0 0 0,4-4 0 0 0,2-3 0 0 0,0-1 0 0 0,0-2 0 0 0,0 0 0 0 0,-1 0 0 0 0,-1 0 0 0 0,6 1 0 0 0,6-1 0 0 0,7 1 0 0 0,5 0 0 0 0,-2 0 0 0 0,1 0 0 0 0,2 0 0 0 0,-4 0 0 0 0,1 0 0 0 0,0 0 0 0 0,3 0 0 0 0,-3 0 0 0 0,5 0 0 0 0,-3 0 0 0 0,1 0 0 0 0,1 0 0 0 0,-4 0 0 0 0,5 0 0 0 0,2 0 0 0 0,-3-5 0 0 0,0-2 0 0 0,-6 0 0 0 0,0 2 0 0 0,1 1 0 0 0,-3 2 0 0 0,1-5 0 0 0,3 0 0 0 0,-4 0 0 0 0,2 2 0 0 0,-3 2 0 0 0,0-5 0 0 0,3 0 0 0 0,4 1 0 0 0,2 2 0 0 0,-3 1 0 0 0,-6 2 0 0 0,0 1 0 0 0,-3 1 0 0 0,-9-5 0 0 0,-1-2 0 0 0,0 1 0 0 0,-2 1 0 0 0,0 1 0 0 0,-1-3 0 0 0,-1-1 0 0 0,0 1 0 0 0,-1 1 0 0 0,1-2 0 0 0,0-1 0 0 0,-11 1 0 0 0,-14 2 0 0 0,-13 3 0 0 0,-11 1 0 0 0,-7 1 0 0 0,-5 0 0 0 0,-2 2 0 0 0,-2-1 0 0 0,1 0 0 0 0,0 1 0 0 0,-5-1 0 0 0,-1 0 0 0 0,1 0 0 0 0,-4 0 0 0 0,1 0 0 0 0,1 0 0 0 0,3 0 0 0 0,2 6 0 0 0,-4 0 0 0 0,0 1 0 0 0,-3-2 0 0 0,-7-1 0 0 0,2 4 0 0 0,-3 0 0 0 0,-3-1 0 0 0,2 4 0 0 0,-1-1 0 0 0,4-1 0 0 0,-1-2 0 0 0,-8 2 0 0 0,1 0 0 0 0,4-1 0 0 0,1-3 0 0 0,4-1 0 0 0,-1-2 0 0 0,-3-2 0 0 0,3 0 0 0 0,4 5 0 0 0,3 2 0 0 0,0-1 0 0 0,-5-1 0 0 0,6 4 0 0 0,-1 0 0 0 0,1-1 0 0 0,3 3 0 0 0,2 0 0 0 0,1-2 0 0 0,2-3 0 0 0,-4-2 0 0 0,-2-2 0 0 0,1-1 0 0 0,7 4 0 0 0,2 2 0 0 0,2-1 0 0 0,0 4 0 0 0,-2 1 0 0 0,5 3 0 0 0,1-1 0 0 0,9-2 0 0 0,12 2 0 0 0,12-1 0 0 0,9-3 0 0 0,6-3 0 0 0,4-2 0 0 0,3-2 0 0 0,0-1 0 0 0,0-1 0 0 0,0-1 0 0 0,-1 1 0 0 0,0-1 0 0 0,-1 1 0 0 0,0 0 0 0 0,0-1 0 0 0,5 1 0 0 0,1 0 0 0 0,1 0 0 0 0,3 0 0 0 0,11 0 0 0 0,2 0 0 0 0,-3-5 0 0 0,5-2 0 0 0,-1 0 0 0 0,-5 2 0 0 0,-1 1 0 0 0,2 2 0 0 0,4-5 0 0 0,1 0 0 0 0,3 0 0 0 0,1-3 0 0 0,2-1 0 0 0,-6 3 0 0 0,0-4 0 0 0,4 1 0 0 0,-1 2 0 0 0,-1-3 0 0 0,5 2 0 0 0,8-4 0 0 0,-2 0 0 0 0,-4 4 0 0 0,-1-3 0 0 0,-7 2 0 0 0,-3 2 0 0 0,-4 2 0 0 0,-7 4 0 0 0,1 1 0 0 0,-8-4 0 0 0,1-1 0 0 0,5 1 0 0 0,5-4 0 0 0,0-1 0 0 0,3-2 0 0 0,-2-1 0 0 0,-5 4 0 0 0,-3 2 0 0 0,-4 3 0 0 0,-2-3 0 0 0,-3 0 0 0 0,-5-4 0 0 0,-3 0 0 0 0,-5-3 0 0 0,-11 1 0 0 0,-11-2 0 0 0,-11 1 0 0 0,-8 3 0 0 0,-5 4 0 0 0,-4 4 0 0 0,-1-4 0 0 0,0 0 0 0 0,0 2 0 0 0,1 1 0 0 0,0 2 0 0 0,0 1 0 0 0,1 2 0 0 0,0-1 0 0 0,0 2 0 0 0,1-1 0 0 0,-1 0 0 0 0,-5 1 0 0 0,-2-1 0 0 0,1 0 0 0 0,-5 0 0 0 0,1 0 0 0 0,-4 0 0 0 0,-5 0 0 0 0,-4 0 0 0 0,2 0 0 0 0,-1 0 0 0 0,3 0 0 0 0,1 0 0 0 0,-4 0 0 0 0,4 0 0 0 0,-1 0 0 0 0,2 0 0 0 0,0 0 0 0 0,-3 5 0 0 0,2 2 0 0 0,-2 0 0 0 0,4-2 0 0 0,-1 4 0 0 0,-4 1 0 0 0,3-3 0 0 0,-1-1 0 0 0,-3 3 0 0 0,-2 1 0 0 0,-8 2 0 0 0,1 1 0 0 0,1-3 0 0 0,6 3 0 0 0,2-2 0 0 0,4-1 0 0 0,5-4 0 0 0,1-2 0 0 0,-5-2 0 0 0,3-1 0 0 0,-3-2 0 0 0,-4 6 0 0 0,-3 2 0 0 0,3 4 0 0 0,4 1 0 0 0,6-2 0 0 0,4-2 0 0 0,-1 2 0 0 0,0 0 0 0 0,2-2 0 0 0,1-3 0 0 0,3-1 0 0 0,6 3 0 0 0,2 1 0 0 0,-4-2 0 0 0,-3-1 0 0 0,-2-1 0 0 0,1-2 0 0 0,0-1 0 0 0,0-1 0 0 0,12 0 0 0 0,14-1 0 0 0,14 1 0 0 0,10 0 0 0 0,8 0 0 0 0,5-1 0 0 0,-2-4 0 0 0,-2-2 0 0 0,7 0 0 0 0,1 2 0 0 0,2-4 0 0 0,-1 0 0 0 0,-1 1 0 0 0,4-3 0 0 0,1 0 0 0 0,-1-3 0 0 0,-2 1 0 0 0,-1 2 0 0 0,3 3 0 0 0,6-1 0 0 0,1-1 0 0 0,3-3 0 0 0,-1 1 0 0 0,6-3 0 0 0,1 1 0 0 0,-5-3 0 0 0,6 3 0 0 0,9-3 0 0 0,4-3 0 0 0,1 2 0 0 0,-1 3 0 0 0,4 0 0 0 0,-5 2 0 0 0,-4-2 0 0 0,4-3 0 0 0,0-5 0 0 0,0 2 0 0 0,-1 0 0 0 0,3-2 0 0 0,7-3 0 0 0,-5 3 0 0 0,1 1 0 0 0,-6 4 0 0 0,-4-1 0 0 0,-2 4 0 0 0,-6-2 0 0 0,3-2 0 0 0,8-4 0 0 0,9-3 0 0 0,2-3 0 0 0,4 5 0 0 0,-7 0 0 0 0,-4-1 0 0 0,-5-1 0 0 0,-2-2 0 0 0,-6-1 0 0 0,-8 5 0 0 0,-1 5 0 0 0,-4 2 0 0 0,-3 3 0 0 0,1-1 0 0 0,0-3 0 0 0,-3-4 0 0 0,-2 2 0 0 0,-2 4 0 0 0,4 0 0 0 0,-5-3 0 0 0,-3 2 0 0 0,5-1 0 0 0,1 2 0 0 0,-6-2 0 0 0,3 3 0 0 0,1-1 0 0 0,-5-4 0 0 0,-3 2 0 0 0,0 4 0 0 0,-5-1 0 0 0,-5-3 0 0 0,-1 1 0 0 0,-3-1 0 0 0,-3-3 0 0 0,-3-3 0 0 0,-3-3 0 0 0,-7 3 0 0 0,-8 0 0 0 0,-8 5 0 0 0,-5 6 0 0 0,-3 4 0 0 0,-3 4 0 0 0,-1 3 0 0 0,-1 2 0 0 0,1-5 0 0 0,0-1 0 0 0,0 1 0 0 0,1 0 0 0 0,0 2 0 0 0,-5 1 0 0 0,-2 1 0 0 0,-5-5 0 0 0,0-1 0 0 0,2 1 0 0 0,-8 1 0 0 0,-6 1 0 0 0,1 2 0 0 0,-6 1 0 0 0,-3 0 0 0 0,4 1 0 0 0,1 1 0 0 0,5-1 0 0 0,-3 0 0 0 0,-4 1 0 0 0,-1-1 0 0 0,-2 0 0 0 0,1 0 0 0 0,-1 0 0 0 0,1 0 0 0 0,-1 5 0 0 0,1 2 0 0 0,0 0 0 0 0,-5 3 0 0 0,4 1 0 0 0,2-2 0 0 0,-5 3 0 0 0,4-1 0 0 0,3-2 0 0 0,-6-2 0 0 0,4-3 0 0 0,2 3 0 0 0,5 1 0 0 0,2 4 0 0 0,-2 0 0 0 0,5 3 0 0 0,-1-1 0 0 0,-3 3 0 0 0,4-3 0 0 0,-2-2 0 0 0,-1 1 0 0 0,1-1 0 0 0,1 2 0 0 0,2-1 0 0 0,5-3 0 0 0,4-2 0 0 0,-2 1 0 0 0,-4 6 0 0 0,0-1 0 0 0,3-2 0 0 0,2 2 0 0 0,4-2 0 0 0,3-2 0 0 0,1 2 0 0 0,1-1 0 0 0,0 3 0 0 0,1-1 0 0 0,0 2 0 0 0,-1 0 0 0 0,11-4 0 0 0,14-4 0 0 0,13-2 0 0 0,11-3 0 0 0,7-1 0 0 0,5-1 0 0 0,3 0 0 0 0,0-1 0 0 0,1 0 0 0 0,4 1 0 0 0,7-1 0 0 0,0-4 0 0 0,-2-2 0 0 0,-2 0 0 0 0,-4-3 0 0 0,2-1 0 0 0,6 2 0 0 0,0-3 0 0 0,3 1 0 0 0,-2 2 0 0 0,-3 2 0 0 0,7 3 0 0 0,5 2 0 0 0,-1-4 0 0 0,0-1 0 0 0,-3 1 0 0 0,5 1 0 0 0,3-3 0 0 0,3-1 0 0 0,1 1 0 0 0,5-3 0 0 0,-3 0 0 0 0,-3 3 0 0 0,5 1 0 0 0,-5-2 0 0 0,3 0 0 0 0,2 1 0 0 0,-1-2 0 0 0,-7-1 0 0 0,4 3 0 0 0,-5 1 0 0 0,-1-2 0 0 0,-6 0 0 0 0,5 2 0 0 0,3 1 0 0 0,2 3 0 0 0,2 1 0 0 0,-6 1 0 0 0,-1-4 0 0 0,-6-2 0 0 0,0 1 0 0 0,-3 1 0 0 0,-5-4 0 0 0,1 0 0 0 0,-2 1 0 0 0,4 2 0 0 0,-2 3 0 0 0,-8-5 0 0 0,1 0 0 0 0,0 1 0 0 0,-2 2 0 0 0,-1 2 0 0 0,-1 1 0 0 0,0 1 0 0 0,-1 1 0 0 0,-11 0 0 0 0,-14 0 0 0 0,-13 0 0 0 0,-11 1 0 0 0,-7-1 0 0 0,-5 0 0 0 0,-3 0 0 0 0,-5 0 0 0 0,-3 0 0 0 0,2 0 0 0 0,1 0 0 0 0,2 0 0 0 0,-3 0 0 0 0,0 0 0 0 0,1 0 0 0 0,-4 0 0 0 0,1 0 0 0 0,-4 0 0 0 0,-9 0 0 0 0,-2 0 0 0 0,0 0 0 0 0,-3 0 0 0 0,5 0 0 0 0,-5 0 0 0 0,2 0 0 0 0,-4 0 0 0 0,-8 0 0 0 0,2 5 0 0 0,3 2 0 0 0,-4 0 0 0 0,-1-2 0 0 0,-4-1 0 0 0,-6-1 0 0 0,1-2 0 0 0,-3-1 0 0 0,2 0 0 0 0,4 0 0 0 0,0 0 0 0 0,1 0 0 0 0,3-1 0 0 0,-2 1 0 0 0,-5 5 0 0 0,7 2 0 0 0,-2 0 0 0 0,2-2 0 0 0,3-1 0 0 0,-4-2 0 0 0,6 0 0 0 0,4-2 0 0 0,1 0 0 0 0,7 0 0 0 0,-4 0 0 0 0,-3-1 0 0 0,5 1 0 0 0,0 0 0 0 0,5 5 0 0 0,1 2 0 0 0,3 0 0 0 0,5-2 0 0 0,4-1 0 0 0,3-2 0 0 0,-2 0 0 0 0,-1 3 0 0 0,1 2 0 0 0,2 0 0 0 0,1-2 0 0 0,1-2 0 0 0,2-1 0 0 0,10 0 0 0 0,15-2 0 0 0,13 0 0 0 0,11 0 0 0 0,8-1 0 0 0,4 1 0 0 0,8 0 0 0 0,2 0 0 0 0,0 0 0 0 0,-1 0 0 0 0,-3-1 0 0 0,4 1 0 0 0,10 1 0 0 0,2-1 0 0 0,8 0 0 0 0,4 0 0 0 0,-3 0 0 0 0,-2 0 0 0 0,0 0 0 0 0,5 0 0 0 0,8 0 0 0 0,7 0 0 0 0,0 0 0 0 0,-1 0 0 0 0,5 0 0 0 0,0 0 0 0 0,2 0 0 0 0,6 0 0 0 0,0 0 0 0 0,4 0 0 0 0,-3 0 0 0 0,-2 0 0 0 0,0 0 0 0 0,5 0 0 0 0,8 0 0 0 0,-3 0 0 0 0,2 0 0 0 0,5-6 0 0 0,-11-1 0 0 0,0 1 0 0 0,4 0 0 0 0,1 3 0 0 0,-2-5 0 0 0,0 0 0 0 0,-3 1 0 0 0,-7 1 0 0 0,-2 3 0 0 0,4-5 0 0 0,3 0 0 0 0,-4 1 0 0 0,-2 2 0 0 0,0-4 0 0 0,-9 1 0 0 0,-4 0 0 0 0,-2 2 0 0 0,-5-3 0 0 0,-2 0 0 0 0,2 2 0 0 0,-4 1 0 0 0,-3-3 0 0 0,-1 0 0 0 0,-6 2 0 0 0,-1 1 0 0 0,-5 3 0 0 0,0-4 0 0 0,3-1 0 0 0,2 1 0 0 0,-2-3 0 0 0,-4-1 0 0 0,-5 3 0 0 0,-5 1 0 0 0,-3 3 0 0 0,-2 2 0 0 0,-2 1 0 0 0,0 1 0 0 0,-5-5 0 0 0,-7-7 0 0 0,-12-1 0 0 0,-12 1 0 0 0,-11 3 0 0 0,-7 3 0 0 0,-5 3 0 0 0,-2 1 0 0 0,-2 2 0 0 0,-6 0 0 0 0,-1 0 0 0 0,-4 1 0 0 0,0-6 0 0 0,-4-1 0 0 0,-3-1 0 0 0,2 2 0 0 0,-2 1 0 0 0,-8 2 0 0 0,2 1 0 0 0,-1 0 0 0 0,-6 1 0 0 0,-3 0 0 0 0,5 1 0 0 0,-2-1 0 0 0,-2 0 0 0 0,1 0 0 0 0,0 0 0 0 0,-4 1 0 0 0,-6-1 0 0 0,4 0 0 0 0,-1 0 0 0 0,-9 0 0 0 0,3 0 0 0 0,0-1 0 0 0,-9 1 0 0 0,7 0 0 0 0,0 0 0 0 0,-2 0 0 0 0,3 0 0 0 0,-7 0 0 0 0,2 0 0 0 0,4 0 0 0 0,-1 0 0 0 0,-1 0 0 0 0,8 0 0 0 0,0 6 0 0 0,-2 1 0 0 0,-5-1 0 0 0,2 0 0 0 0,-2 3 0 0 0,2 0 0 0 0,5-1 0 0 0,-2-2 0 0 0,8-2 0 0 0,-1-2 0 0 0,-4-1 0 0 0,4 4 0 0 0,0 2 0 0 0,5-1 0 0 0,3-1 0 0 0,2-1 0 0 0,-5 3 0 0 0,-2 1 0 0 0,5-1 0 0 0,2-2 0 0 0,6-1 0 0 0,2 3 0 0 0,-2 1 0 0 0,-1-1 0 0 0,2-2 0 0 0,6-1 0 0 0,-1 3 0 0 0,-2 1 0 0 0,2-1 0 0 0,3-2 0 0 0,5-1 0 0 0,3-2 0 0 0,2-1 0 0 0,8 4 0 0 0,2 2 0 0 0,0-1 0 0 0,0-1 0 0 0,8-1 0 0 0,13-2 0 0 0,11-6 0 0 0,10-8 0 0 0,13-2 0 0 0,6 2 0 0 0,7-2 0 0 0,1 0 0 0 0,-1-2 0 0 0,-3 2 0 0 0,1-2 0 0 0,5 1 0 0 0,5 4 0 0 0,-2-2 0 0 0,-4 2 0 0 0,7-3 0 0 0,-2 1 0 0 0,2-3 0 0 0,8 2 0 0 0,-2-2 0 0 0,5 1 0 0 0,-4 4 0 0 0,0 3 0 0 0,-1-2 0 0 0,0 1 0 0 0,7-3 0 0 0,6-1 0 0 0,8-2 0 0 0,-5 1 0 0 0,1-2 0 0 0,2-4 0 0 0,0 2 0 0 0,1-2 0 0 0,4-2 0 0 0,3 2 0 0 0,-8 0 0 0 0,-2 2 0 0 0,8 0 0 0 0,-5 3 0 0 0,4 4 0 0 0,5-2 0 0 0,-3-3 0 0 0,-11 0 0 0 0,-1-1 0 0 0,1-4 0 0 0,0 1 0 0 0,2 0 0 0 0,0-2 0 0 0,1 2 0 0 0,-6 0 0 0 0,-5 3 0 0 0,-4-1 0 0 0,-1 2 0 0 0,0 5 0 0 0,-1-1 0 0 0,-5-5 0 0 0,-7 2 0 0 0,-1-3 0 0 0,-3 2 0 0 0,2-1 0 0 0,2-4 0 0 0,5 3 0 0 0,-2 4 0 0 0,-10-2 0 0 0,-6 3 0 0 0,1-1 0 0 0,0-5 0 0 0,-1 2 0 0 0,-1 3 0 0 0,-7-1 0 0 0,-2 3 0 0 0,-1-3 0 0 0,-3-4 0 0 0,-7-4 0 0 0,-10 3 0 0 0,-11 3 0 0 0,-4 1 0 0 0,-6 2 0 0 0,-5 4 0 0 0,-4 3 0 0 0,-3 4 0 0 0,-2 1 0 0 0,0 2 0 0 0,-7 0 0 0 0,-6-4 0 0 0,-6-3 0 0 0,-6 1 0 0 0,2 1 0 0 0,0 2 0 0 0,-7 1 0 0 0,-9 1 0 0 0,2 0 0 0 0,3 1 0 0 0,-4 0 0 0 0,-1 0 0 0 0,2 1 0 0 0,-4-1 0 0 0,0 0 0 0 0,2 0 0 0 0,2 0 0 0 0,-3 0 0 0 0,-5 0 0 0 0,0 0 0 0 0,-9 0 0 0 0,-4 0 0 0 0,6 0 0 0 0,3 0 0 0 0,-7 0 0 0 0,-4 0 0 0 0,3 0 0 0 0,-4 0 0 0 0,-3 0 0 0 0,10 0 0 0 0,-2 0 0 0 0,-2 0 0 0 0,5 0 0 0 0,-1 0 0 0 0,-5 0 0 0 0,-4 5 0 0 0,8 2 0 0 0,5 0 0 0 0,4-2 0 0 0,0 5 0 0 0,-3-1 0 0 0,-3 4 0 0 0,7 0 0 0 0,6-3 0 0 0,-1-2 0 0 0,1-3 0 0 0,3-3 0 0 0,-4-1 0 0 0,0 5 0 0 0,1 0 0 0 0,8 0 0 0 0,4 4 0 0 0,-4 1 0 0 0,-3 2 0 0 0,6 1 0 0 0,2-3 0 0 0,5 2 0 0 0,6-2 0 0 0,1-1 0 0 0,3 1 0 0 0,2 0 0 0 0,-1-2 0 0 0,0 2 0 0 0,3 0 0 0 0,2-3 0 0 0,1-2 0 0 0,8 3 0 0 0,3 0 0 0 0,-1-1 0 0 0,5 2 0 0 0,1 1 0 0 0,8-3 0 0 0,6 4 0 0 0,10-1 0 0 0,8-3 0 0 0,8-1 0 0 0,6-4 0 0 0,3 0 0 0 0,1-3 0 0 0,2 0 0 0 0,-1 0 0 0 0,1-1 0 0 0,-1 1 0 0 0,-1 0 0 0 0,1-1 0 0 0,-1 1 0 0 0,5 0 0 0 0,2 0 0 0 0,-1 0 0 0 0,10 0 0 0 0,1 0 0 0 0,-1 0 0 0 0,-5 0 0 0 0,8 0 0 0 0,4-5 0 0 0,5-2 0 0 0,2 0 0 0 0,7 2 0 0 0,-4-4 0 0 0,4 0 0 0 0,6 1 0 0 0,1 2 0 0 0,3 2 0 0 0,4 2 0 0 0,-1-4 0 0 0,-5-2 0 0 0,2 2 0 0 0,-3 1 0 0 0,2 2 0 0 0,4 1 0 0 0,3-5 0 0 0,3 0 0 0 0,3 0 0 0 0,-3 2 0 0 0,-7 2 0 0 0,5 1 0 0 0,3 1 0 0 0,-2 0 0 0 0,-1-4 0 0 0,-4-1 0 0 0,0-1 0 0 0,2 2 0 0 0,2 2 0 0 0,-2 0 0 0 0,0 2 0 0 0,2 1 0 0 0,-9 0 0 0 0,-1 0 0 0 0,3-5 0 0 0,-8-2 0 0 0,1 1 0 0 0,4 1 0 0 0,-6 1 0 0 0,-4 2 0 0 0,-8 0 0 0 0,3 2 0 0 0,6-5 0 0 0,-3-2 0 0 0,-7 1 0 0 0,4 0 0 0 0,1 3 0 0 0,0 1 0 0 0,-3 1 0 0 0,-8 0 0 0 0,-7 1 0 0 0,-5 0 0 0 0,-4 1 0 0 0,-2-1 0 0 0,-2 0 0 0 0,0 0 0 0 0,-1 0 0 0 0,-4-5 0 0 0,-2-2 0 0 0,0 1 0 0 0,-8 0 0 0 0,-13 2 0 0 0,-11 2 0 0 0,-10 1 0 0 0,-7 0 0 0 0,-3 1 0 0 0,-4 0 0 0 0,0 1 0 0 0,0-1 0 0 0,0 0 0 0 0,-4 0 0 0 0,-2 1 0 0 0,1-1 0 0 0,-4 0 0 0 0,1 0 0 0 0,-5 0 0 0 0,2 0 0 0 0,-8 0 0 0 0,0 0 0 0 0,-3 0 0 0 0,-1 0 0 0 0,-7 0 0 0 0,1 0 0 0 0,-4 0 0 0 0,-1 0 0 0 0,0 0 0 0 0,-4 0 0 0 0,-6 0 0 0 0,-6 0 0 0 0,-4 0 0 0 0,-3 0 0 0 0,-2 0 0 0 0,-1 0 0 0 0,5 0 0 0 0,1 0 0 0 0,0 5 0 0 0,-6 2 0 0 0,3-1 0 0 0,0 5 0 0 0,0 0 0 0 0,-1-2 0 0 0,5-3 0 0 0,-3 4 0 0 0,-4-1 0 0 0,5-1 0 0 0,1 3 0 0 0,0-1 0 0 0,9-1 0 0 0,2-3 0 0 0,-6-2 0 0 0,-6 3 0 0 0,7 1 0 0 0,2-1 0 0 0,-2 3 0 0 0,8 0 0 0 0,1 4 0 0 0,2-1 0 0 0,2 3 0 0 0,2-1 0 0 0,-2 2 0 0 0,3-3 0 0 0,4-2 0 0 0,-4 1 0 0 0,3-2 0 0 0,3 4 0 0 0,0-2 0 0 0,5 2 0 0 0,2-1 0 0 0,3-3 0 0 0,1-3 0 0 0,2-4 0 0 0,5 4 0 0 0,-2 0 0 0 0,1-2 0 0 0,-2 4 0 0 0,1 0 0 0 0,2-1 0 0 0,3 2 0 0 0,3 0 0 0 0,2-2 0 0 0,12-3 0 0 0,14-2 0 0 0,15-2 0 0 0,10-6 0 0 0,8-3 0 0 0,4 0 0 0 0,3 1 0 0 0,0-3 0 0 0,1-1 0 0 0,-1-4 0 0 0,0 1 0 0 0,-1-2 0 0 0,-1 0 0 0 0,0 4 0 0 0,5-3 0 0 0,2 3 0 0 0,4-4 0 0 0,7 2 0 0 0,-1-2 0 0 0,2-5 0 0 0,4 2 0 0 0,2 4 0 0 0,3 4 0 0 0,1-1 0 0 0,1 1 0 0 0,1-4 0 0 0,1-3 0 0 0,-1 0 0 0 0,0-2 0 0 0,5 3 0 0 0,7-2 0 0 0,-3 2 0 0 0,-5-1 0 0 0,4 3 0 0 0,-6-3 0 0 0,2 3 0 0 0,1 3 0 0 0,-1-2 0 0 0,4 2 0 0 0,-4-3 0 0 0,-4 1 0 0 0,4-3 0 0 0,-4 2 0 0 0,3 3 0 0 0,1-1 0 0 0,-5 0 0 0 0,-3 3 0 0 0,-1-2 0 0 0,-4 0 0 0 0,-2-3 0 0 0,7 1 0 0 0,-1 3 0 0 0,0 3 0 0 0,-5 2 0 0 0,-5 3 0 0 0,-6 1 0 0 0,-4-4 0 0 0,1-2 0 0 0,0 1 0 0 0,-1 1 0 0 0,-2 2 0 0 0,-1 1 0 0 0,-2-4 0 0 0,-1-2 0 0 0,0 2 0 0 0,0 1 0 0 0,-1 1 0 0 0,1 2 0 0 0,-1 1 0 0 0,1 1 0 0 0,-6 5 0 0 0,-11 2 0 0 0,-9 5 0 0 0,-5 6 0 0 0,-8 0 0 0 0,-8-4 0 0 0,-6 2 0 0 0,1 3 0 0 0,-2-2 0 0 0,-7 2 0 0 0,-4 3 0 0 0,-1 2 0 0 0,-1 3 0 0 0,2-3 0 0 0,1-1 0 0 0,0 2 0 0 0,1 1 0 0 0,1-4 0 0 0,0 0 0 0 0,-5 1 0 0 0,-1 3 0 0 0,0-4 0 0 0,-5 5 0 0 0,1 3 0 0 0,1 2 0 0 0,3-5 0 0 0,-4 4 0 0 0,1 2 0 0 0,-4 0 0 0 0,-4 0 0 0 0,0 0 0 0 0,3-1 0 0 0,-1 4 0 0 0,2-3 0 0 0,3 3 0 0 0,-2 1 0 0 0,-4 4 0 0 0,1-5 0 0 0,3-3 0 0 0,3 4 0 0 0,-2 0 0 0 0,2-1 0 0 0,-4-1 0 0 0,1-1 0 0 0,2 3 0 0 0,3-3 0 0 0,-3-4 0 0 0,1 5 0 0 0,2 1 0 0 0,2-5 0 0 0,-4 2 0 0 0,6 1 0 0 0,3-6 0 0 0,-4-1 0 0 0,4 4 0 0 0,2 3 0 0 0,-4-5 0 0 0,3-2 0 0 0,2 5 0 0 0,0-3 0 0 0,0-7 0 0 0,4 4 0 0 0,1 3 0 0 0,0-4 0 0 0,-2-1 0 0 0,3 1 0 0 0,1 1 0 0 0,-2 2 0 0 0,3 1 0 0 0,0 1 0 0 0,-2 0 0 0 0,2 1 0 0 0,6 0 0 0 0,4 0 0 0 0,9-5 0 0 0,11-7 0 0 0,8-7 0 0 0,6-5 0 0 0,5-4 0 0 0,3-3 0 0 0,0-6 0 0 0,1-2 0 0 0,0 0 0 0 0,4-4 0 0 0,-3-5 0 0 0,2-5 0 0 0,1 2 0 0 0,-7-2 0 0 0,3-2 0 0 0,1-2 0 0 0,0 4 0 0 0,-1-1 0 0 0,5-1 0 0 0,-5-1 0 0 0,4 3 0 0 0,4 0 0 0 0,-3-7 0 0 0,2-3 0 0 0,4-2 0 0 0,0 0 0 0 0,4 5 0 0 0,3-2 0 0 0,4-2 0 0 0,-2-5 0 0 0,0-2 0 0 0,-4 7 0 0 0,-4-3 0 0 0,0 1 0 0 0,8-5 0 0 0,6-1 0 0 0,-2 1 0 0 0,0 3 0 0 0,5-3 0 0 0,-2-6 0 0 0,0 1 0 0 0,-6 7 0 0 0,-2 0 0 0 0,-3 1 0 0 0,-6 2 0 0 0,0-4 0 0 0,4 4 0 0 0,4-1 0 0 0,-1-6 0 0 0,1-1 0 0 0,3 2 0 0 0,-3 8 0 0 0,0-1 0 0 0,-2 0 0 0 0,-1-5 0 0 0,-2 4 0 0 0,2 4 0 0 0,-3 0 0 0 0,-3-3 0 0 0,1 2 0 0 0,4 3 0 0 0,0 1 0 0 0,1-1 0 0 0,4-5 0 0 0,-2-3 0 0 0,-4 6 0 0 0,0 2 0 0 0,-2 1 0 0 0,-3 0 0 0 0,-4 5 0 0 0,-2 1 0 0 0,-3-1 0 0 0,-1 4 0 0 0,0-1 0 0 0,-1 3 0 0 0,0 0 0 0 0,0-3 0 0 0,1 2 0 0 0,-6-1 0 0 0,-1 2 0 0 0,0 5 0 0 0,-4-1 0 0 0,0 1 0 0 0,2-2 0 0 0,2 1 0 0 0,3 3 0 0 0,-4-2 0 0 0,0 1 0 0 0,-10 2 0 0 0,-11 3 0 0 0,-8 7 0 0 0,-1 10 0 0 0,-5 2 0 0 0,-6 4 0 0 0,0 5 0 0 0,-2 3 0 0 0,-3-2 0 0 0,-3 1 0 0 0,3 0 0 0 0,1-3 0 0 0,-2-5 0 0 0,3 5 0 0 0,6 4 0 0 0,-6-2 0 0 0,-4 0 0 0 0,2 2 0 0 0,0 1 0 0 0,-2 2 0 0 0,-1 1 0 0 0,3 2 0 0 0,-4-6 0 0 0,-4 5 0 0 0,4 1 0 0 0,1-4 0 0 0,1 4 0 0 0,-8 2 0 0 0,4 6 0 0 0,0-4 0 0 0,-5 2 0 0 0,-2 1 0 0 0,-5 4 0 0 0,-1 0 0 0 0,6-1 0 0 0,-1-4 0 0 0,1 4 0 0 0,-4-1 0 0 0,-1 4 0 0 0,2-1 0 0 0,2-2 0 0 0,2-3 0 0 0,2-2 0 0 0,1-3 0 0 0,6-1 0 0 0,-3-1 0 0 0,-1-6 0 0 0,3-2 0 0 0,-3 6 0 0 0,-3-2 0 0 0,6-1 0 0 0,1 1 0 0 0,0 1 0 0 0,-1-4 0 0 0,4-2 0 0 0,-4 2 0 0 0,2 1 0 0 0,0-3 0 0 0,5 0 0 0 0,-5 1 0 0 0,-4-3 0 0 0,4 0 0 0 0,0 2 0 0 0,-1 3 0 0 0,0-4 0 0 0,3 1 0 0 0,1 1 0 0 0,-2-2 0 0 0,4-1 0 0 0,5 2 0 0 0,5-8 0 0 0,10-6 0 0 0,5-10 0 0 0,6-5 0 0 0,7-5 0 0 0,5-2 0 0 0,0-4 0 0 0,0 2 0 0 0,2-2 0 0 0,-4-3 0 0 0,1 2 0 0 0,1 4 0 0 0,2 0 0 0 0,-3-3 0 0 0,0 1 0 0 0,6-1 0 0 0,-1-4 0 0 0,0 3 0 0 0,1-1 0 0 0,0 3 0 0 0,1-1 0 0 0,1-2 0 0 0,1 2 0 0 0,-1-2 0 0 0,1 3 0 0 0,0 0 0 0 0,0-4 0 0 0,0-2 0 0 0,0 2 0 0 0,5-1 0 0 0,2-1 0 0 0,0-3 0 0 0,-2 4 0 0 0,-2 0 0 0 0,0-1 0 0 0,-2 2 0 0 0,-6 1 0 0 0,3 3 0 0 0,2-1 0 0 0,1-2 0 0 0,0 2 0 0 0,-5-1 0 0 0,-3-3 0 0 0,1 3 0 0 0,1-1 0 0 0,1 3 0 0 0,2-1 0 0 0,0 3 0 0 0,2-2 0 0 0,-6-2 0 0 0,-1-4 0 0 0,1 2 0 0 0,0 4 0 0 0,-3 1 0 0 0,0-3 0 0 0,1 2 0 0 0,2 4 0 0 0,-3-1 0 0 0,-11 2 0 0 0,-12 2 0 0 0,-12 4 0 0 0,-8 2 0 0 0,-6 8 0 0 0,-4 8 0 0 0,-1 2 0 0 0,-2-2 0 0 0,1 3 0 0 0,0 4 0 0 0,1-1 0 0 0,1 1 0 0 0,-1-2 0 0 0,1 1 0 0 0,1-3 0 0 0,-1 2 0 0 0,0 3 0 0 0,-5-2 0 0 0,4 1 0 0 0,-4 3 0 0 0,-6 3 0 0 0,-6-3 0 0 0,5 0 0 0 0,-1 1 0 0 0,-3 3 0 0 0,1 2 0 0 0,3-5 0 0 0,-1 6 0 0 0,-5 2 0 0 0,-3 1 0 0 0,-4 1 0 0 0,8-1 0 0 0,1 1 0 0 0,-2-1 0 0 0,-2-1 0 0 0,1 0 0 0 0,5 0 0 0 0,-1 0 0 0 0,-3 0 0 0 0,1-1 0 0 0,4 1 0 0 0,4-5 0 0 0,4-3 0 0 0,3 2 0 0 0,1-5 0 0 0,-4 0 0 0 0,4 2 0 0 0,2-3 0 0 0,2 0 0 0 0,-1-2 0 0 0,5 0 0 0 0,2 3 0 0 0,-2 4 0 0 0,-1-3 0 0 0,-1 0 0 0 0,-3-3 0 0 0,5 1 0 0 0,0-4 0 0 0,5 2 0 0 0,1-2 0 0 0,2 1 0 0 0,10-2 0 0 0,11-3 0 0 0,10-4 0 0 0,8-3 0 0 0,-1-7 0 0 0,2-3 0 0 0,2-1 0 0 0,2-4 0 0 0,1-1 0 0 0,1-3 0 0 0,6-4 0 0 0,2 1 0 0 0,0 3 0 0 0,3 0 0 0 0,1-4 0 0 0,4-3 0 0 0,-2 1 0 0 0,3 6 0 0 0,4-1 0 0 0,4-3 0 0 0,-3-3 0 0 0,1-4 0 0 0,1 4 0 0 0,-2-1 0 0 0,-1-1 0 0 0,3 3 0 0 0,-4 0 0 0 0,1 4 0 0 0,2 0 0 0 0,-3-4 0 0 0,1 3 0 0 0,7-1 0 0 0,-1-3 0 0 0,1-2 0 0 0,0-3 0 0 0,1 3 0 0 0,2 1 0 0 0,-6 4 0 0 0,0 0 0 0 0,0-2 0 0 0,1-2 0 0 0,-3 2 0 0 0,-6 5 0 0 0,-5 0 0 0 0,-5 2 0 0 0,2-1 0 0 0,-1-3 0 0 0,-1 1 0 0 0,4-2 0 0 0,-1 2 0 0 0,-1 5 0 0 0,-2-1 0 0 0,-3 1 0 0 0,-1-2 0 0 0,-1 1 0 0 0,-6-3 0 0 0,-3 2 0 0 0,1 3 0 0 0,1-1 0 0 0,2 0 0 0 0,-4-2 0 0 0,-1 1 0 0 0,-9 2 0 0 0,-12 4 0 0 0,-11 3 0 0 0,-10 7 0 0 0,-6 3 0 0 0,-4 1 0 0 0,-3-1 0 0 0,5 3 0 0 0,2 1 0 0 0,-5 4 0 0 0,-3 4 0 0 0,0 0 0 0 0,-6-4 0 0 0,-1 1 0 0 0,7 4 0 0 0,-1-2 0 0 0,-1 2 0 0 0,1-3 0 0 0,2-4 0 0 0,0 2 0 0 0,1 3 0 0 0,-4 4 0 0 0,-2-2 0 0 0,1-3 0 0 0,-5 0 0 0 0,-4 3 0 0 0,-6 3 0 0 0,-4 3 0 0 0,-3 3 0 0 0,3-3 0 0 0,6-1 0 0 0,6-5 0 0 0,5 0 0 0 0,-1 2 0 0 0,2-3 0 0 0,0 2 0 0 0,3 1 0 0 0,2-2 0 0 0,1-4 0 0 0,1 0 0 0 0,0 3 0 0 0,0 4 0 0 0,-4-2 0 0 0,-3 0 0 0 0,-4-2 0 0 0,4 0 0 0 0,4-2 0 0 0,2-4 0 0 0,2 0 0 0 0,0 0 0 0 0,0 1 0 0 0,0 5 0 0 0,0-1 0 0 0,0-3 0 0 0,4 1 0 0 0,3-2 0 0 0,-1 2 0 0 0,-2-2 0 0 0,-1-2 0 0 0,9-4 0 0 0,8-8 0 0 0,10-4 0 0 0,11-1 0 0 0,3-4 0 0 0,5-7 0 0 0,4 0 0 0 0,4 4 0 0 0,-3-3 0 0 0,-1 3 0 0 0,2-3 0 0 0,-4-3 0 0 0,0 1 0 0 0,2 4 0 0 0,1-1 0 0 0,3-3 0 0 0,2 2 0 0 0,6-3 0 0 0,3-2 0 0 0,-6-3 0 0 0,-2 2 0 0 0,3 5 0 0 0,8 0 0 0 0,1-2 0 0 0,4-3 0 0 0,0 2 0 0 0,-3-1 0 0 0,2-1 0 0 0,-2-4 0 0 0,-2 4 0 0 0,-4 0 0 0 0,-2 4 0 0 0,-3-1 0 0 0,0 4 0 0 0,-2-2 0 0 0,1-2 0 0 0,-1 1 0 0 0,0-1 0 0 0,1 2 0 0 0,-6 0 0 0 0,-1 2 0 0 0,-6-2 0 0 0,1 3 0 0 0,1 2 0 0 0,-7 5 0 0 0,-12 3 0 0 0,-10 2 0 0 0,-10 1 0 0 0,-7 7 0 0 0,-3 1 0 0 0,-3 1 0 0 0,-1-2 0 0 0,5 3 0 0 0,-3 1 0 0 0,-2 3 0 0 0,5 5 0 0 0,-3 0 0 0 0,-2-4 0 0 0,-5 1 0 0 0,3 4 0 0 0,-2-2 0 0 0,-1-4 0 0 0,1 2 0 0 0,-3 3 0 0 0,-1-2 0 0 0,7 2 0 0 0,-1 4 0 0 0,0-3 0 0 0,1 1 0 0 0,-5-3 0 0 0,0 1 0 0 0,0 3 0 0 0,-2 2 0 0 0,-1 4 0 0 0,2 1 0 0 0,-2-3 0 0 0,5-1 0 0 0,4-5 0 0 0,-2 0 0 0 0,3 2 0 0 0,-2-3 0 0 0,-1 2 0 0 0,1 1 0 0 0,0 3 0 0 0,1-2 0 0 0,1-6 0 0 0,-5 1 0 0 0,4 2 0 0 0,3 3 0 0 0,-5-2 0 0 0,4 0 0 0 0,2-2 0 0 0,1 0 0 0 0,0 3 0 0 0,-1-3 0 0 0,-1 2 0 0 0,0-4 0 0 0,5 2 0 0 0,2-3 0 0 0,-2-3 0 0 0,5 0 0 0 0,0 5 0 0 0,-2 4 0 0 0,-2-2 0 0 0,-3 2 0 0 0,-1 2 0 0 0,-2-3 0 0 0,4 1 0 0 0,13-4 0 0 0,13-4 0 0 0,6-10 0 0 0,8-5 0 0 0,2-8 0 0 0,2-2 0 0 0,5 1 0 0 0,-3-3 0 0 0,1 1 0 0 0,3-2 0 0 0,-4-5 0 0 0,1 2 0 0 0,6 4 0 0 0,0-1 0 0 0,0 1 0 0 0,0-1 0 0 0,2 2 0 0 0,0-3 0 0 0,1 2 0 0 0,1 3 0 0 0,-1-1 0 0 0,1-5 0 0 0,0 1 0 0 0,0-2 0 0 0,0 2 0 0 0,0-1 0 0 0,0 1 0 0 0,0 0 0 0 0,0 1 0 0 0,0 4 0 0 0,5-2 0 0 0,-4-4 0 0 0,-1 2 0 0 0,-2-3 0 0 0,1 2 0 0 0,-1 4 0 0 0,6-2 0 0 0,2-3 0 0 0,0-4 0 0 0,4 1 0 0 0,1 5 0 0 0,-8-1 0 0 0,-3 2 0 0 0,-3-1 0 0 0,0 1 0 0 0,0 4 0 0 0,1 3 0 0 0,-5-3 0 0 0,4 1 0 0 0,3-3 0 0 0,-4-6 0 0 0,-2 2 0 0 0,1 2 0 0 0,0 4 0 0 0,2 4 0 0 0,-4-3 0 0 0,-1 1 0 0 0,1 1 0 0 0,-9 2 0 0 0,-12 2 0 0 0,-12 7 0 0 0,-10 7 0 0 0,-7 3 0 0 0,-3 3 0 0 0,-9 0 0 0 0,3 1 0 0 0,-3 4 0 0 0,0 3 0 0 0,0 2 0 0 0,3-3 0 0 0,0-1 0 0 0,3-4 0 0 0,0 0 0 0 0,1 2 0 0 0,0 3 0 0 0,1-3 0 0 0,-1 0 0 0 0,1 2 0 0 0,-1 3 0 0 0,1 1 0 0 0,-1-3 0 0 0,5-1 0 0 0,2-4 0 0 0,0-1 0 0 0,4 3 0 0 0,0-3 0 0 0,-2 2 0 0 0,-2 1 0 0 0,-3 3 0 0 0,-1-2 0 0 0,3 0 0 0 0,2 1 0 0 0,-2-2 0 0 0,5-1 0 0 0,-1 2 0 0 0,-1-2 0 0 0,-3 0 0 0 0,4 2 0 0 0,-1 2 0 0 0,-1-2 0 0 0,3 0 0 0 0,0-4 0 0 0,3 1 0 0 0,-1-4 0 0 0,3 2 0 0 0,-1-3 0 0 0,1 2 0 0 0,5 3 0 0 0,-3-1 0 0 0,2 1 0 0 0,-3-2 0 0 0,7-5 0 0 0,9-3 0 0 0,9-4 0 0 0,9-3 0 0 0,6-2 0 0 0,4-5 0 0 0,1-8 0 0 0,2-7 0 0 0,0 0 0 0 0,-1 4 0 0 0,6-1 0 0 0,-5-3 0 0 0,3-3 0 0 0,1 2 0 0 0,-1 0 0 0 0,-1-2 0 0 0,-2-3 0 0 0,5 4 0 0 0,5 0 0 0 0,7-2 0 0 0,0-1 0 0 0,-4-2 0 0 0,2 3 0 0 0,-3 1 0 0 0,1-1 0 0 0,4-2 0 0 0,-6-1 0 0 0,-1-2 0 0 0,3-1 0 0 0,4-1 0 0 0,4 1 0 0 0,-2-7 0 0 0,-4 4 0 0 0,0 2 0 0 0,-4 2 0 0 0,-2-1 0 0 0,0 1 0 0 0,5-1 0 0 0,4 0 0 0 0,-6 0 0 0 0,-1 4 0 0 0,-2 3 0 0 0,-8-2 0 0 0,0 0 0 0 0,0 3 0 0 0,-1 0 0 0 0,0-1 0 0 0,-1-2 0 0 0,4-2 0 0 0,2 4 0 0 0,-6 0 0 0 0,-3 4 0 0 0,-1 1 0 0 0,0 2 0 0 0,-5 0 0 0 0,-6-4 0 0 0,-1 3 0 0 0,2 3 0 0 0,-2-1 0 0 0,1 3 0 0 0,-1-3 0 0 0,1 2 0 0 0,-8 2 0 0 0,-10 4 0 0 0,-10 3 0 0 0,-9 2 0 0 0,-6 1 0 0 0,-4 1 0 0 0,-2 6 0 0 0,-1 2 0 0 0,0 4 0 0 0,1 1 0 0 0,0-2 0 0 0,0 2 0 0 0,1 4 0 0 0,-6 5 0 0 0,0-2 0 0 0,-1 2 0 0 0,-3-4 0 0 0,5 1 0 0 0,-3 2 0 0 0,-3-2 0 0 0,-2 0 0 0 0,-2 3 0 0 0,-5 3 0 0 0,-4 2 0 0 0,7 1 0 0 0,-3-3 0 0 0,1-1 0 0 0,-1 1 0 0 0,3 1 0 0 0,-2 1 0 0 0,-1 2 0 0 0,1-4 0 0 0,5-2 0 0 0,-1 1 0 0 0,-2 2 0 0 0,0 2 0 0 0,-1-5 0 0 0,-3 0 0 0 0,3 1 0 0 0,3 1 0 0 0,0 2 0 0 0,2-3 0 0 0,4-1 0 0 0,-3 1 0 0 0,2 1 0 0 0,2 3 0 0 0,2-5 0 0 0,3 0 0 0 0,-4 1 0 0 0,0-4 0 0 0,0 1 0 0 0,2-4 0 0 0,2 0 0 0 0,2-2 0 0 0,0 1 0 0 0,1 4 0 0 0,0-2 0 0 0,1 1 0 0 0,-1-3 0 0 0,6 2 0 0 0,1-3 0 0 0,0-4 0 0 0,-1-3 0 0 0,3 2 0 0 0,11-1 0 0 0,13-2 0 0 0,10-2 0 0 0,10-2 0 0 0,5-1 0 0 0,4-2 0 0 0,2-5 0 0 0,0-2 0 0 0,0-6 0 0 0,0 1 0 0 0,-1 1 0 0 0,5 3 0 0 0,-4-3 0 0 0,3 2 0 0 0,0-5 0 0 0,5-4 0 0 0,6 1 0 0 0,0-2 0 0 0,3 2 0 0 0,-3 5 0 0 0,-3 3 0 0 0,6-1 0 0 0,6-5 0 0 0,-2 1 0 0 0,0-3 0 0 0,2-4 0 0 0,-4 2 0 0 0,0-1 0 0 0,2 3 0 0 0,2-2 0 0 0,1-1 0 0 0,3 1 0 0 0,-4 5 0 0 0,-7-1 0 0 0,-1 2 0 0 0,2-2 0 0 0,3-3 0 0 0,3 1 0 0 0,-3-2 0 0 0,0-3 0 0 0,-4 3 0 0 0,-4 4 0 0 0,-1 4 0 0 0,4 0 0 0 0,-1-4 0 0 0,-4 0 0 0 0,2-2 0 0 0,-8-3 0 0 0,2 1 0 0 0,-2 4 0 0 0,-1-1 0 0 0,-2 3 0 0 0,-1-2 0 0 0,-1 2 0 0 0,-1-3 0 0 0,-1 2 0 0 0,1-2 0 0 0,-1 2 0 0 0,-4-3 0 0 0,-3 3 0 0 0,1 3 0 0 0,2 3 0 0 0,-4-2 0 0 0,-1-4 0 0 0,2 0 0 0 0,-3-3 0 0 0,0 1 0 0 0,-4-1 0 0 0,2 2 0 0 0,-3-2 0 0 0,-4-4 0 0 0,-4-2 0 0 0,-8 2 0 0 0,-4-1 0 0 0,-6 4 0 0 0,-2-1 0 0 0,-3 3 0 0 0,-5 5 0 0 0,-4 3 0 0 0,-2 4 0 0 0,2-3 0 0 0,1 0 0 0 0,0 0 0 0 0,-3 3 0 0 0,0 1 0 0 0,-3 1 0 0 0,0 1 0 0 0,0 1 0 0 0,-6 0 0 0 0,-2 1 0 0 0,0-1 0 0 0,-4 0 0 0 0,-5 1 0 0 0,-5-1 0 0 0,-5 0 0 0 0,-2 0 0 0 0,-2 0 0 0 0,4 0 0 0 0,1 0 0 0 0,5 0 0 0 0,6 0 0 0 0,6 0 0 0 0,3 0 0 0 0,-2 0 0 0 0,-5 0 0 0 0,0 0 0 0 0,-4 0 0 0 0,-4 5 0 0 0,-4 7 0 0 0,2 2 0 0 0,5 3 0 0 0,0-1 0 0 0,3-3 0 0 0,-1-4 0 0 0,1 2 0 0 0,4-1 0 0 0,4 3 0 0 0,2 4 0 0 0,-3 0 0 0 0,-6-3 0 0 0,5 1 0 0 0,-1-2 0 0 0,0 2 0 0 0,2 4 0 0 0,-2 3 0 0 0,-1-1 0 0 0,2-4 0 0 0,-3-1 0 0 0,6 3 0 0 0,3 4 0 0 0,3-3 0 0 0,-5-5 0 0 0,4 1 0 0 0,2 3 0 0 0,1-2 0 0 0,0 1 0 0 0,4 3 0 0 0,2-2 0 0 0,-2 1 0 0 0,-1 2 0 0 0,4 3 0 0 0,-1-3 0 0 0,4 0 0 0 0,0 2 0 0 0,-2 1 0 0 0,-4 3 0 0 0,4 1 0 0 0,3 1 0 0 0,6 0 0 0 0,5 2 0 0 0,3-1 0 0 0,2 0 0 0 0,6-5 0 0 0,8-7 0 0 0,2-2 0 0 0,3-3 0 0 0,4-5 0 0 0,4-3 0 0 0,2-3 0 0 0,2-2 0 0 0,1-1 0 0 0,0-1 0 0 0,1 0 0 0 0,5 1 0 0 0,1-1 0 0 0,0 1 0 0 0,4-1 0 0 0,-1 1 0 0 0,-1 0 0 0 0,-2 0 0 0 0,-3 0 0 0 0,-2 0 0 0 0,-1-5 0 0 0,-1-2 0 0 0,-1-5 0 0 0,6 0 0 0 0,1-4 0 0 0,0 2 0 0 0,4 2 0 0 0,1 4 0 0 0,3-3 0 0 0,-6-4 0 0 0,1 1 0 0 0,4-3 0 0 0,5 1 0 0 0,0-1 0 0 0,-4 1 0 0 0,-4-1 0 0 0,-3-3 0 0 0,-4 2 0 0 0,3 4 0 0 0,-4-1 0 0 0,-3 2 0 0 0,4-2 0 0 0,-4-4 0 0 0,4 2 0 0 0,1 3 0 0 0,-6 0 0 0 0,-1 1 0 0 0,3-2 0 0 0,3 1 0 0 0,1-1 0 0 0,-6-4 0 0 0,-3-5 0 0 0,5 3 0 0 0,3 5 0 0 0,-5-1 0 0 0,3-2 0 0 0,-4-3 0 0 0,-1 2 0 0 0,0 4 0 0 0,1 0 0 0 0,-5-3 0 0 0,-1 2 0 0 0,1 4 0 0 0,-3-1 0 0 0,-5-3 0 0 0,0 0 0 0 0,-3-1 0 0 0,3 2 0 0 0,3 4 0 0 0,-1-1 0 0 0,-4-4 0 0 0,2 1 0 0 0,-2-2 0 0 0,-4-3 0 0 0,-2-4 0 0 0,-9-2 0 0 0,-8 4 0 0 0,-9 4 0 0 0,0 2 0 0 0,-3 3 0 0 0,-2 4 0 0 0,-3 3 0 0 0,-2 4 0 0 0,-1 2 0 0 0,0 0 0 0 0,-7 2 0 0 0,-1 0 0 0 0,0 0 0 0 0,1-1 0 0 0,2 1 0 0 0,2-1 0 0 0,1 0 0 0 0,-5 0 0 0 0,-6 0 0 0 0,-6 0 0 0 0,-1 0 0 0 0,4 0 0 0 0,4 0 0 0 0,-2 0 0 0 0,-3 0 0 0 0,1 0 0 0 0,-2 0 0 0 0,1 0 0 0 0,4 0 0 0 0,-1 0 0 0 0,2 0 0 0 0,-4 0 0 0 0,-3 0 0 0 0,1 5 0 0 0,-1 2 0 0 0,1 0 0 0 0,5 3 0 0 0,-2 1 0 0 0,8 3 0 0 0,-2 0 0 0 0,-3 2 0 0 0,-6-1 0 0 0,1-4 0 0 0,2 3 0 0 0,4-3 0 0 0,-2 4 0 0 0,7 3 0 0 0,-1-1 0 0 0,1-3 0 0 0,0 1 0 0 0,2-2 0 0 0,6 2 0 0 0,4-1 0 0 0,-1-4 0 0 0,5 2 0 0 0,0 0 0 0 0,-1 2 0 0 0,-3-1 0 0 0,3 2 0 0 0,-1-1 0 0 0,-1 3 0 0 0,3 3 0 0 0,0-2 0 0 0,3 1 0 0 0,10-2 0 0 0,11-4 0 0 0,10-5 0 0 0,8-8 0 0 0,6-5 0 0 0,-2-6 0 0 0,-1-2 0 0 0,7-3 0 0 0,2-5 0 0 0,2-4 0 0 0,4-2 0 0 0,1 2 0 0 0,-6 1 0 0 0,0 0 0 0 0,1 3 0 0 0,-1 0 0 0 0,-2-2 0 0 0,5-1 0 0 0,6-3 0 0 0,-4-2 0 0 0,1-1 0 0 0,4 5 0 0 0,0 1 0 0 0,3-1 0 0 0,-2-1 0 0 0,-3-1 0 0 0,-4 4 0 0 0,2 0 0 0 0,-1-1 0 0 0,4-7 0 0 0,-1-3 0 0 0,-2 4 0 0 0,2 2 0 0 0,-1 0 0 0 0,-2 0 0 0 0,-3 5 0 0 0,3 0 0 0 0,0 0 0 0 0,-2-2 0 0 0,-2 3 0 0 0,-2-4 0 0 0,-1-4 0 0 0,-2 3 0 0 0,0 2 0 0 0,0-1 0 0 0,-1-1 0 0 0,1 4 0 0 0,-1 1 0 0 0,1-2 0 0 0,-1-1 0 0 0,1-2 0 0 0,0-1 0 0 0,0-2 0 0 0,0-1 0 0 0,-6 0 0 0 0,-1 5 0 0 0,0 2 0 0 0,2 0 0 0 0,-4-2 0 0 0,-1 4 0 0 0,-3 0 0 0 0,0 5 0 0 0,-3-1 0 0 0,-4-3 0 0 0,-4-2 0 0 0,-3-3 0 0 0,-7 3 0 0 0,-9 5 0 0 0,-8 6 0 0 0,-4 6 0 0 0,-5 2 0 0 0,-2 3 0 0 0,-2 2 0 0 0,1 0 0 0 0,0 0 0 0 0,0 0 0 0 0,-5-1 0 0 0,4 6 0 0 0,2 7 0 0 0,1 0 0 0 0,1 0 0 0 0,-6 1 0 0 0,-6 4 0 0 0,-3 5 0 0 0,2 3 0 0 0,-3-3 0 0 0,1 0 0 0 0,3 7 0 0 0,-3-2 0 0 0,-3-1 0 0 0,6 1 0 0 0,-1 1 0 0 0,-4 0 0 0 0,-4 1 0 0 0,1 6 0 0 0,4-4 0 0 0,-2-2 0 0 0,-2 0 0 0 0,1 5 0 0 0,-7 1 0 0 0,1 1 0 0 0,-6-2 0 0 0,7-1 0 0 0,2-1 0 0 0,0 5 0 0 0,2-5 0 0 0,0 3 0 0 0,-3 0 0 0 0,-8 5 0 0 0,1 0 0 0 0,6-6 0 0 0,0 1 0 0 0,5 0 0 0 0,0 3 0 0 0,-8 7 0 0 0,0-5 0 0 0,0-4 0 0 0,4-3 0 0 0,5-3 0 0 0,1 0 0 0 0,-3-1 0 0 0,-4 5 0 0 0,3 2 0 0 0,4-6 0 0 0,0-2 0 0 0,1 4 0 0 0,-1 2 0 0 0,-3 0 0 0 0,1-6 0 0 0,9-3 0 0 0,0 0 0 0 0,2 0 0 0 0,2-3 0 0 0,2-2 0 0 0,0 2 0 0 0,-3 2 0 0 0,-2 2 0 0 0,1-4 0 0 0,6 0 0 0 0,4-5 0 0 0,1 1 0 0 0,-1-3 0 0 0,5 0 0 0 0,11-2 0 0 0,13-3 0 0 0,11-4 0 0 0,14-8 0 0 0,2-9 0 0 0,2-4 0 0 0,0-3 0 0 0,1 0 0 0 0,0-2 0 0 0,-1-3 0 0 0,1 3 0 0 0,4-2 0 0 0,2 4 0 0 0,0-1 0 0 0,3-3 0 0 0,1-2 0 0 0,-2 1 0 0 0,2 1 0 0 0,11-2 0 0 0,6-3 0 0 0,-2-7 0 0 0,1-3 0 0 0,-5 5 0 0 0,-7 2 0 0 0,6 0 0 0 0,4 1 0 0 0,-3 0 0 0 0,1-2 0 0 0,1-5 0 0 0,2 3 0 0 0,-3 7 0 0 0,-1-3 0 0 0,7-1 0 0 0,3-2 0 0 0,-9 0 0 0 0,-3 4 0 0 0,6-3 0 0 0,3-7 0 0 0,2-2 0 0 0,-4 0 0 0 0,-2 6 0 0 0,-5 4 0 0 0,-5 2 0 0 0,-1 0 0 0 0,-3-1 0 0 0,-3 0 0 0 0,3 4 0 0 0,-2 1 0 0 0,-1-1 0 0 0,-3-2 0 0 0,4 4 0 0 0,-1 1 0 0 0,-6-2 0 0 0,2-2 0 0 0,-1 3 0 0 0,-5 0 0 0 0,-3-1 0 0 0,0-2 0 0 0,1 3 0 0 0,-5 0 0 0 0,-1 4 0 0 0,2-1 0 0 0,2-1 0 0 0,2-4 0 0 0,-4-2 0 0 0,0 3 0 0 0,-4 0 0 0 0,-6-1 0 0 0,1 3 0 0 0,-3 1 0 0 0,3 3 0 0 0,-1-1 0 0 0,-4-2 0 0 0,-7 2 0 0 0,-10 4 0 0 0,-9 4 0 0 0,-7 5 0 0 0,-4 2 0 0 0,-3 2 0 0 0,-1 2 0 0 0,-1-1 0 0 0,1 1 0 0 0,0 0 0 0 0,0 5 0 0 0,0 1 0 0 0,1 5 0 0 0,0 1 0 0 0,0-3 0 0 0,1-2 0 0 0,-1 2 0 0 0,5 5 0 0 0,-3 0 0 0 0,3 3 0 0 0,-4-3 0 0 0,-3 3 0 0 0,0 3 0 0 0,-6 3 0 0 0,-6-3 0 0 0,-1 1 0 0 0,2 2 0 0 0,3 1 0 0 0,4-2 0 0 0,8-1 0 0 0,-2-4 0 0 0,0 1 0 0 0,-1 1 0 0 0,0-2 0 0 0,-5 2 0 0 0,4 1 0 0 0,2-2 0 0 0,-4 1 0 0 0,4 2 0 0 0,-3 3 0 0 0,-1-3 0 0 0,0 0 0 0 0,0-4 0 0 0,2 1 0 0 0,1 1 0 0 0,0-1 0 0 0,1 0 0 0 0,0-2 0 0 0,0 0 0 0 0,1 3 0 0 0,-1-1 0 0 0,1 0 0 0 0,-1 3 0 0 0,0-3 0 0 0,0 1 0 0 0,0-3 0 0 0,6 1 0 0 0,-4-3 0 0 0,-8 2 0 0 0,4 3 0 0 0,-5-3 0 0 0,0 3 0 0 0,1 1 0 0 0,2 4 0 0 0,1-3 0 0 0,1-5 0 0 0,1-1 0 0 0,7 3 0 0 0,1-2 0 0 0,0-4 0 0 0,4 1 0 0 0,0-2 0 0 0,4 3 0 0 0,-1-2 0 0 0,2 2 0 0 0,10-1 0 0 0,4-8 0 0 0,9-5 0 0 0,8-9 0 0 0,6-2 0 0 0,5-5 0 0 0,3-5 0 0 0,7-4 0 0 0,2 1 0 0 0,6 0 0 0 0,-6-1 0 0 0,2 3 0 0 0,-2 0 0 0 0,-7-2 0 0 0,2-2 0 0 0,5-2 0 0 0,7-2 0 0 0,6-1 0 0 0,-6 0 0 0 0,-6 4 0 0 0,1 7 0 0 0,-1 1 0 0 0,3-1 0 0 0,5-8 0 0 0,4-5 0 0 0,-1-2 0 0 0,-4 5 0 0 0,-5 7 0 0 0,-4 2 0 0 0,2-6 0 0 0,4-3 0 0 0,6-3 0 0 0,-1 4 0 0 0,-3 2 0 0 0,-5 1 0 0 0,2-2 0 0 0,4-1 0 0 0,-1 4 0 0 0,-3 1 0 0 0,1 0 0 0 0,0-3 0 0 0,-4 4 0 0 0,-3 1 0 0 0,-2-3 0 0 0,-2-1 0 0 0,3 3 0 0 0,2 1 0 0 0,-1-3 0 0 0,-2-1 0 0 0,-1 3 0 0 0,-1 0 0 0 0,-1-1 0 0 0,-1 3 0 0 0,-5 0 0 0 0,-3 3 0 0 0,1 4 0 0 0,-4 0 0 0 0,0-4 0 0 0,2 2 0 0 0,2 2 0 0 0,-3 0 0 0 0,0-5 0 0 0,3-4 0 0 0,1 2 0 0 0,-3-1 0 0 0,-11 3 0 0 0,-12 5 0 0 0,-16 4 0 0 0,-17 9 0 0 0,-1 10 0 0 0,-1 4 0 0 0,1 3 0 0 0,1 0 0 0 0,1-3 0 0 0,1 1 0 0 0,0 3 0 0 0,1 4 0 0 0,-5-1 0 0 0,-1 0 0 0 0,-6 2 0 0 0,0 3 0 0 0,2 1 0 0 0,3-3 0 0 0,-3-1 0 0 0,0 2 0 0 0,-3 6 0 0 0,-5 3 0 0 0,1-4 0 0 0,4-1 0 0 0,-2-2 0 0 0,-4 7 0 0 0,3 1 0 0 0,-3-4 0 0 0,-2 2 0 0 0,7 2 0 0 0,-4-1 0 0 0,1 0 0 0 0,3-1 0 0 0,-1 4 0 0 0,-3 1 0 0 0,-4 5 0 0 0,-4 1 0 0 0,-1 2 0 0 0,-3-1 0 0 0,5 3 0 0 0,0-7 0 0 0,1-1 0 0 0,3 0 0 0 0,6-4 0 0 0,0 4 0 0 0,-3-5 0 0 0,2 2 0 0 0,-1-1 0 0 0,-4 5 0 0 0,2 1 0 0 0,5-8 0 0 0,-1 2 0 0 0,-3-1 0 0 0,1 5 0 0 0,-1 1 0 0 0,3-8 0 0 0,3-2 0 0 0,4-3 0 0 0,-2 0 0 0 0,1 0 0 0 0,2 1 0 0 0,-3 0 0 0 0,0 1 0 0 0,-3 0 0 0 0,5 1 0 0 0,5-5 0 0 0,-3-2 0 0 0,5 0 0 0 0,3 1 0 0 0,1-3 0 0 0,0 0 0 0 0,-1 1 0 0 0,0-3 0 0 0,5 0 0 0 0,1 2 0 0 0,-1 2 0 0 0,9-2 0 0 0,7-11 0 0 0,10-7 0 0 0,5-9 0 0 0,6-5 0 0 0,7 1 0 0 0,-1-4 0 0 0,2-6 0 0 0,3 2 0 0 0,-3-3 0 0 0,5-2 0 0 0,4-3 0 0 0,2-3 0 0 0,1-1 0 0 0,-6-2 0 0 0,4 0 0 0 0,1 0 0 0 0,1-1 0 0 0,5 1 0 0 0,2 0 0 0 0,-2-5 0 0 0,4-2 0 0 0,-5 0 0 0 0,-4 7 0 0 0,-2 3 0 0 0,-1-3 0 0 0,-1 2 0 0 0,6 2 0 0 0,1-5 0 0 0,-4-3 0 0 0,-4 5 0 0 0,5-3 0 0 0,-3-1 0 0 0,-2 0 0 0 0,5 0 0 0 0,2-4 0 0 0,0-1 0 0 0,5 1 0 0 0,1-4 0 0 0,-1 5 0 0 0,-3-1 0 0 0,3-4 0 0 0,1-2 0 0 0,2-2 0 0 0,1-5 0 0 0,2 2 0 0 0,-1-2 0 0 0,-2 2 0 0 0,0 5 0 0 0,0 5 0 0 0,-8 3 0 0 0,0-2 0 0 0,5-6 0 0 0,-4 0 0 0 0,-3 2 0 0 0,-3 8 0 0 0,-5 0 0 0 0,-2-1 0 0 0,0 7 0 0 0,1-3 0 0 0,3-1 0 0 0,1-1 0 0 0,-4 1 0 0 0,-1 5 0 0 0,-4 2 0 0 0,0 0 0 0 0,1 4 0 0 0,-1 1 0 0 0,-6-1 0 0 0,2-4 0 0 0,3 4 0 0 0,-2 0 0 0 0,-3-2 0 0 0,1 3 0 0 0,-2-1 0 0 0,3 4 0 0 0,-2 0 0 0 0,-3 7 0 0 0,-8 6 0 0 0,-5 8 0 0 0,-6 10 0 0 0,-8 1 0 0 0,-1 4 0 0 0,-2 5 0 0 0,-8 2 0 0 0,0 2 0 0 0,0 3 0 0 0,-1 0 0 0 0,0-5 0 0 0,4 4 0 0 0,2 2 0 0 0,-1-5 0 0 0,-1-1 0 0 0,-3 5 0 0 0,0-3 0 0 0,-2 5 0 0 0,0 2 0 0 0,-1-1 0 0 0,0-4 0 0 0,0 1 0 0 0,0 7 0 0 0,-1-3 0 0 0,-4 3 0 0 0,4 0 0 0 0,1-6 0 0 0,1 1 0 0 0,-4 7 0 0 0,-8 6 0 0 0,-1 6 0 0 0,-4 4 0 0 0,0 4 0 0 0,-1-3 0 0 0,-4-7 0 0 0,7-1 0 0 0,1 2 0 0 0,2-2 0 0 0,4-5 0 0 0,3-5 0 0 0,-4 2 0 0 0,0 5 0 0 0,-3-1 0 0 0,-1-3 0 0 0,2 3 0 0 0,3-7 0 0 0,3 0 0 0 0,1 5 0 0 0,-3-5 0 0 0,-1 1 0 0 0,-4 0 0 0 0,-1 3 0 0 0,3 0 0 0 0,1-2 0 0 0,-1-3 0 0 0,4-2 0 0 0,0-1 0 0 0,-1-3 0 0 0,1 6 0 0 0,2-5 0 0 0,1-2 0 0 0,6-1 0 0 0,-2 0 0 0 0,-3 0 0 0 0,6 0 0 0 0,-5 1 0 0 0,-1 1 0 0 0,4-1 0 0 0,2 1 0 0 0,0-5 0 0 0,-1-3 0 0 0,5 2 0 0 0,0-5 0 0 0,-1 0 0 0 0,3 2 0 0 0,0 2 0 0 0,-2-2 0 0 0,-2-1 0 0 0,2 2 0 0 0,1-3 0 0 0,3 0 0 0 0,-1 3 0 0 0,4 1 0 0 0,-2-2 0 0 0,3-11 0 0 0,8-12 0 0 0,11-6 0 0 0,5-7 0 0 0,5-6 0 0 0,6-6 0 0 0,4 3 0 0 0,-1-1 0 0 0,-1-7 0 0 0,2 3 0 0 0,2 0 0 0 0,1-1 0 0 0,1 1 0 0 0,1-2 0 0 0,-4 0 0 0 0,-2 0 0 0 0,6-1 0 0 0,-3 1 0 0 0,0-1 0 0 0,1 0 0 0 0,0 0 0 0 0,1 0 0 0 0,0 5 0 0 0,2-3 0 0 0,-1-7 0 0 0,1 2 0 0 0,5-4 0 0 0,-3 1 0 0 0,-2 5 0 0 0,4-2 0 0 0,1-6 0 0 0,0-6 0 0 0,-1 5 0 0 0,4-2 0 0 0,-4 2 0 0 0,1 2 0 0 0,1 3 0 0 0,-1 2 0 0 0,4-4 0 0 0,0 0 0 0 0,-1-5 0 0 0,3 1 0 0 0,0 1 0 0 0,-2 3 0 0 0,-3 2 0 0 0,3-2 0 0 0,0-1 0 0 0,-2 1 0 0 0,-1-3 0 0 0,-3 0 0 0 0,-1 1 0 0 0,-2 3 0 0 0,5-3 0 0 0,2 0 0 0 0,-1 2 0 0 0,-1 2 0 0 0,-2-4 0 0 0,4 0 0 0 0,-4 2 0 0 0,-3 2 0 0 0,4-4 0 0 0,1 0 0 0 0,-1 2 0 0 0,0 2 0 0 0,-6 1 0 0 0,-4 2 0 0 0,0 2 0 0 0,1 0 0 0 0,-4 0 0 0 0,-1 6 0 0 0,2 1 0 0 0,-4 1 0 0 0,-4-3 0 0 0,0 5 0 0 0,-3-1 0 0 0,3-1 0 0 0,3 4 0 0 0,-1-1 0 0 0,-3-2 0 0 0,0-3 0 0 0,-6 9 0 0 0,-6 12 0 0 0,-7 6 0 0 0,-9 4 0 0 0,-1 5 0 0 0,-5 6 0 0 0,-2 1 0 0 0,1 2 0 0 0,-1 8 0 0 0,-1 0 0 0 0,-3-1 0 0 0,4 2 0 0 0,-1 0 0 0 0,-5 1 0 0 0,-5 0 0 0 0,4 1 0 0 0,2-1 0 0 0,-5 1 0 0 0,-3 5 0 0 0,0 8 0 0 0,0-5 0 0 0,1-3 0 0 0,2 3 0 0 0,0-1 0 0 0,0-1 0 0 0,1 4 0 0 0,-5 5 0 0 0,-1 0 0 0 0,5-2 0 0 0,-3 1 0 0 0,0-6 0 0 0,1 0 0 0 0,0 4 0 0 0,2 0 0 0 0,-5 3 0 0 0,-2 0 0 0 0,7 1 0 0 0,-3-1 0 0 0,1 1 0 0 0,-6 4 0 0 0,0 4 0 0 0,-5-3 0 0 0,6 1 0 0 0,4 1 0 0 0,-2-3 0 0 0,0-4 0 0 0,0 4 0 0 0,-3 0 0 0 0,0-4 0 0 0,1 0 0 0 0,2 3 0 0 0,2-1 0 0 0,2 0 0 0 0,-4 4 0 0 0,-1-3 0 0 0,1-5 0 0 0,1 1 0 0 0,2-2 0 0 0,1-4 0 0 0,1 3 0 0 0,6-2 0 0 0,2-2 0 0 0,-5 3 0 0 0,-3-1 0 0 0,-1 4 0 0 0,-1-2 0 0 0,1-7 0 0 0,5 1 0 0 0,3-2 0 0 0,1-5 0 0 0,3-4 0 0 0,6 0 0 0 0,0 0 0 0 0,-2 1 0 0 0,-4 1 0 0 0,2 2 0 0 0,-2 0 0 0 0,4 0 0 0 0,-1-4 0 0 0,2-2 0 0 0,4 1 0 0 0,5-10 0 0 0,8-7 0 0 0,4-10 0 0 0,1-11 0 0 0,5-7 0 0 0,6-6 0 0 0,5-4 0 0 0,4-2 0 0 0,3-1 0 0 0,-4 0 0 0 0,0 6 0 0 0,0 2 0 0 0,2-5 0 0 0,1-3 0 0 0,1-1 0 0 0,-4 0 0 0 0,-2 6 0 0 0,1-3 0 0 0,2-1 0 0 0,-4-1 0 0 0,0 1 0 0 0,1-1 0 0 0,2 1 0 0 0,-3 1 0 0 0,0 0 0 0 0,1 5 0 0 0,2-3 0 0 0,2-7 0 0 0,2 2 0 0 0,1 2 0 0 0,-4-4 0 0 0,-2 4 0 0 0,0 2 0 0 0,2-4 0 0 0,2-2 0 0 0,-5 0 0 0 0,5-4 0 0 0,3 5 0 0 0,-4-3 0 0 0,3-5 0 0 0,3 0 0 0 0,-4 2 0 0 0,-3-3 0 0 0,0 1 0 0 0,1 8 0 0 0,-4-1 0 0 0,-1 0 0 0 0,1 2 0 0 0,2-4 0 0 0,-3-1 0 0 0,-1 1 0 0 0,2 1 0 0 0,2 3 0 0 0,-3 1 0 0 0,0 1 0 0 0,-4-5 0 0 0,1 5 0 0 0,1 2 0 0 0,-2 1 0 0 0,-4 0 0 0 0,1 0 0 0 0,3-1 0 0 0,3 0 0 0 0,-1 0 0 0 0,-4-1 0 0 0,0 6 0 0 0,-3 1 0 0 0,2-1 0 0 0,-1 0 0 0 0,-4-2 0 0 0,-3-2 0 0 0,3 5 0 0 0,-1 1 0 0 0,3-2 0 0 0,0 0 0 0 0,-2-3 0 0 0,-3 0 0 0 0,3 3 0 0 0,-1 2 0 0 0,-1 9 0 0 0,-8 7 0 0 0,-3 11 0 0 0,-8 9 0 0 0,0 8 0 0 0,-5 5 0 0 0,-4-1 0 0 0,1 0 0 0 0,4 1 0 0 0,-1-4 0 0 0,-3 5 0 0 0,-4 3 0 0 0,3 2 0 0 0,-1 0 0 0 0,-2 0 0 0 0,-3-5 0 0 0,4 4 0 0 0,0 0 0 0 0,-2 7 0 0 0,-1 2 0 0 0,-2-1 0 0 0,3-2 0 0 0,1-2 0 0 0,-1 4 0 0 0,-2 0 0 0 0,-1-1 0 0 0,-2 4 0 0 0,4 4 0 0 0,2-5 0 0 0,-2 1 0 0 0,0 4 0 0 0,-3-1 0 0 0,5-2 0 0 0,0 1 0 0 0,-1-1 0 0 0,-1-3 0 0 0,3 2 0 0 0,0 0 0 0 0,-1 3 0 0 0,-3 4 0 0 0,-1-1 0 0 0,-7 2 0 0 0,3-3 0 0 0,5-3 0 0 0,-2 1 0 0 0,-2 3 0 0 0,-1 4 0 0 0,0-2 0 0 0,-1 2 0 0 0,6-3 0 0 0,1-5 0 0 0,1-5 0 0 0,-2 2 0 0 0,4-1 0 0 0,0 4 0 0 0,0-2 0 0 0,-3-1 0 0 0,3-4 0 0 0,0 4 0 0 0,-1-1 0 0 0,-2 3 0 0 0,-2 6 0 0 0,-2 4 0 0 0,-1-7 0 0 0,4-5 0 0 0,2-5 0 0 0,5-4 0 0 0,0-1 0 0 0,3-1 0 0 0,0-6 0 0 0,2-1 0 0 0,4 0 0 0 0,-3-4 0 0 0,3 1 0 0 0,1 2 0 0 0,-2-4 0 0 0,1-8 0 0 0,6-8 0 0 0,6-13 0 0 0,6-6 0 0 0,2-5 0 0 0,5-3 0 0 0,5-4 0 0 0,-1-1 0 0 0,2-2 0 0 0,2 1 0 0 0,-3-1 0 0 0,-4 0 0 0 0,0 1 0 0 0,2-1 0 0 0,4 1 0 0 0,-2 0 0 0 0,-5 1 0 0 0,1-1 0 0 0,3 0 0 0 0,3 0 0 0 0,-2 0 0 0 0,-4 1 0 0 0,0-1 0 0 0,2 0 0 0 0,4 0 0 0 0,-1-5 0 0 0,-6-2 0 0 0,1 1 0 0 0,3-5 0 0 0,-2 1 0 0 0,1 6 0 0 0,-2 0 0 0 0,1-6 0 0 0,4 5 0 0 0,2-3 0 0 0,-2-4 0 0 0,1-6 0 0 0,1-5 0 0 0,3-4 0 0 0,1 3 0 0 0,3 0 0 0 0,-6 5 0 0 0,-5 5 0 0 0,-1 5 0 0 0,1-2 0 0 0,3 3 0 0 0,-2-4 0 0 0,-5 0 0 0 0,0-2 0 0 0,4-5 0 0 0,3-4 0 0 0,-2-3 0 0 0,0-3 0 0 0,-2 4 0 0 0,0 11 0 0 0,-2 3 0 0 0,1 4 0 0 0,-3 2 0 0 0,3-2 0 0 0,-3-1 0 0 0,-3 1 0 0 0,-4 3 0 0 0,3 1 0 0 0,-1 1 0 0 0,3 2 0 0 0,0 0 0 0 0,-2 0 0 0 0,-3 0 0 0 0,3 1 0 0 0,-1-1 0 0 0,4 6 0 0 0,-1 1 0 0 0,-2 0 0 0 0,3-1 0 0 0,-2-2 0 0 0,-2-2 0 0 0,-2 10 0 0 0,-3 13 0 0 0,-8 13 0 0 0,-2 11 0 0 0,-6 7 0 0 0,-1 4 0 0 0,2 3 0 0 0,3 2 0 0 0,-3-1 0 0 0,-4 0 0 0 0,0 5 0 0 0,-3 1 0 0 0,3 4 0 0 0,-3-5 0 0 0,3-3 0 0 0,-2-3 0 0 0,2-2 0 0 0,3 0 0 0 0,5-1 0 0 0,-3 1 0 0 0,-4 5 0 0 0,-6 8 0 0 0,2 1 0 0 0,3-1 0 0 0,4-3 0 0 0,-1 2 0 0 0,-4-1 0 0 0,1-1 0 0 0,-2-4 0 0 0,1-1 0 0 0,-1 3 0 0 0,2 5 0 0 0,-2 7 0 0 0,-3 0 0 0 0,2-4 0 0 0,-2 1 0 0 0,4-2 0 0 0,-2-4 0 0 0,2-3 0 0 0,5-3 0 0 0,3 3 0 0 0,-1 0 0 0 0,0-1 0 0 0,-4-2 0 0 0,1-1 0 0 0,3 4 0 0 0,-3 1 0 0 0,0-2 0 0 0,-2-1 0 0 0,1-1 0 0 0,-3-2 0 0 0,2-2 0 0 0,2 1 0 0 0,5-2 0 0 0,-3 6 0 0 0,-5 2 0 0 0,1-1 0 0 0,-3-1 0 0 0,1 3 0 0 0,4 1 0 0 0,4-1 0 0 0,-3-7 0 0 0,2-5 0 0 0,-4 0 0 0 0,1-1 0 0 0,2 1 0 0 0,3 2 0 0 0,3 0 0 0 0,-4-5 0 0 0,0 0 0 0 0,1-10 0 0 0,3-13 0 0 0,0-12 0 0 0,8-9 0 0 0,2-6 0 0 0,0-4 0 0 0,5-3 0 0 0,0 0 0 0 0,-1 0 0 0 0,-4 0 0 0 0,-1 1 0 0 0,3-5 0 0 0,0-1 0 0 0,4 0 0 0 0,0 2 0 0 0,-2 1 0 0 0,2 2 0 0 0,0 1 0 0 0,-3 1 0 0 0,-2 0 0 0 0,-3 0 0 0 0,3 1 0 0 0,1-1 0 0 0,-2 1 0 0 0,4-6 0 0 0,1-7 0 0 0,-3-1 0 0 0,-2 1 0 0 0,4-2 0 0 0,-1 1 0 0 0,-2 2 0 0 0,4 5 0 0 0,0 1 0 0 0,3 3 0 0 0,-1-3 0 0 0,3-7 0 0 0,-2-1 0 0 0,-3 1 0 0 0,-3 4 0 0 0,-3 3 0 0 0,3 1 0 0 0,-1-2 0 0 0,5-1 0 0 0,0 0 0 0 0,-2 3 0 0 0,-3 1 0 0 0,-3-4 0 0 0,4-6 0 0 0,0-1 0 0 0,-1 2 0 0 0,3-2 0 0 0,0 2 0 0 0,-1 2 0 0 0,2 3 0 0 0,0-2 0 0 0,-2 0 0 0 0,-3 2 0 0 0,-2 2 0 0 0,-1 2 0 0 0,-3 1 0 0 0,0 2 0 0 0,0 0 0 0 0,0 0 0 0 0,-1 1 0 0 0,1-1 0 0 0,-1 11 0 0 0,1 14 0 0 0,0 13 0 0 0,0 11 0 0 0,0 7 0 0 0,-5 5 0 0 0,-2 3 0 0 0,0 0 0 0 0,2 1 0 0 0,-4-1 0 0 0,0-1 0 0 0,-5 0 0 0 0,2-1 0 0 0,1 0 0 0 0,-2 0 0 0 0,2 0 0 0 0,1 0 0 0 0,4-1 0 0 0,-3 1 0 0 0,0 5 0 0 0,-4-3 0 0 0,1-3 0 0 0,2 5 0 0 0,-2 1 0 0 0,0 0 0 0 0,3 5 0 0 0,3-1 0 0 0,-4 0 0 0 0,2-3 0 0 0,-5-2 0 0 0,1 3 0 0 0,-4 1 0 0 0,2 4 0 0 0,-2 6 0 0 0,1 4 0 0 0,3-2 0 0 0,-1-3 0 0 0,2 0 0 0 0,-3-3 0 0 0,0 1 0 0 0,-1-1 0 0 0,1-4 0 0 0,3-3 0 0 0,3-3 0 0 0,-2 3 0 0 0,1 5 0 0 0,-3 2 0 0 0,-1-3 0 0 0,3 2 0 0 0,-2-5 0 0 0,1 0 0 0 0,-4 4 0 0 0,2 5 0 0 0,3 5 0 0 0,-3-1 0 0 0,2-4 0 0 0,-4-5 0 0 0,2 0 0 0 0,3 4 0 0 0,-3-1 0 0 0,2-3 0 0 0,2 1 0 0 0,3-1 0 0 0,2-3 0 0 0,-3-8 0 0 0,-1-4 0 0 0,2-2 0 0 0,1 0 0 0 0,1 1 0 0 0,3 1 0 0 0,-6-4 0 0 0,0-2 0 0 0,1 2 0 0 0,1 1 0 0 0,1-8 0 0 0,2-13 0 0 0,1-12 0 0 0,1-9 0 0 0,5-3 0 0 0,2-3 0 0 0,0-8 0 0 0,4-4 0 0 0,0-6 0 0 0,4 3 0 0 0,-2 4 0 0 0,4-4 0 0 0,-3-5 0 0 0,-2-1 0 0 0,1 2 0 0 0,-1 3 0 0 0,2 2 0 0 0,-1 3 0 0 0,3-3 0 0 0,3-7 0 0 0,-1 0 0 0 0,-4 2 0 0 0,-4-3 0 0 0,1 2 0 0 0,0 2 0 0 0,2 3 0 0 0,4 3 0 0 0,0-8 0 0 0,-4-3 0 0 0,-3 2 0 0 0,1-2 0 0 0,5-4 0 0 0,4-4 0 0 0,-1-3 0 0 0,1 3 0 0 0,-2 0 0 0 0,-4-2 0 0 0,0 10 0 0 0,-2 1 0 0 0,2-2 0 0 0,4 3 0 0 0,-1 2 0 0 0,2 4 0 0 0,3-3 0 0 0,-3-4 0 0 0,-4 0 0 0 0,-4 2 0 0 0,0-1 0 0 0,4 0 0 0 0,0-1 0 0 0,2-5 0 0 0,4 1 0 0 0,-3 5 0 0 0,-3-2 0 0 0,-5 2 0 0 0,2-2 0 0 0,-2 2 0 0 0,3 3 0 0 0,-1-3 0 0 0,3 2 0 0 0,-1 3 0 0 0,2 2 0 0 0,-1 2 0 0 0,-4 3 0 0 0,-3-5 0 0 0,-4-1 0 0 0,4 1 0 0 0,0 2 0 0 0,3 6 0 0 0,1-2 0 0 0,-2-1 0 0 0,-3-6 0 0 0,3-7 0 0 0,-1 0 0 0 0,-1 1 0 0 0,3 9 0 0 0,-1 5 0 0 0,-1 2 0 0 0,2 0 0 0 0,0 1 0 0 0,-2-1 0 0 0,-3 9 0 0 0,-2 14 0 0 0,-2 12 0 0 0,-1 11 0 0 0,-7 2 0 0 0,-1 3 0 0 0,0 3 0 0 0,1 2 0 0 0,-3 1 0 0 0,-1 2 0 0 0,-3 0 0 0 0,0 1 0 0 0,2-1 0 0 0,-1 0 0 0 0,0 0 0 0 0,3 0 0 0 0,-3 0 0 0 0,1 6 0 0 0,-3-5 0 0 0,1 4 0 0 0,-2 6 0 0 0,0 6 0 0 0,-1 5 0 0 0,-4 0 0 0 0,2-5 0 0 0,-2-5 0 0 0,3 1 0 0 0,-1 3 0 0 0,-2 4 0 0 0,1-1 0 0 0,5 1 0 0 0,-1-2 0 0 0,2-5 0 0 0,-2 0 0 0 0,-3 4 0 0 0,1 4 0 0 0,-2 4 0 0 0,-3 2 0 0 0,3 3 0 0 0,-2 6 0 0 0,-1-3 0 0 0,2-2 0 0 0,0-1 0 0 0,-3-6 0 0 0,-1-1 0 0 0,2 0 0 0 0,0-3 0 0 0,4-1 0 0 0,5 2 0 0 0,-1-2 0 0 0,2 0 0 0 0,-2 3 0 0 0,-4 2 0 0 0,2-2 0 0 0,-3-1 0 0 0,-3 3 0 0 0,3-4 0 0 0,4 0 0 0 0,4-3 0 0 0,5-5 0 0 0,-2 1 0 0 0,0-1 0 0 0,-4-4 0 0 0,1 3 0 0 0,1-1 0 0 0,-2-2 0 0 0,1-3 0 0 0,-4-1 0 0 0,2-3 0 0 0,2 0 0 0 0,4-1 0 0 0,3-1 0 0 0,1 1 0 0 0,2-1 0 0 0,-4 0 0 0 0,-1 1 0 0 0,0 0 0 0 0,1-1 0 0 0,1 1 0 0 0,-3 0 0 0 0,-1 0 0 0 0,1-11 0 0 0,2-13 0 0 0,1-14 0 0 0,2-11 0 0 0,6-7 0 0 0,3-10 0 0 0,0-10 0 0 0,-2-7 0 0 0,0-6 0 0 0,3-3 0 0 0,0 3 0 0 0,-1 7 0 0 0,-1 6 0 0 0,3 11 0 0 0,0 1 0 0 0,-2 1 0 0 0,-1 0 0 0 0,-2 1 0 0 0,-2 0 0 0 0,4-5 0 0 0,1-2 0 0 0,-1 1 0 0 0,-1 1 0 0 0,4-4 0 0 0,0 0 0 0 0,-1-4 0 0 0,-3 1 0 0 0,-1 1 0 0 0,-2-1 0 0 0,-1 0 0 0 0,-1-2 0 0 0,0-5 0 0 0,0-3 0 0 0,-1 1 0 0 0,1 5 0 0 0,0-1 0 0 0,5 3 0 0 0,2-1 0 0 0,-1-4 0 0 0,0 2 0 0 0,-3 4 0 0 0,0 4 0 0 0,-2-2 0 0 0,0-4 0 0 0,-1 0 0 0 0,5 4 0 0 0,1 2 0 0 0,1-1 0 0 0,-2 0 0 0 0,-2 3 0 0 0,0-4 0 0 0,-2 1 0 0 0,-1-3 0 0 0,0-5 0 0 0,0-5 0 0 0,0 2 0 0 0,0 5 0 0 0,-1-1 0 0 0,1-2 0 0 0,0 2 0 0 0,0 4 0 0 0,0 4 0 0 0,0 4 0 0 0,0-3 0 0 0,0 0 0 0 0,0-3 0 0 0,0-1 0 0 0,0 3 0 0 0,0-3 0 0 0,0 1 0 0 0,0 2 0 0 0,0 2 0 0 0,0 4 0 0 0,0 1 0 0 0,0 1 0 0 0,0 1 0 0 0,0 1 0 0 0,0 0 0 0 0,0 10 0 0 0,0 14 0 0 0,0 13 0 0 0,0 11 0 0 0,0 12 0 0 0,-5 2 0 0 0,-2 0 0 0 0,0 0 0 0 0,-3 0 0 0 0,-1 0 0 0 0,-3 4 0 0 0,0 3 0 0 0,-2 3 0 0 0,1 7 0 0 0,4 4 0 0 0,3-1 0 0 0,-2-4 0 0 0,0-5 0 0 0,3-5 0 0 0,-4 2 0 0 0,1-1 0 0 0,-3 4 0 0 0,0 5 0 0 0,2-1 0 0 0,-1 3 0 0 0,0-3 0 0 0,3-3 0 0 0,3 0 0 0 0,-4 5 0 0 0,2-2 0 0 0,-5 7 0 0 0,1-1 0 0 0,2-3 0 0 0,-3 5 0 0 0,2-2 0 0 0,-4 1 0 0 0,2 2 0 0 0,3-4 0 0 0,-3 0 0 0 0,1 2 0 0 0,-2-3 0 0 0,1 0 0 0 0,3 2 0 0 0,-3 2 0 0 0,2 3 0 0 0,2 1 0 0 0,3 7 0 0 0,2-2 0 0 0,2-3 0 0 0,1-5 0 0 0,-4-3 0 0 0,-1 1 0 0 0,0-3 0 0 0,1-1 0 0 0,1 2 0 0 0,2-2 0 0 0,1 0 0 0 0,1 3 0 0 0,0 2 0 0 0,-5-8 0 0 0,-2-1 0 0 0,1-4 0 0 0,0 2 0 0 0,3-1 0 0 0,1-4 0 0 0,0-2 0 0 0,2-2 0 0 0,0-3 0 0 0,0 0 0 0 0,0-1 0 0 0,1 4 0 0 0,-1 2 0 0 0,0 0 0 0 0,0-1 0 0 0,0-2 0 0 0,0-1 0 0 0,0-1 0 0 0,5-5 0 0 0,2-14 0 0 0,0-14 0 0 0,4-6 0 0 0,-1-8 0 0 0,5-6 0 0 0,-2-5 0 0 0,-2-3 0 0 0,-3-2 0 0 0,2-1 0 0 0,0 0 0 0 0,2-6 0 0 0,6 5 0 0 0,-1 1 0 0 0,-3 2 0 0 0,-4 1 0 0 0,1-1 0 0 0,-1 1 0 0 0,3-1 0 0 0,0-1 0 0 0,2-4 0 0 0,-1-3 0 0 0,-3 0 0 0 0,-3 2 0 0 0,-4-4 0 0 0,4 0 0 0 0,5 1 0 0 0,0-3 0 0 0,4 1 0 0 0,-1 1 0 0 0,-4-2 0 0 0,-4 0 0 0 0,-2-3 0 0 0,2-4 0 0 0,-1 0 0 0 0,0-1 0 0 0,3-8 0 0 0,5-5 0 0 0,1-7 0 0 0,2-2 0 0 0,-2 5 0 0 0,-4-1 0 0 0,-3 1 0 0 0,2 6 0 0 0,-2-3 0 0 0,4 0 0 0 0,-1-5 0 0 0,-2-2 0 0 0,-3 7 0 0 0,-3 3 0 0 0,-2 2 0 0 0,5 5 0 0 0,0 2 0 0 0,-1 4 0 0 0,4-5 0 0 0,0-5 0 0 0,-1 4 0 0 0,-3-1 0 0 0,3 4 0 0 0,1 0 0 0 0,-3-1 0 0 0,4 3 0 0 0,0-7 0 0 0,-3-3 0 0 0,-2 2 0 0 0,-2 6 0 0 0,-2 1 0 0 0,-1 4 0 0 0,-1 0 0 0 0,5-4 0 0 0,2 2 0 0 0,-1-1 0 0 0,-1 2 0 0 0,-1 4 0 0 0,3-2 0 0 0,1 3 0 0 0,-1-3 0 0 0,-1 1 0 0 0,2 3 0 0 0,1 3 0 0 0,-1-2 0 0 0,-2 0 0 0 0,3-3 0 0 0,0 0 0 0 0,-2 2 0 0 0,-1 3 0 0 0,-3 3 0 0 0,-1 1 0 0 0,-1 3 0 0 0,-1 0 0 0 0,0 0 0 0 0,5 6 0 0 0,2 12 0 0 0,-1 14 0 0 0,-1 12 0 0 0,-1 8 0 0 0,-2 12 0 0 0,-1 5 0 0 0,0 2 0 0 0,-7-1 0 0 0,-1-2 0 0 0,0 3 0 0 0,-4-5 0 0 0,0 3 0 0 0,2-2 0 0 0,3 0 0 0 0,-4 4 0 0 0,1 5 0 0 0,1 6 0 0 0,2 0 0 0 0,-2 1 0 0 0,-1-3 0 0 0,1-5 0 0 0,-2 2 0 0 0,-1-3 0 0 0,2 2 0 0 0,-2 4 0 0 0,0-1 0 0 0,-3 2 0 0 0,1-3 0 0 0,2-4 0 0 0,-1 2 0 0 0,0 3 0 0 0,3-2 0 0 0,3 8 0 0 0,-3 0 0 0 0,0-4 0 0 0,1-1 0 0 0,3-2 0 0 0,2 5 0 0 0,1 6 0 0 0,1-3 0 0 0,-4 0 0 0 0,-2 1 0 0 0,1-3 0 0 0,1-1 0 0 0,-4-4 0 0 0,0 1 0 0 0,1 2 0 0 0,3-2 0 0 0,1 1 0 0 0,-4 2 0 0 0,1-2 0 0 0,0 1 0 0 0,1-3 0 0 0,3 0 0 0 0,-4 4 0 0 0,-1-3 0 0 0,1-4 0 0 0,2 0 0 0 0,1-1 0 0 0,2 1 0 0 0,-4 5 0 0 0,-1-2 0 0 0,0 1 0 0 0,2-1 0 0 0,2-5 0 0 0,1-4 0 0 0,1-3 0 0 0,0-3 0 0 0,2-1 0 0 0,-1-2 0 0 0,0 0 0 0 0,0 0 0 0 0,1 0 0 0 0,-1 1 0 0 0,0-1 0 0 0,0 1 0 0 0,0-1 0 0 0,0 1 0 0 0,0 0 0 0 0,0 0 0 0 0,0 0 0 0 0,0 0 0 0 0,0-11 0 0 0,5-8 0 0 0,2-12 0 0 0,5-11 0 0 0,0-9 0 0 0,-1-11 0 0 0,2-7 0 0 0,-1 0 0 0 0,-3-6 0 0 0,3 5 0 0 0,-1 5 0 0 0,3-4 0 0 0,-1 1 0 0 0,-2-5 0 0 0,-4 0 0 0 0,3-4 0 0 0,4-4 0 0 0,1 1 0 0 0,2-1 0 0 0,-1 2 0 0 0,1 4 0 0 0,-2-1 0 0 0,-3 2 0 0 0,-4-2 0 0 0,-3 1 0 0 0,2 3 0 0 0,1 4 0 0 0,4-4 0 0 0,-1-4 0 0 0,4-5 0 0 0,-1-5 0 0 0,-3-3 0 0 0,-3-3 0 0 0,2 4 0 0 0,0 7 0 0 0,-3 6 0 0 0,-1 0 0 0 0,2-2 0 0 0,1 1 0 0 0,4 2 0 0 0,-1-1 0 0 0,-2-4 0 0 0,3-4 0 0 0,-2 1 0 0 0,-2 0 0 0 0,3 2 0 0 0,-1 5 0 0 0,-2-1 0 0 0,-3-3 0 0 0,-3-4 0 0 0,-1 1 0 0 0,4 5 0 0 0,1 4 0 0 0,0 5 0 0 0,-3-2 0 0 0,5 5 0 0 0,0-2 0 0 0,-1 1 0 0 0,-3 0 0 0 0,-1 1 0 0 0,-2-4 0 0 0,-1-1 0 0 0,5 1 0 0 0,0-4 0 0 0,1-5 0 0 0,3 1 0 0 0,0 2 0 0 0,-1 4 0 0 0,3 8 0 0 0,-1 5 0 0 0,-2 1 0 0 0,-3 1 0 0 0,-2 8 0 0 0,-2 14 0 0 0,-1 12 0 0 0,-1 10 0 0 0,0 6 0 0 0,-1 5 0 0 0,1 3 0 0 0,0 5 0 0 0,-1 2 0 0 0,-4 0 0 0 0,-2-2 0 0 0,0-3 0 0 0,2-1 0 0 0,-4-2 0 0 0,-1 0 0 0 0,2 4 0 0 0,3 1 0 0 0,1 0 0 0 0,2 4 0 0 0,-5 6 0 0 0,0 5 0 0 0,1 4 0 0 0,1-2 0 0 0,-4 0 0 0 0,0-4 0 0 0,2-4 0 0 0,-4-1 0 0 0,0 3 0 0 0,2-1 0 0 0,3 1 0 0 0,2 4 0 0 0,-4-3 0 0 0,1-3 0 0 0,0-5 0 0 0,2 1 0 0 0,-4 4 0 0 0,0-1 0 0 0,2 3 0 0 0,1 4 0 0 0,3 3 0 0 0,1-3 0 0 0,1-4 0 0 0,0 0 0 0 0,2-4 0 0 0,-1 3 0 0 0,-5-3 0 0 0,-1-3 0 0 0,-1 2 0 0 0,2-1 0 0 0,1 2 0 0 0,2 0 0 0 0,1-3 0 0 0,0-3 0 0 0,1-3 0 0 0,-5-2 0 0 0,-2 4 0 0 0,1 1 0 0 0,1-1 0 0 0,1-1 0 0 0,2-2 0 0 0,1-2 0 0 0,0 0 0 0 0,1-1 0 0 0,0 0 0 0 0,1 5 0 0 0,-1 7 0 0 0,0 1 0 0 0,0-2 0 0 0,1-2 0 0 0,-1-3 0 0 0,0-2 0 0 0,0-3 0 0 0,0-1 0 0 0,0-10 0 0 0,0-15 0 0 0,0-14 0 0 0,0-10 0 0 0,5-2 0 0 0,2-9 0 0 0,-1-4 0 0 0,0-7 0 0 0,-2-7 0 0 0,-2-1 0 0 0,-1-3 0 0 0,5 2 0 0 0,1 4 0 0 0,-1 5 0 0 0,-1 4 0 0 0,-1 2 0 0 0,-2 2 0 0 0,-1 2 0 0 0,0-1 0 0 0,4-4 0 0 0,1-2 0 0 0,1 0 0 0 0,-2 2 0 0 0,-1-5 0 0 0,-2 0 0 0 0,-1 1 0 0 0,-1-3 0 0 0,0 1 0 0 0,0-4 0 0 0,5 1 0 0 0,2 2 0 0 0,-1-1 0 0 0,-1 0 0 0 0,-1-2 0 0 0,-2-4 0 0 0,0-5 0 0 0,-2 2 0 0 0,0 0 0 0 0,0-3 0 0 0,0-1 0 0 0,-1-3 0 0 0,1-1 0 0 0,0 4 0 0 0,0 1 0 0 0,0 0 0 0 0,0 3 0 0 0,0 1 0 0 0,0 3 0 0 0,0 5 0 0 0,0 5 0 0 0,0 3 0 0 0,0-3 0 0 0,0 0 0 0 0,0 1 0 0 0,0 2 0 0 0,0 1 0 0 0,0-4 0 0 0,0 0 0 0 0,0 0 0 0 0,0 2 0 0 0,0 2 0 0 0,0 1 0 0 0,0 1 0 0 0,0 1 0 0 0,0 0 0 0 0,0 1 0 0 0,0-1 0 0 0,0 1 0 0 0,0-1 0 0 0,0 0 0 0 0,0 1 0 0 0,-5 4 0 0 0,-2 2 0 0 0,0 0 0 0 0,2-1 0 0 0,-4 3 0 0 0,-6 6 0 0 0,-5 5 0 0 0,0 10 0 0 0,5 10 0 0 0,-2 10 0 0 0,3 5 0 0 0,-2 0 0 0 0,2 1 0 0 0,4 6 0 0 0,-3-2 0 0 0,2 0 0 0 0,-3-1 0 0 0,-4 1 0 0 0,1 1 0 0 0,3 5 0 0 0,-1-3 0 0 0,2 3 0 0 0,-2-3 0 0 0,2-3 0 0 0,-3 4 0 0 0,2 2 0 0 0,3 6 0 0 0,-2 1 0 0 0,2-2 0 0 0,-3 3 0 0 0,-5 0 0 0 0,2-3 0 0 0,-2 3 0 0 0,2 4 0 0 0,-1 5 0 0 0,-2 4 0 0 0,-4 3 0 0 0,2-4 0 0 0,1 0 0 0 0,-3 1 0 0 0,4 1 0 0 0,5-3 0 0 0,4-1 0 0 0,5-4 0 0 0,-2 0 0 0 0,1 2 0 0 0,-5-2 0 0 0,1 1 0 0 0,-4 2 0 0 0,-4 4 0 0 0,1 1 0 0 0,4-2 0 0 0,-2-1 0 0 0,3 1 0 0 0,3-4 0 0 0,3-5 0 0 0,-2 1 0 0 0,1-4 0 0 0,1 2 0 0 0,-4-6 0 0 0,1 0 0 0 0,2 4 0 0 0,2 5 0 0 0,-3-5 0 0 0,-1 0 0 0 0,3 4 0 0 0,2 3 0 0 0,1 0 0 0 0,2-4 0 0 0,1-5 0 0 0,1-4 0 0 0,0-3 0 0 0,1-2 0 0 0,-1-1 0 0 0,0-1 0 0 0,1 0 0 0 0,-1 0 0 0 0,0 1 0 0 0,0-1 0 0 0,0 0 0 0 0,0-9 0 0 0,0-15 0 0 0,0-13 0 0 0,0-11 0 0 0,0-7 0 0 0,0-5 0 0 0,0-2 0 0 0,5-2 0 0 0,2 1 0 0 0,0-5 0 0 0,-2-2 0 0 0,-1 2 0 0 0,-2 1 0 0 0,5 2 0 0 0,0-4 0 0 0,0 0 0 0 0,-2 2 0 0 0,4 1 0 0 0,0 1 0 0 0,-1 2 0 0 0,3-4 0 0 0,-1-6 0 0 0,-1-1 0 0 0,-3 1 0 0 0,3-1 0 0 0,1 0 0 0 0,-3-2 0 0 0,-1 1 0 0 0,-3 3 0 0 0,-1-1 0 0 0,-1 0 0 0 0,-1-2 0 0 0,0 1 0 0 0,-1 3 0 0 0,6-2 0 0 0,2-4 0 0 0,-1-5 0 0 0,-1 1 0 0 0,-1-1 0 0 0,4-2 0 0 0,0-2 0 0 0,-1-3 0 0 0,-2 4 0 0 0,-1 1 0 0 0,-2 4 0 0 0,4 0 0 0 0,2 4 0 0 0,-2 4 0 0 0,-1-2 0 0 0,-1 3 0 0 0,3 1 0 0 0,1-1 0 0 0,-1 0 0 0 0,-2 2 0 0 0,-1-3 0 0 0,-2 0 0 0 0,-1-2 0 0 0,-1-5 0 0 0,0-5 0 0 0,-1 2 0 0 0,1 0 0 0 0,0 2 0 0 0,0 6 0 0 0,-1 4 0 0 0,1 4 0 0 0,0 3 0 0 0,0 2 0 0 0,0 0 0 0 0,0 1 0 0 0,0 0 0 0 0,0 0 0 0 0,6 0 0 0 0,1 0 0 0 0,-1-1 0 0 0,0 0 0 0 0,-3 1 0 0 0,0-1 0 0 0,-2 0 0 0 0,0 11 0 0 0,-1 13 0 0 0,-1 14 0 0 0,1 11 0 0 0,0 7 0 0 0,-1 5 0 0 0,1 8 0 0 0,0 2 0 0 0,0 5 0 0 0,-5-4 0 0 0,-2 0 0 0 0,0-1 0 0 0,-3-3 0 0 0,-1-1 0 0 0,2-2 0 0 0,2 3 0 0 0,3 1 0 0 0,2-1 0 0 0,1 4 0 0 0,0 1 0 0 0,-4-3 0 0 0,-1 3 0 0 0,-6 6 0 0 0,1-2 0 0 0,0 3 0 0 0,4 4 0 0 0,-3-3 0 0 0,0 1 0 0 0,2 3 0 0 0,2-3 0 0 0,3 0 0 0 0,-4-3 0 0 0,-1 1 0 0 0,1-3 0 0 0,2-4 0 0 0,2 1 0 0 0,-4 4 0 0 0,-1 0 0 0 0,1 1 0 0 0,2-1 0 0 0,1 1 0 0 0,2 3 0 0 0,1 4 0 0 0,1 2 0 0 0,0-3 0 0 0,0 0 0 0 0,-5-4 0 0 0,-1 0 0 0 0,-1-3 0 0 0,2-5 0 0 0,1 2 0 0 0,2-3 0 0 0,1 4 0 0 0,0 4 0 0 0,1 4 0 0 0,0 3 0 0 0,-4-7 0 0 0,-3-2 0 0 0,0 2 0 0 0,2-3 0 0 0,2 2 0 0 0,0-2 0 0 0,2-4 0 0 0,0-4 0 0 0,1-2 0 0 0,1-3 0 0 0,-1-2 0 0 0,0-1 0 0 0,0 1 0 0 0,1-1 0 0 0,-1 0 0 0 0,0 0 0 0 0,0 1 0 0 0,0-1 0 0 0,0-9 0 0 0,0-15 0 0 0,0-13 0 0 0,0-11 0 0 0,0-7 0 0 0,0-5 0 0 0,0-2 0 0 0,0-7 0 0 0,0-7 0 0 0,0 0 0 0 0,0-4 0 0 0,0 2 0 0 0,0 4 0 0 0,0 4 0 0 0,0 3 0 0 0,0 4 0 0 0,0 1 0 0 0,0 1 0 0 0,0 1 0 0 0,0 0 0 0 0,0-5 0 0 0,0-2 0 0 0,5-1 0 0 0,2 3 0 0 0,0-5 0 0 0,-2 0 0 0 0,-1-4 0 0 0,-2 0 0 0 0,-1-3 0 0 0,0-3 0 0 0,-1-5 0 0 0,0 3 0 0 0,-1-1 0 0 0,1-2 0 0 0,0 4 0 0 0,0 4 0 0 0,0 1 0 0 0,0 2 0 0 0,0-1 0 0 0,0 1 0 0 0,0-2 0 0 0,0 1 0 0 0,0 4 0 0 0,0-3 0 0 0,0-3 0 0 0,0 0 0 0 0,0 4 0 0 0,0-2 0 0 0,0-4 0 0 0,0-4 0 0 0,0 2 0 0 0,0-1 0 0 0,0 4 0 0 0,0 3 0 0 0,0 1 0 0 0,0 1 0 0 0,0 3 0 0 0,0 3 0 0 0,0 3 0 0 0,0-3 0 0 0,0-2 0 0 0,5 2 0 0 0,2 2 0 0 0,-1 1 0 0 0,0 1 0 0 0,-2 1 0 0 0,-2 1 0 0 0,-1 0 0 0 0,0 1 0 0 0,-1-1 0 0 0,0 1 0 0 0,-1-6 0 0 0,1-2 0 0 0,0 1 0 0 0,0 1 0 0 0,-1 1 0 0 0,1 2 0 0 0,0 1 0 0 0,0 1 0 0 0,0 10 0 0 0,0 15 0 0 0,0 13 0 0 0,0 11 0 0 0,-5 13 0 0 0,-2 11 0 0 0,-5-1 0 0 0,0-2 0 0 0,2-3 0 0 0,2-2 0 0 0,3 3 0 0 0,-3-4 0 0 0,-1-3 0 0 0,2 5 0 0 0,-3 1 0 0 0,0-1 0 0 0,1 5 0 0 0,-2 1 0 0 0,0-2 0 0 0,2-2 0 0 0,-2-2 0 0 0,0 4 0 0 0,2 0 0 0 0,3 3 0 0 0,2 7 0 0 0,-3-1 0 0 0,-1-4 0 0 0,1 2 0 0 0,-3-1 0 0 0,0 1 0 0 0,1-2 0 0 0,-2 3 0 0 0,0 3 0 0 0,-3 4 0 0 0,0 4 0 0 0,-1-4 0 0 0,0 0 0 0 0,4 1 0 0 0,-2-3 0 0 0,1-6 0 0 0,3-5 0 0 0,3 1 0 0 0,2 4 0 0 0,3-1 0 0 0,-5 3 0 0 0,-1 3 0 0 0,1-2 0 0 0,-4-3 0 0 0,-1 0 0 0 0,3-2 0 0 0,1-3 0 0 0,-2-4 0 0 0,0 3 0 0 0,1 5 0 0 0,3 5 0 0 0,1-1 0 0 0,2-3 0 0 0,1 1 0 0 0,1 3 0 0 0,0-2 0 0 0,-4-4 0 0 0,-3-4 0 0 0,1-3 0 0 0,1-3 0 0 0,1-3 0 0 0,2 0 0 0 0,0-1 0 0 0,2 0 0 0 0,0 0 0 0 0,0 0 0 0 0,0 1 0 0 0,1-1 0 0 0,-1 1 0 0 0,0-16 0 0 0,0-15 0 0 0,0-14 0 0 0,0-9 0 0 0,0-6 0 0 0,0-3 0 0 0,0-7 0 0 0,0-7 0 0 0,5 4 0 0 0,2-1 0 0 0,0 1 0 0 0,4-2 0 0 0,-1-5 0 0 0,-1 1 0 0 0,3 4 0 0 0,0 4 0 0 0,-3-2 0 0 0,-3 1 0 0 0,-2 2 0 0 0,-2 3 0 0 0,-1-4 0 0 0,-1-4 0 0 0,0-7 0 0 0,-1-3 0 0 0,6 0 0 0 0,1 1 0 0 0,1 2 0 0 0,-2-4 0 0 0,-1 1 0 0 0,3 5 0 0 0,1-1 0 0 0,0 5 0 0 0,-3-2 0 0 0,-1-9 0 0 0,3 1 0 0 0,1 4 0 0 0,-1 0 0 0 0,-2-1 0 0 0,-1-3 0 0 0,-2-2 0 0 0,-2 3 0 0 0,1 0 0 0 0,-1-6 0 0 0,5-3 0 0 0,1 3 0 0 0,0 2 0 0 0,0 5 0 0 0,-3 2 0 0 0,0-2 0 0 0,-2-2 0 0 0,-1 4 0 0 0,0-1 0 0 0,0-2 0 0 0,0 3 0 0 0,0 0 0 0 0,-1 4 0 0 0,1-2 0 0 0,0 3 0 0 0,0 4 0 0 0,0-1 0 0 0,0 1 0 0 0,0-3 0 0 0,0-3 0 0 0,0 0 0 0 0,0 3 0 0 0,0 5 0 0 0,0 3 0 0 0,0 3 0 0 0,0 2 0 0 0,0 1 0 0 0,0 1 0 0 0,0 0 0 0 0,0 10 0 0 0,0 14 0 0 0,0 14 0 0 0,0 9 0 0 0,0 9 0 0 0,0 4 0 0 0,0 2 0 0 0,0 7 0 0 0,-5 2 0 0 0,-7 3 0 0 0,-2 1 0 0 0,2-2 0 0 0,3-4 0 0 0,3-3 0 0 0,2-2 0 0 0,2 3 0 0 0,-4 6 0 0 0,0 6 0 0 0,0 6 0 0 0,-4-2 0 0 0,-1-5 0 0 0,3 1 0 0 0,1-4 0 0 0,-2-3 0 0 0,0-5 0 0 0,1-2 0 0 0,2 8 0 0 0,3 7 0 0 0,1 1 0 0 0,1 1 0 0 0,-4 4 0 0 0,-2 1 0 0 0,1 3 0 0 0,-4-5 0 0 0,-1-5 0 0 0,2-2 0 0 0,3-3 0 0 0,-4-4 0 0 0,1-4 0 0 0,1 2 0 0 0,3 5 0 0 0,-4 1 0 0 0,0 2 0 0 0,2-1 0 0 0,1-3 0 0 0,3 2 0 0 0,1 3 0 0 0,1 4 0 0 0,1-1 0 0 0,-5-5 0 0 0,-2-4 0 0 0,1-4 0 0 0,1 1 0 0 0,1 0 0 0 0,-3-1 0 0 0,-1-3 0 0 0,1-1 0 0 0,1-2 0 0 0,3 0 0 0 0,1-2 0 0 0,-5 6 0 0 0,0 2 0 0 0,1 4 0 0 0,1 1 0 0 0,1-2 0 0 0,2-3 0 0 0,1-2 0 0 0,1-2 0 0 0,0-2 0 0 0,0-1 0 0 0,0 0 0 0 0,1-1 0 0 0,-1 0 0 0 0,0 1 0 0 0,0-11 0 0 0,0-14 0 0 0,0-13 0 0 0,0-11 0 0 0,0-7 0 0 0,0-5 0 0 0,0-3 0 0 0,0 0 0 0 0,0 0 0 0 0,0-6 0 0 0,0 0 0 0 0,0 0 0 0 0,0 2 0 0 0,0 3 0 0 0,0 0 0 0 0,0-3 0 0 0,0-1 0 0 0,5-5 0 0 0,2 0 0 0 0,0-3 0 0 0,-2 1 0 0 0,-1 3 0 0 0,-2 3 0 0 0,0 3 0 0 0,3 3 0 0 0,2 1 0 0 0,0 1 0 0 0,-2-4 0 0 0,-2-3 0 0 0,0 2 0 0 0,-2-5 0 0 0,-1-1 0 0 0,0-2 0 0 0,0-1 0 0 0,0 4 0 0 0,-1-3 0 0 0,1 1 0 0 0,0 3 0 0 0,0 3 0 0 0,0 2 0 0 0,0-3 0 0 0,0 0 0 0 0,0 0 0 0 0,0 3 0 0 0,0-5 0 0 0,0 1 0 0 0,0 0 0 0 0,0 3 0 0 0,0-4 0 0 0,0 0 0 0 0,0 2 0 0 0,0 2 0 0 0,0 1 0 0 0,0-3 0 0 0,0-6 0 0 0,0-1 0 0 0,0-2 0 0 0,0 0 0 0 0,0-1 0 0 0,0 1 0 0 0,0 4 0 0 0,0 4 0 0 0,0 4 0 0 0,0 2 0 0 0,0 1 0 0 0,0 2 0 0 0,0-1 0 0 0,0 1 0 0 0,0 0 0 0 0,0 0 0 0 0,0-1 0 0 0,0 1 0 0 0,0-1 0 0 0,0 0 0 0 0,0 1 0 0 0,-6 4 0 0 0,0 13 0 0 0,-1 13 0 0 0,2 12 0 0 0,1 9 0 0 0,1 7 0 0 0,2 3 0 0 0,-5 2 0 0 0,-1 1 0 0 0,1-1 0 0 0,1 0 0 0 0,-4 4 0 0 0,0 7 0 0 0,1 1 0 0 0,3-2 0 0 0,1 2 0 0 0,-4-6 0 0 0,0 0 0 0 0,2-1 0 0 0,0 4 0 0 0,-2 4 0 0 0,-1 1 0 0 0,1-3 0 0 0,3 1 0 0 0,1-1 0 0 0,2 2 0 0 0,1 4 0 0 0,1-2 0 0 0,0-3 0 0 0,0-4 0 0 0,1 1 0 0 0,-1 4 0 0 0,-5-1 0 0 0,-2 9 0 0 0,1 4 0 0 0,0 4 0 0 0,-3 6 0 0 0,0-2 0 0 0,1-3 0 0 0,2-6 0 0 0,2-3 0 0 0,2 1 0 0 0,1-5 0 0 0,-4 0 0 0 0,-2-3 0 0 0,1 1 0 0 0,1 8 0 0 0,1-1 0 0 0,2-4 0 0 0,-4 0 0 0 0,-1-4 0 0 0,0 1 0 0 0,2-2 0 0 0,1 1 0 0 0,2 3 0 0 0,-4-2 0 0 0,-1 2 0 0 0,0-3 0 0 0,2 2 0 0 0,2 2 0 0 0,0 4 0 0 0,2-3 0 0 0,1-5 0 0 0,0 0 0 0 0,0 3 0 0 0,1 3 0 0 0,-1 3 0 0 0,0-3 0 0 0,0-5 0 0 0,0 0 0 0 0,1-3 0 0 0,-1-4 0 0 0,0-4 0 0 0,0-3 0 0 0,0-1 0 0 0,0-2 0 0 0,-1-1 0 0 0,1 0 0 0 0,6-5 0 0 0,1-18 0 0 0,5-19 0 0 0,0-15 0 0 0,-2-11 0 0 0,-2-6 0 0 0,-3 0 0 0 0,3-3 0 0 0,1-5 0 0 0,3 3 0 0 0,0 3 0 0 0,-2 4 0 0 0,-3 5 0 0 0,3-2 0 0 0,-1 0 0 0 0,-1 1 0 0 0,-3 3 0 0 0,-1 1 0 0 0,-2 2 0 0 0,-2-5 0 0 0,1-6 0 0 0,-2-1 0 0 0,1-4 0 0 0,-1-4 0 0 0,1-3 0 0 0,5-4 0 0 0,2 4 0 0 0,-1 6 0 0 0,0 5 0 0 0,-2 1 0 0 0,-2-4 0 0 0,-1-4 0 0 0,0 2 0 0 0,-1-2 0 0 0,0-2 0 0 0,-1 2 0 0 0,1 5 0 0 0,0 5 0 0 0,0 4 0 0 0,-1-2 0 0 0,1 0 0 0 0,0-3 0 0 0,0-1 0 0 0,0-2 0 0 0,0 0 0 0 0,0 3 0 0 0,0 4 0 0 0,0 2 0 0 0,0-3 0 0 0,0-5 0 0 0,0-5 0 0 0,0-1 0 0 0,0 4 0 0 0,0 5 0 0 0,0 3 0 0 0,0 3 0 0 0,0-2 0 0 0,0-7 0 0 0,0 1 0 0 0,0-5 0 0 0,0-3 0 0 0,0 1 0 0 0,0 4 0 0 0,0 5 0 0 0,0 3 0 0 0,0 4 0 0 0,0 2 0 0 0,0 1 0 0 0,0 1 0 0 0,0 0 0 0 0,0 0 0 0 0,-5 5 0 0 0,-2 2 0 0 0,1-1 0 0 0,0-1 0 0 0,-3-2 0 0 0,0 9 0 0 0,1 13 0 0 0,2 12 0 0 0,2 10 0 0 0,-3 8 0 0 0,-1 5 0 0 0,1 2 0 0 0,-3 1 0 0 0,-1 6 0 0 0,3 1 0 0 0,-4-1 0 0 0,1-2 0 0 0,2-1 0 0 0,3-3 0 0 0,2-1 0 0 0,2 5 0 0 0,1 0 0 0 0,1 1 0 0 0,-5-3 0 0 0,-1 0 0 0 0,0-3 0 0 0,1 0 0 0 0,1 0 0 0 0,2 9 0 0 0,-5 9 0 0 0,0 0 0 0 0,0-2 0 0 0,2 1 0 0 0,2-3 0 0 0,-5 2 0 0 0,0 8 0 0 0,1 5 0 0 0,-3 2 0 0 0,-1 2 0 0 0,3 0 0 0 0,1-1 0 0 0,3-1 0 0 0,2-5 0 0 0,1-8 0 0 0,1-2 0 0 0,0-3 0 0 0,-5 0 0 0 0,-1 4 0 0 0,0-2 0 0 0,1 2 0 0 0,-4-2 0 0 0,-1-4 0 0 0,3 1 0 0 0,1-1 0 0 0,2 2 0 0 0,2-2 0 0 0,-5 4 0 0 0,0 3 0 0 0,1 4 0 0 0,1-2 0 0 0,1-5 0 0 0,2 1 0 0 0,1-4 0 0 0,-4-3 0 0 0,-2-3 0 0 0,1-4 0 0 0,1-2 0 0 0,1 5 0 0 0,2 0 0 0 0,1 0 0 0 0,0-2 0 0 0,1-1 0 0 0,1-1 0 0 0,-1-1 0 0 0,0-1 0 0 0,0 0 0 0 0,1-1 0 0 0,-1 1 0 0 0,0 0 0 0 0,0-1 0 0 0,0 1 0 0 0,0 0 0 0 0,0-11 0 0 0,0-14 0 0 0,0-13 0 0 0,5-10 0 0 0,2-8 0 0 0,0-5 0 0 0,-2-8 0 0 0,-1-3 0 0 0,3 7 0 0 0,2 2 0 0 0,-2 2 0 0 0,3 2 0 0 0,1-7 0 0 0,-2-6 0 0 0,2-2 0 0 0,0-5 0 0 0,-2 2 0 0 0,-3-3 0 0 0,-2 3 0 0 0,-2 2 0 0 0,-1 0 0 0 0,4-4 0 0 0,2-4 0 0 0,-1 1 0 0 0,-1 5 0 0 0,-1 4 0 0 0,3 5 0 0 0,1-3 0 0 0,-1 1 0 0 0,-2-3 0 0 0,-1-1 0 0 0,3-2 0 0 0,1 0 0 0 0,-1 3 0 0 0,-2-2 0 0 0,-1-4 0 0 0,-2 2 0 0 0,-1-3 0 0 0,4 2 0 0 0,2 3 0 0 0,-1-5 0 0 0,-1-1 0 0 0,-1-2 0 0 0,-2 3 0 0 0,-1-1 0 0 0,0-2 0 0 0,-1-4 0 0 0,-1 4 0 0 0,1-1 0 0 0,0-1 0 0 0,0 3 0 0 0,-1 0 0 0 0,1 3 0 0 0,0-1 0 0 0,0-2 0 0 0,0 2 0 0 0,0-1 0 0 0,0 3 0 0 0,0 4 0 0 0,0-2 0 0 0,0 3 0 0 0,0-3 0 0 0,0-4 0 0 0,0-4 0 0 0,0 2 0 0 0,0 4 0 0 0,0 5 0 0 0,0-1 0 0 0,0 1 0 0 0,0-2 0 0 0,0 1 0 0 0,0 3 0 0 0,0 2 0 0 0,0 3 0 0 0,0 2 0 0 0,-5 1 0 0 0,-2 2 0 0 0,0-1 0 0 0,2 1 0 0 0,1 0 0 0 0,2-1 0 0 0,1 1 0 0 0,-5 4 0 0 0,-1 3 0 0 0,0-1 0 0 0,2-2 0 0 0,2-1 0 0 0,1-1 0 0 0,-5 3 0 0 0,-5 12 0 0 0,-2 14 0 0 0,3 11 0 0 0,2 9 0 0 0,-2 11 0 0 0,0 6 0 0 0,3 2 0 0 0,-3-2 0 0 0,0-1 0 0 0,3-1 0 0 0,-3-3 0 0 0,0-1 0 0 0,2-1 0 0 0,3 0 0 0 0,2 0 0 0 0,2-1 0 0 0,1 6 0 0 0,1 7 0 0 0,-5 6 0 0 0,-1 6 0 0 0,0 4 0 0 0,1-3 0 0 0,1-1 0 0 0,-3-4 0 0 0,-1-5 0 0 0,1-6 0 0 0,1-4 0 0 0,-3 2 0 0 0,0 5 0 0 0,2 1 0 0 0,1-2 0 0 0,2 2 0 0 0,2-1 0 0 0,1-2 0 0 0,1-4 0 0 0,0 3 0 0 0,1 5 0 0 0,-6 6 0 0 0,-2-2 0 0 0,1-2 0 0 0,1 0 0 0 0,1-3 0 0 0,2-2 0 0 0,-5 0 0 0 0,0 5 0 0 0,0 0 0 0 0,2-4 0 0 0,1 2 0 0 0,-3-7 0 0 0,-1-5 0 0 0,1 3 0 0 0,2 0 0 0 0,1 0 0 0 0,2-2 0 0 0,1 0 0 0 0,1-2 0 0 0,0-1 0 0 0,0 0 0 0 0,1 0 0 0 0,-1 0 0 0 0,0-1 0 0 0,0 1 0 0 0,1-1 0 0 0,-1 1 0 0 0,0 0 0 0 0,0 0 0 0 0,0 0 0 0 0,0-1 0 0 0,0 1 0 0 0,0 0 0 0 0,0 0 0 0 0,0 0 0 0 0,0 0 0 0 0,0-1 0 0 0,0-9 0 0 0,0-15 0 0 0,0-13 0 0 0,0-16 0 0 0,0-9 0 0 0,0-4 0 0 0,0-8 0 0 0,0 0 0 0 0,0 2 0 0 0,0-3 0 0 0,0 1 0 0 0,0 3 0 0 0,0-2 0 0 0,0 1 0 0 0,0 2 0 0 0,0 3 0 0 0,0 3 0 0 0,0-4 0 0 0,0-1 0 0 0,0 2 0 0 0,0 1 0 0 0,0 2 0 0 0,0 1 0 0 0,0-3 0 0 0,0-2 0 0 0,0-5 0 0 0,0 0 0 0 0,0 2 0 0 0,0 3 0 0 0,0 2 0 0 0,0 3 0 0 0,5 1 0 0 0,2 1 0 0 0,-1 0 0 0 0,0-4 0 0 0,-2-8 0 0 0,-2-6 0 0 0,-1-1 0 0 0,0-1 0 0 0,-1 1 0 0 0,0 6 0 0 0,-1 3 0 0 0,1 5 0 0 0,0-3 0 0 0,0 1 0 0 0,-1-5 0 0 0,1 1 0 0 0,0 1 0 0 0,0 4 0 0 0,0 1 0 0 0,0 3 0 0 0,0 1 0 0 0,0-4 0 0 0,0-7 0 0 0,0-1 0 0 0,0 2 0 0 0,0 2 0 0 0,0 4 0 0 0,0 1 0 0 0,0 3 0 0 0,0 1 0 0 0,0 0 0 0 0,0 1 0 0 0,0 0 0 0 0,0-1 0 0 0,0 1 0 0 0,0 10 0 0 0,0 19 0 0 0,0 15 0 0 0,0 10 0 0 0,0 6 0 0 0,0 4 0 0 0,-5 1 0 0 0,-2 0 0 0 0,1-1 0 0 0,0-1 0 0 0,2 4 0 0 0,2 2 0 0 0,1 4 0 0 0,0 5 0 0 0,1 0 0 0 0,0-3 0 0 0,-4-3 0 0 0,-3-5 0 0 0,0-3 0 0 0,2 4 0 0 0,2 0 0 0 0,-5-1 0 0 0,0 3 0 0 0,1 7 0 0 0,1-1 0 0 0,3 3 0 0 0,-5 3 0 0 0,0-2 0 0 0,1 2 0 0 0,2-4 0 0 0,-3-4 0 0 0,-1 1 0 0 0,1-2 0 0 0,2 1 0 0 0,3 5 0 0 0,1-1 0 0 0,1 2 0 0 0,0-3 0 0 0,2-4 0 0 0,-1 2 0 0 0,0-2 0 0 0,-4 2 0 0 0,-3 4 0 0 0,0-1 0 0 0,2-4 0 0 0,1-3 0 0 0,2 1 0 0 0,1 4 0 0 0,0 0 0 0 0,1 2 0 0 0,-5 3 0 0 0,-2 4 0 0 0,1-2 0 0 0,1-5 0 0 0,1-1 0 0 0,2-2 0 0 0,-4 1 0 0 0,-2-1 0 0 0,1 1 0 0 0,2-1 0 0 0,2-4 0 0 0,1 2 0 0 0,1 0 0 0 0,-5 1 0 0 0,-1 0 0 0 0,1-3 0 0 0,1-3 0 0 0,1-2 0 0 0,2-3 0 0 0,1-2 0 0 0,1 0 0 0 0,0-1 0 0 0,0 1 0 0 0,0-1 0 0 0,0 0 0 0 0,1 1 0 0 0,-1-1 0 0 0,0-9 0 0 0,0-15 0 0 0,0-13 0 0 0,0-11 0 0 0,0-7 0 0 0,0-5 0 0 0,0-2 0 0 0,5-2 0 0 0,2-4 0 0 0,0-2 0 0 0,-2 0 0 0 0,-1 3 0 0 0,-2-3 0 0 0,0-1 0 0 0,-2-3 0 0 0,0 1 0 0 0,5-4 0 0 0,2-3 0 0 0,-1 1 0 0 0,-1 3 0 0 0,-1 0 0 0 0,-2-3 0 0 0,-1 1 0 0 0,0 4 0 0 0,-1 4 0 0 0,0 4 0 0 0,5-3 0 0 0,1-5 0 0 0,1 0 0 0 0,-2 2 0 0 0,-1 2 0 0 0,-2 4 0 0 0,-1-3 0 0 0,0 0 0 0 0,-1-4 0 0 0,5-5 0 0 0,1-5 0 0 0,1 1 0 0 0,-2 5 0 0 0,-1-1 0 0 0,-2 3 0 0 0,-1-1 0 0 0,0 1 0 0 0,-1 4 0 0 0,-1-2 0 0 0,1 1 0 0 0,0-3 0 0 0,0 1 0 0 0,-1 3 0 0 0,1-2 0 0 0,0-4 0 0 0,0 0 0 0 0,0-2 0 0 0,0-3 0 0 0,0-3 0 0 0,0 2 0 0 0,0 5 0 0 0,0 0 0 0 0,0 4 0 0 0,0 3 0 0 0,0-2 0 0 0,0 2 0 0 0,0 2 0 0 0,0-3 0 0 0,0 1 0 0 0,0 2 0 0 0,0 2 0 0 0,0-2 0 0 0,0-1 0 0 0,0 2 0 0 0,0 1 0 0 0,0 3 0 0 0,0 1 0 0 0,0 2 0 0 0,0 0 0 0 0,0 0 0 0 0,0 1 0 0 0,0-1 0 0 0,0 1 0 0 0,0-1 0 0 0,0 1 0 0 0,0-1 0 0 0,0 11 0 0 0,0 13 0 0 0,0 14 0 0 0,0 11 0 0 0,0 7 0 0 0,-5 0 0 0 0,-2 0 0 0 0,0 2 0 0 0,2 1 0 0 0,1 1 0 0 0,2 1 0 0 0,1 1 0 0 0,0 0 0 0 0,1 0 0 0 0,0 0 0 0 0,1 0 0 0 0,-1 0 0 0 0,0 5 0 0 0,0 7 0 0 0,0 2 0 0 0,-5-2 0 0 0,-2 2 0 0 0,1 4 0 0 0,0-1 0 0 0,-3 2 0 0 0,0-2 0 0 0,1-5 0 0 0,2 2 0 0 0,2 3 0 0 0,2-2 0 0 0,1 3 0 0 0,-4-2 0 0 0,-2-4 0 0 0,1 1 0 0 0,1-1 0 0 0,1 2 0 0 0,2 4 0 0 0,1-1 0 0 0,1-4 0 0 0,0-3 0 0 0,0-5 0 0 0,0-2 0 0 0,0-2 0 0 0,1-1 0 0 0,-1-1 0 0 0,0 0 0 0 0,0 1 0 0 0,0 4 0 0 0,0 2 0 0 0,0 1 0 0 0,0-2 0 0 0,0-2 0 0 0,0 5 0 0 0,0 0 0 0 0,0-1 0 0 0,0-2 0 0 0,0-2 0 0 0,0-1 0 0 0,0-1 0 0 0,0-1 0 0 0,0 0 0 0 0,0-1 0 0 0,0 1 0 0 0,0-1 0 0 0,0 1 0 0 0,0 0 0 0 0,0-1 0 0 0,0 1 0 0 0,0 0 0 0 0,0-11 0 0 0,0-13 0 0 0,0-14 0 0 0,0-11 0 0 0,0-7 0 0 0,5-5 0 0 0,2-2 0 0 0,0-2 0 0 0,-2 1 0 0 0,-1 0 0 0 0,-2 0 0 0 0,0 1 0 0 0,-2 1 0 0 0,0 0 0 0 0,0 0 0 0 0,0 0 0 0 0,-1 0 0 0 0,1 1 0 0 0,0-1 0 0 0,0 0 0 0 0,0 0 0 0 0,5 1 0 0 0,2-1 0 0 0,0 0 0 0 0,-2 0 0 0 0,-1-5 0 0 0,-2-7 0 0 0,-1-1 0 0 0,0 1 0 0 0,-1-3 0 0 0,0-3 0 0 0,-1-4 0 0 0,1-4 0 0 0,0-2 0 0 0,0-2 0 0 0,0 4 0 0 0,0 7 0 0 0,0 6 0 0 0,0 1 0 0 0,0 2 0 0 0,0 2 0 0 0,-6-1 0 0 0,-1-6 0 0 0,1 0 0 0 0,0-2 0 0 0,3 2 0 0 0,-5-3 0 0 0,0-2 0 0 0,1 1 0 0 0,1 0 0 0 0,3-3 0 0 0,-5-3 0 0 0,0 3 0 0 0,1 0 0 0 0,-3-1 0 0 0,0-3 0 0 0,1 4 0 0 0,3 1 0 0 0,2 3 0 0 0,1-1 0 0 0,2 4 0 0 0,1 4 0 0 0,-5-1 0 0 0,-1 1 0 0 0,0 3 0 0 0,1-3 0 0 0,-4 6 0 0 0,0-1 0 0 0,1 0 0 0 0,2 1 0 0 0,2 2 0 0 0,-3 1 0 0 0,-1-4 0 0 0,1-2 0 0 0,2 2 0 0 0,1 1 0 0 0,2 2 0 0 0,2 1 0 0 0,-1 1 0 0 0,1 1 0 0 0,1 0 0 0 0,-1 0 0 0 0,0 1 0 0 0,1-1 0 0 0,-1 1 0 0 0,-5 4 0 0 0,-2 13 0 0 0,0 13 0 0 0,2 13 0 0 0,-4 8 0 0 0,-1 7 0 0 0,2 3 0 0 0,2 2 0 0 0,3 0 0 0 0,1 0 0 0 0,1 5 0 0 0,0 2 0 0 0,2-2 0 0 0,-1-1 0 0 0,-5-3 0 0 0,-2 0 0 0 0,1 3 0 0 0,1 1 0 0 0,1 5 0 0 0,2-1 0 0 0,1-1 0 0 0,0-2 0 0 0,1-4 0 0 0,0-1 0 0 0,1-2 0 0 0,-1-1 0 0 0,0-1 0 0 0,0 6 0 0 0,0 1 0 0 0,0 0 0 0 0,0-1 0 0 0,0 4 0 0 0,0 5 0 0 0,0 1 0 0 0,0 2 0 0 0,0-1 0 0 0,0-3 0 0 0,0-5 0 0 0,0 2 0 0 0,0 0 0 0 0,0-3 0 0 0,0 4 0 0 0,0-1 0 0 0,0-2 0 0 0,0-3 0 0 0,0 4 0 0 0,0 0 0 0 0,0-2 0 0 0,0-1 0 0 0,0-3 0 0 0,0-1 0 0 0,0-2 0 0 0,0 0 0 0 0,0 0 0 0 0,0-1 0 0 0,0 1 0 0 0,0-1 0 0 0,0 1 0 0 0,0-1 0 0 0,0 1 0 0 0,0 0 0 0 0,0 0 0 0 0,0 0 0 0 0,6-6 0 0 0,6-6 0 0 0,7-12 0 0 0,5-8 0 0 0,-1-8 0 0 0,-5-8 0 0 0,0-6 0 0 0,2-5 0 0 0,-2-3 0 0 0,1 4 0 0 0,-3 2 0 0 0,-4-1 0 0 0,1 4 0 0 0,-1 1 0 0 0,1-1 0 0 0,0-3 0 0 0,-3-1 0 0 0,3-3 0 0 0,-2-1 0 0 0,3 0 0 0 0,-1-1 0 0 0,3 5 0 0 0,-2 2 0 0 0,-3-1 0 0 0,-3-1 0 0 0,1-1 0 0 0,1-1 0 0 0,2-2 0 0 0,1 0 0 0 0,-3-1 0 0 0,-3 0 0 0 0,2 0 0 0 0,6-6 0 0 0,-1-1 0 0 0,4 6 0 0 0,-3 3 0 0 0,-2 1 0 0 0,-5 0 0 0 0,-3-1 0 0 0,3 0 0 0 0,0 0 0 0 0,4-1 0 0 0,-1-1 0 0 0,4 1 0 0 0,-1-1 0 0 0,-2 0 0 0 0,-5-5 0 0 0,4 3 0 0 0,-2 2 0 0 0,-1 2 0 0 0,2-1 0 0 0,0 1 0 0 0,-1-1 0 0 0,-3 0 0 0 0,-2 0 0 0 0,-2-1 0 0 0,4 1 0 0 0,1-1 0 0 0,4 0 0 0 0,1 0 0 0 0,-2 0 0 0 0,3 5 0 0 0,-7 8 0 0 0,-3 11 0 0 0,-9 7 0 0 0,-2 9 0 0 0,-5 9 0 0 0,-1 5 0 0 0,-3 0 0 0 0,1 0 0 0 0,4 3 0 0 0,-2-4 0 0 0,2-1 0 0 0,-3-3 0 0 0,-3 1 0 0 0,0 1 0 0 0,-1-2 0 0 0,3 1 0 0 0,-2-2 0 0 0,-3 0 0 0 0,3 3 0 0 0,-2-1 0 0 0,-2-5 0 0 0,2 1 0 0 0,0-3 0 0 0,3 3 0 0 0,-1-2 0 0 0,-2 3 0 0 0,-4-2 0 0 0,3 2 0 0 0,0-2 0 0 0,3 3 0 0 0,-1-3 0 0 0,-1-3 0 0 0,1 2 0 0 0,5 4 0 0 0,-1-1 0 0 0,8-4 0 0 0,10-3 0 0 0,9-3 0 0 0,9-3 0 0 0,5-2 0 0 0,5-1 0 0 0,0-1 0 0 0,2 1 0 0 0,0-1 0 0 0,0 0 0 0 0,-1 1 0 0 0,-1 0 0 0 0,-5-6 0 0 0,4-1 0 0 0,1 1 0 0 0,1 0 0 0 0,0 3 0 0 0,0 0 0 0 0,0 2 0 0 0,0 1 0 0 0,-1 0 0 0 0,0 0 0 0 0,0 0 0 0 0,5 0 0 0 0,2 1 0 0 0,-1-1 0 0 0,-1 0 0 0 0,-1 0 0 0 0,-2 0 0 0 0,-1 0 0 0 0,-6-5 0 0 0,-2-2 0 0 0,0 0 0 0 0,1 2 0 0 0,2 1 0 0 0,1 2 0 0 0,-4-5 0 0 0,-6-6 0 0 0,-11 0 0 0 0,-12 1 0 0 0,-11 3 0 0 0,-8 3 0 0 0,-4 3 0 0 0,-4 1 0 0 0,4-3 0 0 0,2-2 0 0 0,0 1 0 0 0,-1 1 0 0 0,-1 2 0 0 0,-1-5 0 0 0,-1 1 0 0 0,-1 0 0 0 0,0 1 0 0 0,0 3 0 0 0,-5 1 0 0 0,-7 1 0 0 0,4-5 0 0 0,3-1 0 0 0,2 1 0 0 0,2 1 0 0 0,2 1 0 0 0,0 2 0 0 0,0-4 0 0 0,-1-2 0 0 0,-4 2 0 0 0,-3-4 0 0 0,1-1 0 0 0,-4 2 0 0 0,-1 3 0 0 0,3 2 0 0 0,1 1 0 0 0,3 2 0 0 0,2 1 0 0 0,1 1 0 0 0,1-1 0 0 0,0 0 0 0 0,-4-4 0 0 0,-3-3 0 0 0,-4 0 0 0 0,-1 2 0 0 0,2 1 0 0 0,3 2 0 0 0,2 1 0 0 0,2 0 0 0 0,7-4 0 0 0,3-2 0 0 0,0 1 0 0 0,10 1 0 0 0,11 1 0 0 0,13 2 0 0 0,9 1 0 0 0,7 0 0 0 0,4 1 0 0 0,3 1 0 0 0,0-1 0 0 0,0 0 0 0 0,-5 6 0 0 0,-3 1 0 0 0,0 0 0 0 0,1-2 0 0 0,1-1 0 0 0,2-2 0 0 0,0-1 0 0 0,2 0 0 0 0,-1-1 0 0 0,1 0 0 0 0,0-1 0 0 0,0 1 0 0 0,0 0 0 0 0,0 0 0 0 0,0 0 0 0 0,0 0 0 0 0,-10-1 0 0 0,-15 1 0 0 0,-13 0 0 0 0,-10 1 0 0 0,-9-1 0 0 0,-4 0 0 0 0,-2 0 0 0 0,-2 0 0 0 0,1 0 0 0 0,0 0 0 0 0,0 0 0 0 0,1 0 0 0 0,1 0 0 0 0,0 0 0 0 0,0 0 0 0 0,0 0 0 0 0,1 0 0 0 0,-1 0 0 0 0,0 0 0 0 0,0 0 0 0 0,1 0 0 0 0,-1 0 0 0 0,0 0 0 0 0,0 0 0 0 0,6 5 0 0 0,1 2 0 0 0,0-1 0 0 0,-2 0 0 0 0,-1-2 0 0 0,4 3 0 0 0,0 1 0 0 0,0 0 0 0 0,-3 2 0 0 0,-1 1 0 0 0,9-3 0 0 0,12-1 0 0 0,13-3 0 0 0,11-2 0 0 0,7-1 0 0 0,4-1 0 0 0,3 0 0 0 0,2-1 0 0 0,-1 1 0 0 0,0 0 0 0 0,-1-1 0 0 0,0 1 0 0 0,0 0 0 0 0,-1 0 0 0 0,0 0 0 0 0,0 0 0 0 0,-1 0 0 0 0,1 0 0 0 0,0 0 0 0 0,-1 0 0 0 0,1 0 0 0 0,0 0 0 0 0,0 0 0 0 0,0 0 0 0 0,-1 0 0 0 0,1 0 0 0 0,0 0 0 0 0,-11 0 0 0 0,-13 0 0 0 0,-14 0 0 0 0,-11 0 0 0 0,-7 0 0 0 0,-5 0 0 0 0,-2 0 0 0 0,-2-5 0 0 0,1-2 0 0 0,0 0 0 0 0,-5 2 0 0 0,4-4 0 0 0,3-1 0 0 0,1 3 0 0 0,1 1 0 0 0,0 2 0 0 0,-1 2 0 0 0,0 1 0 0 0,0-5 0 0 0,-1 0 0 0 0,-4-1 0 0 0,2-3 0 0 0,2 0 0 0 0,-3 1 0 0 0,-3 2 0 0 0,1 3 0 0 0,-4 2 0 0 0,-6 1 0 0 0,-1-5 0 0 0,4 0 0 0 0,-8-1 0 0 0,-6-3 0 0 0,3 0 0 0 0,4 1 0 0 0,1-2 0 0 0,3-1 0 0 0,-6 3 0 0 0,0 3 0 0 0,4-3 0 0 0,5 0 0 0 0,-1 1 0 0 0,2 3 0 0 0,-2 1 0 0 0,0 2 0 0 0,4 2 0 0 0,2 0 0 0 0,3 0 0 0 0,-3 0 0 0 0,-1 1 0 0 0,2-1 0 0 0,1 0 0 0 0,2 0 0 0 0,2 0 0 0 0,0-5 0 0 0,1-2 0 0 0,0 1 0 0 0,1 0 0 0 0,-1 2 0 0 0,1 2 0 0 0,-1 1 0 0 0,1 0 0 0 0,-1 1 0 0 0,0 0 0 0 0,0 1 0 0 0,0-6 0 0 0,0-2 0 0 0,1 1 0 0 0,-1 0 0 0 0,0 3 0 0 0,0 0 0 0 0,0 2 0 0 0,0-5 0 0 0,11-1 0 0 0,14 1 0 0 0,13 1 0 0 0,10 1 0 0 0,3-3 0 0 0,3-1 0 0 0,3 1 0 0 0,2 1 0 0 0,2 3 0 0 0,1 1 0 0 0,0 1 0 0 0,0 1 0 0 0,1 0 0 0 0,-1 0 0 0 0,0 0 0 0 0,5 1 0 0 0,2-1 0 0 0,5 0 0 0 0,5 0 0 0 0,1 0 0 0 0,1 0 0 0 0,-2 0 0 0 0,-4 0 0 0 0,-4 0 0 0 0,-4 0 0 0 0,-2 0 0 0 0,3 0 0 0 0,5 5 0 0 0,2 2 0 0 0,-2 0 0 0 0,-3-2 0 0 0,-2-1 0 0 0,-3-1 0 0 0,-2-2 0 0 0,-1 5 0 0 0,0 0 0 0 0,5 1 0 0 0,1-2 0 0 0,0-2 0 0 0,-1 0 0 0 0,-2-2 0 0 0,-1 4 0 0 0,-1 2 0 0 0,-1 0 0 0 0,0-2 0 0 0,0-2 0 0 0,5 5 0 0 0,1 0 0 0 0,0-1 0 0 0,-1-2 0 0 0,-1-1 0 0 0,-2-2 0 0 0,-1-1 0 0 0,-1-1 0 0 0,0 0 0 0 0,0 0 0 0 0,-1-1 0 0 0,-4 6 0 0 0,-3 2 0 0 0,1-1 0 0 0,-9 0 0 0 0,-12-3 0 0 0,-12 0 0 0 0,-10-2 0 0 0,-7 0 0 0 0,-4-1 0 0 0,-2-1 0 0 0,-1 1 0 0 0,-1 0 0 0 0,1 0 0 0 0,1-1 0 0 0,-5 1 0 0 0,-1 0 0 0 0,-5 0 0 0 0,0 0 0 0 0,1 0 0 0 0,4 0 0 0 0,2 0 0 0 0,-3 0 0 0 0,-5 0 0 0 0,-1 0 0 0 0,-2 0 0 0 0,0 0 0 0 0,4 0 0 0 0,-1-5 0 0 0,1-2 0 0 0,2 0 0 0 0,4 2 0 0 0,3 1 0 0 0,-4 2 0 0 0,-6 1 0 0 0,-5 0 0 0 0,0 1 0 0 0,2 0 0 0 0,6 1 0 0 0,3-1 0 0 0,-2 0 0 0 0,0 0 0 0 0,-2 0 0 0 0,-6 0 0 0 0,-5 0 0 0 0,-4 0 0 0 0,-2 0 0 0 0,3 0 0 0 0,1 0 0 0 0,-1 0 0 0 0,4 0 0 0 0,5 0 0 0 0,1-5 0 0 0,3-2 0 0 0,-3 1 0 0 0,3 0 0 0 0,2 2 0 0 0,3 2 0 0 0,-2 1 0 0 0,-5 0 0 0 0,0 1 0 0 0,3 0 0 0 0,2 1 0 0 0,4-1 0 0 0,2 0 0 0 0,2 0 0 0 0,1 1 0 0 0,0-1 0 0 0,1 0 0 0 0,0-6 0 0 0,0-1 0 0 0,-1 1 0 0 0,1 0 0 0 0,-1 3 0 0 0,0 0 0 0 0,0 2 0 0 0,0 0 0 0 0,1 1 0 0 0,4-5 0 0 0,13-1 0 0 0,13-1 0 0 0,12 2 0 0 0,10 2 0 0 0,5-5 0 0 0,4 0 0 0 0,2 1 0 0 0,1 1 0 0 0,4 3 0 0 0,2 1 0 0 0,-1 1 0 0 0,3 1 0 0 0,0 0 0 0 0,-2 0 0 0 0,-2 0 0 0 0,-3 1 0 0 0,-2-1 0 0 0,-1 0 0 0 0,4 0 0 0 0,1 0 0 0 0,5 0 0 0 0,1 0 0 0 0,3 0 0 0 0,-1 0 0 0 0,-2 0 0 0 0,-4 0 0 0 0,-3 0 0 0 0,2 0 0 0 0,6 0 0 0 0,6 0 0 0 0,-1 0 0 0 0,-3 0 0 0 0,1 0 0 0 0,-2 0 0 0 0,1 0 0 0 0,-1 0 0 0 0,-3 0 0 0 0,1 0 0 0 0,4 0 0 0 0,0 0 0 0 0,1 0 0 0 0,4 0 0 0 0,-2 0 0 0 0,1 0 0 0 0,-2 0 0 0 0,-1 0 0 0 0,-1 0 0 0 0,0 5 0 0 0,-1 2 0 0 0,-5 0 0 0 0,-2-2 0 0 0,-4-1 0 0 0,-3-1 0 0 0,0-2 0 0 0,-2-1 0 0 0,0 0 0 0 0,1 0 0 0 0,-1 0 0 0 0,0-1 0 0 0,1 1 0 0 0,-1 0 0 0 0,1 5 0 0 0,0 2 0 0 0,0 0 0 0 0,-1-2 0 0 0,1-1 0 0 0,-5 4 0 0 0,-13 0 0 0 0,-13-1 0 0 0,-12-2 0 0 0,-10-1 0 0 0,-5-2 0 0 0,-4-1 0 0 0,-2-1 0 0 0,-1 0 0 0 0,1 0 0 0 0,0-1 0 0 0,1 1 0 0 0,0 0 0 0 0,-4 0 0 0 0,-2 0 0 0 0,0 0 0 0 0,2 0 0 0 0,2 0 0 0 0,1 0 0 0 0,-5 0 0 0 0,0 0 0 0 0,1 0 0 0 0,1 0 0 0 0,-4 0 0 0 0,-5-6 0 0 0,0-1 0 0 0,-4 1 0 0 0,2 0 0 0 0,-1 3 0 0 0,-4-5 0 0 0,2 0 0 0 0,5 1 0 0 0,-1 1 0 0 0,2 3 0 0 0,-7 1 0 0 0,0 1 0 0 0,-2 0 0 0 0,3 1 0 0 0,-6 1 0 0 0,1-1 0 0 0,5-5 0 0 0,1-2 0 0 0,-8 1 0 0 0,1 1 0 0 0,0 1 0 0 0,4 2 0 0 0,0-5 0 0 0,-1 0 0 0 0,2 0 0 0 0,1 2 0 0 0,-3 1 0 0 0,3 2 0 0 0,-1 1 0 0 0,-1 1 0 0 0,-4 0 0 0 0,4 0 0 0 0,-1-5 0 0 0,4-1 0 0 0,5-1 0 0 0,4 2 0 0 0,5 1 0 0 0,-3 2 0 0 0,0 1 0 0 0,-4 0 0 0 0,-1 1 0 0 0,3 0 0 0 0,2 1 0 0 0,3-1 0 0 0,2 0 0 0 0,1 0 0 0 0,1 0 0 0 0,0 1 0 0 0,6-7 0 0 0,2-1 0 0 0,-1 1 0 0 0,9 0 0 0 0,13 2 0 0 0,11 2 0 0 0,10 1 0 0 0,7 0 0 0 0,4 1 0 0 0,7 1 0 0 0,4-1 0 0 0,-2 0 0 0 0,0 0 0 0 0,-3 1 0 0 0,-2-1 0 0 0,-2 0 0 0 0,0 0 0 0 0,4 0 0 0 0,2 0 0 0 0,-1 0 0 0 0,4 0 0 0 0,0 0 0 0 0,-1 0 0 0 0,2 0 0 0 0,0 0 0 0 0,-2 0 0 0 0,-3 0 0 0 0,-2 0 0 0 0,-2 0 0 0 0,4 0 0 0 0,1 0 0 0 0,-1 0 0 0 0,-1 0 0 0 0,-2 0 0 0 0,-2 0 0 0 0,0 0 0 0 0,-1 0 0 0 0,5 0 0 0 0,2 0 0 0 0,-1 0 0 0 0,-1 0 0 0 0,4 0 0 0 0,5 0 0 0 0,1 0 0 0 0,-3 0 0 0 0,2 0 0 0 0,-1 0 0 0 0,-3 0 0 0 0,-4 0 0 0 0,-2 0 0 0 0,-2 0 0 0 0,-1 0 0 0 0,3 0 0 0 0,3 0 0 0 0,-1 0 0 0 0,-2 0 0 0 0,-1 0 0 0 0,-1 0 0 0 0,-1 0 0 0 0,-1 0 0 0 0,0 0 0 0 0,-11 0 0 0 0,-14 0 0 0 0,-13 0 0 0 0,-11 0 0 0 0,-7 0 0 0 0,-5 0 0 0 0,-2 0 0 0 0,-2 0 0 0 0,0 0 0 0 0,1 0 0 0 0,1 5 0 0 0,0 2 0 0 0,1 0 0 0 0,0-2 0 0 0,0-1 0 0 0,-5-2 0 0 0,-2-1 0 0 0,1 0 0 0 0,1 4 0 0 0,1 2 0 0 0,2-1 0 0 0,1-1 0 0 0,1-1 0 0 0,0-2 0 0 0,0-1 0 0 0,1 0 0 0 0,-1-1 0 0 0,0-1 0 0 0,1 1 0 0 0,-1 5 0 0 0,0 2 0 0 0,0-1 0 0 0,1 0 0 0 0,-1-3 0 0 0,0 0 0 0 0,0 3 0 0 0,0 2 0 0 0,0-2 0 0 0,1-1 0 0 0,-1-1 0 0 0,0-2 0 0 0,0-1 0 0 0,0-1 0 0 0,1 0 0 0 0,-1 5 0 0 0,0 2 0 0 0,0-1 0 0 0,11-1 0 0 0,13-1 0 0 0,14-2 0 0 0,11 0 0 0 0,7-2 0 0 0,5 0 0 0 0,2 0 0 0 0,2 0 0 0 0,-1-1 0 0 0,1 1 0 0 0,-2 0 0 0 0,0 0 0 0 0,-1 0 0 0 0,0 0 0 0 0,0 0 0 0 0,5 0 0 0 0,2 5 0 0 0,-1 2 0 0 0,-1 0 0 0 0,-1-2 0 0 0,-2-1 0 0 0,-1-2 0 0 0,5-1 0 0 0,1 0 0 0 0,-1-1 0 0 0,-1 0 0 0 0,-2-1 0 0 0,-1 1 0 0 0,-1 0 0 0 0,-1 0 0 0 0,0 0 0 0 0,-1 0 0 0 0,1 0 0 0 0,-6 5 0 0 0,-1 2 0 0 0,0-1 0 0 0,1 0 0 0 0,2-2 0 0 0,2-2 0 0 0,0-1 0 0 0,2 0 0 0 0,-11-1 0 0 0,-13 0 0 0 0,-14-1 0 0 0,-10 1 0 0 0,-8 0 0 0 0,-5 0 0 0 0,-2-1 0 0 0,-2 1 0 0 0,1 0 0 0 0,0 0 0 0 0,0 0 0 0 0,-4 0 0 0 0,-1 0 0 0 0,0 0 0 0 0,2 0 0 0 0,1 0 0 0 0,-3 0 0 0 0,-1 0 0 0 0,-4 0 0 0 0,0 0 0 0 0,2 0 0 0 0,2 0 0 0 0,4 0 0 0 0,1 0 0 0 0,-3 0 0 0 0,-1 0 0 0 0,1 0 0 0 0,1 0 0 0 0,2 0 0 0 0,-4 0 0 0 0,-1 0 0 0 0,2 0 0 0 0,-5 0 0 0 0,1 0 0 0 0,2 0 0 0 0,-4 0 0 0 0,1 0 0 0 0,3 0 0 0 0,-4 0 0 0 0,1 0 0 0 0,3 0 0 0 0,2 0 0 0 0,2 0 0 0 0,2 0 0 0 0,2 0 0 0 0,5-5 0 0 0,-3-2 0 0 0,-1 1 0 0 0,-2 0 0 0 0,0 2 0 0 0,0 2 0 0 0,0 1 0 0 0,1 0 0 0 0,10 1 0 0 0,14 0 0 0 0,14 1 0 0 0,11-1 0 0 0,7 0 0 0 0,5-5 0 0 0,3-2 0 0 0,0 1 0 0 0,1 0 0 0 0,-1 3 0 0 0,-1 0 0 0 0,5 2 0 0 0,2 0 0 0 0,-1 1 0 0 0,-2 1 0 0 0,4-1 0 0 0,5 0 0 0 0,1 0 0 0 0,-3 1 0 0 0,-3-1 0 0 0,-4 0 0 0 0,-1 0 0 0 0,-3 0 0 0 0,-1 0 0 0 0,-1 0 0 0 0,1 0 0 0 0,-1 0 0 0 0,0 0 0 0 0,0 0 0 0 0,1 0 0 0 0,0 0 0 0 0,-1 0 0 0 0,1 0 0 0 0,0 0 0 0 0,0 0 0 0 0,0 0 0 0 0,0 0 0 0 0,0 0 0 0 0,-1 0 0 0 0,1 0 0 0 0,0 0 0 0 0,0 0 0 0 0,0 0 0 0 0,-1 0 0 0 0,1 0 0 0 0,-5 5 0 0 0,-2 2 0 0 0,0 0 0 0 0,1-2 0 0 0,2-1 0 0 0,-3 3 0 0 0,-2 2 0 0 0,-9-2 0 0 0,-12-2 0 0 0,-11-1 0 0 0,-10-2 0 0 0,-6-1 0 0 0,-4-1 0 0 0,-2 0 0 0 0,-2 0 0 0 0,1-1 0 0 0,0 1 0 0 0,1 0 0 0 0,0 0 0 0 0,1-1 0 0 0,0 1 0 0 0,0 6 0 0 0,0 1 0 0 0,1-1 0 0 0,-1 0 0 0 0,-5-3 0 0 0,-2 0 0 0 0,1-2 0 0 0,1 0 0 0 0,1-1 0 0 0,-3-1 0 0 0,-1 1 0 0 0,1 0 0 0 0,1 0 0 0 0,3-1 0 0 0,1 1 0 0 0,7 5 0 0 0,1 2 0 0 0,1 0 0 0 0,-1-2 0 0 0,-1-1 0 0 0,-3-1 0 0 0,0-2 0 0 0,-1-1 0 0 0,-1 0 0 0 0,0 0 0 0 0,0 0 0 0 0,0 0 0 0 0,0 5 0 0 0,0 1 0 0 0,0 1 0 0 0,0-2 0 0 0,11-1 0 0 0,13-2 0 0 0,14 0 0 0 0,11-2 0 0 0,7 0 0 0 0,5 0 0 0 0,3 0 0 0 0,0-1 0 0 0,1 1 0 0 0,-1 0 0 0 0,-1 0 0 0 0,5 0 0 0 0,2 0 0 0 0,-2 0 0 0 0,0 0 0 0 0,-3 0 0 0 0,-1 0 0 0 0,4 0 0 0 0,7 0 0 0 0,0 0 0 0 0,4 0 0 0 0,-1 0 0 0 0,1 0 0 0 0,-1 0 0 0 0,-4 0 0 0 0,-4 0 0 0 0,-4 0 0 0 0,4 0 0 0 0,4 0 0 0 0,2 0 0 0 0,-3 0 0 0 0,-3 0 0 0 0,3 0 0 0 0,-2 0 0 0 0,-1 0 0 0 0,3 0 0 0 0,-1 0 0 0 0,4 0 0 0 0,4 0 0 0 0,-1 0 0 0 0,-3 0 0 0 0,-4 0 0 0 0,1 0 0 0 0,-1 0 0 0 0,8 0 0 0 0,2 0 0 0 0,-4 0 0 0 0,1 5 0 0 0,4 2 0 0 0,2 0 0 0 0,-2-2 0 0 0,-5-1 0 0 0,-5 4 0 0 0,1 0 0 0 0,-2-1 0 0 0,-3-2 0 0 0,-2-1 0 0 0,-2-2 0 0 0,-2-1 0 0 0,-1-1 0 0 0,0 0 0 0 0,-1 0 0 0 0,0-1 0 0 0,1 1 0 0 0,-6 5 0 0 0,-7 7 0 0 0,-11 2 0 0 0,-13-2 0 0 0,-10-3 0 0 0,-7-3 0 0 0,-6-2 0 0 0,-3-3 0 0 0,-1 0 0 0 0,0-1 0 0 0,0-1 0 0 0,0 1 0 0 0,1-1 0 0 0,1 1 0 0 0,-6-1 0 0 0,0 1 0 0 0,-1 0 0 0 0,2 0 0 0 0,2 0 0 0 0,0 0 0 0 0,2 0 0 0 0,-4 0 0 0 0,-7 0 0 0 0,-1 0 0 0 0,1 0 0 0 0,3 0 0 0 0,4 0 0 0 0,-4 0 0 0 0,1 0 0 0 0,-5 0 0 0 0,2 0 0 0 0,1 0 0 0 0,-2 0 0 0 0,0 0 0 0 0,3 5 0 0 0,3 2 0 0 0,-3 0 0 0 0,-5-2 0 0 0,-5-1 0 0 0,0 4 0 0 0,-2 0 0 0 0,-2-1 0 0 0,3-1 0 0 0,4-3 0 0 0,6-1 0 0 0,4-1 0 0 0,3 5 0 0 0,2 1 0 0 0,2-1 0 0 0,0-1 0 0 0,0-2 0 0 0,0-1 0 0 0,-5 0 0 0 0,-3-2 0 0 0,1 0 0 0 0,-4 0 0 0 0,-1 5 0 0 0,2 1 0 0 0,3 1 0 0 0,2 3 0 0 0,2 1 0 0 0,1-2 0 0 0,1 3 0 0 0,11-1 0 0 0,14-2 0 0 0,13-3 0 0 0,11-2 0 0 0,7-1 0 0 0,6-3 0 0 0,6 0 0 0 0,4 0 0 0 0,-1 0 0 0 0,-1-1 0 0 0,-3 1 0 0 0,-2-1 0 0 0,-1 1 0 0 0,4 0 0 0 0,0 0 0 0 0,1 0 0 0 0,-3 0 0 0 0,0 0 0 0 0,-3 0 0 0 0,5 0 0 0 0,2 0 0 0 0,-2 0 0 0 0,-1 0 0 0 0,-2 0 0 0 0,4 0 0 0 0,1 0 0 0 0,-1 0 0 0 0,-2 0 0 0 0,4 0 0 0 0,0 0 0 0 0,-2 0 0 0 0,-1 0 0 0 0,-3 0 0 0 0,-1 0 0 0 0,4 0 0 0 0,1 0 0 0 0,-1 0 0 0 0,4 0 0 0 0,0 0 0 0 0,-1 0 0 0 0,-3 0 0 0 0,-2 0 0 0 0,-2 0 0 0 0,-1 0 0 0 0,-1 0 0 0 0,0 0 0 0 0,4 0 0 0 0,3 0 0 0 0,-1 0 0 0 0,-1 0 0 0 0,-2 0 0 0 0,4 0 0 0 0,1 0 0 0 0,-1 0 0 0 0,-1 0 0 0 0,-3 0 0 0 0,-1 0 0 0 0,-1 0 0 0 0,-1 0 0 0 0,-1 0 0 0 0,1 0 0 0 0,-11 0 0 0 0,-14 0 0 0 0,-13 0 0 0 0,-11 0 0 0 0,-7 0 0 0 0,-5 0 0 0 0,-3 0 0 0 0,0 0 0 0 0,-1 0 0 0 0,1 0 0 0 0,1 0 0 0 0,-5 0 0 0 0,-2 0 0 0 0,2 0 0 0 0,0 0 0 0 0,3 0 0 0 0,1 0 0 0 0,-4 0 0 0 0,-2 0 0 0 0,-3 0 0 0 0,-1 0 0 0 0,2 0 0 0 0,-3 0 0 0 0,-4 0 0 0 0,1 0 0 0 0,3 0 0 0 0,-1 0 0 0 0,1 0 0 0 0,-2 0 0 0 0,-3 0 0 0 0,-10 0 0 0 0,-5 0 0 0 0,3 0 0 0 0,2 0 0 0 0,0 0 0 0 0,5 0 0 0 0,1 0 0 0 0,-6 0 0 0 0,-4 0 0 0 0,-1 0 0 0 0,0 0 0 0 0,-1 0 0 0 0,7 0 0 0 0,2 0 0 0 0,-10 0 0 0 0,-10 0 0 0 0,3 0 0 0 0,3 0 0 0 0,9 0 0 0 0,3 0 0 0 0,-3 0 0 0 0,-2 0 0 0 0,-1 0 0 0 0,0 0 0 0 0,6 0 0 0 0,7 0 0 0 0,2 0 0 0 0,4 0 0 0 0,-1 0 0 0 0,3 0 0 0 0,-3 0 0 0 0,2 0 0 0 0,3 0 0 0 0,3 0 0 0 0,3 0 0 0 0,2 0 0 0 0,2 0 0 0 0,0 0 0 0 0,1 0 0 0 0,-1 0 0 0 0,1 0 0 0 0,0 5 0 0 0,5 8 0 0 0,11 0 0 0 0,10 4 0 0 0,9 0 0 0 0,10-5 0 0 0,7-3 0 0 0,5-3 0 0 0,4-3 0 0 0,1-2 0 0 0,1-1 0 0 0,0-1 0 0 0,-1 1 0 0 0,0-1 0 0 0,-1 6 0 0 0,6 1 0 0 0,1 1 0 0 0,-1-2 0 0 0,5-1 0 0 0,-1-2 0 0 0,-1 4 0 0 0,3 2 0 0 0,-1-1 0 0 0,8-2 0 0 0,6-2 0 0 0,-1-1 0 0 0,-4-1 0 0 0,-1 0 0 0 0,1-1 0 0 0,3 5 0 0 0,3 1 0 0 0,2 1 0 0 0,-4-2 0 0 0,5-2 0 0 0,-3 0 0 0 0,-1-2 0 0 0,1-1 0 0 0,2 0 0 0 0,0 0 0 0 0,1 0 0 0 0,1 0 0 0 0,-5-1 0 0 0,-1 1 0 0 0,0 0 0 0 0,2 0 0 0 0,-4 0 0 0 0,-1 0 0 0 0,-3 0 0 0 0,-6 0 0 0 0,2 0 0 0 0,-3 0 0 0 0,2 0 0 0 0,0 0 0 0 0,-4 0 0 0 0,3 0 0 0 0,4 0 0 0 0,0 0 0 0 0,-4 0 0 0 0,-3 0 0 0 0,-3 0 0 0 0,-3 0 0 0 0,-2 0 0 0 0,-1 0 0 0 0,4 0 0 0 0,2 0 0 0 0,0 0 0 0 0,-1 0 0 0 0,-2 0 0 0 0,-1 0 0 0 0,-1 0 0 0 0,-1 0 0 0 0,-11 0 0 0 0,-13 0 0 0 0,-14 0 0 0 0,-11 0 0 0 0,-8 0 0 0 0,-4 0 0 0 0,-2 0 0 0 0,-2 0 0 0 0,0 0 0 0 0,1 0 0 0 0,1 0 0 0 0,0 0 0 0 0,1 0 0 0 0,0 0 0 0 0,0 0 0 0 0,0 0 0 0 0,0 0 0 0 0,1 0 0 0 0,-1 0 0 0 0,0 0 0 0 0,0 0 0 0 0,0 0 0 0 0,1 0 0 0 0,-1 5 0 0 0,0 2 0 0 0,0 0 0 0 0,0-2 0 0 0,1-1 0 0 0,4 4 0 0 0,2 0 0 0 0,-5-1 0 0 0,-4-2 0 0 0,0-1 0 0 0,-7-2 0 0 0,0 4 0 0 0,1 2 0 0 0,1-2 0 0 0,8 4 0 0 0,4 1 0 0 0,0-3 0 0 0,0-1 0 0 0,-1 2 0 0 0,-1 1 0 0 0,-1-3 0 0 0,-1-1 0 0 0,0-3 0 0 0,4 4 0 0 0,2 1 0 0 0,0-1 0 0 0,3 3 0 0 0,1 1 0 0 0,-2-3 0 0 0,-2-1 0 0 0,2 2 0 0 0,1 5 0 0 0,8 1 0 0 0,12-3 0 0 0,12 2 0 0 0,8-1 0 0 0,7-3 0 0 0,5-4 0 0 0,1-2 0 0 0,1-2 0 0 0,0-1 0 0 0,0-1 0 0 0,-1-1 0 0 0,0 1 0 0 0,-1-1 0 0 0,0 1 0 0 0,0 0 0 0 0,0-1 0 0 0,-1 1 0 0 0,1 0 0 0 0,0 0 0 0 0,0 0 0 0 0,5 0 0 0 0,7 0 0 0 0,6 0 0 0 0,6 0 0 0 0,4 0 0 0 0,-3 0 0 0 0,0 6 0 0 0,-5 1 0 0 0,-6-1 0 0 0,-5 0 0 0 0,1-3 0 0 0,5 0 0 0 0,-2-2 0 0 0,-2 0 0 0 0,-3-1 0 0 0,-3-1 0 0 0,-2 1 0 0 0,3 0 0 0 0,1-1 0 0 0,-1 1 0 0 0,-2 0 0 0 0,5 0 0 0 0,-6 5 0 0 0,-2 2 0 0 0,3 0 0 0 0,1-2 0 0 0,-1-1 0 0 0,0-1 0 0 0,-1-2 0 0 0,-2-1 0 0 0,0 0 0 0 0,-1 0 0 0 0,-10 0 0 0 0,-15 0 0 0 0,-13-1 0 0 0,-11 1 0 0 0,-8 0 0 0 0,-4 0 0 0 0,-2 0 0 0 0,-2 0 0 0 0,1 0 0 0 0,0 0 0 0 0,0 0 0 0 0,1 0 0 0 0,1 0 0 0 0,0 0 0 0 0,-5 0 0 0 0,-7 0 0 0 0,-7 0 0 0 0,0 0 0 0 0,4 0 0 0 0,4 0 0 0 0,3 0 0 0 0,-1-5 0 0 0,-5-2 0 0 0,1 0 0 0 0,1 2 0 0 0,4 1 0 0 0,3 2 0 0 0,-3 0 0 0 0,0 2 0 0 0,-4 0 0 0 0,0 0 0 0 0,-3 0 0 0 0,1 1 0 0 0,3-1 0 0 0,4 0 0 0 0,-3 0 0 0 0,1 0 0 0 0,-4 0 0 0 0,1 0 0 0 0,-3 0 0 0 0,-4 0 0 0 0,6-5 0 0 0,1-2 0 0 0,1 0 0 0 0,-1 2 0 0 0,-5 1 0 0 0,1 2 0 0 0,-2 1 0 0 0,-4 0 0 0 0,-2 1 0 0 0,2-5 0 0 0,0-2 0 0 0,3 1 0 0 0,1 1 0 0 0,2 1 0 0 0,5 2 0 0 0,4 1 0 0 0,-3 0 0 0 0,2 1 0 0 0,1 0 0 0 0,2 1 0 0 0,3-1 0 0 0,0 0 0 0 0,-4 0 0 0 0,0 1 0 0 0,0-1 0 0 0,1 0 0 0 0,2 0 0 0 0,1 0 0 0 0,1 0 0 0 0,11 0 0 0 0,15 0 0 0 0,13 0 0 0 0,11 0 0 0 0,7 0 0 0 0,5 0 0 0 0,8 0 0 0 0,3 0 0 0 0,-1 0 0 0 0,4 0 0 0 0,-1 0 0 0 0,3 0 0 0 0,4 0 0 0 0,5 0 0 0 0,-3 0 0 0 0,-5 0 0 0 0,1 0 0 0 0,-3 0 0 0 0,-4 0 0 0 0,2 0 0 0 0,-2 0 0 0 0,3 0 0 0 0,0 0 0 0 0,2 0 0 0 0,-1 0 0 0 0,2 0 0 0 0,-2 0 0 0 0,-3 0 0 0 0,2 0 0 0 0,4 0 0 0 0,-2 0 0 0 0,3 0 0 0 0,3 0 0 0 0,4 0 0 0 0,-4 0 0 0 0,-4 0 0 0 0,-6 0 0 0 0,-4 0 0 0 0,2 0 0 0 0,-2 0 0 0 0,0 0 0 0 0,-3 0 0 0 0,-2 0 0 0 0,0 0 0 0 0,-2 0 0 0 0,0 0 0 0 0,-1 0 0 0 0,6 0 0 0 0,7 0 0 0 0,1 0 0 0 0,-1 0 0 0 0,-4 0 0 0 0,-2 0 0 0 0,-2 0 0 0 0,-8-6 0 0 0,-2-1 0 0 0,-1 1 0 0 0,1 0 0 0 0,1 3 0 0 0,2 0 0 0 0,-9 2 0 0 0,-14 0 0 0 0,-12 1 0 0 0,-10 1 0 0 0,-8-1 0 0 0,-5-5 0 0 0,-2-2 0 0 0,-1 1 0 0 0,-1 0 0 0 0,1 3 0 0 0,-5 0 0 0 0,0 2 0 0 0,-6 1 0 0 0,1-6 0 0 0,2 0 0 0 0,-3-1 0 0 0,-4 2 0 0 0,-5 2 0 0 0,-3 0 0 0 0,-3 2 0 0 0,3 1 0 0 0,1 0 0 0 0,0-5 0 0 0,-3-2 0 0 0,5 1 0 0 0,5 1 0 0 0,1 1 0 0 0,3 2 0 0 0,-2 0 0 0 0,3 2 0 0 0,-3 0 0 0 0,1 0 0 0 0,4 0 0 0 0,3 1 0 0 0,-3-1 0 0 0,1 0 0 0 0,-3 0 0 0 0,-5 0 0 0 0,0 0 0 0 0,-2 0 0 0 0,3 0 0 0 0,-2 0 0 0 0,2 0 0 0 0,5 0 0 0 0,3 0 0 0 0,4 0 0 0 0,2 0 0 0 0,1 0 0 0 0,-3 0 0 0 0,-3 0 0 0 0,2 0 0 0 0,0 5 0 0 0,-3 2 0 0 0,-1 0 0 0 0,2-2 0 0 0,1 4 0 0 0,2 1 0 0 0,2-2 0 0 0,2-2 0 0 0,-1-3 0 0 0,2 0 0 0 0,10-2 0 0 0,14-1 0 0 0,13 0 0 0 0,11-1 0 0 0,7 1 0 0 0,5-1 0 0 0,3 1 0 0 0,0 0 0 0 0,1 0 0 0 0,-1 0 0 0 0,-1 0 0 0 0,0 0 0 0 0,5 0 0 0 0,1 0 0 0 0,0 0 0 0 0,3 0 0 0 0,0 0 0 0 0,4 0 0 0 0,0 0 0 0 0,2 0 0 0 0,-2 0 0 0 0,-3 0 0 0 0,2 0 0 0 0,-1 0 0 0 0,2 0 0 0 0,-1 0 0 0 0,2 0 0 0 0,5 0 0 0 0,-3 0 0 0 0,3-5 0 0 0,2-2 0 0 0,8 0 0 0 0,-1 2 0 0 0,-1 1 0 0 0,-4 1 0 0 0,-2 2 0 0 0,1-5 0 0 0,2-1 0 0 0,7 1 0 0 0,-2 1 0 0 0,-1 1 0 0 0,-5 2 0 0 0,-2 1 0 0 0,-5-4 0 0 0,-4-2 0 0 0,0 0 0 0 0,-3 2 0 0 0,4 2 0 0 0,3 1 0 0 0,-1 0 0 0 0,-2 2 0 0 0,0 0 0 0 0,4 0 0 0 0,-1 1 0 0 0,-4-1 0 0 0,1 0 0 0 0,-2-5 0 0 0,-2-2 0 0 0,1 1 0 0 0,0 0 0 0 0,-3 2 0 0 0,-3 2 0 0 0,-1 1 0 0 0,-8-5 0 0 0,-2-1 0 0 0,-1 1 0 0 0,1 1 0 0 0,-4-4 0 0 0,-10 0 0 0 0,-13 1 0 0 0,-11 2 0 0 0,-9 2 0 0 0,-5 2 0 0 0,-4 1 0 0 0,-7-4 0 0 0,-2-2 0 0 0,0 1 0 0 0,2 1 0 0 0,2 1 0 0 0,2 2 0 0 0,2-4 0 0 0,0-1 0 0 0,-4 0 0 0 0,-7 2 0 0 0,-6 1 0 0 0,-6-3 0 0 0,-3-1 0 0 0,2 1 0 0 0,1 2 0 0 0,-2 1 0 0 0,5 2 0 0 0,0 1 0 0 0,-1 1 0 0 0,2 0 0 0 0,1 0 0 0 0,2 1 0 0 0,0-1 0 0 0,-3-5 0 0 0,2-2 0 0 0,-1 1 0 0 0,2 0 0 0 0,-5 2 0 0 0,-5 2 0 0 0,2 1 0 0 0,6 0 0 0 0,0 1 0 0 0,-1-5 0 0 0,-3-1 0 0 0,3-1 0 0 0,-1 2 0 0 0,-2 1 0 0 0,4 2 0 0 0,-1 1 0 0 0,3 1 0 0 0,-1 0 0 0 0,-2 0 0 0 0,2 0 0 0 0,-1 0 0 0 0,-3 1 0 0 0,3-1 0 0 0,5 0 0 0 0,4 0 0 0 0,4 0 0 0 0,3 0 0 0 0,3 0 0 0 0,0-5 0 0 0,1-2 0 0 0,-5 0 0 0 0,-2 2 0 0 0,0 1 0 0 0,1 1 0 0 0,2 2 0 0 0,1 1 0 0 0,1 0 0 0 0,6-5 0 0 0,12-2 0 0 0,15 1 0 0 0,11 0 0 0 0,10 3 0 0 0,6 1 0 0 0,3 0 0 0 0,2 2 0 0 0,1 0 0 0 0,4 0 0 0 0,7 0 0 0 0,1 1 0 0 0,3-1 0 0 0,-1 0 0 0 0,-5 0 0 0 0,2 0 0 0 0,-1 0 0 0 0,1 0 0 0 0,-1 0 0 0 0,-3 0 0 0 0,3 0 0 0 0,-2 0 0 0 0,2-5 0 0 0,6-2 0 0 0,-2 0 0 0 0,-4 2 0 0 0,-3 1 0 0 0,1 2 0 0 0,10 0 0 0 0,0 2 0 0 0,3 0 0 0 0,-3 0 0 0 0,-6 0 0 0 0,1 1 0 0 0,2-1 0 0 0,4 0 0 0 0,3 0 0 0 0,-3 0 0 0 0,0 0 0 0 0,2 0 0 0 0,2 0 0 0 0,-4 0 0 0 0,-5 0 0 0 0,-6 0 0 0 0,0 0 0 0 0,-1 0 0 0 0,3 0 0 0 0,-2 0 0 0 0,-1 0 0 0 0,-4 0 0 0 0,-2-5 0 0 0,3-2 0 0 0,1 0 0 0 0,-2 2 0 0 0,-1 1 0 0 0,-2 2 0 0 0,-6-5 0 0 0,-4 0 0 0 0,1 0 0 0 0,0 2 0 0 0,2 2 0 0 0,1 1 0 0 0,-4-5 0 0 0,-12-5 0 0 0,-12-2 0 0 0,-12-3 0 0 0,-9 1 0 0 0,-7 4 0 0 0,-3 3 0 0 0,-1 4 0 0 0,-2 2 0 0 0,1 2 0 0 0,-5 1 0 0 0,-1 1 0 0 0,1-6 0 0 0,-4-1 0 0 0,-5 0 0 0 0,0 1 0 0 0,-2 1 0 0 0,1-3 0 0 0,5-2 0 0 0,-2 2 0 0 0,2 2 0 0 0,-2 1 0 0 0,1 2 0 0 0,3 1 0 0 0,-2 1 0 0 0,1 0 0 0 0,-3 0 0 0 0,1 1 0 0 0,-3-6 0 0 0,2-2 0 0 0,4 1 0 0 0,-3 0 0 0 0,-9 3 0 0 0,-1 0 0 0 0,-1 2 0 0 0,2 0 0 0 0,7 1 0 0 0,-6 1 0 0 0,1-1 0 0 0,-2 0 0 0 0,-1-5 0 0 0,2-2 0 0 0,0 1 0 0 0,4 1 0 0 0,-1 1 0 0 0,-2 1 0 0 0,2 2 0 0 0,-2 1 0 0 0,4 0 0 0 0,-1 0 0 0 0,-3 0 0 0 0,-4 0 0 0 0,3 1 0 0 0,5-1 0 0 0,0 0 0 0 0,3 0 0 0 0,3 0 0 0 0,4 0 0 0 0,28 0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9457 1720 16383 0 0,'-11'2'0'0'0,"-12"5"0"0"0,4 5 0 0 0,13-2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9349 1741 16383 0 0,'-18'14'0'0'0,"7"-4"0"0"0,11-4 0 0 0,4-8 0 0 0,8-4 0 0 0,2-7 0 0 0,-2 4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1804 16383 0 0,'-9'6'0'0'0,"-11"4"0"0"0,-2-1 0 0 0,-3-3 0 0 0,-2 4 0 0 0,-2-1 0 0 0,-1 3 0 0 0,3-1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1920 16383 0 0,'22'0'0'0'0,"12"-6"0"0"0,-18 2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9308 1910 16383 0 0,'-3'1'0'0'0,"-21"8"0"0"0,0 0 0 0 0,-1-1 0 0 0,-1-2 0 0 0,6 2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2040 16383 0 0,'24'0'0'0'0,"8"-1"0"0"0,1 1 0 0 0,-1-1 0 0 0,-1 1 0 0 0,0-1 0 0 0,0 1 0 0 0,0 0 0 0 0,0 0 0 0 0,0 0 0 0 0,-1 0 0 0 0,-4-5 0 0 0,-2-2 0 0 0,0 0 0 0 0,1 2 0 0 0,2 1 0 0 0,2 2 0 0 0,-10 1 0 0 0,-13 0 0 0 0,-13 1 0 0 0,-11 0 0 0 0,-7 1 0 0 0,-4-1 0 0 0,-3 0 0 0 0,30 0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9335 2628 16383 0 0,'0'0'0'0'0,"33"0"0"0"0,0-1 0 0 0,0 1 0 0 0,-1-1 0 0 0,1 1 0 0 0,-1 0 0 0 0,-1 0 0 0 0,0 0 0 0 0,0 0 0 0 0,0 0 0 0 0,-1 0 0 0 0,1 0 0 0 0,0 0 0 0 0,0 0 0 0 0,-1 0 0 0 0,1 0 0 0 0,0 0 0 0 0,-11 0 0 0 0,-8 5 0 0 0,-12 2 0 0 0,-11 0 0 0 0,-9-2 0 0 0,-6-1 0 0 0,-4-1 0 0 0,3 3 0 0 0,1 2 0 0 0,0-2 0 0 0,-2-1 0 0 0,0-1 0 0 0,-2-2 0 0 0,0-1 0 0 0,0-1 0 0 0,-1 0 0 0 0,0 0 0 0 0,0 0 0 0 0,0-1 0 0 0,0 1 0 0 0,0 0 0 0 0,11 0 0 0 0,13 0 0 0 0,14 0 0 0 0,11 0 0 0 0,7 0 0 0 0,5 0 0 0 0,2 0 0 0 0,2 0 0 0 0,-1 0 0 0 0,1 0 0 0 0,-2 0 0 0 0,0 0 0 0 0,-1 0 0 0 0,0 0 0 0 0,0 0 0 0 0,0 0 0 0 0,0 0 0 0 0,-1 0 0 0 0,1 0 0 0 0,0 0 0 0 0,0 0 0 0 0,-6 5 0 0 0,-1 2 0 0 0,-5 5 0 0 0,0 0 0 0 0,-4 4 0 0 0,1-1 0 0 0,-2 2 0 0 0,1-2 0 0 0,-1 2 0 0 0,2-2 0 0 0,-2 2 0 0 0,2-3 0 0 0,-1 3 0 0 0,-4 2 0 0 0,2-1 0 0 0,3-3 0 0 0,0 0 0 0 0,2 3 0 0 0,3-2 0 0 0,4-3 0 0 0,2-4 0 0 0,2-3 0 0 0,1-3 0 0 0,-4 3 0 0 0,-1 1 0 0 0,-6 4 0 0 0,0 1 0 0 0,2-3 0 0 0,-3 4 0 0 0,1-2 0 0 0,-3 4 0 0 0,2-2 0 0 0,-4 3 0 0 0,3-1 0 0 0,-3 1 0 0 0,2-1 0 0 0,4 1 0 0 0,3 4 0 0 0,3-2 0 0 0,3-3 0 0 0,-4 0 0 0 0,-1-2 0 0 0,1-4 0 0 0,-5 3 0 0 0,-4 4 0 0 0,-1-1 0 0 0,-2 3 0 0 0,1-2 0 0 0,4-4 0 0 0,-1 2 0 0 0,-3 3 0 0 0,0-1 0 0 0,-1 2 0 0 0,2-2 0 0 0,-2 1 0 0 0,3 4 0 0 0,3-3 0 0 0,-1 2 0 0 0,1-3 0 0 0,-2 0 0 0 0,-4 4 0 0 0,1-3 0 0 0,-2 2 0 0 0,2-4 0 0 0,-1 2 0 0 0,-3 2 0 0 0,2-1 0 0 0,-1 0 0 0 0,-2 3 0 0 0,-3 3 0 0 0,-2 2 0 0 0,-2 2 0 0 0,-2 1 0 0 0,0 1 0 0 0,0 0 0 0 0,-1 0 0 0 0,1 1 0 0 0,5-1 0 0 0,1 0 0 0 0,1 0 0 0 0,3 0 0 0 0,1 0 0 0 0,-2 0 0 0 0,-2-1 0 0 0,-3 1 0 0 0,-2 0 0 0 0,-1 0 0 0 0,0 0 0 0 0,-2-1 0 0 0,1 1 0 0 0,-1 0 0 0 0,1 0 0 0 0,0 0 0 0 0,0 0 0 0 0,-6-1 0 0 0,-1 1 0 0 0,1-10 0 0 0,0-15 0 0 0,2-13 0 0 0,2-11 0 0 0,1-7 0 0 0,0-5 0 0 0,1-2 0 0 0,1-2 0 0 0,-1 1 0 0 0,0 0 0 0 0,0 0 0 0 0,1 1 0 0 0,-1 1 0 0 0,0 0 0 0 0,0 0 0 0 0,0 0 0 0 0,0 1 0 0 0,0-1 0 0 0,0 0 0 0 0,0 0 0 0 0,0 1 0 0 0,0-1 0 0 0,0 0 0 0 0,0 0 0 0 0,0 0 0 0 0,0 0 0 0 0,-6 6 0 0 0,-1 1 0 0 0,1 0 0 0 0,0-2 0 0 0,3-1 0 0 0,0-1 0 0 0,2-2 0 0 0,1 0 0 0 0,0-1 0 0 0,-6 5 0 0 0,0 2 0 0 0,-1 0 0 0 0,-3 3 0 0 0,-1 1 0 0 0,3-2 0 0 0,1-2 0 0 0,-2 3 0 0 0,-1-1 0 0 0,2-1 0 0 0,-2 3 0 0 0,-6 5 0 0 0,0 0 0 0 0,4-3 0 0 0,-3 1 0 0 0,2-1 0 0 0,-2 3 0 0 0,1-3 0 0 0,4-2 0 0 0,-3 2 0 0 0,-3-1 0 0 0,0-3 0 0 0,-2 2 0 0 0,2 0 0 0 0,-2 3 0 0 0,3-1 0 0 0,3-3 0 0 0,-1 3 0 0 0,-3-1 0 0 0,0-3 0 0 0,-2 3 0 0 0,-3 4 0 0 0,2 0 0 0 0,4-4 0 0 0,-1 3 0 0 0,3-2 0 0 0,-2 2 0 0 0,-3-1 0 0 0,0-4 0 0 0,0 3 0 0 0,-4 4 0 0 0,2-1 0 0 0,0-3 0 0 0,-2-4 0 0 0,-3-3 0 0 0,-2-3 0 0 0,3-2 0 0 0,1 5 0 0 0,4 0 0 0 0,0 6 0 0 0,3-1 0 0 0,0 5 0 0 0,1-2 0 0 0,-1 3 0 0 0,2-2 0 0 0,-2 2 0 0 0,2-1 0 0 0,-2-5 0 0 0,2-3 0 0 0,-2 2 0 0 0,-4 5 0 0 0,2-1 0 0 0,4-2 0 0 0,-2 2 0 0 0,4-1 0 0 0,-3 2 0 0 0,1-2 0 0 0,4-2 0 0 0,-2 2 0 0 0,0-1 0 0 0,-2 2 0 0 0,1-1 0 0 0,-2 3 0 0 0,1-2 0 0 0,3-2 0 0 0,3-5 0 0 0,3-2 0 0 0,3-2 0 0 0,-4 3 0 0 0,-1 1 0 0 0,1-1 0 0 0,-4 4 0 0 0,0 1 0 0 0,2-3 0 0 0,1-1 0 0 0,3-3 0 0 0,2-2 0 0 0,1 0 0 0 0,1-2 0 0 0,0 0 0 0 0,0 0 0 0 0,1-1 0 0 0,4 6 0 0 0,3 2 0 0 0,-2 0 0 0 0,0-2 0 0 0,-2-1 0 0 0,3-1 0 0 0,2-2 0 0 0,-2 0 0 0 0,3 4 0 0 0,1 2 0 0 0,-2 0 0 0 0,-3-2 0 0 0,3 4 0 0 0,0 1 0 0 0,-1-2 0 0 0,-3-3 0 0 0,-1-1 0 0 0,-2-1 0 0 0,-1-2 0 0 0,-1-1 0 0 0,0 0 0 0 0,-1 0 0 0 0,1 0 0 0 0,-1 0 0 0 0,1 11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9477 2016 16383 0 0,'-20'5'0'0'0,"-7"1"0"0"0,-1-2 0 0 0,9-2 0 0 0,14-1 0 0 0,12 0 0 0 0,11-1 0 0 0,7-1 0 0 0,5 1 0 0 0,2 0 0 0 0,1 0 0 0 0,1-1 0 0 0,-1 1 0 0 0,-1 0 0 0 0,0 0 0 0 0,-1 0 0 0 0,0 0 0 0 0,0 0 0 0 0,0 0 0 0 0,0 0 0 0 0,-1 0 0 0 0,-4 6 0 0 0,-13 6 0 0 0,-13 1 0 0 0,-12-1 0 0 0,-10 3 0 0 0,-5-2 0 0 0,-5-3 0 0 0,-1-3 0 0 0,0-2 0 0 0,0-3 0 0 0,0-1 0 0 0,1 4 0 0 0,0 1 0 0 0,1 0 0 0 0,5 4 0 0 0,2 1 0 0 0,0-3 0 0 0,-1-1 0 0 0,-2 2 0 0 0,-2 0 0 0 0,5 4 0 0 0,1 0 0 0 0,2-4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11539 2399 16383 0 0,'5'0'0'0'0,"6"0"0"0"0,7 0 0 0 0,4 0 0 0 0,5 0 0 0 0,1 0 0 0 0,2 0 0 0 0,0 0 0 0 0,0 0 0 0 0,0 0 0 0 0,0 0 0 0 0,-1 0 0 0 0,0 0 0 0 0,0 0 0 0 0,0 0 0 0 0,-10 0 0 0 0,-13 0 0 0 0,-13 0 0 0 0,-9 0 0 0 0,-3-5 0 0 0,-2-2 0 0 0,-4 1 0 0 0,-1-4 0 0 0,-2 0 0 0 0,-1 1 0 0 0,0 3 0 0 0,0-3 0 0 0,-1 1 0 0 0,1-5 0 0 0,0 2 0 0 0,0 1 0 0 0,0 3 0 0 0,0 3 0 0 0,5-3 0 0 0,2-1 0 0 0,-1 2 0 0 0,-1 1 0 0 0,-1-3 0 0 0,-2 0 0 0 0,0 1 0 0 0,-2 2 0 0 0,5-3 0 0 0,2-1 0 0 0,-1 2 0 0 0,9 2 0 0 0,11 2 0 0 0,11 1 0 0 0,10 1 0 0 0,6 1 0 0 0,4 0 0 0 0,2 5 0 0 0,1 2 0 0 0,1 5 0 0 0,-2-1 0 0 0,1-1 0 0 0,-2-2 0 0 0,1-4 0 0 0,-1 4 0 0 0,0 0 0 0 0,-1-2 0 0 0,-4 4 0 0 0,-1-1 0 0 0,-1-1 0 0 0,2-2 0 0 0,1-2 0 0 0,2-2 0 0 0,-9-1 0 0 0,-13-1 0 0 0,-6 5 0 0 0,-9 1 0 0 0,-7-1 0 0 0,-1 5 0 0 0,-2 0 0 0 0,2 3 0 0 0,9 0 0 0 0,11-3 0 0 0,11-3 0 0 0,7-2 0 0 0,0-3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11654 2576 16383 0 0,'-5'0'0'0'0,"-2"-5"0"0"0,1-6 0 0 0,1-7 0 0 0,6 0 0 0 0,4-1 0 0 0,4 1 0 0 0,7 5 0 0 0,6 4 0 0 0,3 4 0 0 0,2 2 0 0 0,3 3 0 0 0,0 0 0 0 0,0 1 0 0 0,0 0 0 0 0,-11-1 0 0 0,-12-4 0 0 0,-13-2 0 0 0,-10-5 0 0 0,-8 0 0 0 0,-4 1 0 0 0,2-2 0 0 0,2 0 0 0 0,-2 3 0 0 0,0 3 0 0 0,-1 2 0 0 0,0 2 0 0 0,3-3 0 0 0,2-2 0 0 0,0 1 0 0 0,-2-3 0 0 0,-2-1 0 0 0,-1 2 0 0 0,0 2 0 0 0,-2 3 0 0 0,0 0 0 0 0,0 2 0 0 0,0 1 0 0 0,5-4 0 0 0,1-2 0 0 0,0 0 0 0 0,-1 1 0 0 0,-1 2 0 0 0,-2 1 0 0 0,5-4 0 0 0,5-6 0 0 0,10-1 0 0 0,8-3 0 0 0,7 1 0 0 0,3-1 0 0 0,4 1 0 0 0,5 4 0 0 0,-2-2 0 0 0,2 2 0 0 0,2-2 0 0 0,2 1 0 0 0,2 2 0 0 0,2 3 0 0 0,-4-2 0 0 0,-2 1 0 0 0,-4-4 0 0 0,0 1 0 0 0,1 1 0 0 0,-2-1 0 0 0,1 0 0 0 0,2 2 0 0 0,3 4 0 0 0,-3 6 0 0 0,-4 8 0 0 0,-6 8 0 0 0,-4 6 0 0 0,-3 4 0 0 0,-2 2 0 0 0,-6-4 0 0 0,-2-1 0 0 0,-1 0 0 0 0,3 1 0 0 0,0 1 0 0 0,3 1 0 0 0,0 1 0 0 0,6-4 0 0 0,3-12 0 0 0,4-12 0 0 0,1-11 0 0 0,-2-9 0 0 0,3 0 0 0 0,-2-3 0 0 0,3 3 0 0 0,-1 0 0 0 0,-3-1 0 0 0,2 3 0 0 0,-1-1 0 0 0,-3-2 0 0 0,3-2 0 0 0,-1-2 0 0 0,-2-2 0 0 0,2 4 0 0 0,0 0 0 0 0,-2 0 0 0 0,-2-1 0 0 0,2 3 0 0 0,1 1 0 0 0,-2-2 0 0 0,-2-1 0 0 0,3 2 0 0 0,0 1 0 0 0,-1-2 0 0 0,-2-2 0 0 0,-1-1 0 0 0,-3 8 0 0 0,0 11 0 0 0,-6 8 0 0 0,-1 8 0 0 0,-1 7 0 0 0,2 6 0 0 0,1 3 0 0 0,-3 3 0 0 0,-1 1 0 0 0,-4 1 0 0 0,0-1 0 0 0,3 0 0 0 0,2 0 0 0 0,2-1 0 0 0,3 0 0 0 0,1 0 0 0 0,1 0 0 0 0,-5 0 0 0 0,-1 0 0 0 0,0-1 0 0 0,2 1 0 0 0,1 0 0 0 0,1 0 0 0 0,1 0 0 0 0,0 0 0 0 0,1-10 0 0 0,0-13 0 0 0,1-13 0 0 0,-1-9 0 0 0,0-8 0 0 0,0-4 0 0 0,0-2 0 0 0,0-2 0 0 0,0 1 0 0 0,0 0 0 0 0,0 1 0 0 0,0 0 0 0 0,0 0 0 0 0,0 1 0 0 0,0 0 0 0 0,0 0 0 0 0,0 1 0 0 0,0-1 0 0 0,0 0 0 0 0,0 0 0 0 0,0 1 0 0 0,0-1 0 0 0,0 10 0 0 0,0 13 0 0 0,0 12 0 0 0,0 11 0 0 0,0 6 0 0 0,-5 0 0 0 0,-1 1 0 0 0,-5 1 0 0 0,-1 2 0 0 0,2 0 0 0 0,3 1 0 0 0,-3-4 0 0 0,1-1 0 0 0,2-1 0 0 0,-3-2 0 0 0,0-1 0 0 0,2 1 0 0 0,-3 3 0 0 0,1 2 0 0 0,-3 2 0 0 0,1 0 0 0 0,-3-3 0 0 0,2-1 0 0 0,2 0 0 0 0,4 1 0 0 0,2-8 0 0 0,3-12 0 0 0,1-11 0 0 0,6-5 0 0 0,2-5 0 0 0,0-5 0 0 0,4-3 0 0 0,-1-3 0 0 0,-1-1 0 0 0,2 5 0 0 0,0 0 0 0 0,-2 1 0 0 0,1 3 0 0 0,1 1 0 0 0,-3-2 0 0 0,-2-2 0 0 0,2-2 0 0 0,1-1 0 0 0,-3-2 0 0 0,4-1 0 0 0,0 0 0 0 0,3 5 0 0 0,-1 1 0 0 0,-2 0 0 0 0,-3-1 0 0 0,-2-2 0 0 0,2 0 0 0 0,0-2 0 0 0,4 4 0 0 0,0 2 0 0 0,-1 9 0 0 0,-4 12 0 0 0,-1 11 0 0 0,-3 8 0 0 0,-1 7 0 0 0,-1 3 0 0 0,0 2 0 0 0,-1 2 0 0 0,1-1 0 0 0,0-1 0 0 0,-1 1 0 0 0,1-2 0 0 0,-5 1 0 0 0,-2-1 0 0 0,1 0 0 0 0,1-1 0 0 0,2 1 0 0 0,0 0 0 0 0,2 0 0 0 0,1 0 0 0 0,0-1 0 0 0,0 1 0 0 0,0 0 0 0 0,1 0 0 0 0,-1 0 0 0 0,0 0 0 0 0,0 0 0 0 0,0-10 0 0 0,5-13 0 0 0,2-13 0 0 0,-1-9 0 0 0,-1-8 0 0 0,-2-4 0 0 0,0-2 0 0 0,3-2 0 0 0,1 1 0 0 0,-1 0 0 0 0,4-4 0 0 0,-1-2 0 0 0,0 1 0 0 0,-3 2 0 0 0,-3 2 0 0 0,0 1 0 0 0,-2 1 0 0 0,4 6 0 0 0,1 1 0 0 0,0 1 0 0 0,-2-2 0 0 0,-1 9 0 0 0,-1 12 0 0 0,-1 11 0 0 0,0 9 0 0 0,-1 6 0 0 0,0 5 0 0 0,-1 2 0 0 0,6-4 0 0 0,1-1 0 0 0,0 0 0 0 0,-1 0 0 0 0,4 1 0 0 0,-1-4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12294 1540 16383 0 0,'-5'0'0'0'0,"-7"5"0"0"0,-5 1 0 0 0,-1 5 0 0 0,-2 1 0 0 0,3 3 0 0 0,-1-2 0 0 0,-3-2 0 0 0,-2 2 0 0 0,-2-2 0 0 0,3 3 0 0 0,1-2 0 0 0,-2-2 0 0 0,-1-3 0 0 0,3 2 0 0 0,0 0 0 0 0,-1 2 0 0 0,-1 1 0 0 0,2 2 0 0 0,1-1 0 0 0,-2-2 0 0 0,-2 1 0 0 0,-1 4 0 0 0,-2-1 0 0 0,-1-3 0 0 0,-1 1 0 0 0,0-1 0 0 0,5 2 0 0 0,1-1 0 0 0,5 1 0 0 0,0 0 0 0 0,-1-4 0 0 0,-2 2 0 0 0,-4 4 0 0 0,-1-2 0 0 0,-1-2 0 0 0,3 2 0 0 0,1 2 0 0 0,5 5 0 0 0,0-2 0 0 0,-1-5 0 0 0,2 2 0 0 0,4 1 0 0 0,-1-1 0 0 0,-2-3 0 0 0,1 0 0 0 0,3 4 0 0 0,4 3 0 0 0,7-2 0 0 0,10-3 0 0 0,8-5 0 0 0,6 1 0 0 0,4-1 0 0 0,2-3 0 0 0,1-2 0 0 0,1-2 0 0 0,-1 3 0 0 0,0 1 0 0 0,0-1 0 0 0,0-1 0 0 0,-1-2 0 0 0,0-1 0 0 0,4-1 0 0 0,3-1 0 0 0,4 5 0 0 0,0 1 0 0 0,-1 0 0 0 0,-3-1 0 0 0,-3-2 0 0 0,-6 4 0 0 0,1 1 0 0 0,2-2 0 0 0,-1-1 0 0 0,1-1 0 0 0,0 2 0 0 0,0 2 0 0 0,-1-2 0 0 0,5-1 0 0 0,1-1 0 0 0,5 2 0 0 0,6 2 0 0 0,-1-2 0 0 0,-3-1 0 0 0,-3-2 0 0 0,-4-1 0 0 0,-3-1 0 0 0,-2-1 0 0 0,-1 0 0 0 0,0 0 0 0 0,-1 0 0 0 0,0-1 0 0 0,-5-4 0 0 0,-6-6 0 0 0,-11-2 0 0 0,-11 2 0 0 0,-5-3 0 0 0,-6-3 0 0 0,-5 1 0 0 0,-3 3 0 0 0,1-1 0 0 0,1 2 0 0 0,-2-2 0 0 0,-1-4 0 0 0,-1 2 0 0 0,-1 3 0 0 0,-2 4 0 0 0,1-2 0 0 0,-1 2 0 0 0,-1-3 0 0 0,1 0 0 0 0,0 3 0 0 0,0 3 0 0 0,5-3 0 0 0,2 0 0 0 0,-1 2 0 0 0,4-3 0 0 0,0 1 0 0 0,-1-4 0 0 0,-3 0 0 0 0,-2 4 0 0 0,-1 2 0 0 0,-2 2 0 0 0,-1 3 0 0 0,0 1 0 0 0,5 6 0 0 0,6 7 0 0 0,6 6 0 0 0,6 5 0 0 0,3 4 0 0 0,7 2 0 0 0,4 1 0 0 0,4-5 0 0 0,6-2 0 0 0,4 1 0 0 0,4-4 0 0 0,2-6 0 0 0,1 0 0 0 0,-4-2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49:54.9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14658 3466 16383 0 0,'5'0'0'0'0,"1"0"0"0"0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49:54.9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14679 3487 16383 0 0,'0'5'0'0'0,"0"2"0"0"0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49:54.9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3376 7382 16383 0 0,'0'0'0'0'0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49:54.9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49:54.9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49:54.9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49:54.9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1916 9499 16383 0 0,'0'0'0'0'0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15021 2685 16383 0 0,'-5'0'0'0'0,"-7"0"0"0"0,-7 0 0 0 0,-5 0 0 0 0,-4 0 0 0 0,-3 0 0 0 0,0 0 0 0 0,-2 0 0 0 0,6-5 0 0 0,2-2 0 0 0,0 0 0 0 0,-1 2 0 0 0,-1 1 0 0 0,-1 1 0 0 0,-2 2 0 0 0,0 1 0 0 0,-1 0 0 0 0,0 0 0 0 0,0 0 0 0 0,5-5 0 0 0,2-2 0 0 0,0 1 0 0 0,-2 1 0 0 0,-1 1 0 0 0,-1-4 0 0 0,-2 0 0 0 0,0 1 0 0 0,-1 2 0 0 0,0 1 0 0 0,0 2 0 0 0,0 1 0 0 0,0-5 0 0 0,0 0 0 0 0,0-1 0 0 0,0 2 0 0 0,0 2 0 0 0,0 1 0 0 0,0 1 0 0 0,0 0 0 0 0,1 1 0 0 0,-1 0 0 0 0,0 1 0 0 0,0-1 0 0 0,0 0 0 0 0,0 0 0 0 0,6-5 0 0 0,1-2 0 0 0,0 1 0 0 0,-2 0 0 0 0,-1 3 0 0 0,4-5 0 0 0,1 0 0 0 0,-2 0 0 0 0,-2 3 0 0 0,-1 2 0 0 0,-2-5 0 0 0,5-5 0 0 0,0-1 0 0 0,5-3 0 0 0,6-4 0 0 0,4-4 0 0 0,10 3 0 0 0,9 5 0 0 0,4 0 0 0 0,4 2 0 0 0,4 5 0 0 0,4 4 0 0 0,-2-3 0 0 0,-1 0 0 0 0,2 3 0 0 0,1 1 0 0 0,2 2 0 0 0,1 1 0 0 0,1 1 0 0 0,1 1 0 0 0,0 1 0 0 0,0-1 0 0 0,0 0 0 0 0,0 1 0 0 0,0-1 0 0 0,0 0 0 0 0,0 0 0 0 0,0 0 0 0 0,0 0 0 0 0,0 0 0 0 0,0 0 0 0 0,-1 0 0 0 0,1 0 0 0 0,5 0 0 0 0,2 0 0 0 0,0 0 0 0 0,3 0 0 0 0,1 0 0 0 0,-3 0 0 0 0,-1 0 0 0 0,-3 0 0 0 0,-2 0 0 0 0,4 0 0 0 0,1 0 0 0 0,5 0 0 0 0,-1 0 0 0 0,4 0 0 0 0,0 0 0 0 0,1 0 0 0 0,-1 0 0 0 0,-4 0 0 0 0,-3 0 0 0 0,2 0 0 0 0,-1 0 0 0 0,-2 0 0 0 0,-2 0 0 0 0,-2 0 0 0 0,-1 0 0 0 0,-2 0 0 0 0,0 0 0 0 0,0 0 0 0 0,-1 0 0 0 0,0-5 0 0 0,1-2 0 0 0,0 0 0 0 0,-1 2 0 0 0,1 1 0 0 0,0 2 0 0 0,0 0 0 0 0,-1-3 0 0 0,1-2 0 0 0,0-5 0 0 0,0 0 0 0 0,-5 2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14912 2196 16383 0 0,'0'0'0'0'0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15563 2582 16383 0 0,'-5'0'0'0'0,"-8"0"0"0"0,-5 0 0 0 0,-7 0 0 0 0,-3 0 0 0 0,-2 0 0 0 0,-2-5 0 0 0,0-2 0 0 0,0-5 0 0 0,0 0 0 0 0,0 2 0 0 0,6-3 0 0 0,2 1 0 0 0,0 2 0 0 0,-2-2 0 0 0,-1 1 0 0 0,-1-3 0 0 0,-2 1 0 0 0,0 3 0 0 0,-1 2 0 0 0,0 4 0 0 0,5-4 0 0 0,2 0 0 0 0,0-3 0 0 0,-2-1 0 0 0,-1 2 0 0 0,-1 3 0 0 0,-2 2 0 0 0,0 2 0 0 0,-1-3 0 0 0,0-1 0 0 0,0 1 0 0 0,0 1 0 0 0,5-4 0 0 0,2 0 0 0 0,0 2 0 0 0,-2 1 0 0 0,-1-3 0 0 0,-1 0 0 0 0,-2 2 0 0 0,0 1 0 0 0,-1 2 0 0 0,0 2 0 0 0,0 1 0 0 0,0 1 0 0 0,0 1 0 0 0,0-1 0 0 0,0 0 0 0 0,0 1 0 0 0,0-1 0 0 0,0 0 0 0 0,0 0 0 0 0,0-5 0 0 0,1-2 0 0 0,-1 0 0 0 0,0 2 0 0 0,0 1 0 0 0,0 2 0 0 0,0 0 0 0 0,1 2 0 0 0,-1 0 0 0 0,0 0 0 0 0,0 0 0 0 0,0 1 0 0 0,1-1 0 0 0,-1 0 0 0 0,0 0 0 0 0,11 0 0 0 0,13 0 0 0 0,14 0 0 0 0,11 0 0 0 0,7 0 0 0 0,5 0 0 0 0,2 0 0 0 0,2 6 0 0 0,-1 1 0 0 0,0-1 0 0 0,0 5 0 0 0,-1 0 0 0 0,-1-2 0 0 0,0-3 0 0 0,5 4 0 0 0,7-1 0 0 0,2-1 0 0 0,3 3 0 0 0,-2-1 0 0 0,3-1 0 0 0,3-3 0 0 0,-2-2 0 0 0,1 3 0 0 0,2 1 0 0 0,3-1 0 0 0,-3 3 0 0 0,0 0 0 0 0,1-1 0 0 0,3 2 0 0 0,1 0 0 0 0,7-2 0 0 0,3 3 0 0 0,-5-1 0 0 0,-3-3 0 0 0,-1-2 0 0 0,0-2 0 0 0,6 4 0 0 0,2-1 0 0 0,0 0 0 0 0,-6-2 0 0 0,-2-2 0 0 0,-2-1 0 0 0,6-1 0 0 0,-3-1 0 0 0,4 0 0 0 0,2 0 0 0 0,5-1 0 0 0,-4 6 0 0 0,-2 2 0 0 0,2 0 0 0 0,-4-2 0 0 0,-3-1 0 0 0,-6-2 0 0 0,-2-1 0 0 0,1 0 0 0 0,-3-1 0 0 0,0 0 0 0 0,-4-1 0 0 0,2 1 0 0 0,3 0 0 0 0,3 0 0 0 0,8 0 0 0 0,-1 0 0 0 0,-6 0 0 0 0,-2 0 0 0 0,-4 0 0 0 0,-6 0 0 0 0,-4 0 0 0 0,-4 0 0 0 0,2 0 0 0 0,1 0 0 0 0,-1 0 0 0 0,-2 0 0 0 0,-2 0 0 0 0,5 0 0 0 0,1 0 0 0 0,3 0 0 0 0,7 0 0 0 0,-1 0 0 0 0,-4 0 0 0 0,-3 0 0 0 0,-3 0 0 0 0,-4 0 0 0 0,-2 0 0 0 0,-1 0 0 0 0,0 0 0 0 0,-12 0 0 0 0,-13 0 0 0 0,-14 0 0 0 0,-10 0 0 0 0,-7 0 0 0 0,-5 0 0 0 0,-3 0 0 0 0,0 0 0 0 0,-1 0 0 0 0,1 0 0 0 0,1 0 0 0 0,0 0 0 0 0,0 0 0 0 0,1 0 0 0 0,1 0 0 0 0,-1 0 0 0 0,0 0 0 0 0,-5 0 0 0 0,-2 0 0 0 0,1 0 0 0 0,1 5 0 0 0,1 2 0 0 0,2-1 0 0 0,1 0 0 0 0,1-2 0 0 0,0-2 0 0 0,0-1 0 0 0,-5 0 0 0 0,4 4 0 0 0,-3 2 0 0 0,-7-1 0 0 0,-1-1 0 0 0,-3-1 0 0 0,0-2 0 0 0,3-1 0 0 0,-2 0 0 0 0,2-1 0 0 0,3-1 0 0 0,3 1 0 0 0,-3 0 0 0 0,-5-1 0 0 0,0 1 0 0 0,-3 0 0 0 0,2 0 0 0 0,3 0 0 0 0,-2 0 0 0 0,2 0 0 0 0,-2 0 0 0 0,1 0 0 0 0,-8 0 0 0 0,0 0 0 0 0,4 0 0 0 0,-1 0 0 0 0,-3 0 0 0 0,3 0 0 0 0,-1 0 0 0 0,3 0 0 0 0,-7 0 0 0 0,1 0 0 0 0,5 0 0 0 0,-1 0 0 0 0,3 0 0 0 0,-1 0 0 0 0,-3 0 0 0 0,1 0 0 0 0,0 0 0 0 0,1 0 0 0 0,0 0 0 0 0,-3 0 0 0 0,1-5 0 0 0,5-2 0 0 0,0 0 0 0 0,1 2 0 0 0,-2 1 0 0 0,2 2 0 0 0,3 1 0 0 0,-2 0 0 0 0,-4-4 0 0 0,-5-2 0 0 0,2 1 0 0 0,3 1 0 0 0,5 1 0 0 0,-1 2 0 0 0,-3 1 0 0 0,0 0 0 0 0,3 1 0 0 0,-1 1 0 0 0,1-6 0 0 0,2-2 0 0 0,4 0 0 0 0,3 2 0 0 0,1 2 0 0 0,7-5 0 0 0,2 0 0 0 0,0 1 0 0 0,-1 1 0 0 0,-1-3 0 0 0,-2 0 0 0 0,-1 2 0 0 0,-1 1 0 0 0,-1 2 0 0 0,5-3 0 0 0,2-1 0 0 0,-1 1 0 0 0,5-3 0 0 0,0 0 0 0 0,3-4 0 0 0,5-5 0 0 0,9 2 0 0 0,11-3 0 0 0,10 3 0 0 0,6 4 0 0 0,4 4 0 0 0,3 4 0 0 0,2 3 0 0 0,0 1 0 0 0,0 1 0 0 0,-1 1 0 0 0,0 0 0 0 0,-1 0 0 0 0,-5-6 0 0 0,-2-1 0 0 0,0-1 0 0 0,2 2 0 0 0,0 1 0 0 0,3 2 0 0 0,6 0 0 0 0,2 2 0 0 0,0 0 0 0 0,0 0 0 0 0,-2 0 0 0 0,-2 1 0 0 0,-1-1 0 0 0,0 0 0 0 0,4 0 0 0 0,2 0 0 0 0,-1 0 0 0 0,-1 0 0 0 0,-2 0 0 0 0,4 0 0 0 0,7 0 0 0 0,5 0 0 0 0,0 0 0 0 0,1 0 0 0 0,-2 0 0 0 0,-4 0 0 0 0,-5 0 0 0 0,1 0 0 0 0,0 5 0 0 0,2 2 0 0 0,0 0 0 0 0,-3-2 0 0 0,-2-1 0 0 0,-3-1 0 0 0,4 3 0 0 0,4 1 0 0 0,2 0 0 0 0,-3-2 0 0 0,-2-1 0 0 0,-4-2 0 0 0,4 4 0 0 0,-1 1 0 0 0,4 0 0 0 0,0-2 0 0 0,-3-1 0 0 0,-2-2 0 0 0,-2-1 0 0 0,-3-1 0 0 0,4 5 0 0 0,1 2 0 0 0,-1-1 0 0 0,-1-1 0 0 0,-2-1 0 0 0,-1-2 0 0 0,-1-1 0 0 0,-1 0 0 0 0,5-1 0 0 0,6 0 0 0 0,8 4 0 0 0,5 3 0 0 0,-2 0 0 0 0,-4-2 0 0 0,-6-2 0 0 0,-4 0 0 0 0,-4-2 0 0 0,-3 0 0 0 0,-1-1 0 0 0,-1-1 0 0 0,0 1 0 0 0,0 0 0 0 0,0 0 0 0 0,0-1 0 0 0,1 1 0 0 0,-11 0 0 0 0,-14 0 0 0 0,-13 0 0 0 0,-10 0 0 0 0,-9 0 0 0 0,-3 0 0 0 0,-4-5 0 0 0,0-2 0 0 0,-1 0 0 0 0,6-3 0 0 0,-2-1 0 0 0,-3 2 0 0 0,1 2 0 0 0,-6 3 0 0 0,-2-4 0 0 0,2 0 0 0 0,1 2 0 0 0,-3 1 0 0 0,0-4 0 0 0,1 0 0 0 0,2 2 0 0 0,3 1 0 0 0,-4-3 0 0 0,-6 0 0 0 0,-1 2 0 0 0,-3-4 0 0 0,-4 0 0 0 0,2 3 0 0 0,-1 1 0 0 0,2 3 0 0 0,0 2 0 0 0,-3 1 0 0 0,-2-4 0 0 0,-4-2 0 0 0,4 1 0 0 0,6 1 0 0 0,5-3 0 0 0,0-2 0 0 0,-4 3 0 0 0,-3 1 0 0 0,-5-3 0 0 0,2 0 0 0 0,6 1 0 0 0,4 3 0 0 0,0 1 0 0 0,1 2 0 0 0,4-4 0 0 0,-4-1 0 0 0,2 0 0 0 0,1 2 0 0 0,-3 2 0 0 0,1 1 0 0 0,1 1 0 0 0,3 1 0 0 0,3 0 0 0 0,-4 0 0 0 0,-6 0 0 0 0,-1 1 0 0 0,3-1 0 0 0,2 0 0 0 0,4-5 0 0 0,2-2 0 0 0,-4 0 0 0 0,-5 2 0 0 0,-1 1 0 0 0,1-4 0 0 0,-1 0 0 0 0,-5 1 0 0 0,1 2 0 0 0,4 1 0 0 0,4 2 0 0 0,3 1 0 0 0,-2 1 0 0 0,0 0 0 0 0,1 0 0 0 0,3-5 0 0 0,1-1 0 0 0,1-1 0 0 0,2 2 0 0 0,0 1 0 0 0,6-3 0 0 0,1-1 0 0 0,0 0 0 0 0,-1 3 0 0 0,4-4 0 0 0,-1 0 0 0 0,-1 1 0 0 0,-2 3 0 0 0,9 1 0 0 0,12 2 0 0 0,11 1 0 0 0,11 1 0 0 0,7 0 0 0 0,5 1 0 0 0,7-1 0 0 0,3 0 0 0 0,0 1 0 0 0,-2-1 0 0 0,4 5 0 0 0,-1 2 0 0 0,4 0 0 0 0,-1 3 0 0 0,2 1 0 0 0,5 3 0 0 0,8 0 0 0 0,6-3 0 0 0,-4-3 0 0 0,4 2 0 0 0,-4-1 0 0 0,-2 4 0 0 0,-1 0 0 0 0,1-3 0 0 0,1 2 0 0 0,5 5 0 0 0,8-1 0 0 0,-3 2 0 0 0,1-2 0 0 0,1-4 0 0 0,-8 2 0 0 0,1 3 0 0 0,5-1 0 0 0,2-3 0 0 0,-2-4 0 0 0,4 2 0 0 0,-6-1 0 0 0,1-3 0 0 0,0 4 0 0 0,-2-1 0 0 0,4 4 0 0 0,0-2 0 0 0,-2-1 0 0 0,4 1 0 0 0,-6 0 0 0 0,-4 2 0 0 0,4 0 0 0 0,0-4 0 0 0,0 3 0 0 0,-2-2 0 0 0,5-2 0 0 0,-5 2 0 0 0,-3 0 0 0 0,4-2 0 0 0,-4-3 0 0 0,-3-3 0 0 0,0-1 0 0 0,0-1 0 0 0,1-1 0 0 0,-5 0 0 0 0,-1 4 0 0 0,0 3 0 0 0,-3-1 0 0 0,5-1 0 0 0,4-1 0 0 0,2-2 0 0 0,-5-1 0 0 0,-1 5 0 0 0,1 1 0 0 0,-5 0 0 0 0,-6-2 0 0 0,0-2 0 0 0,-2-1 0 0 0,1 0 0 0 0,4-2 0 0 0,-2 0 0 0 0,-2 0 0 0 0,-5-1 0 0 0,-4 1 0 0 0,-2 5 0 0 0,3 2 0 0 0,1-1 0 0 0,-1 0 0 0 0,-2-2 0 0 0,-1-2 0 0 0,-1-1 0 0 0,-2 0 0 0 0,0-1 0 0 0,0 0 0 0 0,0-1 0 0 0,-1 6 0 0 0,1 2 0 0 0,-1-1 0 0 0,1 0 0 0 0,-11-3 0 0 0,-13 0 0 0 0,-14-2 0 0 0,-11-1 0 0 0,-2-5 0 0 0,-3-2 0 0 0,-3 0 0 0 0,-2 2 0 0 0,-1-5 0 0 0,-2 1 0 0 0,-6 1 0 0 0,-1 2 0 0 0,0 2 0 0 0,1 2 0 0 0,2 1 0 0 0,2 1 0 0 0,1 0 0 0 0,0 0 0 0 0,-4 1 0 0 0,-7-1 0 0 0,-1-5 0 0 0,-3-2 0 0 0,0 1 0 0 0,3 0 0 0 0,-6 3 0 0 0,0 0 0 0 0,-2 2 0 0 0,-3 0 0 0 0,3 1 0 0 0,0 1 0 0 0,3-1 0 0 0,0 0 0 0 0,-8 0 0 0 0,1-5 0 0 0,-6-1 0 0 0,-3-1 0 0 0,4 2 0 0 0,-2 1 0 0 0,3 1 0 0 0,2 2 0 0 0,-5 1 0 0 0,-3 0 0 0 0,0 0 0 0 0,-4 0 0 0 0,-7 0 0 0 0,5 1 0 0 0,-1-1 0 0 0,1-5 0 0 0,3-2 0 0 0,2 0 0 0 0,2 2 0 0 0,8 1 0 0 0,-4 2 0 0 0,5 0 0 0 0,-5 2 0 0 0,-2 0 0 0 0,-6 0 0 0 0,3 0 0 0 0,3 1 0 0 0,-4-1 0 0 0,4 0 0 0 0,2 0 0 0 0,7 0 0 0 0,7 0 0 0 0,-4 0 0 0 0,1 0 0 0 0,4 0 0 0 0,-6-5 0 0 0,1-2 0 0 0,3 0 0 0 0,0 2 0 0 0,3 1 0 0 0,-2 2 0 0 0,2 0 0 0 0,4 2 0 0 0,-2 0 0 0 0,-5 0 0 0 0,2 0 0 0 0,3 1 0 0 0,-2-1 0 0 0,-4 0 0 0 0,-4-5 0 0 0,3-2 0 0 0,3 0 0 0 0,5 2 0 0 0,4 1 0 0 0,4 2 0 0 0,2 1 0 0 0,1 0 0 0 0,1 1 0 0 0,0 0 0 0 0,0 1 0 0 0,0-1 0 0 0,0 0 0 0 0,0 0 0 0 0,-1-5 0 0 0,0-2 0 0 0,0 1 0 0 0,0 0 0 0 0,6-3 0 0 0,1 0 0 0 0,0 1 0 0 0,3-3 0 0 0,7-5 0 0 0,9 0 0 0 0,12 3 0 0 0,10 4 0 0 0,6 3 0 0 0,6 2 0 0 0,3 3 0 0 0,0 1 0 0 0,7 0 0 0 0,0 1 0 0 0,6 0 0 0 0,-1-1 0 0 0,-2 1 0 0 0,2-1 0 0 0,4 0 0 0 0,5 0 0 0 0,-2 0 0 0 0,1 0 0 0 0,-3 0 0 0 0,-5 0 0 0 0,6 0 0 0 0,0 5 0 0 0,2 2 0 0 0,-3 0 0 0 0,-5 4 0 0 0,2-1 0 0 0,7-1 0 0 0,1-2 0 0 0,2-3 0 0 0,6-1 0 0 0,-6 3 0 0 0,-4 1 0 0 0,2 0 0 0 0,0 3 0 0 0,3 0 0 0 0,-4-1 0 0 0,5 2 0 0 0,-2 0 0 0 0,0-2 0 0 0,1 3 0 0 0,1-1 0 0 0,-4-3 0 0 0,0-1 0 0 0,5 2 0 0 0,5 0 0 0 0,-5 3 0 0 0,-1 1 0 0 0,0-3 0 0 0,-5-3 0 0 0,-1-2 0 0 0,1-3 0 0 0,3-1 0 0 0,-4 4 0 0 0,0 2 0 0 0,2-1 0 0 0,-3-1 0 0 0,-5-2 0 0 0,-6-1 0 0 0,-3-1 0 0 0,2 5 0 0 0,-1 1 0 0 0,-1-1 0 0 0,4 0 0 0 0,-1-3 0 0 0,5-1 0 0 0,-2 5 0 0 0,4 0 0 0 0,-2 0 0 0 0,-3-2 0 0 0,-3-2 0 0 0,-3-1 0 0 0,-3-1 0 0 0,-1 0 0 0 0,-2-1 0 0 0,1-1 0 0 0,-1 1 0 0 0,0 0 0 0 0,-5 5 0 0 0,-1 2 0 0 0,0-1 0 0 0,-9-1 0 0 0,-13-1 0 0 0,-11-1 0 0 0,-10-7 0 0 0,-7-3 0 0 0,-4 1 0 0 0,-2 0 0 0 0,-6-3 0 0 0,-3-1 0 0 0,2 2 0 0 0,-4 2 0 0 0,1 2 0 0 0,1-4 0 0 0,3 0 0 0 0,3 2 0 0 0,2 0 0 0 0,-4-2 0 0 0,-1-1 0 0 0,-4 1 0 0 0,-6-2 0 0 0,0-1 0 0 0,-2 2 0 0 0,2-2 0 0 0,4 0 0 0 0,-1 2 0 0 0,-3 3 0 0 0,-4-3 0 0 0,-4-1 0 0 0,-3 3 0 0 0,-1 2 0 0 0,-2 1 0 0 0,5 2 0 0 0,2 2 0 0 0,-6-6 0 0 0,2 0 0 0 0,-4-1 0 0 0,-7 2 0 0 0,7-3 0 0 0,0-2 0 0 0,5 3 0 0 0,-3 1 0 0 0,-2 2 0 0 0,-1-3 0 0 0,0-1 0 0 0,6 1 0 0 0,2 2 0 0 0,-5 1 0 0 0,3-3 0 0 0,-5-1 0 0 0,-2 1 0 0 0,-1 2 0 0 0,7 2 0 0 0,1 1 0 0 0,2-5 0 0 0,-2 0 0 0 0,0 1 0 0 0,4 1 0 0 0,-5 1 0 0 0,3 2 0 0 0,6 1 0 0 0,0 1 0 0 0,4 0 0 0 0,-1 0 0 0 0,3 0 0 0 0,-3 1 0 0 0,3-1 0 0 0,2 0 0 0 0,4 0 0 0 0,-2 0 0 0 0,0 0 0 0 0,2 0 0 0 0,2 0 0 0 0,-3 0 0 0 0,-1 0 0 0 0,2 0 0 0 0,2-5 0 0 0,2-2 0 0 0,1 0 0 0 0,1 2 0 0 0,1 1 0 0 0,1 2 0 0 0,-1 0 0 0 0,1 2 0 0 0,-1 0 0 0 0,1 0 0 0 0,4-5 0 0 0,2-1 0 0 0,6-6 0 0 0,10-5 0 0 0,12-1 0 0 0,10-1 0 0 0,9 1 0 0 0,5 5 0 0 0,3 4 0 0 0,7 4 0 0 0,2 2 0 0 0,0 2 0 0 0,-2 1 0 0 0,-2 1 0 0 0,-2 0 0 0 0,3 0 0 0 0,2-1 0 0 0,3 1 0 0 0,1-1 0 0 0,3 0 0 0 0,5 0 0 0 0,-2 0 0 0 0,2 0 0 0 0,2 0 0 0 0,3 0 0 0 0,2 0 0 0 0,3 0 0 0 0,5 0 0 0 0,3 5 0 0 0,5 2 0 0 0,0 0 0 0 0,4 3 0 0 0,-1 1 0 0 0,-3-2 0 0 0,6 3 0 0 0,1-1 0 0 0,-4-2 0 0 0,2-2 0 0 0,8 2 0 0 0,-1 0 0 0 0,1 4 0 0 0,7-1 0 0 0,-2-2 0 0 0,-1 3 0 0 0,-1-2 0 0 0,1 4 0 0 0,6-2 0 0 0,-4 3 0 0 0,4-2 0 0 0,-4-3 0 0 0,-3-3 0 0 0,0-3 0 0 0,5 2 0 0 0,8 1 0 0 0,-4 4 0 0 0,3-1 0 0 0,-1-1 0 0 0,-1-3 0 0 0,-8 3 0 0 0,2 0 0 0 0,1 3 0 0 0,-6-1 0 0 0,3-2 0 0 0,2-3 0 0 0,-4 3 0 0 0,-3 0 0 0 0,0-3 0 0 0,2-1 0 0 0,-5 2 0 0 0,-1 1 0 0 0,7-2 0 0 0,-7-1 0 0 0,-1-3 0 0 0,0 5 0 0 0,-3-1 0 0 0,1 0 0 0 0,3-2 0 0 0,-3-1 0 0 0,-4 3 0 0 0,0 1 0 0 0,4-1 0 0 0,-2-2 0 0 0,-3 4 0 0 0,0 0 0 0 0,-1-2 0 0 0,-3-1 0 0 0,-8-2 0 0 0,1-2 0 0 0,0-1 0 0 0,-6-1 0 0 0,3 0 0 0 0,2-1 0 0 0,-5 1 0 0 0,-2 0 0 0 0,1 5 0 0 0,-5 1 0 0 0,0 1 0 0 0,-5-2 0 0 0,2-1 0 0 0,-4-2 0 0 0,-3 5 0 0 0,1 0 0 0 0,-1 0 0 0 0,-3-2 0 0 0,3-1 0 0 0,-1-2 0 0 0,-2 4 0 0 0,-2 1 0 0 0,-3 0 0 0 0,-1-2 0 0 0,-2-2 0 0 0,0 0 0 0 0,0-2 0 0 0,-1-1 0 0 0,0 0 0 0 0,-10 0 0 0 0,-13-1 0 0 0,-15 1 0 0 0,-9 0 0 0 0,-8 0 0 0 0,-5 0 0 0 0,-3-1 0 0 0,0 1 0 0 0,-1 0 0 0 0,1 0 0 0 0,1 0 0 0 0,0 0 0 0 0,0 1 0 0 0,1-1 0 0 0,-5 0 0 0 0,-7 0 0 0 0,-1-6 0 0 0,-4-1 0 0 0,1 1 0 0 0,3 0 0 0 0,-6 2 0 0 0,0 2 0 0 0,-2 1 0 0 0,-8-5 0 0 0,1-1 0 0 0,0 1 0 0 0,-6 1 0 0 0,3 1 0 0 0,-3 2 0 0 0,-7 1 0 0 0,4 1 0 0 0,-3 0 0 0 0,7 0 0 0 0,-3 0 0 0 0,-5-5 0 0 0,-1-2 0 0 0,-4 1 0 0 0,-4 1 0 0 0,1 1 0 0 0,-2 2 0 0 0,3 0 0 0 0,4 2 0 0 0,-1 0 0 0 0,-3 0 0 0 0,2 0 0 0 0,-3 1 0 0 0,-3-1 0 0 0,8 0 0 0 0,0 0 0 0 0,-2-5 0 0 0,1-2 0 0 0,-2 0 0 0 0,-4 2 0 0 0,-8 1 0 0 0,5 2 0 0 0,2 0 0 0 0,4 2 0 0 0,0 0 0 0 0,-2 0 0 0 0,2 0 0 0 0,-2 1 0 0 0,4-1 0 0 0,3 0 0 0 0,-1 0 0 0 0,-3 0 0 0 0,-5 0 0 0 0,2 0 0 0 0,-2 0 0 0 0,9 0 0 0 0,1 0 0 0 0,-3 0 0 0 0,-4-5 0 0 0,1-2 0 0 0,3 0 0 0 0,5 2 0 0 0,3 1 0 0 0,-2-3 0 0 0,0-2 0 0 0,-4 2 0 0 0,-4 2 0 0 0,-6-4 0 0 0,7 0 0 0 0,1 1 0 0 0,7 3 0 0 0,1-4 0 0 0,1 0 0 0 0,1 1 0 0 0,-4 3 0 0 0,0-4 0 0 0,7 0 0 0 0,2 1 0 0 0,-2-2 0 0 0,2-1 0 0 0,3 2 0 0 0,0 3 0 0 0,4-3 0 0 0,-3 0 0 0 0,1 1 0 0 0,7-2 0 0 0,-1-1 0 0 0,5 3 0 0 0,-2 2 0 0 0,-3 2 0 0 0,-3-4 0 0 0,2 0 0 0 0,4 2 0 0 0,0-5 0 0 0,3 1 0 0 0,3-4 0 0 0,4 1 0 0 0,2 2 0 0 0,3-1 0 0 0,1 0 0 0 0,0 3 0 0 0,1 2 0 0 0,-5 3 0 0 0,3-3 0 0 0,2 0 0 0 0,0 0 0 0 0,6-3 0 0 0,2 0 0 0 0,-1 1 0 0 0,-2 3 0 0 0,4-3 0 0 0,0 0 0 0 0,-2 1 0 0 0,3-3 0 0 0,5-5 0 0 0,11 1 0 0 0,5-3 0 0 0,8 2 0 0 0,8 3 0 0 0,6 4 0 0 0,-1-1 0 0 0,2 0 0 0 0,6 3 0 0 0,4 2 0 0 0,1 2 0 0 0,0 1 0 0 0,0 2 0 0 0,-2 0 0 0 0,-1 0 0 0 0,5 0 0 0 0,1 1 0 0 0,5-1 0 0 0,0 0 0 0 0,9 1 0 0 0,5-1 0 0 0,10 0 0 0 0,-2 0 0 0 0,3 0 0 0 0,7 0 0 0 0,6 0 0 0 0,-6 0 0 0 0,1 0 0 0 0,2 0 0 0 0,-1 0 0 0 0,2 0 0 0 0,3 5 0 0 0,-1 2 0 0 0,0-1 0 0 0,3 5 0 0 0,-2 0 0 0 0,0-2 0 0 0,7 3 0 0 0,4-1 0 0 0,3-2 0 0 0,0 3 0 0 0,-1-1 0 0 0,-5-3 0 0 0,2 4 0 0 0,2-1 0 0 0,5 2 0 0 0,3 0 0 0 0,-2-2 0 0 0,-1 2 0 0 0,-2-2 0 0 0,-2 3 0 0 0,4 0 0 0 0,1-4 0 0 0,4 3 0 0 0,-4-2 0 0 0,-5-2 0 0 0,-1 2 0 0 0,-8 0 0 0 0,4 3 0 0 0,1-1 0 0 0,7-3 0 0 0,-3 3 0 0 0,-2-2 0 0 0,-1-2 0 0 0,-5-3 0 0 0,-3 4 0 0 0,1-2 0 0 0,7 0 0 0 0,-2-3 0 0 0,-1-2 0 0 0,-4-1 0 0 0,-7-1 0 0 0,0-1 0 0 0,1 0 0 0 0,-1 5 0 0 0,1 1 0 0 0,3 1 0 0 0,-7-2 0 0 0,-6 4 0 0 0,1 0 0 0 0,-6-1 0 0 0,2-2 0 0 0,5-3 0 0 0,-4 0 0 0 0,-3-2 0 0 0,-7 4 0 0 0,-3 2 0 0 0,6-1 0 0 0,-3-1 0 0 0,-1-2 0 0 0,2 0 0 0 0,-5-2 0 0 0,-1 4 0 0 0,-3 2 0 0 0,0 0 0 0 0,2-2 0 0 0,-3-2 0 0 0,-3-1 0 0 0,-5 0 0 0 0,-3-2 0 0 0,1 0 0 0 0,1 5 0 0 0,-2 2 0 0 0,4-1 0 0 0,5-1 0 0 0,0-1 0 0 0,-3-2 0 0 0,-3-1 0 0 0,-3 0 0 0 0,-3-1 0 0 0,-2-1 0 0 0,-1 1 0 0 0,0 0 0 0 0,-1 0 0 0 0,0 0 0 0 0,-10-1 0 0 0,-14 1 0 0 0,-13 0 0 0 0,-11 0 0 0 0,-12 0 0 0 0,-7 0 0 0 0,-3 0 0 0 0,2 0 0 0 0,6-5 0 0 0,3-2 0 0 0,-3 1 0 0 0,-2-5 0 0 0,0 0 0 0 0,0 2 0 0 0,1 3 0 0 0,-5 1 0 0 0,-1 3 0 0 0,1 1 0 0 0,-3-5 0 0 0,-11 0 0 0 0,-7-6 0 0 0,-4 0 0 0 0,4 2 0 0 0,1-2 0 0 0,0 0 0 0 0,-1 2 0 0 0,-5-1 0 0 0,-3 0 0 0 0,-1 2 0 0 0,2 3 0 0 0,0-3 0 0 0,-3 0 0 0 0,-6-4 0 0 0,-1 1 0 0 0,-3-4 0 0 0,-4 2 0 0 0,-4 3 0 0 0,8 3 0 0 0,-3 3 0 0 0,-4-2 0 0 0,2-1 0 0 0,-5 1 0 0 0,-4-3 0 0 0,-6 0 0 0 0,8 2 0 0 0,-2 1 0 0 0,0-2 0 0 0,-1 0 0 0 0,-4 2 0 0 0,-2-4 0 0 0,-5 0 0 0 0,10 3 0 0 0,1-4 0 0 0,0 1 0 0 0,-5 3 0 0 0,-1 1 0 0 0,1-2 0 0 0,-4 0 0 0 0,10 2 0 0 0,0 1 0 0 0,-5-2 0 0 0,-1-1 0 0 0,-1 1 0 0 0,3 3 0 0 0,-5 1 0 0 0,11-3 0 0 0,-1-1 0 0 0,0 2 0 0 0,0 0 0 0 0,5 3 0 0 0,1 1 0 0 0,0 1 0 0 0,10 1 0 0 0,1 0 0 0 0,-2-5 0 0 0,2-2 0 0 0,2 1 0 0 0,10 1 0 0 0,-1 1 0 0 0,5 2 0 0 0,2 1 0 0 0,1 0 0 0 0,4 1 0 0 0,0 0 0 0 0,0 1 0 0 0,2-1 0 0 0,5 0 0 0 0,4 0 0 0 0,5 1 0 0 0,3-1 0 0 0,1 0 0 0 0,2 0 0 0 0,0 0 0 0 0,0 0 0 0 0,0 0 0 0 0,0 0 0 0 0,0 0 0 0 0,-1 0 0 0 0,0 0 0 0 0,11 0 0 0 0,14 0 0 0 0,12 0 0 0 0,12 0 0 0 0,7 0 0 0 0,10 0 0 0 0,5 0 0 0 0,0 0 0 0 0,4 0 0 0 0,0 0 0 0 0,3 0 0 0 0,-2 0 0 0 0,3 0 0 0 0,-3 0 0 0 0,3 0 0 0 0,3 0 0 0 0,3 0 0 0 0,4 0 0 0 0,6 0 0 0 0,4 0 0 0 0,-4 0 0 0 0,2 0 0 0 0,0 0 0 0 0,10 0 0 0 0,9 0 0 0 0,-1 0 0 0 0,7 0 0 0 0,-2 0 0 0 0,-6 0 0 0 0,5 0 0 0 0,8 0 0 0 0,-2 0 0 0 0,4 0 0 0 0,6 0 0 0 0,-9 0 0 0 0,1 0 0 0 0,4 0 0 0 0,6 0 0 0 0,-4 0 0 0 0,1 0 0 0 0,5 0 0 0 0,-1 0 0 0 0,-3 0 0 0 0,2 0 0 0 0,-1 0 0 0 0,2 0 0 0 0,-1 0 0 0 0,3 0 0 0 0,2 0 0 0 0,-5 0 0 0 0,-1 0 0 0 0,-3 0 0 0 0,4 0 0 0 0,-2 0 0 0 0,3 0 0 0 0,-7 0 0 0 0,7 0 0 0 0,-5 0 0 0 0,-4 0 0 0 0,2 0 0 0 0,-5 0 0 0 0,2 0 0 0 0,5 0 0 0 0,-8 0 0 0 0,-1 0 0 0 0,1 0 0 0 0,-1 0 0 0 0,0 0 0 0 0,0 0 0 0 0,0 0 0 0 0,-6 0 0 0 0,-1 0 0 0 0,-1 0 0 0 0,-3 0 0 0 0,5 0 0 0 0,4 0 0 0 0,-9 0 0 0 0,-3 0 0 0 0,2 5 0 0 0,-3 2 0 0 0,1-1 0 0 0,2 0 0 0 0,-6-2 0 0 0,-6-2 0 0 0,1-1 0 0 0,-7 0 0 0 0,3-1 0 0 0,-5-1 0 0 0,-3 1 0 0 0,0 0 0 0 0,-5 0 0 0 0,-2-1 0 0 0,-3 1 0 0 0,1 0 0 0 0,-4 0 0 0 0,-4 0 0 0 0,-3 0 0 0 0,-3 0 0 0 0,3 0 0 0 0,0 0 0 0 0,-1 0 0 0 0,-2 0 0 0 0,-11 0 0 0 0,-16 0 0 0 0,-14 0 0 0 0,-12 0 0 0 0,-7 0 0 0 0,-5 0 0 0 0,-3 0 0 0 0,-1 0 0 0 0,0 0 0 0 0,1 0 0 0 0,-5 0 0 0 0,-6 0 0 0 0,-6 0 0 0 0,-5 0 0 0 0,-10 0 0 0 0,3 0 0 0 0,0 0 0 0 0,5 0 0 0 0,8 0 0 0 0,-4 0 0 0 0,2 0 0 0 0,-1 0 0 0 0,-7 0 0 0 0,1 0 0 0 0,0 0 0 0 0,-6 6 0 0 0,3 1 0 0 0,-5-1 0 0 0,-5 0 0 0 0,-3-3 0 0 0,-3 0 0 0 0,5 3 0 0 0,5 2 0 0 0,-2-2 0 0 0,1 0 0 0 0,-5-3 0 0 0,-5-1 0 0 0,0-1 0 0 0,-2-1 0 0 0,-4 0 0 0 0,8 0 0 0 0,-4 0 0 0 0,-5-1 0 0 0,2 1 0 0 0,-1 0 0 0 0,-7 0 0 0 0,7 5 0 0 0,2 2 0 0 0,-1 0 0 0 0,-7-2 0 0 0,1-1 0 0 0,0-2 0 0 0,-1 0 0 0 0,10-2 0 0 0,-2 0 0 0 0,-3 0 0 0 0,-3 0 0 0 0,-3-1 0 0 0,0 1 0 0 0,-2 0 0 0 0,6 0 0 0 0,1 0 0 0 0,-1 0 0 0 0,0 0 0 0 0,-2 0 0 0 0,-7 0 0 0 0,3-5 0 0 0,1-2 0 0 0,1 0 0 0 0,5 2 0 0 0,-3 1 0 0 0,-3-4 0 0 0,-7 0 0 0 0,4 1 0 0 0,7 1 0 0 0,2-2 0 0 0,7-1 0 0 0,-6 1 0 0 0,-3 2 0 0 0,2-3 0 0 0,1 0 0 0 0,4 2 0 0 0,5 1 0 0 0,0-2 0 0 0,-3-1 0 0 0,7 1 0 0 0,0 3 0 0 0,-4 1 0 0 0,6-3 0 0 0,-1-1 0 0 0,2 1 0 0 0,1 2 0 0 0,2-4 0 0 0,-3 0 0 0 0,4 2 0 0 0,-1 1 0 0 0,4 2 0 0 0,7 2 0 0 0,4 1 0 0 0,4 1 0 0 0,0 0 0 0 0,-2-4 0 0 0,1-3 0 0 0,-1 1 0 0 0,3 1 0 0 0,3 1 0 0 0,-1-4 0 0 0,1 0 0 0 0,4 1 0 0 0,2-3 0 0 0,3-1 0 0 0,1 2 0 0 0,2 3 0 0 0,0-3 0 0 0,1-1 0 0 0,0 3 0 0 0,-1 1 0 0 0,1 3 0 0 0,5-4 0 0 0,6-6 0 0 0,12-1 0 0 0,13 2 0 0 0,5-2 0 0 0,6 1 0 0 0,5 3 0 0 0,4 4 0 0 0,3 1 0 0 0,2 3 0 0 0,-4-4 0 0 0,-2-1 0 0 0,0 1 0 0 0,1 2 0 0 0,7 0 0 0 0,3 2 0 0 0,6 1 0 0 0,0 1 0 0 0,5 0 0 0 0,4 0 0 0 0,4 1 0 0 0,3-1 0 0 0,8 0 0 0 0,2 0 0 0 0,1 0 0 0 0,4 1 0 0 0,1-1 0 0 0,2 5 0 0 0,5 2 0 0 0,4-1 0 0 0,4 5 0 0 0,-4 0 0 0 0,-5-2 0 0 0,5 3 0 0 0,8-1 0 0 0,5 3 0 0 0,6-1 0 0 0,2 3 0 0 0,-8-1 0 0 0,2-4 0 0 0,-7 2 0 0 0,3-1 0 0 0,5 2 0 0 0,2-1 0 0 0,3 3 0 0 0,-10-2 0 0 0,0-3 0 0 0,3-4 0 0 0,-3-2 0 0 0,2 3 0 0 0,5-1 0 0 0,2 5 0 0 0,-8 0 0 0 0,-3-2 0 0 0,2 2 0 0 0,1 0 0 0 0,0-3 0 0 0,-1 2 0 0 0,4 0 0 0 0,-10-2 0 0 0,-4 2 0 0 0,-1 0 0 0 0,-5-2 0 0 0,6 2 0 0 0,3 0 0 0 0,2-3 0 0 0,7 4 0 0 0,-8-1 0 0 0,-3-3 0 0 0,-2-2 0 0 0,-3 3 0 0 0,-7 0 0 0 0,-4-1 0 0 0,-10-3 0 0 0,1-1 0 0 0,0 3 0 0 0,0 1 0 0 0,0-2 0 0 0,-5-1 0 0 0,3-1 0 0 0,-3-2 0 0 0,-6-1 0 0 0,-2-1 0 0 0,-3 0 0 0 0,1 0 0 0 0,-3-1 0 0 0,-3 6 0 0 0,-4 2 0 0 0,3-1 0 0 0,0 0 0 0 0,3 3 0 0 0,0 0 0 0 0,-3-1 0 0 0,3-2 0 0 0,0 3 0 0 0,-3 0 0 0 0,-3-1 0 0 0,-13-3 0 0 0,-16-1 0 0 0,-14-2 0 0 0,-11-1 0 0 0,-9-1 0 0 0,-4 0 0 0 0,-3-1 0 0 0,-1 1 0 0 0,0-1 0 0 0,1 1 0 0 0,0 0 0 0 0,1 0 0 0 0,1 0 0 0 0,-6 0 0 0 0,0 0 0 0 0,-6 0 0 0 0,0 0 0 0 0,-3 0 0 0 0,-5 0 0 0 0,1-5 0 0 0,0-2 0 0 0,-9 0 0 0 0,1 2 0 0 0,-5-4 0 0 0,-8-1 0 0 0,3 2 0 0 0,-3 3 0 0 0,-5 1 0 0 0,0-4 0 0 0,-2 0 0 0 0,-5 2 0 0 0,2-5 0 0 0,4 1 0 0 0,-5 1 0 0 0,0 3 0 0 0,-7-3 0 0 0,-4-1 0 0 0,-6 3 0 0 0,-4-4 0 0 0,7 1 0 0 0,-2 1 0 0 0,-6-2 0 0 0,6 0 0 0 0,-3 2 0 0 0,-5-2 0 0 0,-5 0 0 0 0,6 2 0 0 0,0-2 0 0 0,1 0 0 0 0,-1 2 0 0 0,0 3 0 0 0,-2 2 0 0 0,-5 2 0 0 0,2-4 0 0 0,4-1 0 0 0,3 1 0 0 0,0 1 0 0 0,-5-4 0 0 0,0 0 0 0 0,-1 2 0 0 0,6 1 0 0 0,5-3 0 0 0,-1 0 0 0 0,0 1 0 0 0,-4 3 0 0 0,5 1 0 0 0,-2-3 0 0 0,6-1 0 0 0,3 1 0 0 0,1 2 0 0 0,1 2 0 0 0,-7 1 0 0 0,4 1 0 0 0,1 1 0 0 0,11 0 0 0 0,4 0 0 0 0,-2 0 0 0 0,-3-4 0 0 0,2-3 0 0 0,-1 0 0 0 0,7 2 0 0 0,6 1 0 0 0,-1 2 0 0 0,5 1 0 0 0,-2 0 0 0 0,-1 1 0 0 0,7 0 0 0 0,1 1 0 0 0,7-1 0 0 0,0 0 0 0 0,-1 0 0 0 0,-2 0 0 0 0,3 0 0 0 0,5 0 0 0 0,-1 0 0 0 0,3 0 0 0 0,4 0 0 0 0,3 0 0 0 0,2 0 0 0 0,3 0 0 0 0,1 0 0 0 0,0 0 0 0 0,1 0 0 0 0,5-5 0 0 0,7-7 0 0 0,12-2 0 0 0,12 2 0 0 0,10 3 0 0 0,8 3 0 0 0,10 2 0 0 0,10-3 0 0 0,8 0 0 0 0,5 0 0 0 0,4 3 0 0 0,2 0 0 0 0,1 3 0 0 0,-1 0 0 0 0,1 0 0 0 0,-7 2 0 0 0,4-1 0 0 0,-4 0 0 0 0,-1 1 0 0 0,6-1 0 0 0,3 0 0 0 0,0 0 0 0 0,6 0 0 0 0,0 0 0 0 0,5 0 0 0 0,5 0 0 0 0,-2 0 0 0 0,3 0 0 0 0,2 0 0 0 0,3 0 0 0 0,3 0 0 0 0,1 0 0 0 0,-4 0 0 0 0,-2 0 0 0 0,2 0 0 0 0,6 0 0 0 0,-3 0 0 0 0,6 0 0 0 0,1 0 0 0 0,-5 0 0 0 0,3 5 0 0 0,0 2 0 0 0,6 0 0 0 0,-4-2 0 0 0,-3 4 0 0 0,4 1 0 0 0,-10-3 0 0 0,1-1 0 0 0,2 3 0 0 0,5 0 0 0 0,-2-1 0 0 0,-2-2 0 0 0,4-3 0 0 0,-8-1 0 0 0,-4-1 0 0 0,0-1 0 0 0,-5 5 0 0 0,1 2 0 0 0,8-1 0 0 0,4 4 0 0 0,-8 1 0 0 0,-3-2 0 0 0,1 2 0 0 0,-3 1 0 0 0,0-3 0 0 0,3-3 0 0 0,-2 3 0 0 0,-4 1 0 0 0,0-3 0 0 0,-7 4 0 0 0,1-1 0 0 0,3-1 0 0 0,-5 2 0 0 0,2 0 0 0 0,-6-2 0 0 0,-3 2 0 0 0,-2 0 0 0 0,-6-2 0 0 0,5 2 0 0 0,2 0 0 0 0,-4-3 0 0 0,-6-1 0 0 0,0-4 0 0 0,-5-1 0 0 0,1-1 0 0 0,4 4 0 0 0,-3 2 0 0 0,-3-1 0 0 0,-4-1 0 0 0,-3 4 0 0 0,-4 0 0 0 0,-1-1 0 0 0,-1 3 0 0 0,-1-1 0 0 0,0-1 0 0 0,-10-3 0 0 0,-14-2 0 0 0,-14-1 0 0 0,-10-2 0 0 0,-7-1 0 0 0,-5-1 0 0 0,-2 1 0 0 0,-2-1 0 0 0,1 1 0 0 0,0 0 0 0 0,-5 0 0 0 0,-6-1 0 0 0,-1 1 0 0 0,2 0 0 0 0,-3 0 0 0 0,3 0 0 0 0,-4 0 0 0 0,2 0 0 0 0,-7 0 0 0 0,0 0 0 0 0,-2 0 0 0 0,-2 0 0 0 0,-2 0 0 0 0,-7 0 0 0 0,-2 0 0 0 0,-2 0 0 0 0,2 0 0 0 0,-4 0 0 0 0,0 0 0 0 0,-5 0 0 0 0,-4 0 0 0 0,-4 0 0 0 0,-4 0 0 0 0,2 0 0 0 0,-4 0 0 0 0,2 0 0 0 0,-5 0 0 0 0,-3 0 0 0 0,1 0 0 0 0,-6-5 0 0 0,4-2 0 0 0,-2 1 0 0 0,-1 0 0 0 0,-3 2 0 0 0,-1 2 0 0 0,3 1 0 0 0,-4 0 0 0 0,-4 1 0 0 0,6 1 0 0 0,4-1 0 0 0,-1 0 0 0 0,-6 0 0 0 0,-4 1 0 0 0,5-1 0 0 0,-1 0 0 0 0,3-6 0 0 0,8 0 0 0 0,4-1 0 0 0,-3 1 0 0 0,-7 3 0 0 0,4 0 0 0 0,-3 2 0 0 0,5 1 0 0 0,3-1 0 0 0,7 2 0 0 0,-4-1 0 0 0,4 0 0 0 0,0 1 0 0 0,-7-1 0 0 0,8 0 0 0 0,2 0 0 0 0,-1 0 0 0 0,3 0 0 0 0,0 0 0 0 0,3 0 0 0 0,4 0 0 0 0,4 0 0 0 0,8 0 0 0 0,-1 0 0 0 0,0 0 0 0 0,5 0 0 0 0,-4 0 0 0 0,-2 0 0 0 0,0 0 0 0 0,5 0 0 0 0,1 0 0 0 0,7 0 0 0 0,5 0 0 0 0,5 0 0 0 0,5 0 0 0 0,3 0 0 0 0,1 0 0 0 0,1 0 0 0 0,0 0 0 0 0,1 0 0 0 0,-1 0 0 0 0,10 0 0 0 0,14 0 0 0 0,13 0 0 0 0,11 0 0 0 0,7 0 0 0 0,10 0 0 0 0,10 0 0 0 0,7 0 0 0 0,6 0 0 0 0,-2 0 0 0 0,-1 0 0 0 0,8 0 0 0 0,-3 0 0 0 0,4 0 0 0 0,-3 0 0 0 0,-2 0 0 0 0,5 0 0 0 0,2 0 0 0 0,6 0 0 0 0,6 0 0 0 0,5 0 0 0 0,0 0 0 0 0,1 0 0 0 0,7 0 0 0 0,-1 0 0 0 0,4 0 0 0 0,9 0 0 0 0,1 0 0 0 0,4 0 0 0 0,0 0 0 0 0,2 0 0 0 0,-1 0 0 0 0,1 0 0 0 0,3 0 0 0 0,8 0 0 0 0,5 0 0 0 0,-8 0 0 0 0,-4 5 0 0 0,0 2 0 0 0,7 0 0 0 0,-2-2 0 0 0,0-1 0 0 0,7-2 0 0 0,-9-1 0 0 0,3 0 0 0 0,1 4 0 0 0,7 2 0 0 0,2-1 0 0 0,-5-1 0 0 0,3-1 0 0 0,-11-2 0 0 0,2-1 0 0 0,1 0 0 0 0,-4 4 0 0 0,-1 2 0 0 0,2-1 0 0 0,6-1 0 0 0,-12-1 0 0 0,-4-2 0 0 0,0-1 0 0 0,4 0 0 0 0,-2-1 0 0 0,2 5 0 0 0,3 1 0 0 0,-3 1 0 0 0,-9-2 0 0 0,-1-2 0 0 0,3 5 0 0 0,0 0 0 0 0,-2-1 0 0 0,-3-1 0 0 0,-8-3 0 0 0,-3-1 0 0 0,-1-1 0 0 0,0 5 0 0 0,-4 1 0 0 0,-1-1 0 0 0,3-1 0 0 0,-10-2 0 0 0,-6 0 0 0 0,1 3 0 0 0,-6 1 0 0 0,1 0 0 0 0,1-2 0 0 0,-1 4 0 0 0,-6 0 0 0 0,-3-1 0 0 0,-5-3 0 0 0,-1-1 0 0 0,-4-2 0 0 0,1 4 0 0 0,2 1 0 0 0,-1 0 0 0 0,-3-2 0 0 0,-5-2 0 0 0,-4-1 0 0 0,-2-1 0 0 0,-3 0 0 0 0,-10-1 0 0 0,-16-1 0 0 0,-12 1 0 0 0,-12 0 0 0 0,-7 0 0 0 0,-4-1 0 0 0,-3 1 0 0 0,0 0 0 0 0,-1 0 0 0 0,-4 0 0 0 0,-7 0 0 0 0,-6 0 0 0 0,-4 0 0 0 0,-4 0 0 0 0,3 0 0 0 0,0 0 0 0 0,0 0 0 0 0,-1-5 0 0 0,-2-2 0 0 0,-7 0 0 0 0,-1 2 0 0 0,-1 1 0 0 0,-5-3 0 0 0,1-2 0 0 0,-10 2 0 0 0,-6 2 0 0 0,-3 1 0 0 0,-3-3 0 0 0,5-1 0 0 0,-4 1 0 0 0,-2 2 0 0 0,-5-4 0 0 0,-7 0 0 0 0,-7 2 0 0 0,2 1 0 0 0,2 2 0 0 0,1-3 0 0 0,-3-1 0 0 0,1 1 0 0 0,0 2 0 0 0,-8-3 0 0 0,-5-1 0 0 0,8 1 0 0 0,-2 2 0 0 0,3-3 0 0 0,1 0 0 0 0,-8 2 0 0 0,-3 1 0 0 0,-1-3 0 0 0,9 1 0 0 0,5 0 0 0 0,0 2 0 0 0,-2 3 0 0 0,2 1 0 0 0,0 1 0 0 0,-2-4 0 0 0,3-2 0 0 0,3 1 0 0 0,1 1 0 0 0,-4 1 0 0 0,8 2 0 0 0,-1 1 0 0 0,-3 1 0 0 0,6 0 0 0 0,5 0 0 0 0,-3 0 0 0 0,0 0 0 0 0,1 1 0 0 0,2-1 0 0 0,-4 0 0 0 0,9 0 0 0 0,6 0 0 0 0,0 0 0 0 0,0 0 0 0 0,-2 0 0 0 0,-2 0 0 0 0,-1 0 0 0 0,4 0 0 0 0,11 0 0 0 0,8 0 0 0 0,0 0 0 0 0,-5 0 0 0 0,5 0 0 0 0,-1 0 0 0 0,-1 0 0 0 0,7 0 0 0 0,3 0 0 0 0,7 5 0 0 0,1 2 0 0 0,-1 0 0 0 0,-2-2 0 0 0,3-1 0 0 0,5-2 0 0 0,-1-1 0 0 0,9 5 0 0 0,-1 1 0 0 0,2 0 0 0 0,1-2 0 0 0,2-2 0 0 0,2-1 0 0 0,0-1 0 0 0,1 0 0 0 0,11-1 0 0 0,14 0 0 0 0,13-1 0 0 0,11 1 0 0 0,13 0 0 0 0,6 0 0 0 0,7-1 0 0 0,2 1 0 0 0,3 0 0 0 0,-1 0 0 0 0,2 0 0 0 0,-3 0 0 0 0,6-5 0 0 0,0-2 0 0 0,-4 1 0 0 0,0 0 0 0 0,8 2 0 0 0,4 2 0 0 0,8 1 0 0 0,2 0 0 0 0,0 1 0 0 0,9 1 0 0 0,1-1 0 0 0,-3 0 0 0 0,2 0 0 0 0,7 1 0 0 0,0-1 0 0 0,6 0 0 0 0,3 0 0 0 0,-4 0 0 0 0,-3 0 0 0 0,5 0 0 0 0,8 0 0 0 0,-4 0 0 0 0,3 0 0 0 0,-5 0 0 0 0,-4 0 0 0 0,5 0 0 0 0,0 0 0 0 0,0 0 0 0 0,-1 0 0 0 0,4 0 0 0 0,7 0 0 0 0,-11 0 0 0 0,0 0 0 0 0,0 0 0 0 0,-2 0 0 0 0,0 0 0 0 0,-1 0 0 0 0,5 0 0 0 0,-9 0 0 0 0,-4 0 0 0 0,-6 0 0 0 0,5 0 0 0 0,3 5 0 0 0,3 2 0 0 0,-3 0 0 0 0,-6-2 0 0 0,-2-1 0 0 0,-3-2 0 0 0,-4-1 0 0 0,2 0 0 0 0,-2-1 0 0 0,2 0 0 0 0,-5-1 0 0 0,-4 1 0 0 0,2 0 0 0 0,-5 0 0 0 0,-2 0 0 0 0,4-1 0 0 0,-3 7 0 0 0,-8 1 0 0 0,-1-1 0 0 0,-5 0 0 0 0,0-3 0 0 0,-2 0 0 0 0,1-2 0 0 0,4 0 0 0 0,-2-1 0 0 0,-4-1 0 0 0,-4 1 0 0 0,2 0 0 0 0,-1 0 0 0 0,-3-1 0 0 0,-2 1 0 0 0,-2 0 0 0 0,-1 0 0 0 0,-2 0 0 0 0,-11 0 0 0 0,-14 0 0 0 0,-13 0 0 0 0,-11 6 0 0 0,-8 1 0 0 0,-4 4 0 0 0,-2 2 0 0 0,-2 2 0 0 0,1 0 0 0 0,-1-3 0 0 0,2 1 0 0 0,0-1 0 0 0,6 3 0 0 0,2-2 0 0 0,0-2 0 0 0,-2-4 0 0 0,5 2 0 0 0,-1 1 0 0 0,-1-3 0 0 0,4 4 0 0 0,-1-1 0 0 0,-2 4 0 0 0,-3-1 0 0 0,-2-3 0 0 0,4-3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14870 3254 16383 0 0,'5'0'0'0'0,"7"0"0"0"0,2 6 0 0 0,3 1 0 0 0,4-1 0 0 0,4 0 0 0 0,8-3 0 0 0,4 5 0 0 0,6 0 0 0 0,1 5 0 0 0,-2-1 0 0 0,2-2 0 0 0,5 3 0 0 0,9-1 0 0 0,1-3 0 0 0,-6-3 0 0 0,-5 4 0 0 0,-1-1 0 0 0,-4 3 0 0 0,3 0 0 0 0,2 4 0 0 0,5-2 0 0 0,3 2 0 0 0,9-1 0 0 0,-3-3 0 0 0,-1-5 0 0 0,0 3 0 0 0,-5 0 0 0 0,-2 2 0 0 0,0 0 0 0 0,-3-2 0 0 0,0 3 0 0 0,-4-2 0 0 0,6-2 0 0 0,5 2 0 0 0,-3 0 0 0 0,-5-2 0 0 0,0 2 0 0 0,-5 0 0 0 0,2-2 0 0 0,3-3 0 0 0,-2 3 0 0 0,-4 0 0 0 0,-4-2 0 0 0,2-2 0 0 0,4-1 0 0 0,4-2 0 0 0,5-1 0 0 0,4-1 0 0 0,-4-1 0 0 0,-6 1 0 0 0,-5 0 0 0 0,-6-1 0 0 0,-3 1 0 0 0,-3 0 0 0 0,-2 5 0 0 0,0 2 0 0 0,0 0 0 0 0,-1-2 0 0 0,1-1 0 0 0,1-2 0 0 0,-1 0 0 0 0,1-2 0 0 0,-1 0 0 0 0,1 0 0 0 0,0 0 0 0 0,0-1 0 0 0,0 1 0 0 0,0 0 0 0 0,-6 5 0 0 0,-1 2 0 0 0,0 0 0 0 0,2-2 0 0 0,1-1 0 0 0,-9-2 0 0 0,-13-1 0 0 0,-12 0 0 0 0,-11-1 0 0 0,-7 0 0 0 0,1 5 0 0 0,-2 1 0 0 0,0 1 0 0 0,-2-2 0 0 0,-1 4 0 0 0,-1 0 0 0 0,-1-1 0 0 0,0-2 0 0 0,0-2 0 0 0,0-2 0 0 0,5 4 0 0 0,2 1 0 0 0,0 0 0 0 0,-2-2 0 0 0,-1-2 0 0 0,-1-1 0 0 0,-2-1 0 0 0,0-1 0 0 0,-1 0 0 0 0,0 0 0 0 0,0 0 0 0 0,0 0 0 0 0,0-1 0 0 0,0 1 0 0 0,0 0 0 0 0,0 0 0 0 0,0 0 0 0 0,0 0 0 0 0,0 0 0 0 0,1 0 0 0 0,-1 0 0 0 0,0 0 0 0 0,0 0 0 0 0,0 0 0 0 0,6 0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19174 3954 16383 0 0,'5'0'0'0'0,"7"0"0"0"0,7 0 0 0 0,0-5 0 0 0,2-2 0 0 0,3 1 0 0 0,-3-5 0 0 0,-10 0 0 0 0,-12-3 0 0 0,-12 0 0 0 0,-8 3 0 0 0,-6 4 0 0 0,-4 2 0 0 0,-1-3 0 0 0,-1 0 0 0 0,0 1 0 0 0,0-3 0 0 0,1 0 0 0 0,0 2 0 0 0,-4-4 0 0 0,-8 1 0 0 0,-5 2 0 0 0,-6 3 0 0 0,1 2 0 0 0,5 2 0 0 0,6 1 0 0 0,-1 1 0 0 0,-3-5 0 0 0,1-1 0 0 0,-7 0 0 0 0,-6 1 0 0 0,8-4 0 0 0,-3 0 0 0 0,2 1 0 0 0,-1 2 0 0 0,-1 2 0 0 0,-8-3 0 0 0,-3-1 0 0 0,-7 1 0 0 0,-6 2 0 0 0,-2 2 0 0 0,4 1 0 0 0,-2 1 0 0 0,3 0 0 0 0,8-4 0 0 0,5-1 0 0 0,-3-1 0 0 0,-5 2 0 0 0,3 2 0 0 0,-2 0 0 0 0,-16 2 0 0 0,-4 1 0 0 0,8 0 0 0 0,2 0 0 0 0,-1 0 0 0 0,8 1 0 0 0,0-1 0 0 0,-4 0 0 0 0,-3 0 0 0 0,5 0 0 0 0,0 0 0 0 0,2 0 0 0 0,8 0 0 0 0,5 0 0 0 0,1 0 0 0 0,6 0 0 0 0,0 5 0 0 0,0 2 0 0 0,3 0 0 0 0,-1 4 0 0 0,3-1 0 0 0,4-1 0 0 0,0-2 0 0 0,0 3 0 0 0,4-1 0 0 0,-3 4 0 0 0,-4-1 0 0 0,0-1 0 0 0,3-4 0 0 0,3-3 0 0 0,3-1 0 0 0,9 3 0 0 0,2 1 0 0 0,2-1 0 0 0,-1 4 0 0 0,-1 1 0 0 0,-2-3 0 0 0,-1-1 0 0 0,10 2 0 0 0,12 0 0 0 0,14-1 0 0 0,11-3 0 0 0,7-1 0 0 0,4-2 0 0 0,4-1 0 0 0,0-1 0 0 0,6 0 0 0 0,1-1 0 0 0,4-5 0 0 0,0-1 0 0 0,3-5 0 0 0,-1 0 0 0 0,-3-4 0 0 0,1 1 0 0 0,-1 3 0 0 0,-3 4 0 0 0,-3 3 0 0 0,3-3 0 0 0,4 0 0 0 0,7 2 0 0 0,3-4 0 0 0,5-1 0 0 0,-9-2 0 0 0,-2 0 0 0 0,12-3 0 0 0,11 1 0 0 0,4-1 0 0 0,0 1 0 0 0,-7 4 0 0 0,-1 3 0 0 0,0-2 0 0 0,-1 1 0 0 0,4 1 0 0 0,0-2 0 0 0,-1 0 0 0 0,-7 1 0 0 0,1-2 0 0 0,1 0 0 0 0,6-3 0 0 0,0 1 0 0 0,0 3 0 0 0,3-3 0 0 0,-6 1 0 0 0,2 3 0 0 0,-5 3 0 0 0,1 2 0 0 0,1-3 0 0 0,-1 0 0 0 0,0 0 0 0 0,-2 2 0 0 0,-5 2 0 0 0,2-4 0 0 0,2-1 0 0 0,-4 1 0 0 0,3 2 0 0 0,2 1 0 0 0,1 2 0 0 0,0 1 0 0 0,0 1 0 0 0,-1 0 0 0 0,-6 0 0 0 0,-2 1 0 0 0,-5-1 0 0 0,-6-5 0 0 0,-5-2 0 0 0,-4 1 0 0 0,2 0 0 0 0,1 3 0 0 0,-1 0 0 0 0,-2 2 0 0 0,-2 0 0 0 0,5 1 0 0 0,0 1 0 0 0,0-6 0 0 0,-2-2 0 0 0,-2 1 0 0 0,-1 0 0 0 0,-1 3 0 0 0,-1 0 0 0 0,-11 2 0 0 0,-14 1 0 0 0,-13 0 0 0 0,-11 0 0 0 0,-7 0 0 0 0,-5 0 0 0 0,-3 1 0 0 0,0-1 0 0 0,-1 0 0 0 0,1 5 0 0 0,1 2 0 0 0,0 0 0 0 0,0-2 0 0 0,1-1 0 0 0,0-2 0 0 0,1 5 0 0 0,-6 0 0 0 0,-2 5 0 0 0,1 0 0 0 0,1-2 0 0 0,1-2 0 0 0,2-3 0 0 0,-5-3 0 0 0,5 5 0 0 0,3 0 0 0 0,-5-1 0 0 0,-1 4 0 0 0,-5 1 0 0 0,0-3 0 0 0,-5 4 0 0 0,1-1 0 0 0,3-2 0 0 0,-2-3 0 0 0,-5 3 0 0 0,2 0 0 0 0,-2-1 0 0 0,2 3 0 0 0,4-1 0 0 0,-1-2 0 0 0,-4-1 0 0 0,-5-3 0 0 0,-2-2 0 0 0,1-2 0 0 0,1 1 0 0 0,3-2 0 0 0,0 1 0 0 0,-7 5 0 0 0,0 1 0 0 0,1 1 0 0 0,-8-2 0 0 0,4-2 0 0 0,5 5 0 0 0,2 0 0 0 0,0-1 0 0 0,-7-1 0 0 0,2-3 0 0 0,-1 0 0 0 0,-5-2 0 0 0,-8-1 0 0 0,4 5 0 0 0,2 2 0 0 0,2-1 0 0 0,2-1 0 0 0,0-2 0 0 0,6 0 0 0 0,2-2 0 0 0,0-1 0 0 0,3 5 0 0 0,1 2 0 0 0,2 0 0 0 0,-5-2 0 0 0,1-2 0 0 0,3-1 0 0 0,1 0 0 0 0,-3-2 0 0 0,2 0 0 0 0,-1 0 0 0 0,3 0 0 0 0,4-1 0 0 0,-1 1 0 0 0,2 0 0 0 0,-3 5 0 0 0,1 2 0 0 0,4 0 0 0 0,-3-2 0 0 0,-5-1 0 0 0,2-2 0 0 0,-3-1 0 0 0,2 0 0 0 0,-1-1 0 0 0,1 0 0 0 0,5-1 0 0 0,3 1 0 0 0,4 0 0 0 0,2 0 0 0 0,1 0 0 0 0,12 0 0 0 0,15 0 0 0 0,18 0 0 0 0,12 0 0 0 0,7 0 0 0 0,9 0 0 0 0,8 0 0 0 0,0 0 0 0 0,-2 0 0 0 0,1 0 0 0 0,3 0 0 0 0,8 0 0 0 0,5 0 0 0 0,2 5 0 0 0,1 2 0 0 0,3-1 0 0 0,-3 0 0 0 0,-4-2 0 0 0,4 3 0 0 0,-5 1 0 0 0,3 0 0 0 0,6-3 0 0 0,2 4 0 0 0,-1 0 0 0 0,-3-2 0 0 0,3-1 0 0 0,5 3 0 0 0,0 0 0 0 0,-3-1 0 0 0,2-3 0 0 0,-2 4 0 0 0,-2 0 0 0 0,1-2 0 0 0,10-1 0 0 0,12 3 0 0 0,-5 0 0 0 0,-3-2 0 0 0,-5 4 0 0 0,-6 0 0 0 0,0-3 0 0 0,2-2 0 0 0,-1-2 0 0 0,2 4 0 0 0,3 0 0 0 0,-7-2 0 0 0,0-1 0 0 0,-3-1 0 0 0,-3 3 0 0 0,2 1 0 0 0,5-1 0 0 0,-5-2 0 0 0,-4-2 0 0 0,2-1 0 0 0,-5-1 0 0 0,-4 0 0 0 0,5-2 0 0 0,-4 1 0 0 0,-2 0 0 0 0,-6 0 0 0 0,-1-1 0 0 0,1 6 0 0 0,-4 2 0 0 0,1 0 0 0 0,-3-2 0 0 0,-4-1 0 0 0,-4-2 0 0 0,-4 0 0 0 0,3-2 0 0 0,0 0 0 0 0,-1 5 0 0 0,-2 2 0 0 0,-1-1 0 0 0,-2-1 0 0 0,0-1 0 0 0,-1-2 0 0 0,0 0 0 0 0,-1-2 0 0 0,1 0 0 0 0,-1 0 0 0 0,-4 5 0 0 0,-13 1 0 0 0,-13 1 0 0 0,-13-2 0 0 0,-8-1 0 0 0,-7-2 0 0 0,-3-1 0 0 0,-2 0 0 0 0,0-1 0 0 0,-1 0 0 0 0,-4-6 0 0 0,-1-1 0 0 0,1 0 0 0 0,-4 1 0 0 0,0-3 0 0 0,2 0 0 0 0,-2 1 0 0 0,0 2 0 0 0,-3 2 0 0 0,-10 2 0 0 0,0-4 0 0 0,-2-1 0 0 0,4 0 0 0 0,0 2 0 0 0,-6-3 0 0 0,-4-1 0 0 0,-7 1 0 0 0,-7-3 0 0 0,-6 1 0 0 0,5 1 0 0 0,1-3 0 0 0,-3 1 0 0 0,3-3 0 0 0,-8 1 0 0 0,-4 2 0 0 0,-9-1 0 0 0,8 0 0 0 0,3-2 0 0 0,-4 1 0 0 0,-3 2 0 0 0,-1-1 0 0 0,-6 0 0 0 0,-5 3 0 0 0,8-2 0 0 0,2 0 0 0 0,-6 3 0 0 0,1-4 0 0 0,0 2 0 0 0,-3 1 0 0 0,-4 3 0 0 0,-1 2 0 0 0,9-3 0 0 0,0-1 0 0 0,-4 2 0 0 0,-6-5 0 0 0,7 1 0 0 0,-2 2 0 0 0,-3 1 0 0 0,12-2 0 0 0,0 0 0 0 0,-3 1 0 0 0,-7-3 0 0 0,5 1 0 0 0,-2 1 0 0 0,1 3 0 0 0,2-3 0 0 0,8 0 0 0 0,-1 1 0 0 0,-2 3 0 0 0,6-4 0 0 0,-3 0 0 0 0,-2 2 0 0 0,0 1 0 0 0,10 3 0 0 0,4-4 0 0 0,-1-1 0 0 0,4 1 0 0 0,-1 2 0 0 0,7 1 0 0 0,6 2 0 0 0,-8 2 0 0 0,4-1 0 0 0,3 1 0 0 0,2-4 0 0 0,7-3 0 0 0,3 1 0 0 0,4 0 0 0 0,7 3 0 0 0,-6 0 0 0 0,1 2 0 0 0,2 1 0 0 0,5 0 0 0 0,4 0 0 0 0,2 0 0 0 0,3 1 0 0 0,1-1 0 0 0,0 0 0 0 0,12 0 0 0 0,13 0 0 0 0,14 0 0 0 0,10 0 0 0 0,7 0 0 0 0,6 0 0 0 0,1 0 0 0 0,7 0 0 0 0,7 0 0 0 0,5 5 0 0 0,1 2 0 0 0,1 0 0 0 0,2-2 0 0 0,8-1 0 0 0,-3 4 0 0 0,6 0 0 0 0,1-1 0 0 0,0-2 0 0 0,-1-1 0 0 0,-1-2 0 0 0,-2-1 0 0 0,5-1 0 0 0,7 5 0 0 0,0 2 0 0 0,4-1 0 0 0,4-1 0 0 0,-2 4 0 0 0,1 0 0 0 0,3-1 0 0 0,7-2 0 0 0,-1 3 0 0 0,5 0 0 0 0,7-1 0 0 0,-4 3 0 0 0,-2-1 0 0 0,2-1 0 0 0,1-3 0 0 0,4 3 0 0 0,0 0 0 0 0,4-1 0 0 0,-7 3 0 0 0,1-1 0 0 0,-1-1 0 0 0,3 2 0 0 0,5 0 0 0 0,4-2 0 0 0,0 2 0 0 0,-10 0 0 0 0,-1-2 0 0 0,3 2 0 0 0,0 0 0 0 0,2-2 0 0 0,0 2 0 0 0,1 0 0 0 0,-6-3 0 0 0,-5-2 0 0 0,2-2 0 0 0,5 4 0 0 0,-5-1 0 0 0,2 0 0 0 0,5 3 0 0 0,-11 0 0 0 0,-5-1 0 0 0,2-3 0 0 0,2 4 0 0 0,-4-1 0 0 0,-3-2 0 0 0,0 4 0 0 0,-4 0 0 0 0,-6-3 0 0 0,0-2 0 0 0,-3 3 0 0 0,2 1 0 0 0,4-3 0 0 0,-7-1 0 0 0,0 2 0 0 0,-2 1 0 0 0,-7-1 0 0 0,0-3 0 0 0,-5-1 0 0 0,-2 3 0 0 0,0 1 0 0 0,0-1 0 0 0,-3-2 0 0 0,-2-2 0 0 0,-3 4 0 0 0,0 1 0 0 0,2-1 0 0 0,3-2 0 0 0,-3-1 0 0 0,-4-2 0 0 0,-5-1 0 0 0,-5-1 0 0 0,-3 5 0 0 0,-2 2 0 0 0,-2-1 0 0 0,0-1 0 0 0,-10-1 0 0 0,-15-2 0 0 0,-12-1 0 0 0,-12 0 0 0 0,-6-1 0 0 0,-5-1 0 0 0,-3 1 0 0 0,-5 0 0 0 0,-3 0 0 0 0,-4-1 0 0 0,-5 1 0 0 0,-4 0 0 0 0,1 0 0 0 0,5 0 0 0 0,0 0 0 0 0,3 0 0 0 0,-2 0 0 0 0,2 0 0 0 0,-6 0 0 0 0,-1 0 0 0 0,-7 0 0 0 0,2 0 0 0 0,0 0 0 0 0,-7 0 0 0 0,-7 0 0 0 0,2 0 0 0 0,-2 0 0 0 0,0 0 0 0 0,-3 0 0 0 0,0 0 0 0 0,-3 0 0 0 0,-4 0 0 0 0,-4 0 0 0 0,2 0 0 0 0,-1 0 0 0 0,-1 0 0 0 0,3 0 0 0 0,-1 0 0 0 0,-6 0 0 0 0,-5 0 0 0 0,4 0 0 0 0,-4 0 0 0 0,-2 0 0 0 0,11 0 0 0 0,-2 0 0 0 0,-2 0 0 0 0,5 0 0 0 0,-6 0 0 0 0,-2 0 0 0 0,3 0 0 0 0,7 0 0 0 0,-4 0 0 0 0,3 0 0 0 0,-1 0 0 0 0,-2 0 0 0 0,4 0 0 0 0,-6 6 0 0 0,2 1 0 0 0,0-1 0 0 0,4 0 0 0 0,0-3 0 0 0,-2 0 0 0 0,4-2 0 0 0,4-1 0 0 0,5 6 0 0 0,3 1 0 0 0,-1-1 0 0 0,-6-1 0 0 0,6-2 0 0 0,-2 5 0 0 0,6 0 0 0 0,3-1 0 0 0,3-1 0 0 0,5-3 0 0 0,2-1 0 0 0,-1 4 0 0 0,-2 2 0 0 0,-2-2 0 0 0,3-1 0 0 0,6-1 0 0 0,6-2 0 0 0,4 4 0 0 0,4 1 0 0 0,-2 0 0 0 0,-2-2 0 0 0,2-2 0 0 0,1 0 0 0 0,1-2 0 0 0,2-1 0 0 0,5 5 0 0 0,3 2 0 0 0,0-1 0 0 0,4 4 0 0 0,11 1 0 0 0,12-2 0 0 0,10-3 0 0 0,10-1 0 0 0,4-3 0 0 0,4-1 0 0 0,2-1 0 0 0,0 5 0 0 0,0 2 0 0 0,5-1 0 0 0,1-1 0 0 0,-1-2 0 0 0,-1 0 0 0 0,-2-2 0 0 0,3-1 0 0 0,1 0 0 0 0,-1 0 0 0 0,3 0 0 0 0,1-1 0 0 0,8 6 0 0 0,6 2 0 0 0,-1 0 0 0 0,1-2 0 0 0,1-1 0 0 0,1-2 0 0 0,2 0 0 0 0,0-2 0 0 0,2 0 0 0 0,4 0 0 0 0,-2 0 0 0 0,3-1 0 0 0,1 1 0 0 0,-2 0 0 0 0,5 0 0 0 0,6 0 0 0 0,0 0 0 0 0,-3 0 0 0 0,3 0 0 0 0,-3 5 0 0 0,3 2 0 0 0,4 0 0 0 0,-1-2 0 0 0,0-1 0 0 0,-1-2 0 0 0,-5-1 0 0 0,1 0 0 0 0,-6-1 0 0 0,0 0 0 0 0,4 5 0 0 0,5 1 0 0 0,-4 1 0 0 0,-1-2 0 0 0,-6-1 0 0 0,1-2 0 0 0,4-1 0 0 0,1 0 0 0 0,-2 4 0 0 0,-2 2 0 0 0,-3-1 0 0 0,-2-1 0 0 0,5-1 0 0 0,-6-2 0 0 0,-2-1 0 0 0,-1 0 0 0 0,-5 4 0 0 0,-3 2 0 0 0,2-1 0 0 0,1-1 0 0 0,3-1 0 0 0,-5-2 0 0 0,1-1 0 0 0,-5-1 0 0 0,-5 0 0 0 0,1 0 0 0 0,-3 0 0 0 0,-3 0 0 0 0,3-1 0 0 0,-1 1 0 0 0,3 0 0 0 0,-6 5 0 0 0,-4 2 0 0 0,-2 0 0 0 0,-3-2 0 0 0,1-1 0 0 0,-1-2 0 0 0,1 0 0 0 0,-11-2 0 0 0,-13 0 0 0 0,-13 0 0 0 0,-11 0 0 0 0,-7-1 0 0 0,-5 1 0 0 0,-3 0 0 0 0,0 0 0 0 0,0 0 0 0 0,-6 0 0 0 0,0 0 0 0 0,0 0 0 0 0,-3 0 0 0 0,-5 0 0 0 0,0-5 0 0 0,-2-2 0 0 0,-9 0 0 0 0,1 2 0 0 0,-1 1 0 0 0,-1 2 0 0 0,4 0 0 0 0,-4 2 0 0 0,-7 0 0 0 0,1 0 0 0 0,-3-5 0 0 0,-6-2 0 0 0,4 1 0 0 0,-1 1 0 0 0,-5-4 0 0 0,0 0 0 0 0,-2 1 0 0 0,-5 2 0 0 0,3 2 0 0 0,3-3 0 0 0,-5-1 0 0 0,0 1 0 0 0,-1-4 0 0 0,-8 1 0 0 0,-4 1 0 0 0,3 3 0 0 0,3 2 0 0 0,-1-3 0 0 0,0-1 0 0 0,0 1 0 0 0,-1 2 0 0 0,-6-4 0 0 0,-2 0 0 0 0,5 2 0 0 0,3 1 0 0 0,2 3 0 0 0,-1 0 0 0 0,0-3 0 0 0,-1-1 0 0 0,0 1 0 0 0,5 1 0 0 0,6 1 0 0 0,-4-3 0 0 0,-4-1 0 0 0,-2 1 0 0 0,3 2 0 0 0,2 1 0 0 0,9 2 0 0 0,2 1 0 0 0,-2 1 0 0 0,-4 0 0 0 0,1 0 0 0 0,-2-5 0 0 0,3-1 0 0 0,9-1 0 0 0,1 2 0 0 0,6 1 0 0 0,-1 2 0 0 0,-1 1 0 0 0,5 0 0 0 0,2 1 0 0 0,6 1 0 0 0,6-1 0 0 0,0 0 0 0 0,3 0 0 0 0,3 1 0 0 0,3-1 0 0 0,2 0 0 0 0,2 0 0 0 0,1 0 0 0 0,1 0 0 0 0,0 0 0 0 0,10 0 0 0 0,9 5 0 0 0,11 2 0 0 0,11 0 0 0 0,9-2 0 0 0,7-1 0 0 0,3 3 0 0 0,2 2 0 0 0,6-2 0 0 0,7-2 0 0 0,7-1 0 0 0,4-2 0 0 0,-1-1 0 0 0,0-1 0 0 0,6 0 0 0 0,-2-1 0 0 0,5 1 0 0 0,-3 0 0 0 0,-2 0 0 0 0,5 5 0 0 0,-3 1 0 0 0,4 1 0 0 0,6-2 0 0 0,2-1 0 0 0,-1-1 0 0 0,8 3 0 0 0,6 2 0 0 0,0-2 0 0 0,5-1 0 0 0,3-1 0 0 0,-4-2 0 0 0,4-1 0 0 0,-3-1 0 0 0,-2 6 0 0 0,5 0 0 0 0,2 1 0 0 0,6-2 0 0 0,-4-2 0 0 0,2-1 0 0 0,-5 0 0 0 0,-3 3 0 0 0,3 2 0 0 0,2 0 0 0 0,5-2 0 0 0,-4-2 0 0 0,2-1 0 0 0,-5 0 0 0 0,-4 3 0 0 0,0 2 0 0 0,4 0 0 0 0,2-2 0 0 0,0-2 0 0 0,0-1 0 0 0,-7 5 0 0 0,-8 0 0 0 0,4 0 0 0 0,-4-2 0 0 0,1-2 0 0 0,-3 5 0 0 0,0 0 0 0 0,-8-1 0 0 0,0-2 0 0 0,-3-2 0 0 0,-2-1 0 0 0,3-1 0 0 0,1 0 0 0 0,-8-1 0 0 0,-2-1 0 0 0,-8 6 0 0 0,-2 2 0 0 0,1-1 0 0 0,-3-1 0 0 0,0-1 0 0 0,-2-2 0 0 0,-5 0 0 0 0,2-2 0 0 0,3 0 0 0 0,-1 0 0 0 0,3 0 0 0 0,-3-1 0 0 0,-3 1 0 0 0,-4 0 0 0 0,-3 0 0 0 0,-3 0 0 0 0,-12 0 0 0 0,-14 0 0 0 0,-15 0 0 0 0,-10 0 0 0 0,-8 0 0 0 0,-5 0 0 0 0,4-5 0 0 0,0-2 0 0 0,0 0 0 0 0,-1 2 0 0 0,-6-4 0 0 0,-7-1 0 0 0,-3 2 0 0 0,1 3 0 0 0,-2 1 0 0 0,1 2 0 0 0,-3 1 0 0 0,-3 0 0 0 0,1-4 0 0 0,-1-1 0 0 0,-3 0 0 0 0,2 1 0 0 0,0 1 0 0 0,-8-3 0 0 0,2-2 0 0 0,-6 2 0 0 0,-13 2 0 0 0,1 1 0 0 0,3 2 0 0 0,-2-4 0 0 0,1-1 0 0 0,-2 0 0 0 0,5 2 0 0 0,5 2 0 0 0,-8 1 0 0 0,-1 1 0 0 0,0 0 0 0 0,-2 1 0 0 0,-4 1 0 0 0,6-1 0 0 0,0 0 0 0 0,3 1 0 0 0,-9-1 0 0 0,0 0 0 0 0,2 0 0 0 0,0 0 0 0 0,1 0 0 0 0,4 0 0 0 0,-1 0 0 0 0,-4 0 0 0 0,-4 0 0 0 0,1 0 0 0 0,-2 0 0 0 0,9 0 0 0 0,6 0 0 0 0,-1 0 0 0 0,0 0 0 0 0,3 0 0 0 0,-5 0 0 0 0,0 0 0 0 0,-3 0 0 0 0,5 0 0 0 0,4 0 0 0 0,2 0 0 0 0,7 0 0 0 0,-2 0 0 0 0,-3 5 0 0 0,5 2 0 0 0,5 0 0 0 0,3-2 0 0 0,2 4 0 0 0,0 0 0 0 0,2-1 0 0 0,3-2 0 0 0,4-2 0 0 0,-3-2 0 0 0,1-1 0 0 0,1 5 0 0 0,2 0 0 0 0,2 1 0 0 0,7 3 0 0 0,2 0 0 0 0,1-1 0 0 0,4 3 0 0 0,11-1 0 0 0,7 3 0 0 0,8-1 0 0 0,10-2 0 0 0,6-3 0 0 0,6-4 0 0 0,2-1 0 0 0,2-3 0 0 0,0 0 0 0 0,1 0 0 0 0,-1-1 0 0 0,5 1 0 0 0,7-1 0 0 0,1 1 0 0 0,-2 0 0 0 0,2 0 0 0 0,-1 0 0 0 0,-3 0 0 0 0,2 0 0 0 0,4-6 0 0 0,5-1 0 0 0,9 1 0 0 0,10 0 0 0 0,4-3 0 0 0,-2 0 0 0 0,-1 1 0 0 0,-9 2 0 0 0,-3 3 0 0 0,2 0 0 0 0,-3 2 0 0 0,4 1 0 0 0,2 0 0 0 0,0 1 0 0 0,-1-1 0 0 0,5 1 0 0 0,-4-1 0 0 0,3 0 0 0 0,-6 0 0 0 0,3 0 0 0 0,6 0 0 0 0,7 0 0 0 0,6 0 0 0 0,-7-5 0 0 0,0-2 0 0 0,-3 0 0 0 0,-8 2 0 0 0,-6 1 0 0 0,-7 2 0 0 0,3 0 0 0 0,2 2 0 0 0,-3 0 0 0 0,-1 0 0 0 0,1 0 0 0 0,-3 1 0 0 0,-1-1 0 0 0,-3 0 0 0 0,1 0 0 0 0,-4 0 0 0 0,2 0 0 0 0,4-5 0 0 0,-3-2 0 0 0,2 0 0 0 0,-3 2 0 0 0,-3 1 0 0 0,0 2 0 0 0,-1 1 0 0 0,-4 0 0 0 0,-2 1 0 0 0,-3 0 0 0 0,-1 1 0 0 0,-2-1 0 0 0,0 0 0 0 0,-1 0 0 0 0,0 0 0 0 0,0 0 0 0 0,1 0 0 0 0,-1 0 0 0 0,-9 0 0 0 0,-15 0 0 0 0,-13 0 0 0 0,-11 0 0 0 0,-7 0 0 0 0,-5 0 0 0 0,-2 0 0 0 0,-7 0 0 0 0,-1 0 0 0 0,0 0 0 0 0,2 0 0 0 0,2 0 0 0 0,3 0 0 0 0,-5 0 0 0 0,-6 0 0 0 0,-5 0 0 0 0,-6 0 0 0 0,2 0 0 0 0,-1 0 0 0 0,4 0 0 0 0,-6 0 0 0 0,-3 0 0 0 0,2 0 0 0 0,2 0 0 0 0,-2 0 0 0 0,-1 0 0 0 0,-6 0 0 0 0,2 0 0 0 0,-3 0 0 0 0,-3 0 0 0 0,2 0 0 0 0,-5 0 0 0 0,-6 0 0 0 0,0 0 0 0 0,-3 0 0 0 0,2 0 0 0 0,8 0 0 0 0,2 0 0 0 0,-5-5 0 0 0,1-2 0 0 0,-4 1 0 0 0,-5 0 0 0 0,2 2 0 0 0,2 2 0 0 0,6 1 0 0 0,-3 0 0 0 0,-3 1 0 0 0,1-5 0 0 0,2-1 0 0 0,-1-1 0 0 0,6 2 0 0 0,5 1 0 0 0,-3 2 0 0 0,0 1 0 0 0,0 1 0 0 0,-3-1 0 0 0,4 2 0 0 0,3-1 0 0 0,8 0 0 0 0,-4 0 0 0 0,-1 1 0 0 0,3-1 0 0 0,2 0 0 0 0,-1 0 0 0 0,-1 0 0 0 0,4 0 0 0 0,6 0 0 0 0,0 0 0 0 0,-3 0 0 0 0,3 0 0 0 0,4 0 0 0 0,3 0 0 0 0,4 0 0 0 0,3 0 0 0 0,1 0 0 0 0,7 5 0 0 0,12 2 0 0 0,9 5 0 0 0,10 0 0 0 0,9-1 0 0 0,3 2 0 0 0,2-1 0 0 0,10-3 0 0 0,4-2 0 0 0,1-3 0 0 0,1-2 0 0 0,4 4 0 0 0,6 1 0 0 0,6 4 0 0 0,-1 1 0 0 0,-4-2 0 0 0,0-3 0 0 0,-1-2 0 0 0,0 3 0 0 0,9 0 0 0 0,1-1 0 0 0,-5-2 0 0 0,5 4 0 0 0,4 0 0 0 0,1-2 0 0 0,7-1 0 0 0,2 2 0 0 0,0 1 0 0 0,3-1 0 0 0,-5-2 0 0 0,2-3 0 0 0,4-1 0 0 0,0-1 0 0 0,3-1 0 0 0,5 5 0 0 0,-7 2 0 0 0,5-1 0 0 0,-1 4 0 0 0,-3 1 0 0 0,2-2 0 0 0,7-3 0 0 0,6 4 0 0 0,-8-1 0 0 0,-1-1 0 0 0,10 3 0 0 0,1-1 0 0 0,-5-1 0 0 0,-2 2 0 0 0,0 0 0 0 0,1-2 0 0 0,-3-3 0 0 0,-1 3 0 0 0,-3 0 0 0 0,-1-1 0 0 0,3-3 0 0 0,-2 4 0 0 0,-10-1 0 0 0,0 0 0 0 0,-3 3 0 0 0,4-1 0 0 0,0-1 0 0 0,-2-3 0 0 0,4 3 0 0 0,-6 0 0 0 0,-4-1 0 0 0,4-3 0 0 0,-5-1 0 0 0,-2 3 0 0 0,4 1 0 0 0,-4-2 0 0 0,-1 0 0 0 0,0-3 0 0 0,-5-1 0 0 0,-7-1 0 0 0,-5-1 0 0 0,0 0 0 0 0,3 0 0 0 0,0 5 0 0 0,-3 1 0 0 0,2 1 0 0 0,4-2 0 0 0,4-1 0 0 0,-1 3 0 0 0,-4 1 0 0 0,-5 0 0 0 0,-5-3 0 0 0,-2-1 0 0 0,-3-2 0 0 0,-7 4 0 0 0,-2 1 0 0 0,-10 0 0 0 0,-13-2 0 0 0,-11-2 0 0 0,-9-1 0 0 0,-7-1 0 0 0,-4 0 0 0 0,-1-2 0 0 0,-2 1 0 0 0,-4 0 0 0 0,-2 0 0 0 0,-4-1 0 0 0,-5 1 0 0 0,0 0 0 0 0,-2 0 0 0 0,3 0 0 0 0,-1 0 0 0 0,2 0 0 0 0,4-5 0 0 0,0-2 0 0 0,0 0 0 0 0,-2 2 0 0 0,-3 1 0 0 0,0 2 0 0 0,-2 0 0 0 0,-3 2 0 0 0,-2 0 0 0 0,-4-5 0 0 0,5-2 0 0 0,-6 1 0 0 0,-7 1 0 0 0,2 1 0 0 0,-4-3 0 0 0,-6-2 0 0 0,5 2 0 0 0,4 2 0 0 0,-3 1 0 0 0,0 2 0 0 0,-4 1 0 0 0,-5 1 0 0 0,5-5 0 0 0,5-2 0 0 0,-3 1 0 0 0,2 1 0 0 0,-4-4 0 0 0,0 0 0 0 0,2 1 0 0 0,-3 2 0 0 0,1-3 0 0 0,2 0 0 0 0,3 2 0 0 0,-2 1 0 0 0,4-3 0 0 0,-1 0 0 0 0,-6 2 0 0 0,5 1 0 0 0,3-3 0 0 0,3 0 0 0 0,1 2 0 0 0,0 1 0 0 0,-5-2 0 0 0,3-1 0 0 0,8 1 0 0 0,2 2 0 0 0,0 3 0 0 0,-2-4 0 0 0,4-1 0 0 0,-1 1 0 0 0,4 2 0 0 0,5 1 0 0 0,-1 2 0 0 0,1 2 0 0 0,-1-1 0 0 0,0 1 0 0 0,4 1 0 0 0,2-1 0 0 0,3 0 0 0 0,-3 1 0 0 0,-1-1 0 0 0,2 0 0 0 0,1 0 0 0 0,2 0 0 0 0,7-5 0 0 0,13-2 0 0 0,14 0 0 0 0,12 2 0 0 0,10 1 0 0 0,6 1 0 0 0,3-3 0 0 0,2-2 0 0 0,1 2 0 0 0,-1 1 0 0 0,0 1 0 0 0,5 2 0 0 0,5 1 0 0 0,2 1 0 0 0,-2 0 0 0 0,-3 0 0 0 0,-3 0 0 0 0,3 1 0 0 0,-1-1 0 0 0,-1 0 0 0 0,8 0 0 0 0,3 0 0 0 0,2 0 0 0 0,-2 0 0 0 0,-4 0 0 0 0,6 0 0 0 0,5 0 0 0 0,-2 0 0 0 0,6 0 0 0 0,-3 0 0 0 0,1 0 0 0 0,-1 0 0 0 0,2 0 0 0 0,6 0 0 0 0,3 0 0 0 0,-1 0 0 0 0,0 0 0 0 0,-7 0 0 0 0,3 0 0 0 0,6 0 0 0 0,-4 0 0 0 0,3 0 0 0 0,6 0 0 0 0,-5 0 0 0 0,-3 0 0 0 0,-3 0 0 0 0,-1 0 0 0 0,4 0 0 0 0,2 0 0 0 0,0 0 0 0 0,3 0 0 0 0,-4 5 0 0 0,-4 2 0 0 0,-2 0 0 0 0,0-2 0 0 0,-1-1 0 0 0,-5-1 0 0 0,4-2 0 0 0,-3-1 0 0 0,0 6 0 0 0,0 0 0 0 0,-4 1 0 0 0,0-2 0 0 0,2-2 0 0 0,-4 0 0 0 0,-4-2 0 0 0,-6-1 0 0 0,2 0 0 0 0,3 0 0 0 0,1 0 0 0 0,1-1 0 0 0,-1 1 0 0 0,-3 0 0 0 0,-4 0 0 0 0,-3 0 0 0 0,-3 0 0 0 0,-1 0 0 0 0,-2 0 0 0 0,0 5 0 0 0,1 2 0 0 0,-1 0 0 0 0,0-2 0 0 0,0-1 0 0 0,1-2 0 0 0,0 0 0 0 0,0-2 0 0 0,-11 0 0 0 0,-14 0 0 0 0,-13 0 0 0 0,-10-1 0 0 0,-8 1 0 0 0,-5 0 0 0 0,-3 0 0 0 0,0 0 0 0 0,-1 0 0 0 0,1 0 0 0 0,1 0 0 0 0,0 0 0 0 0,0 0 0 0 0,1 0 0 0 0,0 0 0 0 0,1 0 0 0 0,-6 0 0 0 0,-7 0 0 0 0,-1 0 0 0 0,1 0 0 0 0,3 0 0 0 0,3 0 0 0 0,-3-6 0 0 0,-5-1 0 0 0,0 1 0 0 0,-2 0 0 0 0,0 3 0 0 0,4 0 0 0 0,-2 2 0 0 0,3 1 0 0 0,-4 0 0 0 0,-3 0 0 0 0,1 0 0 0 0,3 0 0 0 0,5 1 0 0 0,-2-1 0 0 0,-5 0 0 0 0,2 0 0 0 0,-3 0 0 0 0,1 0 0 0 0,-1 0 0 0 0,-3 0 0 0 0,2 0 0 0 0,-2 0 0 0 0,3 0 0 0 0,0 0 0 0 0,-4 0 0 0 0,-2 0 0 0 0,2 0 0 0 0,-1 0 0 0 0,-1 0 0 0 0,3 0 0 0 0,5 0 0 0 0,5 0 0 0 0,-1 0 0 0 0,-4 0 0 0 0,-4 0 0 0 0,0 0 0 0 0,-1 0 0 0 0,3 0 0 0 0,4 0 0 0 0,4 0 0 0 0,4 0 0 0 0,-2 0 0 0 0,-6 0 0 0 0,0 0 0 0 0,-3 0 0 0 0,-4 0 0 0 0,1 0 0 0 0,4 0 0 0 0,5 0 0 0 0,-2 0 0 0 0,2 0 0 0 0,2 0 0 0 0,-2 0 0 0 0,0 0 0 0 0,2 0 0 0 0,2 0 0 0 0,3 0 0 0 0,1 0 0 0 0,2 0 0 0 0,0 0 0 0 0,5-5 0 0 0,8-8 0 0 0,12 0 0 0 0,12 1 0 0 0,10 3 0 0 0,8-3 0 0 0,5 2 0 0 0,3-4 0 0 0,1 1 0 0 0,5 3 0 0 0,2 3 0 0 0,0 2 0 0 0,2 3 0 0 0,0 1 0 0 0,-2 1 0 0 0,-2 0 0 0 0,2 1 0 0 0,0 0 0 0 0,-1-1 0 0 0,2 0 0 0 0,1 1 0 0 0,2-1 0 0 0,5 0 0 0 0,0 0 0 0 0,1 0 0 0 0,-2 0 0 0 0,1 0 0 0 0,2 0 0 0 0,-1 0 0 0 0,0 0 0 0 0,9 0 0 0 0,3 0 0 0 0,-3 0 0 0 0,0 0 0 0 0,4 0 0 0 0,-3 0 0 0 0,0 0 0 0 0,-7 0 0 0 0,-5 0 0 0 0,-2 0 0 0 0,-3 0 0 0 0,2 0 0 0 0,3 0 0 0 0,0 0 0 0 0,-4 0 0 0 0,-4 0 0 0 0,1 0 0 0 0,5 0 0 0 0,5 0 0 0 0,-1 0 0 0 0,-4 0 0 0 0,-4 0 0 0 0,-5 0 0 0 0,-3 5 0 0 0,4 2 0 0 0,0-1 0 0 0,-1 0 0 0 0,3-2 0 0 0,1-2 0 0 0,-2-1 0 0 0,-2 0 0 0 0,-2-1 0 0 0,-2 0 0 0 0,-1-1 0 0 0,-12-4 0 0 0,-14-3 0 0 0,-13 2 0 0 0,-11-5 0 0 0,-8 0 0 0 0,-4 2 0 0 0,-2-3 0 0 0,-2 1 0 0 0,-5-3 0 0 0,-1 0 0 0 0,-4 4 0 0 0,-6-3 0 0 0,1 1 0 0 0,4 3 0 0 0,4-2 0 0 0,3 0 0 0 0,-1-3 0 0 0,-6 1 0 0 0,1 3 0 0 0,-4-3 0 0 0,2 2 0 0 0,-2 2 0 0 0,-3 3 0 0 0,1-3 0 0 0,-1 0 0 0 0,-7-4 0 0 0,1 1 0 0 0,-1 2 0 0 0,-1-2 0 0 0,0 0 0 0 0,-2 3 0 0 0,-5-3 0 0 0,3 1 0 0 0,-4-2 0 0 0,0-1 0 0 0,5 4 0 0 0,3-2 0 0 0,2 0 0 0 0,-1 3 0 0 0,-6 3 0 0 0,-3-3 0 0 0,5 0 0 0 0,3 2 0 0 0,6 1 0 0 0,-4 3 0 0 0,-3 1 0 0 0,4 1 0 0 0,1 1 0 0 0,-6 0 0 0 0,-3 1 0 0 0,-1-1 0 0 0,5 1 0 0 0,2-1 0 0 0,6 0 0 0 0,7 0 0 0 0,0 0 0 0 0,-3 0 0 0 0,-3 0 0 0 0,1 0 0 0 0,5 0 0 0 0,4 0 0 0 0,4 0 0 0 0,3 0 0 0 0,2 0 0 0 0,1 0 0 0 0,1 0 0 0 0,0 0 0 0 0,0 0 0 0 0,5 5 0 0 0,12 2 0 0 0,14 0 0 0 0,11 3 0 0 0,9 1 0 0 0,7-2 0 0 0,-2 3 0 0 0,0-1 0 0 0,1-2 0 0 0,1-2 0 0 0,1-3 0 0 0,0 3 0 0 0,2 1 0 0 0,0-1 0 0 0,0-2 0 0 0,5-2 0 0 0,2-1 0 0 0,5-1 0 0 0,5-1 0 0 0,1 0 0 0 0,1-1 0 0 0,4 6 0 0 0,-3 2 0 0 0,0-1 0 0 0,3 0 0 0 0,2-3 0 0 0,2 0 0 0 0,2-2 0 0 0,-4 5 0 0 0,-1 1 0 0 0,0-1 0 0 0,7-1 0 0 0,-2-1 0 0 0,4-2 0 0 0,8-1 0 0 0,7-1 0 0 0,0 0 0 0 0,-3 0 0 0 0,2 0 0 0 0,-2 5 0 0 0,2 1 0 0 0,3 1 0 0 0,4-2 0 0 0,-3-1 0 0 0,-4-2 0 0 0,0 0 0 0 0,-2-2 0 0 0,-4 0 0 0 0,-4 0 0 0 0,-8 0 0 0 0,1-1 0 0 0,7 1 0 0 0,-4 0 0 0 0,3 5 0 0 0,1 2 0 0 0,-6 0 0 0 0,-3-2 0 0 0,-1-1 0 0 0,0-2 0 0 0,1-1 0 0 0,0 0 0 0 0,2-1 0 0 0,-6 0 0 0 0,-5-1 0 0 0,3 1 0 0 0,-2 5 0 0 0,2 2 0 0 0,1-1 0 0 0,-3 0 0 0 0,-4-2 0 0 0,-1-2 0 0 0,3-1 0 0 0,-1 0 0 0 0,-5-1 0 0 0,2 0 0 0 0,-2-1 0 0 0,-3 1 0 0 0,2 0 0 0 0,5 0 0 0 0,-1-1 0 0 0,3 1 0 0 0,-3 0 0 0 0,-2 0 0 0 0,-5 0 0 0 0,-3 0 0 0 0,-3 0 0 0 0,-1 0 0 0 0,-12 0 0 0 0,-15 0 0 0 0,-12 0 0 0 0,-12 0 0 0 0,-6 0 0 0 0,-6 0 0 0 0,-1 0 0 0 0,-2 0 0 0 0,1-5 0 0 0,-1-2 0 0 0,2 1 0 0 0,0 0 0 0 0,-4-3 0 0 0,-8 0 0 0 0,0 1 0 0 0,1 2 0 0 0,-2 2 0 0 0,-4 2 0 0 0,1 1 0 0 0,-2-4 0 0 0,-3-2 0 0 0,3 1 0 0 0,-1 1 0 0 0,3 1 0 0 0,-1 2 0 0 0,-3 1 0 0 0,3-5 0 0 0,-6-1 0 0 0,-5 1 0 0 0,3 1 0 0 0,1 1 0 0 0,4 2 0 0 0,1 1 0 0 0,-6 1 0 0 0,0 0 0 0 0,-5 0 0 0 0,-3 0 0 0 0,5 1 0 0 0,-4-1 0 0 0,5 0 0 0 0,6 0 0 0 0,-3 0 0 0 0,2 0 0 0 0,-4 0 0 0 0,-4 0 0 0 0,-12 0 0 0 0,-4 0 0 0 0,1 0 0 0 0,3 0 0 0 0,4 0 0 0 0,8 0 0 0 0,4 0 0 0 0,7 0 0 0 0,2 0 0 0 0,-7 0 0 0 0,1 0 0 0 0,-1 0 0 0 0,-1 0 0 0 0,4 0 0 0 0,0 0 0 0 0,5 0 0 0 0,-1 0 0 0 0,-3 0 0 0 0,4 0 0 0 0,3 0 0 0 0,5 0 0 0 0,-2 0 0 0 0,-4 0 0 0 0,1 0 0 0 0,-3 0 0 0 0,2 0 0 0 0,3 0 0 0 0,-1 0 0 0 0,-4 0 0 0 0,1 0 0 0 0,4 0 0 0 0,3 0 0 0 0,-2 0 0 0 0,1 0 0 0 0,3 0 0 0 0,-4 0 0 0 0,1 0 0 0 0,8-5 0 0 0,3-2 0 0 0,2 0 0 0 0,0 2 0 0 0,1 1 0 0 0,-2 2 0 0 0,5-5 0 0 0,12 0 0 0 0,12 0 0 0 0,7-3 0 0 0,8-1 0 0 0,6 3 0 0 0,4 1 0 0 0,4 3 0 0 0,3 2 0 0 0,-1 1 0 0 0,2 1 0 0 0,-1 0 0 0 0,5 0 0 0 0,7 1 0 0 0,6-1 0 0 0,0 0 0 0 0,2 1 0 0 0,-3-1 0 0 0,7 0 0 0 0,-2 0 0 0 0,6 0 0 0 0,8 0 0 0 0,-1 0 0 0 0,3 0 0 0 0,5 0 0 0 0,11 0 0 0 0,2 0 0 0 0,1 5 0 0 0,6 2 0 0 0,-7 0 0 0 0,-3 3 0 0 0,5 1 0 0 0,2-2 0 0 0,2 3 0 0 0,6-1 0 0 0,2 3 0 0 0,-12 0 0 0 0,0-4 0 0 0,6-2 0 0 0,2 2 0 0 0,0-1 0 0 0,0-1 0 0 0,3 2 0 0 0,-10 0 0 0 0,-4-1 0 0 0,3-3 0 0 0,3-2 0 0 0,1-2 0 0 0,0 4 0 0 0,0 1 0 0 0,-11-1 0 0 0,2 4 0 0 0,1 1 0 0 0,-2-3 0 0 0,-1-1 0 0 0,2 2 0 0 0,2 0 0 0 0,-9-1 0 0 0,-1 3 0 0 0,1-1 0 0 0,-7-1 0 0 0,0-3 0 0 0,-1 3 0 0 0,-3 0 0 0 0,-6-1 0 0 0,-5-3 0 0 0,0-1 0 0 0,1-2 0 0 0,-5 4 0 0 0,0 1 0 0 0,-4-1 0 0 0,0-1 0 0 0,3 4 0 0 0,3 0 0 0 0,3-2 0 0 0,2-1 0 0 0,-3-2 0 0 0,-2-2 0 0 0,-4-1 0 0 0,-5-1 0 0 0,-5 0 0 0 0,-5 5 0 0 0,-2 1 0 0 0,-2 1 0 0 0,-12-2 0 0 0,-13-2 0 0 0,-14 0 0 0 0,-11-2 0 0 0,-7-1 0 0 0,-4 0 0 0 0,-3 0 0 0 0,0 0 0 0 0,-1 0 0 0 0,1-1 0 0 0,1 1 0 0 0,0 0 0 0 0,1 0 0 0 0,-6 0 0 0 0,-6 0 0 0 0,-1 0 0 0 0,-4 0 0 0 0,-4 0 0 0 0,-4 0 0 0 0,3-5 0 0 0,-6-2 0 0 0,-3 0 0 0 0,4 2 0 0 0,-5 1 0 0 0,4 2 0 0 0,2 1 0 0 0,-6-5 0 0 0,2-1 0 0 0,-3 0 0 0 0,-7 2 0 0 0,-2 2 0 0 0,1 1 0 0 0,3-5 0 0 0,1 0 0 0 0,-2 0 0 0 0,-5 2 0 0 0,-1 2 0 0 0,-3 1 0 0 0,2 1 0 0 0,3 0 0 0 0,3 1 0 0 0,-1 1 0 0 0,1-1 0 0 0,-3 0 0 0 0,-5 0 0 0 0,5 1 0 0 0,1-1 0 0 0,-4 0 0 0 0,1 0 0 0 0,-3 0 0 0 0,-3 0 0 0 0,7 0 0 0 0,6 0 0 0 0,4 0 0 0 0,-3 0 0 0 0,-5 0 0 0 0,-1 0 0 0 0,2 0 0 0 0,-3 0 0 0 0,6 0 0 0 0,5 0 0 0 0,-3 0 0 0 0,-1 0 0 0 0,2 0 0 0 0,-5 0 0 0 0,5 0 0 0 0,-2 0 0 0 0,6 0 0 0 0,2 0 0 0 0,1 0 0 0 0,5 0 0 0 0,-3 0 0 0 0,2 0 0 0 0,0 0 0 0 0,-1 0 0 0 0,4 0 0 0 0,0 5 0 0 0,-1 2 0 0 0,-3 0 0 0 0,4-2 0 0 0,4-1 0 0 0,6-2 0 0 0,5-1 0 0 0,3 0 0 0 0,3-1 0 0 0,0 0 0 0 0,-4-1 0 0 0,-2 1 0 0 0,1 0 0 0 0,0 0 0 0 0,2 0 0 0 0,12 0 0 0 0,14-1 0 0 0,15 1 0 0 0,10 1 0 0 0,14-1 0 0 0,6 0 0 0 0,3 0 0 0 0,4 0 0 0 0,0 0 0 0 0,4 0 0 0 0,-2 0 0 0 0,2 0 0 0 0,3-6 0 0 0,4-1 0 0 0,-2 1 0 0 0,-1 0 0 0 0,3-3 0 0 0,1 0 0 0 0,-2 1 0 0 0,-1 2 0 0 0,1 2 0 0 0,7 2 0 0 0,-1 1 0 0 0,5 1 0 0 0,1 0 0 0 0,-4 1 0 0 0,2-1 0 0 0,-5 0 0 0 0,5-5 0 0 0,6-1 0 0 0,7-1 0 0 0,-5 2 0 0 0,-3 1 0 0 0,-3 2 0 0 0,2 0 0 0 0,6-3 0 0 0,1-2 0 0 0,-2 0 0 0 0,2 2 0 0 0,-6 2 0 0 0,-5 0 0 0 0,4 2 0 0 0,-1 1 0 0 0,0 0 0 0 0,3-5 0 0 0,1-2 0 0 0,-6 1 0 0 0,-5 1 0 0 0,-1 1 0 0 0,5 2 0 0 0,-3 1 0 0 0,3 0 0 0 0,2 1 0 0 0,-5 0 0 0 0,-3 1 0 0 0,-6-1 0 0 0,-1 0 0 0 0,1 0 0 0 0,-3 0 0 0 0,6 0 0 0 0,-1 0 0 0 0,-5 0 0 0 0,0 0 0 0 0,-3 0 0 0 0,1 0 0 0 0,-2 0 0 0 0,-4-5 0 0 0,-3-2 0 0 0,-3 1 0 0 0,-2 0 0 0 0,3 2 0 0 0,2 2 0 0 0,-1 1 0 0 0,3 0 0 0 0,1 1 0 0 0,-1 0 0 0 0,-3 1 0 0 0,-2-1 0 0 0,-2 0 0 0 0,-1 0 0 0 0,-12 1 0 0 0,-13-1 0 0 0,-15 0 0 0 0,-10 0 0 0 0,-7 0 0 0 0,-6 0 0 0 0,-1 0 0 0 0,-7 0 0 0 0,-2 0 0 0 0,2 0 0 0 0,1 0 0 0 0,2 0 0 0 0,-3 0 0 0 0,0 0 0 0 0,1 0 0 0 0,2 0 0 0 0,1 0 0 0 0,-3 0 0 0 0,0 0 0 0 0,0 0 0 0 0,-3 5 0 0 0,-6 2 0 0 0,1-1 0 0 0,-3 0 0 0 0,2-2 0 0 0,3-2 0 0 0,-1-1 0 0 0,-3 0 0 0 0,-4 4 0 0 0,1 2 0 0 0,-1-1 0 0 0,4-1 0 0 0,4-1 0 0 0,4 3 0 0 0,4 1 0 0 0,3-1 0 0 0,-3-1 0 0 0,-7-3 0 0 0,-1 5 0 0 0,-3 0 0 0 0,1-1 0 0 0,3-2 0 0 0,3-2 0 0 0,4-1 0 0 0,3-1 0 0 0,-4-1 0 0 0,-1 6 0 0 0,1 0 0 0 0,1 1 0 0 0,2-2 0 0 0,2-2 0 0 0,5 5 0 0 0,3 0 0 0 0,0-1 0 0 0,-1-2 0 0 0,-2-1 0 0 0,4-7 0 0 0,11-3 0 0 0,13-1 0 0 0,12-3 0 0 0,3-7 0 0 0,4-4 0 0 0,4 0 0 0 0,4-1 0 0 0,1 4 0 0 0,-3-2 0 0 0,-2 4 0 0 0,1 4 0 0 0,1-1 0 0 0,2-3 0 0 0,1-5 0 0 0,1 1 0 0 0,6 0 0 0 0,1 2 0 0 0,1 0 0 0 0,4-3 0 0 0,0 2 0 0 0,-2 5 0 0 0,3-1 0 0 0,-1-3 0 0 0,-2-4 0 0 0,7 2 0 0 0,-3-1 0 0 0,0 4 0 0 0,-1 4 0 0 0,2-1 0 0 0,4-3 0 0 0,-1 1 0 0 0,2-2 0 0 0,2-3 0 0 0,-1 2 0 0 0,-6 4 0 0 0,2 5 0 0 0,2-1 0 0 0,4-4 0 0 0,3 0 0 0 0,-3-2 0 0 0,1 1 0 0 0,-5-1 0 0 0,-4-3 0 0 0,0 1 0 0 0,3 5 0 0 0,-2 4 0 0 0,3-1 0 0 0,2 1 0 0 0,-6-3 0 0 0,-2 1 0 0 0,-7-3 0 0 0,1 1 0 0 0,4-2 0 0 0,6 1 0 0 0,0 4 0 0 0,2-2 0 0 0,-1 1 0 0 0,-10-2 0 0 0,-5 1 0 0 0,2-2 0 0 0,0 0 0 0 0,-1 4 0 0 0,0 4 0 0 0,-1-3 0 0 0,-1 1 0 0 0,-1 1 0 0 0,-5-2 0 0 0,-3 0 0 0 0,1 1 0 0 0,2 3 0 0 0,-10 2 0 0 0,-12 2 0 0 0,-12 2 0 0 0,-10-1 0 0 0,-2 7 0 0 0,-3 1 0 0 0,-3 1 0 0 0,-2-3 0 0 0,4 5 0 0 0,1-1 0 0 0,-7 4 0 0 0,-3 5 0 0 0,-6 5 0 0 0,-8-2 0 0 0,0 1 0 0 0,2-3 0 0 0,3 0 0 0 0,10 2 0 0 0,-1-2 0 0 0,0-5 0 0 0,0 1 0 0 0,1 3 0 0 0,1-1 0 0 0,-1-5 0 0 0,1 2 0 0 0,1 4 0 0 0,-1 4 0 0 0,0-3 0 0 0,0-3 0 0 0,1 0 0 0 0,-1 3 0 0 0,0 3 0 0 0,0 4 0 0 0,-5 2 0 0 0,-2 1 0 0 0,1-3 0 0 0,6-2 0 0 0,3 1 0 0 0,2-4 0 0 0,-1 0 0 0 0,5 1 0 0 0,0-3 0 0 0,0-5 0 0 0,2 1 0 0 0,6 3 0 0 0,-1 3 0 0 0,-3-1 0 0 0,-3-4 0 0 0,1-1 0 0 0,5 4 0 0 0,-1-2 0 0 0,-3 1 0 0 0,2 4 0 0 0,-1 2 0 0 0,-3 3 0 0 0,-3 2 0 0 0,2 1 0 0 0,5 1 0 0 0,1-5 0 0 0,2-1 0 0 0,9-6 0 0 0,11-5 0 0 0,9-6 0 0 0,3-9 0 0 0,3-9 0 0 0,3-4 0 0 0,3 1 0 0 0,2-2 0 0 0,1-5 0 0 0,1 2 0 0 0,1-1 0 0 0,-1-4 0 0 0,1 3 0 0 0,-1 0 0 0 0,0-3 0 0 0,5 4 0 0 0,-3-2 0 0 0,-2 4 0 0 0,-2 5 0 0 0,-5-1 0 0 0,4-4 0 0 0,2-4 0 0 0,6 1 0 0 0,3 0 0 0 0,-5-3 0 0 0,-4 3 0 0 0,-1 4 0 0 0,-1 1 0 0 0,1-4 0 0 0,0-2 0 0 0,0 1 0 0 0,1 4 0 0 0,1 0 0 0 0,0-2 0 0 0,-1-4 0 0 0,1 2 0 0 0,0-1 0 0 0,5-2 0 0 0,2 3 0 0 0,0-1 0 0 0,3-1 0 0 0,-4-3 0 0 0,-5 3 0 0 0,5 5 0 0 0,-6 1 0 0 0,-2-3 0 0 0,-1-3 0 0 0,0 2 0 0 0,1 5 0 0 0,-5-1 0 0 0,-1 3 0 0 0,1-2 0 0 0,1 1 0 0 0,2 4 0 0 0,-4-2 0 0 0,0 1 0 0 0,-5-3 0 0 0,1 1 0 0 0,-9 3 0 0 0,-11 3 0 0 0,-11 2 0 0 0,-8 3 0 0 0,-6 1 0 0 0,-4 6 0 0 0,-2 3 0 0 0,-1-1 0 0 0,0-1 0 0 0,0 4 0 0 0,1 4 0 0 0,0 1 0 0 0,1-2 0 0 0,-5 2 0 0 0,-2-3 0 0 0,6 4 0 0 0,3-3 0 0 0,-5-2 0 0 0,5 2 0 0 0,-4-2 0 0 0,-2-2 0 0 0,6 2 0 0 0,-4 0 0 0 0,5 3 0 0 0,-4-1 0 0 0,-1 2 0 0 0,-1-1 0 0 0,0-2 0 0 0,-4 1 0 0 0,4 3 0 0 0,3 0 0 0 0,-4 3 0 0 0,-7-3 0 0 0,-1 1 0 0 0,1-2 0 0 0,3 2 0 0 0,-2 3 0 0 0,-1-2 0 0 0,-2 2 0 0 0,1-4 0 0 0,7 2 0 0 0,5-3 0 0 0,2 2 0 0 0,1-2 0 0 0,0-4 0 0 0,0 1 0 0 0,-2 0 0 0 0,6 1 0 0 0,1 0 0 0 0,-1-2 0 0 0,-2 1 0 0 0,-1-1 0 0 0,-1 3 0 0 0,3 5 0 0 0,2-2 0 0 0,-2-3 0 0 0,5 1 0 0 0,5 3 0 0 0,0-1 0 0 0,2 2 0 0 0,4 2 0 0 0,3 3 0 0 0,8-2 0 0 0,9-5 0 0 0,8 0 0 0 0,5-3 0 0 0,5-5 0 0 0,2-2 0 0 0,1 2 0 0 0,1-1 0 0 0,-1-1 0 0 0,0-2 0 0 0,0-2 0 0 0,5-1 0 0 0,1-2 0 0 0,4 0 0 0 0,7 0 0 0 0,-1 0 0 0 0,8-1 0 0 0,-1 1 0 0 0,1 0 0 0 0,-4 0 0 0 0,-6 0 0 0 0,-4-6 0 0 0,-1-1 0 0 0,5-5 0 0 0,-1 0 0 0 0,-3 2 0 0 0,3 2 0 0 0,3 3 0 0 0,4-3 0 0 0,-1 0 0 0 0,6 1 0 0 0,-1-4 0 0 0,-5 1 0 0 0,-6 2 0 0 0,-5-4 0 0 0,0 1 0 0 0,5-3 0 0 0,0 1 0 0 0,2-3 0 0 0,4 2 0 0 0,-1 2 0 0 0,-5 5 0 0 0,1-3 0 0 0,-1 0 0 0 0,-5-2 0 0 0,-2-1 0 0 0,-4-2 0 0 0,4 1 0 0 0,5 3 0 0 0,7 3 0 0 0,-6-2 0 0 0,-5 1 0 0 0,1-4 0 0 0,-1 1 0 0 0,-1-3 0 0 0,-3 1 0 0 0,-1 3 0 0 0,-2 3 0 0 0,-6-2 0 0 0,-2 1 0 0 0,0-4 0 0 0,1 1 0 0 0,1 2 0 0 0,3-3 0 0 0,-5-3 0 0 0,-6-6 0 0 0,-12 2 0 0 0,-11 5 0 0 0,-11 3 0 0 0,-7 6 0 0 0,-6 2 0 0 0,-8 3 0 0 0,-3 1 0 0 0,1 0 0 0 0,0 1 0 0 0,3 0 0 0 0,2 0 0 0 0,-4-1 0 0 0,-1 1 0 0 0,-4-1 0 0 0,0 0 0 0 0,-3 0 0 0 0,-4 0 0 0 0,1 0 0 0 0,-2 0 0 0 0,3 0 0 0 0,-1 0 0 0 0,2 5 0 0 0,-1 2 0 0 0,3 5 0 0 0,-2 0 0 0 0,2-1 0 0 0,3-4 0 0 0,9 4 0 0 0,5-2 0 0 0,2-1 0 0 0,-1 3 0 0 0,1 0 0 0 0,-2-3 0 0 0,4 4 0 0 0,2-2 0 0 0,-2 4 0 0 0,-2-1 0 0 0,5 3 0 0 0,-1-1 0 0 0,-1-4 0 0 0,3 2 0 0 0,0 4 0 0 0,-2-1 0 0 0,-3-3 0 0 0,3 1 0 0 0,6 4 0 0 0,0-2 0 0 0,2 3 0 0 0,10-3 0 0 0,10-4 0 0 0,9-4 0 0 0,8-3 0 0 0,5-2 0 0 0,2-3 0 0 0,3 0 0 0 0,0-1 0 0 0,-1 0 0 0 0,1-5 0 0 0,-1-1 0 0 0,-1-5 0 0 0,1-1 0 0 0,-2 3 0 0 0,1 2 0 0 0,-5-2 0 0 0,-2 0 0 0 0,0-3 0 0 0,6 0 0 0 0,4 3 0 0 0,1-3 0 0 0,0 2 0 0 0,-1-3 0 0 0,-6-5 0 0 0,3 2 0 0 0,1 3 0 0 0,0-1 0 0 0,1 2 0 0 0,-1-3 0 0 0,0-2 0 0 0,-1 0 0 0 0,0 4 0 0 0,0 0 0 0 0,0 1 0 0 0,-6-2 0 0 0,-1 1 0 0 0,6 4 0 0 0,-3-2 0 0 0,-1 0 0 0 0,2-2 0 0 0,-6-4 0 0 0,0 1 0 0 0,1 3 0 0 0,2-1 0 0 0,-3-3 0 0 0,-1 1 0 0 0,2 4 0 0 0,-3-2 0 0 0,-5-3 0 0 0,-10 2 0 0 0,-12 3 0 0 0,-9 4 0 0 0,-7 3 0 0 0,-6 4 0 0 0,-2 0 0 0 0,-2 3 0 0 0,0-1 0 0 0,0 1 0 0 0,1 0 0 0 0,0-1 0 0 0,1 1 0 0 0,-1 4 0 0 0,2 2 0 0 0,-1 0 0 0 0,0-2 0 0 0,0-1 0 0 0,1-2 0 0 0,-6 5 0 0 0,-2 0 0 0 0,-5 5 0 0 0,0 6 0 0 0,2-1 0 0 0,2-3 0 0 0,3-4 0 0 0,3 2 0 0 0,0-2 0 0 0,2 4 0 0 0,1-2 0 0 0,5 3 0 0 0,-4-1 0 0 0,-2-3 0 0 0,0 2 0 0 0,-1-1 0 0 0,5 2 0 0 0,2-1 0 0 0,0-3 0 0 0,-1-2 0 0 0,4 1 0 0 0,0 1 0 0 0,-1 2 0 0 0,4 6 0 0 0,-1-1 0 0 0,-2-4 0 0 0,-3-3 0 0 0,4 2 0 0 0,4 3 0 0 0,1 0 0 0 0,8-3 0 0 0,10-3 0 0 0,11-4 0 0 0,7-7 0 0 0,7-4 0 0 0,3-6 0 0 0,2 0 0 0 0,1-5 0 0 0,-5-3 0 0 0,-3 0 0 0 0,1 5 0 0 0,-5-1 0 0 0,-1 3 0 0 0,2-3 0 0 0,3 3 0 0 0,-4-3 0 0 0,0 2 0 0 0,2-2 0 0 0,-3-4 0 0 0,0 2 0 0 0,3 4 0 0 0,-4-1 0 0 0,1 2 0 0 0,2-2 0 0 0,3 2 0 0 0,-4-3 0 0 0,1 2 0 0 0,-4-2 0 0 0,1 2 0 0 0,-4-3 0 0 0,2 3 0 0 0,3 3 0 0 0,3-2 0 0 0,-3-4 0 0 0,2 1 0 0 0,1 4 0 0 0,-3-3 0 0 0,-4-2 0 0 0,-1 0 0 0 0,3-1 0 0 0,-1-4 0 0 0,1 3 0 0 0,-3-1 0 0 0,-8 3 0 0 0,-11 4 0 0 0,-5-1 0 0 0,-6 3 0 0 0,-6 2 0 0 0,-4 3 0 0 0,-4 3 0 0 0,-1 1 0 0 0,-2 2 0 0 0,0 0 0 0 0,0 0 0 0 0,0 1 0 0 0,1 0 0 0 0,0-1 0 0 0,-1 0 0 0 0,2 0 0 0 0,-1 0 0 0 0,0 0 0 0 0,0 0 0 0 0,0 0 0 0 0,1 0 0 0 0,-1 0 0 0 0,0 0 0 0 0,0 0 0 0 0,0 6 0 0 0,1 1 0 0 0,-1-1 0 0 0,0 5 0 0 0,0 0 0 0 0,0 3 0 0 0,0-1 0 0 0,1-2 0 0 0,-1-3 0 0 0,0 2 0 0 0,0 0 0 0 0,5 3 0 0 0,3-1 0 0 0,-2-2 0 0 0,0-3 0 0 0,3 3 0 0 0,6 4 0 0 0,0 1 0 0 0,-2-3 0 0 0,1 2 0 0 0,-1-1 0 0 0,3 2 0 0 0,-2-2 0 0 0,2 3 0 0 0,4 4 0 0 0,3 3 0 0 0,9-2 0 0 0,9-4 0 0 0,8-6 0 0 0,7-4 0 0 0,4-3 0 0 0,2-3 0 0 0,1-1 0 0 0,1-1 0 0 0,-1 0 0 0 0,0 0 0 0 0,0 0 0 0 0,-1 1 0 0 0,1-1 0 0 0,-1 1 0 0 0,-1 0 0 0 0,6-5 0 0 0,7-2 0 0 0,2 0 0 0 0,-3 2 0 0 0,4-4 0 0 0,-2 0 0 0 0,-9-5 0 0 0,-4 2 0 0 0,-2 1 0 0 0,-1-2 0 0 0,-1 2 0 0 0,2 1 0 0 0,0 4 0 0 0,0-3 0 0 0,2 0 0 0 0,-6-4 0 0 0,-1 1 0 0 0,0 2 0 0 0,2 3 0 0 0,1-3 0 0 0,1-5 0 0 0,2 1 0 0 0,0-4 0 0 0,1 3 0 0 0,0-3 0 0 0,0-2 0 0 0,1 1 0 0 0,-1 4 0 0 0,-6 0 0 0 0,-1-3 0 0 0,-5-4 0 0 0,0 2 0 0 0,-4-1 0 0 0,1 3 0 0 0,-2 0 0 0 0,-4-3 0 0 0,-3-3 0 0 0,-8 3 0 0 0,-9 5 0 0 0,-9 5 0 0 0,-5 4 0 0 0,0-2 0 0 0,0 2 0 0 0,-2 0 0 0 0,-1 3 0 0 0,-2 1 0 0 0,0 1 0 0 0,-2 2 0 0 0,0 0 0 0 0,0 0 0 0 0,0 1 0 0 0,0-1 0 0 0,-5 0 0 0 0,-2 0 0 0 0,0 6 0 0 0,2 1 0 0 0,1 5 0 0 0,-3 0 0 0 0,-1-2 0 0 0,1-2 0 0 0,-4 2 0 0 0,-4 0 0 0 0,-1 3 0 0 0,4 0 0 0 0,-3 2 0 0 0,2 0 0 0 0,3-4 0 0 0,4-3 0 0 0,2 2 0 0 0,2-1 0 0 0,2 4 0 0 0,-5-1 0 0 0,-1 3 0 0 0,0-1 0 0 0,-4-3 0 0 0,0-3 0 0 0,1-3 0 0 0,3-3 0 0 0,2 4 0 0 0,2 1 0 0 0,-4 5 0 0 0,-1-1 0 0 0,-5 4 0 0 0,1 0 0 0 0,-5 1 0 0 0,2-1 0 0 0,3-3 0 0 0,-2-4 0 0 0,1-3 0 0 0,8 2 0 0 0,5 1 0 0 0,2-2 0 0 0,1-1 0 0 0,-1 3 0 0 0,0 1 0 0 0,-6 4 0 0 0,-3-1 0 0 0,0-2 0 0 0,1-2 0 0 0,1-3 0 0 0,7 2 0 0 0,3 1 0 0 0,5 5 0 0 0,12-2 0 0 0,12-1 0 0 0,11-2 0 0 0,8-4 0 0 0,6-1 0 0 0,2-2 0 0 0,2-1 0 0 0,0 0 0 0 0,0-1 0 0 0,0 1 0 0 0,-1-1 0 0 0,-1 1 0 0 0,0 0 0 0 0,0 0 0 0 0,0-1 0 0 0,-5-4 0 0 0,3-2 0 0 0,2 1 0 0 0,1 0 0 0 0,0 3 0 0 0,0-5 0 0 0,0 0 0 0 0,0-5 0 0 0,4 1 0 0 0,2-3 0 0 0,5 0 0 0 0,0 4 0 0 0,-7-3 0 0 0,-4 3 0 0 0,2 1 0 0 0,-4-1 0 0 0,-2 0 0 0 0,0 3 0 0 0,-1 2 0 0 0,2-3 0 0 0,0 0 0 0 0,-5-4 0 0 0,0 1 0 0 0,0 2 0 0 0,-4-3 0 0 0,0 2 0 0 0,2 2 0 0 0,3 2 0 0 0,-4-2 0 0 0,0 0 0 0 0,3-3 0 0 0,1-1 0 0 0,2-2 0 0 0,2 1 0 0 0,-4-3 0 0 0,-1-3 0 0 0,0 2 0 0 0,-3-2 0 0 0,-6-2 0 0 0,0 2 0 0 0,-2 0 0 0 0,-4-3 0 0 0,-3-1 0 0 0,-8 2 0 0 0,-9 5 0 0 0,-8 0 0 0 0,-5 4 0 0 0,-5 3 0 0 0,3-1 0 0 0,1 0 0 0 0,-1 3 0 0 0,-1 3 0 0 0,-1 1 0 0 0,-2 3 0 0 0,0 0 0 0 0,-1 1 0 0 0,1 1 0 0 0,-1-1 0 0 0,-1 0 0 0 0,-4 1 0 0 0,-2-1 0 0 0,1 0 0 0 0,0 0 0 0 0,-3 0 0 0 0,-5 0 0 0 0,-6 0 0 0 0,1 0 0 0 0,3 0 0 0 0,0 0 0 0 0,-3 0 0 0 0,1 0 0 0 0,5 0 0 0 0,-1 0 0 0 0,1 0 0 0 0,4 0 0 0 0,-2 0 0 0 0,0 0 0 0 0,3 0 0 0 0,-3 0 0 0 0,-4 0 0 0 0,-1 0 0 0 0,-1 5 0 0 0,-4 2 0 0 0,-4 5 0 0 0,-2 1 0 0 0,3-3 0 0 0,6-2 0 0 0,6-3 0 0 0,-1-2 0 0 0,-2 3 0 0 0,-5 2 0 0 0,-3 3 0 0 0,-4 1 0 0 0,-2 3 0 0 0,4-1 0 0 0,0 3 0 0 0,6 3 0 0 0,5-1 0 0 0,5-5 0 0 0,5-3 0 0 0,2-5 0 0 0,7 2 0 0 0,3 0 0 0 0,0-1 0 0 0,4 3 0 0 0,0-1 0 0 0,3 5 0 0 0,4 4 0 0 0,5 5 0 0 0,3 3 0 0 0,7 3 0 0 0,9-4 0 0 0,8 0 0 0 0,5 0 0 0 0,3-4 0 0 0,4-5 0 0 0,5-1 0 0 0,-3 3 0 0 0,-2-2 0 0 0,-1-3 0 0 0,-6 0 0 0 0,3-1 0 0 0,8 3 0 0 0,2-2 0 0 0,6-3 0 0 0,0-3 0 0 0,-2-2 0 0 0,-2 2 0 0 0,1 1 0 0 0,5-2 0 0 0,5-1 0 0 0,5 4 0 0 0,-3-1 0 0 0,1 0 0 0 0,-4-3 0 0 0,0-1 0 0 0,-3-2 0 0 0,-5-1 0 0 0,2-1 0 0 0,3 0 0 0 0,5 0 0 0 0,3-1 0 0 0,-2 1 0 0 0,1 0 0 0 0,-5-1 0 0 0,1 1 0 0 0,2 0 0 0 0,-2 0 0 0 0,0 0 0 0 0,-3 0 0 0 0,2 0 0 0 0,-3 0 0 0 0,1 0 0 0 0,-2 0 0 0 0,-3 0 0 0 0,1 0 0 0 0,5 0 0 0 0,3-5 0 0 0,0-2 0 0 0,0 1 0 0 0,3 0 0 0 0,-3 2 0 0 0,1 2 0 0 0,-4 1 0 0 0,-10-5 0 0 0,0-1 0 0 0,3 1 0 0 0,-5-5 0 0 0,1 1 0 0 0,6-4 0 0 0,6 0 0 0 0,-1 4 0 0 0,-3 2 0 0 0,-9-2 0 0 0,0 0 0 0 0,-1 3 0 0 0,-7-4 0 0 0,-2 1 0 0 0,-1 1 0 0 0,1 3 0 0 0,-5-3 0 0 0,1 0 0 0 0,0 2 0 0 0,-2-4 0 0 0,0-5 0 0 0,2 1 0 0 0,-3-3 0 0 0,-5-4 0 0 0,-4-3 0 0 0,-4-2 0 0 0,-9-3 0 0 0,-8 5 0 0 0,-8 6 0 0 0,-1 1 0 0 0,-2-1 0 0 0,-3 2 0 0 0,-2 4 0 0 0,-7 4 0 0 0,-3-1 0 0 0,0 1 0 0 0,0 2 0 0 0,2-4 0 0 0,2 1 0 0 0,0 2 0 0 0,-4-3 0 0 0,-1 0 0 0 0,1 3 0 0 0,-4 1 0 0 0,-1 4 0 0 0,-2 0 0 0 0,-6 3 0 0 0,-4 0 0 0 0,2 0 0 0 0,4 0 0 0 0,6 1 0 0 0,4-1 0 0 0,-2 1 0 0 0,1-1 0 0 0,-4 0 0 0 0,1 0 0 0 0,2 0 0 0 0,2 0 0 0 0,3 0 0 0 0,2 0 0 0 0,-4 0 0 0 0,-1 0 0 0 0,1 0 0 0 0,1 0 0 0 0,2 0 0 0 0,1 0 0 0 0,1 0 0 0 0,1 0 0 0 0,1 5 0 0 0,-1 2 0 0 0,0 5 0 0 0,1 0 0 0 0,-1-1 0 0 0,1 2 0 0 0,4 4 0 0 0,2-1 0 0 0,0-2 0 0 0,-1-5 0 0 0,3 2 0 0 0,6 5 0 0 0,0-2 0 0 0,3 4 0 0 0,-2-3 0 0 0,2 3 0 0 0,3 2 0 0 0,-2-1 0 0 0,1 0 0 0 0,-3 4 0 0 0,1 1 0 0 0,3 4 0 0 0,3 1 0 0 0,-3-4 0 0 0,1-1 0 0 0,2 0 0 0 0,1 2 0 0 0,3 2 0 0 0,1 1 0 0 0,7-5 0 0 0,7-6 0 0 0,2 0 0 0 0,3-4 0 0 0,5-5 0 0 0,-2 3 0 0 0,1-2 0 0 0,3-2 0 0 0,1-3 0 0 0,-2 3 0 0 0,-1 1 0 0 0,2-2 0 0 0,1-2 0 0 0,3-1 0 0 0,1-2 0 0 0,1-2 0 0 0,0 1 0 0 0,1-2 0 0 0,1 1 0 0 0,-1 0 0 0 0,0-1 0 0 0,0 1 0 0 0,0 0 0 0 0,0 0 0 0 0,5 0 0 0 0,2 0 0 0 0,-1 0 0 0 0,-1 0 0 0 0,-1 0 0 0 0,-2 0 0 0 0,-1 0 0 0 0,0-5 0 0 0,-2-2 0 0 0,1 0 0 0 0,5 2 0 0 0,1 1 0 0 0,-5-4 0 0 0,-3 0 0 0 0,-1 1 0 0 0,0 1 0 0 0,0 3 0 0 0,1 1 0 0 0,1 1 0 0 0,0 1 0 0 0,0 0 0 0 0,6 0 0 0 0,2 0 0 0 0,-5-4 0 0 0,1-3 0 0 0,1 0 0 0 0,0 2 0 0 0,4-4 0 0 0,1 0 0 0 0,-2 1 0 0 0,-1-3 0 0 0,-2 0 0 0 0,-2 2 0 0 0,-1 3 0 0 0,-1 2 0 0 0,0 2 0 0 0,-1 1 0 0 0,-5-5 0 0 0,-1 0 0 0 0,0 0 0 0 0,-4-5 0 0 0,-6-4 0 0 0,-4-6 0 0 0,-5-4 0 0 0,-8 1 0 0 0,-8 1 0 0 0,-9-2 0 0 0,-5 4 0 0 0,-4 5 0 0 0,-2 0 0 0 0,-7 3 0 0 0,4-1 0 0 0,2 1 0 0 0,1-3 0 0 0,1 3 0 0 0,0 2 0 0 0,-5 4 0 0 0,-2 2 0 0 0,-6-2 0 0 0,-5-1 0 0 0,-5-3 0 0 0,-4-1 0 0 0,-4-3 0 0 0,0 1 0 0 0,3 2 0 0 0,3 5 0 0 0,4 2 0 0 0,1 2 0 0 0,3 2 0 0 0,0 1 0 0 0,2-5 0 0 0,3-1 0 0 0,0 0 0 0 0,0 1 0 0 0,-3 2 0 0 0,-3 1 0 0 0,0 0 0 0 0,3 2 0 0 0,5 0 0 0 0,3 0 0 0 0,3 6 0 0 0,2 1 0 0 0,1 5 0 0 0,1 1 0 0 0,-1-3 0 0 0,1-2 0 0 0,0 2 0 0 0,0 5 0 0 0,-1 0 0 0 0,1-3 0 0 0,4 3 0 0 0,2 2 0 0 0,0 0 0 0 0,4 2 0 0 0,0-3 0 0 0,-2 2 0 0 0,-2 2 0 0 0,2 4 0 0 0,1 2 0 0 0,-2 3 0 0 0,3 1 0 0 0,5 1 0 0 0,-1-5 0 0 0,3-1 0 0 0,4 0 0 0 0,3 0 0 0 0,3 3 0 0 0,1 0 0 0 0,7-3 0 0 0,8-7 0 0 0,1-1 0 0 0,4-3 0 0 0,4-4 0 0 0,3-4 0 0 0,-2 2 0 0 0,0 0 0 0 0,2-1 0 0 0,1-2 0 0 0,1-2 0 0 0,3-2 0 0 0,0 0 0 0 0,0-1 0 0 0,-4 5 0 0 0,-2 2 0 0 0,1-1 0 0 0,1-1 0 0 0,1-1 0 0 0,2-2 0 0 0,0-1 0 0 0,2 0 0 0 0,-1-1 0 0 0,1-1 0 0 0,1 1 0 0 0,-1 0 0 0 0,0 0 0 0 0,0-1 0 0 0,-6-4 0 0 0,-1-2 0 0 0,0-5 0 0 0,2 0 0 0 0,1 1 0 0 0,1 4 0 0 0,2-4 0 0 0,0-4 0 0 0,1 0 0 0 0,-5-2 0 0 0,-2 1 0 0 0,-5-1 0 0 0,-5-4 0 0 0,-6-3 0 0 0,-9-3 0 0 0,-9 4 0 0 0,-9 4 0 0 0,-1 2 0 0 0,-2 3 0 0 0,-3-1 0 0 0,-2 1 0 0 0,-2 4 0 0 0,4-2 0 0 0,1 1 0 0 0,-1 3 0 0 0,-1 2 0 0 0,-1 2 0 0 0,-2 3 0 0 0,-1-5 0 0 0,0-1 0 0 0,-1 1 0 0 0,0 1 0 0 0,0-4 0 0 0,-1 0 0 0 0,1 2 0 0 0,0 1 0 0 0,1 2 0 0 0,-7 2 0 0 0,-6-4 0 0 0,-6-1 0 0 0,-1 0 0 0 0,3 2 0 0 0,0-3 0 0 0,-4-1 0 0 0,3 1 0 0 0,3 2 0 0 0,5-3 0 0 0,3 0 0 0 0,4 2 0 0 0,1 1 0 0 0,1 3 0 0 0,1 1 0 0 0,0 1 0 0 0,0 1 0 0 0,0 0 0 0 0,-1 0 0 0 0,1 1 0 0 0,-1-1 0 0 0,-5 0 0 0 0,-7 0 0 0 0,-1 0 0 0 0,1 0 0 0 0,3 0 0 0 0,3 0 0 0 0,2 0 0 0 0,3 0 0 0 0,0 0 0 0 0,2 0 0 0 0,5 6 0 0 0,12 1 0 0 0,8 4 0 0 0,11 2 0 0 0,9 2 0 0 0,8 0 0 0 0,4-3 0 0 0,-2 1 0 0 0,1-1 0 0 0,0-2 0 0 0,1-4 0 0 0,2-2 0 0 0,0-2 0 0 0,-4 3 0 0 0,-1 2 0 0 0,0-1 0 0 0,7 4 0 0 0,4 1 0 0 0,0-3 0 0 0,0-1 0 0 0,-1 2 0 0 0,-1 0 0 0 0,0-1 0 0 0,-2-2 0 0 0,1-3 0 0 0,-2-1 0 0 0,1-1 0 0 0,0-1 0 0 0,5 0 0 0 0,1-1 0 0 0,6 1 0 0 0,0 0 0 0 0,-2 5 0 0 0,-2 1 0 0 0,-3 1 0 0 0,-3-2 0 0 0,-1-1 0 0 0,5-2 0 0 0,0 0 0 0 0,0-2 0 0 0,-1 0 0 0 0,-2 0 0 0 0,-1 0 0 0 0,-1-1 0 0 0,-1 1 0 0 0,0 0 0 0 0,-1 0 0 0 0,1 0 0 0 0,-1 0 0 0 0,1 0 0 0 0,0 0 0 0 0,-1 0 0 0 0,1 0 0 0 0,0 0 0 0 0,0 0 0 0 0,0 0 0 0 0,0 0 0 0 0,-1 0 0 0 0,1 0 0 0 0,0 0 0 0 0,0 0 0 0 0,0 0 0 0 0,-6-5 0 0 0,-6-8 0 0 0,-7-5 0 0 0,-11-1 0 0 0,-5-2 0 0 0,-7 2 0 0 0,-8 0 0 0 0,-5 2 0 0 0,-4 5 0 0 0,3 4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17340 3872 16383 0 0,'0'-5'0'0'0,"-5"-2"0"0"0,-8 0 0 0 0,0-3 0 0 0,-4-1 0 0 0,0-3 0 0 0,-1 0 0 0 0,-3 3 0 0 0,2-2 0 0 0,-1 1 0 0 0,-3-2 0 0 0,-2 1 0 0 0,-2-3 0 0 0,-2 2 0 0 0,4-3 0 0 0,1 3 0 0 0,5-3 0 0 0,0 3 0 0 0,-2 2 0 0 0,8 5 0 0 0,11 2 0 0 0,12 3 0 0 0,9 1 0 0 0,6 2 0 0 0,5-1 0 0 0,2 1 0 0 0,1 0 0 0 0,0-1 0 0 0,0 0 0 0 0,-1 1 0 0 0,0-1 0 0 0,-1 0 0 0 0,0 0 0 0 0,0 0 0 0 0,5 0 0 0 0,2 0 0 0 0,-1 0 0 0 0,-1 5 0 0 0,-1 2 0 0 0,-2 0 0 0 0,-1-2 0 0 0,-1-1 0 0 0,0-2 0 0 0,5-1 0 0 0,-4 5 0 0 0,4 1 0 0 0,5-1 0 0 0,2 0 0 0 0,4-3 0 0 0,-2-1 0 0 0,-2-1 0 0 0,-3 0 0 0 0,-4-1 0 0 0,-3-1 0 0 0,-1 1 0 0 0,-1 0 0 0 0,0 0 0 0 0,-1-1 0 0 0,0 1 0 0 0,5 0 0 0 0,3 0 0 0 0,-1 0 0 0 0,-1 6 0 0 0,-1 0 0 0 0,-2 1 0 0 0,-1-1 0 0 0,-1-3 0 0 0,0 0 0 0 0,0-2 0 0 0,-11-1 0 0 0,-14-5 0 0 0,-13-2 0 0 0,-11-5 0 0 0,-7-1 0 0 0,-5-3 0 0 0,-3 1 0 0 0,-5 4 0 0 0,-3-3 0 0 0,1 2 0 0 0,-3-3 0 0 0,1 2 0 0 0,1-2 0 0 0,-2 0 0 0 0,1 4 0 0 0,-3-1 0 0 0,-4 0 0 0 0,-5-2 0 0 0,2 1 0 0 0,0-3 0 0 0,-8-3 0 0 0,-9-4 0 0 0,-3 1 0 0 0,-6 0 0 0 0,1 4 0 0 0,-3 4 0 0 0,2 0 0 0 0,4-3 0 0 0,-1 1 0 0 0,1-1 0 0 0,-2-4 0 0 0,-10-3 0 0 0,-5 2 0 0 0,2 0 0 0 0,1-2 0 0 0,-1 4 0 0 0,-1-1 0 0 0,-1-1 0 0 0,-5 2 0 0 0,-3 0 0 0 0,-5-2 0 0 0,9 3 0 0 0,1-1 0 0 0,-5 3 0 0 0,-7-1 0 0 0,-1 3 0 0 0,2 4 0 0 0,-2-2 0 0 0,1 2 0 0 0,4-3 0 0 0,2 2 0 0 0,3-4 0 0 0,-2 2 0 0 0,-7-2 0 0 0,5 2 0 0 0,10 2 0 0 0,-2-1 0 0 0,5 2 0 0 0,2 2 0 0 0,0-2 0 0 0,3 0 0 0 0,1 3 0 0 0,4 2 0 0 0,4-3 0 0 0,5 0 0 0 0,-2 2 0 0 0,6 1 0 0 0,3 3 0 0 0,2 1 0 0 0,6 1 0 0 0,2 1 0 0 0,-1 0 0 0 0,3 1 0 0 0,0-1 0 0 0,3 0 0 0 0,4 1 0 0 0,5-1 0 0 0,13 0 0 0 0,17 5 0 0 0,14 2 0 0 0,13 0 0 0 0,7-2 0 0 0,10 4 0 0 0,4 0 0 0 0,0-1 0 0 0,0-2 0 0 0,-3-2 0 0 0,-2-2 0 0 0,-2-1 0 0 0,-1-1 0 0 0,-1 0 0 0 0,5 0 0 0 0,1-1 0 0 0,0 1 0 0 0,-1 0 0 0 0,-2-1 0 0 0,5 1 0 0 0,-1 0 0 0 0,6 0 0 0 0,-1 0 0 0 0,-2 0 0 0 0,-3 0 0 0 0,-2 0 0 0 0,-3 0 0 0 0,-1 0 0 0 0,4 0 0 0 0,2 0 0 0 0,-1 0 0 0 0,-2 0 0 0 0,5 0 0 0 0,5 0 0 0 0,6 0 0 0 0,-1 0 0 0 0,-4 0 0 0 0,-3 0 0 0 0,-5 0 0 0 0,-4 0 0 0 0,-1 0 0 0 0,-2 0 0 0 0,-1-5 0 0 0,0-2 0 0 0,0 1 0 0 0,0 0 0 0 0,0 2 0 0 0,6 2 0 0 0,2-5 0 0 0,-1 0 0 0 0,-1 0 0 0 0,-1 2 0 0 0,-2 2 0 0 0,-1 1 0 0 0,0 1 0 0 0,-2-5 0 0 0,1-1 0 0 0,0 1 0 0 0,-1 1 0 0 0,1 1 0 0 0,-1 2 0 0 0,1 1 0 0 0,0 1 0 0 0,0 0 0 0 0,-6-5 0 0 0,-1-2 0 0 0,0 1 0 0 0,2 0 0 0 0,-4-2 0 0 0,-11-2 0 0 0,-13 2 0 0 0,-11 3 0 0 0,-3-4 0 0 0,-4-1 0 0 0,-5 3 0 0 0,-2 1 0 0 0,-2-3 0 0 0,-2 0 0 0 0,0 2 0 0 0,-1 1 0 0 0,0 3 0 0 0,1 1 0 0 0,10 1 0 0 0,14 1 0 0 0,9 5 0 0 0,8 3 0 0 0,9-1 0 0 0,6 4 0 0 0,3 0 0 0 0,3-2 0 0 0,-4 3 0 0 0,-1-1 0 0 0,0-2 0 0 0,1-3 0 0 0,1-2 0 0 0,1-1 0 0 0,0 3 0 0 0,2 1 0 0 0,0-1 0 0 0,0-1 0 0 0,0-2 0 0 0,0 4 0 0 0,5 1 0 0 0,2-1 0 0 0,5-2 0 0 0,0-1 0 0 0,-2-2 0 0 0,-2-1 0 0 0,-3-1 0 0 0,-3 0 0 0 0,-1 0 0 0 0,5 0 0 0 0,0-1 0 0 0,0 1 0 0 0,-1 0 0 0 0,-2 0 0 0 0,-1 0 0 0 0,-1 0 0 0 0,4 0 0 0 0,2 0 0 0 0,-1 0 0 0 0,-1 0 0 0 0,-2 0 0 0 0,-1 0 0 0 0,5 0 0 0 0,-5 0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1515 16383 0 0,'13'-15'0'0'0,"7"-4"0"0"0,-5-2 0 0 0,1 3 0 0 0,-3-1 0 0 0,-3-2 0 0 0,2 2 0 0 0,-1-1 0 0 0,-3-1 0 0 0,-2-4 0 0 0,3 3 0 0 0,-1 0 0 0 0,5 4 0 0 0,-1-1 0 0 0,3 4 0 0 0,-1-2 0 0 0,-2-2 0 0 0,-5-4 0 0 0,4 2 0 0 0,-2 0 0 0 0,4-3 0 0 0,-1-1 0 0 0,-2-3 0 0 0,-3-1 0 0 0,3 4 0 0 0,-1 1 0 0 0,-7 17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9886 958 16383 0 0,'-3'12'0'0'0,"-5"11"0"0"0,-4-2 0 0 0,-1-1 0 0 0,3 3 0 0 0,2 2 0 0 0,-3 3 0 0 0,-4 0 0 0 0,0 3 0 0 0,-3-6 0 0 0,3-1 0 0 0,2 1 0 0 0,0 1 0 0 0,1-9 0 0 0,2-13 0 0 0,9-7 0 0 0,5-8 0 0 0,6-7 0 0 0,7-1 0 0 0,1-3 0 0 0,-3-2 0 0 0,-4-3 0 0 0,-4-1 0 0 0,2 3 0 0 0,0 1 0 0 0,3 5 0 0 0,0 0 0 0 0,-2-2 0 0 0,-3-3 0 0 0,2-2 0 0 0,-1 4 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9909 958 16383 0 0,'-3'3'0'0'0,"-15"21"0"0"0,4 2 0 0 0,0-3 0 0 0,-4-6 0 0 0,2 0 0 0 0,-2 2 0 0 0,2 3 0 0 0,4 4 0 0 0,-1-4 0 0 0,1 0 0 0 0,-2-3 0 0 0,1 0 0 0 0,3 2 0 0 0,3 3 0 0 0,-3-3 0 0 0,-4 0 0 0 0,0 2 0 0 0,-3-3 0 0 0,1 1 0 0 0,-2-4 0 0 0,6-3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9889 958 16383 0 0,'-12'24'0'0'0,"-3"8"0"0"0,3 0 0 0 0,3 0 0 0 0,-2-1 0 0 0,1 0 0 0 0,-4-5 0 0 0,2-3 0 0 0,-3-4 0 0 0,1 0 0 0 0,3 1 0 0 0,3 3 0 0 0,3 3 0 0 0,-2-3 0 0 0,-1-1 0 0 0,1 2 0 0 0,-3-3 0 0 0,0-1 0 0 0,2-8 0 0 0,1-12 0 0 0,9-5 0 0 0,3-8 0 0 0,0-7 0 0 0,0-4 0 0 0,5-5 0 0 0,0-2 0 0 0,-2 0 0 0 0,3 4 0 0 0,0 1 0 0 0,4 1 0 0 0,-2-1 0 0 0,-2-2 0 0 0,-4 0 0 0 0,-2-2 0 0 0,3 5 0 0 0,0 1 0 0 0,-2 0 0 0 0,4 3 0 0 0,0 1 0 0 0,-8 17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9978 958 16383 0 0,'0'18'0'0'0,"-5"7"0"0"0,-3 0 0 0 0,1 1 0 0 0,1 2 0 0 0,2 1 0 0 0,-3-4 0 0 0,-2-2 0 0 0,2 1 0 0 0,-4-3 0 0 0,1-1 0 0 0,1 2 0 0 0,-2 3 0 0 0,0 1 0 0 0,2 3 0 0 0,-3-5 0 0 0,1 0 0 0 0,3 0 0 0 0,-4-3 0 0 0,1 0 0 0 0,3 1 0 0 0,2 2 0 0 0,-3-2 0 0 0,0-1 0 0 0,-4 3 0 0 0,1 1 0 0 0,-4-3 0 0 0,2 0 0 0 0,3 1 0 0 0,3 3 0 0 0,3 1 0 0 0,-3-4 0 0 0,1 0 0 0 0,-5-4 0 0 0,0 0 0 0 0,2 2 0 0 0,3 2 0 0 0,-3-2 0 0 0,1 0 0 0 0,-4-3 0 0 0,0 0 0 0 0,3 3 0 0 0,3 3 0 0 0,-3-3 0 0 0,-5-5 0 0 0,1 0 0 0 0,-3-2 0 0 0,1 1 0 0 0,-2-2 0 0 0,-2-3 0 0 0,-4-3 0 0 0,2 2 0 0 0,0 0 0 0 0,-1-2 0 0 0,20-5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1509 16383 0 0,'6'-3'0'0'0,"19"-13"0"0"0,-2 3 0 0 0,1 2 0 0 0,-3-1 0 0 0,-1 1 0 0 0,-3-3 0 0 0,0 1 0 0 0,3 3 0 0 0,-2-2 0 0 0,1 0 0 0 0,3-2 0 0 0,2-4 0 0 0,3 0 0 0 0,2-1 0 0 0,1-3 0 0 0,1 2 0 0 0,-5 0 0 0 0,-1 3 0 0 0,-1 4 0 0 0,-3-1 0 0 0,-1-3 0 0 0,2 1 0 0 0,3-1 0 0 0,-4-4 0 0 0,0 2 0 0 0,3 4 0 0 0,-4 0 0 0 0,0 2 0 0 0,-3-2 0 0 0,-10 1 0 0 0,-11 4 0 0 0,-5 8 0 0 0,-6 5 0 0 0,-6 2 0 0 0,0 5 0 0 0,-1 6 0 0 0,-2 0 0 0 0,-2-2 0 0 0,3 2 0 0 0,6 3 0 0 0,0-2 0 0 0,3 2 0 0 0,-1-3 0 0 0,2 2 0 0 0,-2-3 0 0 0,1 2 0 0 0,-2-2 0 0 0,-3-4 0 0 0,1 1 0 0 0,4 5 0 0 0,-2 4 0 0 0,-2-2 0 0 0,2 2 0 0 0,-3 2 0 0 0,-2-2 0 0 0,-3-1 0 0 0,2 3 0 0 0,0-3 0 0 0,3 0 0 0 0,1-3 0 0 0,2 1 0 0 0,5 2 0 0 0,-2-2 0 0 0,2 1 0 0 0,2 3 0 0 0,-2-3 0 0 0,6-4 0 0 0,4-10 0 0 0,7-6 0 0 0,8-8 0 0 0,2-8 0 0 0,2-6 0 0 0,5-4 0 0 0,3-3 0 0 0,-3-2 0 0 0,0 0 0 0 0,1 4 0 0 0,-3 3 0 0 0,-5 0 0 0 0,-6-1 0 0 0,1 4 0 0 0,4 0 0 0 0,-1-1 0 0 0,3 4 0 0 0,-2-1 0 0 0,2-2 0 0 0,-2-3 0 0 0,2 4 0 0 0,-2-1 0 0 0,-4-1 0 0 0,2 3 0 0 0,-2-1 0 0 0,3 4 0 0 0,-1-1 0 0 0,3-2 0 0 0,-2-3 0 0 0,-3-3 0 0 0,2 3 0 0 0,-2 0 0 0 0,-2-1 0 0 0,2 3 0 0 0,0 0 0 0 0,-8 4 0 0 0,-9 5 0 0 0,-4 9 0 0 0,-5 5 0 0 0,-1 8 0 0 0,-2 2 0 0 0,2 5 0 0 0,-2-2 0 0 0,2 3 0 0 0,-1-2 0 0 0,2 2 0 0 0,-1 2 0 0 0,1 4 0 0 0,-1-3 0 0 0,11-15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9984 979 16383 0 0,'-14'15'0'0'0,"-4"9"0"0"0,-1 1 0 0 0,2 3 0 0 0,-1-4 0 0 0,3-1 0 0 0,4 1 0 0 0,-2 2 0 0 0,-4-4 0 0 0,2 0 0 0 0,-3 1 0 0 0,2 2 0 0 0,-1 3 0 0 0,-4 0 0 0 0,3 2 0 0 0,-2 1 0 0 0,-2-5 0 0 0,2-2 0 0 0,0-5 0 0 0,3 0 0 0 0,4 2 0 0 0,0-3 0 0 0,11-15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2013 16383 0 0,'15'-11'0'0'0,"5"-6"0"0"0,3-5 0 0 0,2-3 0 0 0,2-3 0 0 0,2 3 0 0 0,-4 1 0 0 0,-1-1 0 0 0,1-1 0 0 0,0-2 0 0 0,3 5 0 0 0,-4 0 0 0 0,-2 4 0 0 0,-3 0 0 0 0,0-1 0 0 0,-4-4 0 0 0,1 3 0 0 0,4 0 0 0 0,-3-2 0 0 0,2 3 0 0 0,3 5 0 0 0,-3 0 0 0 0,-4-3 0 0 0,0 1 0 0 0,4-1 0 0 0,-3-3 0 0 0,2 2 0 0 0,-2 0 0 0 0,1 2 0 0 0,4 4 0 0 0,-3-1 0 0 0,-4-3 0 0 0,1 1 0 0 0,3-1 0 0 0,-1-4 0 0 0,1 2 0 0 0,-2-1 0 0 0,1 3 0 0 0,-1-1 0 0 0,0 2 0 0 0,-1 0 0 0 0,1 1 0 0 0,-2-1 0 0 0,3 2 0 0 0,-3-3 0 0 0,-3-2 0 0 0,2 1 0 0 0,-2 9 0 0 0,-7 6 0 0 0,-10 4 0 0 0,-4 6 0 0 0,-6 3 0 0 0,1 5 0 0 0,2 4 0 0 0,-2 0 0 0 0,-3-4 0 0 0,1 1 0 0 0,3 3 0 0 0,-1-2 0 0 0,3 2 0 0 0,-3 3 0 0 0,1 2 0 0 0,-1-2 0 0 0,1 0 0 0 0,-2 1 0 0 0,-4-2 0 0 0,2-1 0 0 0,3 3 0 0 0,0 1 0 0 0,-3-2 0 0 0,1 0 0 0 0,4 1 0 0 0,-1-3 0 0 0,-4 1 0 0 0,-3 1 0 0 0,1 2 0 0 0,-1-2 0 0 0,3 0 0 0 0,-1 1 0 0 0,-2 3 0 0 0,3 1 0 0 0,-2-3 0 0 0,4-1 0 0 0,-2-5 0 0 0,3 1 0 0 0,-2 2 0 0 0,-2-3 0 0 0,1 1 0 0 0,-1 3 0 0 0,2 2 0 0 0,-1-2 0 0 0,-2-6 0 0 0,1 1 0 0 0,5 2 0 0 0,-1-2 0 0 0,2 1 0 0 0,-1-2 0 0 0,6-5 0 0 0,10-3 0 0 0,10-8 0 0 0,2-10 0 0 0,5-3 0 0 0,4-5 0 0 0,4-4 0 0 0,-3-4 0 0 0,-1 3 0 0 0,2 0 0 0 0,1-2 0 0 0,-4-1 0 0 0,1 3 0 0 0,0 1 0 0 0,-3-2 0 0 0,0-1 0 0 0,3-2 0 0 0,1 3 0 0 0,-2 1 0 0 0,-6-1 0 0 0,0-1 0 0 0,3 2 0 0 0,-2 2 0 0 0,1-3 0 0 0,3 4 0 0 0,-2 0 0 0 0,1-2 0 0 0,-3-3 0 0 0,0 4 0 0 0,4-1 0 0 0,-3-1 0 0 0,2 3 0 0 0,-4-1 0 0 0,2-1 0 0 0,-3-3 0 0 0,2 4 0 0 0,2-1 0 0 0,-1-1 0 0 0,2 3 0 0 0,-4-1 0 0 0,2 4 0 0 0,-3 0 0 0 0,2-4 0 0 0,-3-2 0 0 0,3-3 0 0 0,2 3 0 0 0,4 0 0 0 0,-2-1 0 0 0,1 3 0 0 0,-4 0 0 0 0,1 4 0 0 0,-3-1 0 0 0,-5-2 0 0 0,2 2 0 0 0,-2-1 0 0 0,-2-3 0 0 0,2 3 0 0 0,-6 4 0 0 0,-9 11 0 0 0,-9 5 0 0 0,-8 8 0 0 0,-5 7 0 0 0,-4 2 0 0 0,4 3 0 0 0,0 2 0 0 0,0-2 0 0 0,4 1 0 0 0,1-4 0 0 0,-1 0 0 0 0,-3 3 0 0 0,-2 3 0 0 0,-1 2 0 0 0,3 3 0 0 0,2-5 0 0 0,-2-5 0 0 0,5-1 0 0 0,4 1 0 0 0,1-2 0 0 0,-3-4 0 0 0,-3 1 0 0 0,2 3 0 0 0,-2 4 0 0 0,-2-1 0 0 0,3 1 0 0 0,0 2 0 0 0,-3-3 0 0 0,-1-5 0 0 0,2 1 0 0 0,5 2 0 0 0,-5-1 0 0 0,2 1 0 0 0,-2-3 0 0 0,-2 3 0 0 0,3 2 0 0 0,0-2 0 0 0,-1 2 0 0 0,-3-4 0 0 0,3 2 0 0 0,0 3 0 0 0,-2 2 0 0 0,-1-2 0 0 0,3 1 0 0 0,0-4 0 0 0,4 1 0 0 0,0-4 0 0 0,2 2 0 0 0,0 3 0 0 0,-4-3 0 0 0,3 3 0 0 0,3 1 0 0 0,10-7 0 0 0,10-6 0 0 0,5-9 0 0 0,5-6 0 0 0,0-6 0 0 0,3 0 0 0 0,-2-5 0 0 0,1 2 0 0 0,-2-2 0 0 0,1 3 0 0 0,-2-3 0 0 0,2 3 0 0 0,2 4 0 0 0,-1-2 0 0 0,2-4 0 0 0,2-4 0 0 0,2-4 0 0 0,3-2 0 0 0,3 2 0 0 0,-5 1 0 0 0,-1-1 0 0 0,0-1 0 0 0,2-2 0 0 0,-4-1 0 0 0,0 4 0 0 0,2 2 0 0 0,-5-2 0 0 0,2 0 0 0 0,1 3 0 0 0,-3 0 0 0 0,1-1 0 0 0,2 3 0 0 0,-3 0 0 0 0,1 3 0 0 0,-3-1 0 0 0,-5-2 0 0 0,2 2 0 0 0,2-1 0 0 0,0-3 0 0 0,2 3 0 0 0,-3-1 0 0 0,3 3 0 0 0,-3-1 0 0 0,2 3 0 0 0,-3-2 0 0 0,-8 3 0 0 0,-11 3 0 0 0,-4 9 0 0 0,-6 5 0 0 0,-6 7 0 0 0,-4 7 0 0 0,-4 0 0 0 0,4 4 0 0 0,1-3 0 0 0,-2 1 0 0 0,7-3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9965 1064 16383 0 0,'-10'10'0'0'0,"-12"12"0"0"0,-2 0 0 0 0,-1 2 0 0 0,-2-4 0 0 0,4 0 0 0 0,0 3 0 0 0,-1 1 0 0 0,-2-2 0 0 0,-1-5 0 0 0,3-1 0 0 0,7 3 0 0 0,0-3 0 0 0,-2-3 0 0 0,2 1 0 0 0,-1-1 0 0 0,6-2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9885 1109 16383 0 0,'4'-22'0'0'0,"3"-2"0"0"0,0 0 0 0 0,3 4 0 0 0,1 0 0 0 0,-2-2 0 0 0,-2-2 0 0 0,2 2 0 0 0,-5 6 0 0 0,-8 5 0 0 0,-9 5 0 0 0,-8 8 0 0 0,20-2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2023 16383 0 0,'3'7'0'0'0,"12"1"0"0"0,7-3 0 0 0,7-2 0 0 0,2-2 0 0 0,2-1 0 0 0,0 0 0 0 0,0-1 0 0 0,-1 1 0 0 0,0-1 0 0 0,0 1 0 0 0,4 0 0 0 0,2 0 0 0 0,0 0 0 0 0,-2 0 0 0 0,-2 0 0 0 0,5 0 0 0 0,5 0 0 0 0,6 0 0 0 0,5 0 0 0 0,4 0 0 0 0,-4 0 0 0 0,0 0 0 0 0,-4 0 0 0 0,0 0 0 0 0,1 0 0 0 0,-3 0 0 0 0,2 0 0 0 0,-4 0 0 0 0,1 0 0 0 0,3 0 0 0 0,-2 0 0 0 0,6 0 0 0 0,0 0 0 0 0,0 0 0 0 0,1 0 0 0 0,-3 0 0 0 0,0 0 0 0 0,-4 0 0 0 0,0 0 0 0 0,7 0 0 0 0,0 0 0 0 0,1 0 0 0 0,0 0 0 0 0,2 0 0 0 0,-4 0 0 0 0,-1 0 0 0 0,1 0 0 0 0,-4 0 0 0 0,0 0 0 0 0,2 0 0 0 0,-3 0 0 0 0,-5 0 0 0 0,-4 0 0 0 0,-5 0 0 0 0,-2 0 0 0 0,-3 0 0 0 0,0 0 0 0 0,-1 0 0 0 0,0 0 0 0 0,0 0 0 0 0,0 0 0 0 0,0 0 0 0 0,1 0 0 0 0,-1 0 0 0 0,1 0 0 0 0,0 0 0 0 0,-11 0 0 0 0,-13 0 0 0 0,-14 0 0 0 0,-10 0 0 0 0,-9 0 0 0 0,-4 0 0 0 0,-2 0 0 0 0,-2 0 0 0 0,1 0 0 0 0,-5 0 0 0 0,-2 0 0 0 0,2 0 0 0 0,1 0 0 0 0,2 0 0 0 0,2 0 0 0 0,1 0 0 0 0,0 0 0 0 0,2 0 0 0 0,-1 0 0 0 0,-4 0 0 0 0,-3 0 0 0 0,1 0 0 0 0,-4 0 0 0 0,4 5 0 0 0,-1 2 0 0 0,1-1 0 0 0,0 0 0 0 0,-3-2 0 0 0,0-2 0 0 0,-4-1 0 0 0,0 0 0 0 0,3-1 0 0 0,2 0 0 0 0,4-1 0 0 0,-4 6 0 0 0,-5 2 0 0 0,0-1 0 0 0,-4 0 0 0 0,2-3 0 0 0,-3 0 0 0 0,-2 3 0 0 0,1 2 0 0 0,-1-2 0 0 0,3 0 0 0 0,5-3 0 0 0,4-1 0 0 0,3 4 0 0 0,-2 2 0 0 0,-6-2 0 0 0,0-1 0 0 0,-3-1 0 0 0,1-2 0 0 0,3-1 0 0 0,-2-1 0 0 0,-3 0 0 0 0,-4 0 0 0 0,-4 5 0 0 0,2 2 0 0 0,6-1 0 0 0,5-1 0 0 0,5 4 0 0 0,3 0 0 0 0,3 5 0 0 0,12-2 0 0 0,15-1 0 0 0,13-4 0 0 0,10-2 0 0 0,8-2 0 0 0,10 3 0 0 0,4 1 0 0 0,0-1 0 0 0,-1-1 0 0 0,-2-2 0 0 0,-2-1 0 0 0,-2-1 0 0 0,-1 0 0 0 0,4-1 0 0 0,2-1 0 0 0,4 1 0 0 0,1 0 0 0 0,3-1 0 0 0,-1 1 0 0 0,3 5 0 0 0,3 2 0 0 0,-2 0 0 0 0,-3-2 0 0 0,0-1 0 0 0,3-1 0 0 0,4-2 0 0 0,-2-1 0 0 0,1 0 0 0 0,2 0 0 0 0,-3 0 0 0 0,5 0 0 0 0,4-1 0 0 0,-2 1 0 0 0,3 0 0 0 0,-2 0 0 0 0,-2 0 0 0 0,1 0 0 0 0,-5 0 0 0 0,0 0 0 0 0,6 0 0 0 0,-2 0 0 0 0,0 0 0 0 0,-4 0 0 0 0,-1 0 0 0 0,1 5 0 0 0,-3 2 0 0 0,1 0 0 0 0,-4-2 0 0 0,1-1 0 0 0,3-2 0 0 0,3 0 0 0 0,-2-2 0 0 0,0 0 0 0 0,2 0 0 0 0,2 0 0 0 0,-2-1 0 0 0,-2 1 0 0 0,3 5 0 0 0,-4 2 0 0 0,-5 0 0 0 0,-5-2 0 0 0,-5-1 0 0 0,-2-2 0 0 0,-3 0 0 0 0,-1-2 0 0 0,0 0 0 0 0,0 0 0 0 0,-5 5 0 0 0,-7 7 0 0 0,-12 1 0 0 0,-12-1 0 0 0,-10-3 0 0 0,-8-3 0 0 0,-5-2 0 0 0,-2-3 0 0 0,-2 0 0 0 0,0-1 0 0 0,0 5 0 0 0,0 1 0 0 0,1 0 0 0 0,1-1 0 0 0,-6-1 0 0 0,-1-2 0 0 0,1-1 0 0 0,1-1 0 0 0,1 0 0 0 0,2 0 0 0 0,1 5 0 0 0,1 2 0 0 0,0-1 0 0 0,1 0 0 0 0,-6-3 0 0 0,-2 0 0 0 0,1-2 0 0 0,-4-1 0 0 0,-1 6 0 0 0,2 0 0 0 0,-2 1 0 0 0,0-2 0 0 0,2-2 0 0 0,-3 0 0 0 0,-4-2 0 0 0,1-1 0 0 0,-3 0 0 0 0,-3 0 0 0 0,-4 0 0 0 0,3-1 0 0 0,5 1 0 0 0,1 5 0 0 0,2 2 0 0 0,-1 0 0 0 0,2-2 0 0 0,2-1 0 0 0,0 3 0 0 0,-5 2 0 0 0,-5-2 0 0 0,-4 3 0 0 0,-2 1 0 0 0,-3-2 0 0 0,-1 2 0 0 0,5 0 0 0 0,2-2 0 0 0,9 3 0 0 0,9-1 0 0 0,-1-3 0 0 0,1-1 0 0 0,1-4 0 0 0,2-1 0 0 0,2-1 0 0 0,0 4 0 0 0,1 2 0 0 0,1-1 0 0 0,-1-1 0 0 0,6 4 0 0 0,12 0 0 0 0,13-1 0 0 0,13-3 0 0 0,8-1 0 0 0,7-2 0 0 0,3-1 0 0 0,2-1 0 0 0,0 0 0 0 0,1 0 0 0 0,-2-1 0 0 0,1 1 0 0 0,-2 0 0 0 0,1 0 0 0 0,-1 0 0 0 0,5 0 0 0 0,7 0 0 0 0,1 0 0 0 0,4 0 0 0 0,-1 0 0 0 0,2 0 0 0 0,-3 0 0 0 0,-3 0 0 0 0,2 0 0 0 0,8 0 0 0 0,1 0 0 0 0,1 0 0 0 0,2 0 0 0 0,-3 0 0 0 0,-1 0 0 0 0,2 0 0 0 0,1 0 0 0 0,-3 0 0 0 0,0 0 0 0 0,1 0 0 0 0,-3 0 0 0 0,0 0 0 0 0,2 0 0 0 0,2 0 0 0 0,-3 0 0 0 0,1 0 0 0 0,-4 0 0 0 0,-5 0 0 0 0,-5 0 0 0 0,-3 0 0 0 0,2 0 0 0 0,0 0 0 0 0,-1 0 0 0 0,3 0 0 0 0,1 0 0 0 0,3 0 0 0 0,0 0 0 0 0,3 0 0 0 0,-2 0 0 0 0,-3 0 0 0 0,-3-6 0 0 0,-3-1 0 0 0,-3 1 0 0 0,-1 0 0 0 0,-2 3 0 0 0,1 0 0 0 0,-12 2 0 0 0,-13 0 0 0 0,-13 1 0 0 0,-11 1 0 0 0,-8-1 0 0 0,-4 0 0 0 0,-2 0 0 0 0,-2 1 0 0 0,1-1 0 0 0,0 0 0 0 0,-5 0 0 0 0,-1 0 0 0 0,1 0 0 0 0,2 0 0 0 0,1 0 0 0 0,-3 0 0 0 0,-7 0 0 0 0,1 0 0 0 0,-4 0 0 0 0,1 0 0 0 0,4 0 0 0 0,-2 0 0 0 0,2 0 0 0 0,3 0 0 0 0,2 0 0 0 0,4 5 0 0 0,-4 2 0 0 0,0 0 0 0 0,0-2 0 0 0,3-1 0 0 0,1-2 0 0 0,1-1 0 0 0,-4 0 0 0 0,-6-1 0 0 0,-7 5 0 0 0,1 2 0 0 0,-3-1 0 0 0,3 4 0 0 0,5 1 0 0 0,3-2 0 0 0,5 3 0 0 0,3-1 0 0 0,1-2 0 0 0,2-3 0 0 0,-1-2 0 0 0,2-1 0 0 0,-1-3 0 0 0,-1 6 0 0 0,1 0 0 0 0,-1 0 0 0 0,6 4 0 0 0,1 1 0 0 0,0-2 0 0 0,-2 2 0 0 0,-1 0 0 0 0,-1-2 0 0 0,-2-2 0 0 0,0-3 0 0 0,-1-2 0 0 0,5 4 0 0 0,2 1 0 0 0,0-1 0 0 0,3 4 0 0 0,1 1 0 0 0,-2-3 0 0 0,3 4 0 0 0,-1-1 0 0 0,4 3 0 0 0,9 0 0 0 0,11-4 0 0 0,11-2 0 0 0,7 1 0 0 0,5 1 0 0 0,4-3 0 0 0,2-1 0 0 0,0-3 0 0 0,0-1 0 0 0,-1-1 0 0 0,0-1 0 0 0,0-1 0 0 0,-1 1 0 0 0,0-1 0 0 0,0 1 0 0 0,-1 0 0 0 0,6 0 0 0 0,2 0 0 0 0,5 0 0 0 0,0 0 0 0 0,-2 0 0 0 0,3 0 0 0 0,9 0 0 0 0,2 0 0 0 0,1 0 0 0 0,1 0 0 0 0,-2 0 0 0 0,-2 0 0 0 0,-3 0 0 0 0,-1 0 0 0 0,2 0 0 0 0,4 0 0 0 0,2 0 0 0 0,-4 0 0 0 0,6 0 0 0 0,-2 0 0 0 0,-6 0 0 0 0,-1 0 0 0 0,7 0 0 0 0,-1 0 0 0 0,0 0 0 0 0,-4 0 0 0 0,0 0 0 0 0,1 0 0 0 0,-3 0 0 0 0,1 0 0 0 0,1 5 0 0 0,-2 2 0 0 0,-4 0 0 0 0,-6-2 0 0 0,-3-1 0 0 0,2-2 0 0 0,-1-1 0 0 0,-1 0 0 0 0,-1-1 0 0 0,-3 0 0 0 0,5-1 0 0 0,0 1 0 0 0,0 0 0 0 0,-7 5 0 0 0,-4 2 0 0 0,-1-1 0 0 0,1 0 0 0 0,0-3 0 0 0,1 0 0 0 0,2-2 0 0 0,0 0 0 0 0,-5 4 0 0 0,-1 2 0 0 0,-10-1 0 0 0,-13-1 0 0 0,-6 4 0 0 0,-8 0 0 0 0,-7-1 0 0 0,-5-2 0 0 0,-4-3 0 0 0,-2 0 0 0 0,-1-2 0 0 0,0-1 0 0 0,0 5 0 0 0,0 1 0 0 0,0 1 0 0 0,1-2 0 0 0,0-2 0 0 0,0-1 0 0 0,0 0 0 0 0,0-2 0 0 0,1 0 0 0 0,-1 0 0 0 0,0 0 0 0 0,0-1 0 0 0,1 1 0 0 0,-1 0 0 0 0,0 0 0 0 0,0 0 0 0 0,0 0 0 0 0,6 5 0 0 0,1 2 0 0 0,0 0 0 0 0,-2-2 0 0 0,-1-1 0 0 0,-1-2 0 0 0,3 5 0 0 0,2 0 0 0 0,-1 0 0 0 0,-2-2 0 0 0,-1-2 0 0 0,-2 0 0 0 0,-1 3 0 0 0,0 1 0 0 0,-1 0 0 0 0,-5-2 0 0 0,-8-2 0 0 0,-1-1 0 0 0,2-1 0 0 0,3 0 0 0 0,3-1 0 0 0,3-1 0 0 0,1 1 0 0 0,2 0 0 0 0,0 0 0 0 0,1-1 0 0 0,0 1 0 0 0,-1 5 0 0 0,1 2 0 0 0,-1 0 0 0 0,1-2 0 0 0,-1-1 0 0 0,0 4 0 0 0,0 0 0 0 0,0-1 0 0 0,1-1 0 0 0,-1-3 0 0 0,0 5 0 0 0,5 5 0 0 0,13 1 0 0 0,13 3 0 0 0,12-1 0 0 0,10-4 0 0 0,0 2 0 0 0,2-2 0 0 0,3-2 0 0 0,1 1 0 0 0,1 0 0 0 0,2-3 0 0 0,-6 3 0 0 0,0 0 0 0 0,-1-3 0 0 0,2 4 0 0 0,1-2 0 0 0,-3 4 0 0 0,-1-1 0 0 0,0-2 0 0 0,3-4 0 0 0,-4 3 0 0 0,-1-1 0 0 0,-3 4 0 0 0,1 0 0 0 0,1-3 0 0 0,4-3 0 0 0,-4 2 0 0 0,2 1 0 0 0,-4 3 0 0 0,0-1 0 0 0,-2 3 0 0 0,0 0 0 0 0,4-4 0 0 0,-2 2 0 0 0,-4 4 0 0 0,0-1 0 0 0,4-3 0 0 0,-1 1 0 0 0,-4 4 0 0 0,1-2 0 0 0,-7-2 0 0 0,-10-5 0 0 0,-9-4 0 0 0,-9-2 0 0 0,-5-2 0 0 0,-4-1 0 0 0,-2-5 0 0 0,0-3 0 0 0,-1 0 0 0 0,0 2 0 0 0,6-3 0 0 0,3-1 0 0 0,-1-3 0 0 0,-6 0 0 0 0,-3-2 0 0 0,-1-5 0 0 0,0 1 0 0 0,6 0 0 0 0,3 2 0 0 0,-5 4 0 0 0,4-1 0 0 0,0-3 0 0 0,-1 1 0 0 0,1 3 0 0 0,-2 4 0 0 0,-1-1 0 0 0,5-5 0 0 0,2 0 0 0 0,-1-2 0 0 0,-2 1 0 0 0,-1 4 0 0 0,-2-1 0 0 0,0-5 0 0 0,-2-3 0 0 0,0 1 0 0 0,0 5 0 0 0,0 4 0 0 0,0-1 0 0 0,5-4 0 0 0,2 1 0 0 0,0 3 0 0 0,-2-1 0 0 0,-1 0 0 0 0,4-1 0 0 0,0 0 0 0 0,0 4 0 0 0,-3-3 0 0 0,-1-3 0 0 0,-2-5 0 0 0,0 1 0 0 0,-2 4 0 0 0,0 0 0 0 0,0-3 0 0 0,0 2 0 0 0,5-2 0 0 0,2 3 0 0 0,-1-1 0 0 0,0-3 0 0 0,8 1 0 0 0,13 5 0 0 0,12 4 0 0 0,10 4 0 0 0,2 9 0 0 0,3 8 0 0 0,3 3 0 0 0,2-1 0 0 0,1 2 0 0 0,2-1 0 0 0,-6 2 0 0 0,0-2 0 0 0,0-2 0 0 0,1 1 0 0 0,1 3 0 0 0,2 0 0 0 0,-5 2 0 0 0,-1-2 0 0 0,2-4 0 0 0,-5 2 0 0 0,0 3 0 0 0,2-1 0 0 0,3-3 0 0 0,2 1 0 0 0,1 4 0 0 0,2-2 0 0 0,1-3 0 0 0,0 2 0 0 0,0 2 0 0 0,0 0 0 0 0,-5 1 0 0 0,-2-2 0 0 0,1-3 0 0 0,0-5 0 0 0,-3 2 0 0 0,0-1 0 0 0,-5 4 0 0 0,1-1 0 0 0,3-2 0 0 0,2 2 0 0 0,3-1 0 0 0,-3 3 0 0 0,0 0 0 0 0,-4 1 0 0 0,-1 0 0 0 0,3 1 0 0 0,3-1 0 0 0,2 1 0 0 0,-3 4 0 0 0,-10-7 0 0 0,-14-6 0 0 0,-5-9 0 0 0,-8-4 0 0 0,-7-7 0 0 0,1-6 0 0 0,-2-5 0 0 0,-2 2 0 0 0,-3 4 0 0 0,4 0 0 0 0,0-2 0 0 0,-1 2 0 0 0,4 0 0 0 0,-1 2 0 0 0,4-2 0 0 0,0-2 0 0 0,-3 2 0 0 0,-4-1 0 0 0,-2 2 0 0 0,3-1 0 0 0,0 3 0 0 0,-1-2 0 0 0,-2 3 0 0 0,4-2 0 0 0,0 1 0 0 0,4-1 0 0 0,-1 2 0 0 0,4-2 0 0 0,-2-4 0 0 0,-2 2 0 0 0,-4-2 0 0 0,-3-2 0 0 0,-2 3 0 0 0,-2-1 0 0 0,-1-3 0 0 0,5-2 0 0 0,1 3 0 0 0,1 6 0 0 0,-2-1 0 0 0,4-2 0 0 0,0 2 0 0 0,-1 5 0 0 0,3-2 0 0 0,0 1 0 0 0,-2-1 0 0 0,-2-4 0 0 0,-3 0 0 0 0,-2 5 0 0 0,4-2 0 0 0,2-3 0 0 0,-2 1 0 0 0,-1 4 0 0 0,9 4 0 0 0,13 3 0 0 0,6 8 0 0 0,9 4 0 0 0,8 1 0 0 0,0 4 0 0 0,2 1 0 0 0,-2 3 0 0 0,1-1 0 0 0,-3 3 0 0 0,0-2 0 0 0,4-4 0 0 0,2 3 0 0 0,4 3 0 0 0,1-1 0 0 0,2 2 0 0 0,1 3 0 0 0,0 3 0 0 0,1-2 0 0 0,-1 0 0 0 0,0 2 0 0 0,0-3 0 0 0,0-6 0 0 0,-5 0 0 0 0,-2 4 0 0 0,0-3 0 0 0,-4 2 0 0 0,0-3 0 0 0,2 3 0 0 0,2-3 0 0 0,-2 1 0 0 0,-1-1 0 0 0,2-4 0 0 0,-3 1 0 0 0,1 5 0 0 0,1-1 0 0 0,2 2 0 0 0,3 3 0 0 0,-3 3 0 0 0,-1-2 0 0 0,-4 0 0 0 0,0-3 0 0 0,-4-1 0 0 0,2-2 0 0 0,2-4 0 0 0,-1 0 0 0 0,-4 5 0 0 0,-5 3 0 0 0,2 0 0 0 0,-1 0 0 0 0,-3 3 0 0 0,-7-2 0 0 0,-9-6 0 0 0,-8-5 0 0 0,-7-9 0 0 0,-4-5 0 0 0,-3-2 0 0 0,-1-4 0 0 0,-1-2 0 0 0,6-3 0 0 0,2 0 0 0 0,0-2 0 0 0,-1 2 0 0 0,-2 3 0 0 0,0-1 0 0 0,-2 1 0 0 0,5-2 0 0 0,1 1 0 0 0,0 3 0 0 0,-2 2 0 0 0,-1-1 0 0 0,4-6 0 0 0,0 1 0 0 0,-1 2 0 0 0,4-2 0 0 0,0 2 0 0 0,-2 2 0 0 0,-3-2 0 0 0,-2-4 0 0 0,-1 0 0 0 0,-2 4 0 0 0,-1 3 0 0 0,5-2 0 0 0,2-5 0 0 0,-1 2 0 0 0,-1 2 0 0 0,-1 3 0 0 0,4-2 0 0 0,0 1 0 0 0,5-3 0 0 0,-1 1 0 0 0,-2-4 0 0 0,-2 2 0 0 0,2-2 0 0 0,5 7 0 0 0,6 10 0 0 0,3 10 0 0 0,9 3 0 0 0,9 5 0 0 0,3 4 0 0 0,-1 3 0 0 0,-3 3 0 0 0,3-4 0 0 0,-2 0 0 0 0,3-5 0 0 0,-1-1 0 0 0,-2 2 0 0 0,1 3 0 0 0,0 2 0 0 0,2-3 0 0 0,-1-1 0 0 0,3-3 0 0 0,-2 0 0 0 0,-3 2 0 0 0,2-3 0 0 0,-2 1 0 0 0,4-2 0 0 0,-2 0 0 0 0,2-2 0 0 0,0 1 0 0 0,1 4 0 0 0,4 3 0 0 0,-2 3 0 0 0,1-2 0 0 0,4-1 0 0 0,1 1 0 0 0,-2 2 0 0 0,1-4 0 0 0,-5 1 0 0 0,1-5 0 0 0,-4 0 0 0 0,-3 3 0 0 0,0-3 0 0 0,5-4 0 0 0,-2 0 0 0 0,-3 4 0 0 0,-3-7 0 0 0,-9-5 0 0 0,-4-9 0 0 0,-7-9 0 0 0,-6-8 0 0 0,-6-1 0 0 0,0-1 0 0 0,6-3 0 0 0,-1 3 0 0 0,-2 0 0 0 0,2-1 0 0 0,-1 3 0 0 0,3 0 0 0 0,-1 2 0 0 0,2 1 0 0 0,-2 2 0 0 0,3-2 0 0 0,-2 3 0 0 0,1-2 0 0 0,-1 2 0 0 0,2-2 0 0 0,-3 2 0 0 0,3-3 0 0 0,-2-2 0 0 0,-4-5 0 0 0,-3-2 0 0 0,2-3 0 0 0,-1 4 0 0 0,4 1 0 0 0,-1 5 0 0 0,3 0 0 0 0,-1 3 0 0 0,3-1 0 0 0,-2 3 0 0 0,1 9 0 0 0,10 5 0 0 0,5 7 0 0 0,7 4 0 0 0,3 4 0 0 0,0 6 0 0 0,4-2 0 0 0,-2 2 0 0 0,4 2 0 0 0,-2 3 0 0 0,-3 2 0 0 0,2 1 0 0 0,4-4 0 0 0,-1-1 0 0 0,-3 1 0 0 0,1-4 0 0 0,-1-1 0 0 0,-4 2 0 0 0,-2 3 0 0 0,2-4 0 0 0,0 1 0 0 0,3 1 0 0 0,0 2 0 0 0,-2 2 0 0 0,-3 2 0 0 0,3-4 0 0 0,0-1 0 0 0,-3 0 0 0 0,4-3 0 0 0,-1-1 0 0 0,-1-8 0 0 0,-3-12 0 0 0,-2-11 0 0 0,-7-4 0 0 0,-4-4 0 0 0,1-4 0 0 0,-5 1 0 0 0,0 0 0 0 0,-4-2 0 0 0,1-2 0 0 0,-2-2 0 0 0,-5-2 0 0 0,3 0 0 0 0,-2 4 0 0 0,3 2 0 0 0,-1 0 0 0 0,2-2 0 0 0,0 4 0 0 0,1 0 0 0 0,-1-1 0 0 0,1-2 0 0 0,-1 3 0 0 0,-3 6 0 0 0,1 0 0 0 0,4-3 0 0 0,-1 2 0 0 0,2-1 0 0 0,-2 3 0 0 0,1-2 0 0 0,4-4 0 0 0,3 8 0 0 0,3 11 0 0 0,2 12 0 0 0,1 8 0 0 0,1 7 0 0 0,1 4 0 0 0,-1 3 0 0 0,1 1 0 0 0,-1 0 0 0 0,1 0 0 0 0,-1-1 0 0 0,0 0 0 0 0,0-1 0 0 0,5 1 0 0 0,2-2 0 0 0,0 1 0 0 0,-2 0 0 0 0,4-6 0 0 0,1-1 0 0 0,3 0 0 0 0,5-4 0 0 0,-1-10 0 0 0,-8-7 0 0 0,-11-5 0 0 0,-5-6 0 0 0,-2-8 0 0 0,1-5 0 0 0,-3-1 0 0 0,-5 5 0 0 0,0-1 0 0 0,2-2 0 0 0,-1 2 0 0 0,2-1 0 0 0,-2 3 0 0 0,1-1 0 0 0,4-4 0 0 0,-3 3 0 0 0,2-1 0 0 0,2-3 0 0 0,-2 2 0 0 0,0 0 0 0 0,-2 3 0 0 0,0-1 0 0 0,2-2 0 0 0,-1 2 0 0 0,0-2 0 0 0,3-1 0 0 0,-2 1 0 0 0,0 11 0 0 0,8 6 0 0 0,4 8 0 0 0,1 10 0 0 0,7 2 0 0 0,1 3 0 0 0,4-2 0 0 0,0 1 0 0 0,-2 3 0 0 0,-4 3 0 0 0,3-3 0 0 0,-2 0 0 0 0,4-3 0 0 0,0-1 0 0 0,2-2 0 0 0,-1-10 0 0 0,-3-11 0 0 0,-8-9 0 0 0,-5-9 0 0 0,-8 1 0 0 0,-1-2 0 0 0,0-2 0 0 0,3-2 0 0 0,-3 5 0 0 0,0 0 0 0 0,-2 4 0 0 0,0 0 0 0 0,2-2 0 0 0,4-2 0 0 0,-3 2 0 0 0,1 0 0 0 0,-4 3 0 0 0,1 0 0 0 0,-4 2 0 0 0,2 0 0 0 0,3-4 0 0 0,3-3 0 0 0,-2 2 0 0 0,-4 5 0 0 0,-1 0 0 0 0,3-3 0 0 0,4-4 0 0 0,-3 3 0 0 0,1 0 0 0 0,-3 2 0 0 0,0 0 0 0 0,-2 2 0 0 0,1-1 0 0 0,3-3 0 0 0,-2-3 0 0 0,-4 2 0 0 0,1 0 0 0 0,3-2 0 0 0,-1 2 0 0 0,-4 1 0 0 0,1-3 0 0 0,4-1 0 0 0,-1 2 0 0 0,1 0 0 0 0,-2 4 0 0 0,2-1 0 0 0,3 9 0 0 0,8 6 0 0 0,4 8 0 0 0,8 5 0 0 0,2 5 0 0 0,-2 5 0 0 0,4 0 0 0 0,-1 2 0 0 0,2-3 0 0 0,-1 1 0 0 0,2-2 0 0 0,-1 0 0 0 0,-4 3 0 0 0,2-2 0 0 0,-1 1 0 0 0,2-2 0 0 0,4 1 0 0 0,-1 2 0 0 0,2-2 0 0 0,-2 2 0 0 0,1-4 0 0 0,-2 2 0 0 0,-5 3 0 0 0,2-3 0 0 0,-1 1 0 0 0,2-2 0 0 0,-2 1 0 0 0,4-3 0 0 0,-2 1 0 0 0,2 4 0 0 0,4-2 0 0 0,-2 1 0 0 0,1 3 0 0 0,4-2 0 0 0,-4 0 0 0 0,2-3 0 0 0,-4 1 0 0 0,1-3 0 0 0,-3 2 0 0 0,2-3 0 0 0,-3 2 0 0 0,-3-7 0 0 0,-4-10 0 0 0,-8-5 0 0 0,-4-7 0 0 0,-1-7 0 0 0,-5-4 0 0 0,-5 1 0 0 0,-1 0 0 0 0,-2 3 0 0 0,2 0 0 0 0,3-1 0 0 0,0-4 0 0 0,-3 4 0 0 0,0 0 0 0 0,5-3 0 0 0,3-1 0 0 0,-2 3 0 0 0,-4 0 0 0 0,0-1 0 0 0,-2 3 0 0 0,2-1 0 0 0,3-1 0 0 0,3-3 0 0 0,-1 4 0 0 0,1-1 0 0 0,-4 4 0 0 0,1 0 0 0 0,2-3 0 0 0,3-3 0 0 0,-3-2 0 0 0,1-2 0 0 0,-4-2 0 0 0,-4-1 0 0 0,0 0 0 0 0,3 0 0 0 0,4-1 0 0 0,4 1 0 0 0,-3 5 0 0 0,1 2 0 0 0,1 0 0 0 0,2-2 0 0 0,-3-1 0 0 0,-1-1 0 0 0,2-2 0 0 0,1 0 0 0 0,3-1 0 0 0,1 0 0 0 0,1 0 0 0 0,-4 5 0 0 0,-2 2 0 0 0,1 0 0 0 0,1-2 0 0 0,1-1 0 0 0,2-1 0 0 0,1 9 0 0 0,0 13 0 0 0,1 13 0 0 0,1 10 0 0 0,-1 8 0 0 0,0 5 0 0 0,0 2 0 0 0,1 1 0 0 0,-1 1 0 0 0,5-7 0 0 0,2-1 0 0 0,0-1 0 0 0,3-4 0 0 0,1-1 0 0 0,-2 2 0 0 0,-2 2 0 0 0,2-3 0 0 0,0 1 0 0 0,-1 1 0 0 0,3-3 0 0 0,-1 0 0 0 0,4-3 0 0 0,-1 1 0 0 0,-2 2 0 0 0,-4 3 0 0 0,3-2 0 0 0,0-10 0 0 0,-3-12 0 0 0,-1-11 0 0 0,-3-9 0 0 0,-1-6 0 0 0,-1-4 0 0 0,-1-1 0 0 0,-1-2 0 0 0,1 1 0 0 0,-1 1 0 0 0,1 0 0 0 0,0 0 0 0 0,0 1 0 0 0,0 0 0 0 0,0 0 0 0 0,0 0 0 0 0,0 0 0 0 0,0 1 0 0 0,0-1 0 0 0,0 0 0 0 0,-6 5 0 0 0,-1 3 0 0 0,1-2 0 0 0,0 0 0 0 0,-3-2 0 0 0,0-1 0 0 0,1-2 0 0 0,2 0 0 0 0,-3 4 0 0 0,0 2 0 0 0,1 0 0 0 0,3-2 0 0 0,1-2 0 0 0,2 0 0 0 0,-4 3 0 0 0,-1 2 0 0 0,-5-1 0 0 0,1-2 0 0 0,1-1 0 0 0,2-2 0 0 0,-2 5 0 0 0,0 0 0 0 0,3 0 0 0 0,-4-2 0 0 0,0-1 0 0 0,-3-2 0 0 0,-4 4 0 0 0,1 2 0 0 0,-3 4 0 0 0,3 0 0 0 0,-1 4 0 0 0,-3 4 0 0 0,3 9 0 0 0,3 10 0 0 0,5 9 0 0 0,-1 2 0 0 0,1 3 0 0 0,-2 2 0 0 0,-1 3 0 0 0,4 2 0 0 0,-3-4 0 0 0,1-1 0 0 0,2 1 0 0 0,2 1 0 0 0,4 2 0 0 0,-5-5 0 0 0,1 0 0 0 0,0 1 0 0 0,-3-4 0 0 0,0 1 0 0 0,1 1 0 0 0,3-8 0 0 0,2-12 0 0 0,2-11 0 0 0,6-5 0 0 0,3-4 0 0 0,0-5 0 0 0,4-4 0 0 0,5 3 0 0 0,1 1 0 0 0,1-2 0 0 0,4-2 0 0 0,-2-1 0 0 0,1 4 0 0 0,-3 1 0 0 0,0-1 0 0 0,3-1 0 0 0,2 2 0 0 0,-1 2 0 0 0,-6-2 0 0 0,0 3 0 0 0,3-1 0 0 0,-2-1 0 0 0,1 3 0 0 0,-2-1 0 0 0,1 3 0 0 0,-2 0 0 0 0,-4-3 0 0 0,2 1 0 0 0,4 0 0 0 0,-2-3 0 0 0,3-2 0 0 0,-2-3 0 0 0,-4-2 0 0 0,2 4 0 0 0,-3 1 0 0 0,-7 5 0 0 0,-5 10 0 0 0,-7 7 0 0 0,-3 10 0 0 0,-4 2 0 0 0,0 6 0 0 0,-2-1 0 0 0,1 3 0 0 0,-1 4 0 0 0,-4 2 0 0 0,-3 4 0 0 0,3 1 0 0 0,-1 2 0 0 0,-2-5 0 0 0,-2-2 0 0 0,4 1 0 0 0,0 1 0 0 0,-2 2 0 0 0,4 0 0 0 0,0-3 0 0 0,-2-7 0 0 0,2-1 0 0 0,0 2 0 0 0,4 3 0 0 0,-2 3 0 0 0,-2 3 0 0 0,2 1 0 0 0,-2-4 0 0 0,4-1 0 0 0,-2-5 0 0 0,3 1 0 0 0,-1-5 0 0 0,1 2 0 0 0,-1 2 0 0 0,-4-1 0 0 0,2 0 0 0 0,4 4 0 0 0,-1-3 0 0 0,3 1 0 0 0,-3-3 0 0 0,1 1 0 0 0,-1-2 0 0 0,6-5 0 0 0,10-4 0 0 0,5-8 0 0 0,2-9 0 0 0,4-3 0 0 0,1-5 0 0 0,2 1 0 0 0,0-1 0 0 0,2 1 0 0 0,-2-1 0 0 0,2 2 0 0 0,3 5 0 0 0,-2-2 0 0 0,-3-4 0 0 0,0 1 0 0 0,3-2 0 0 0,4-3 0 0 0,3-3 0 0 0,3 2 0 0 0,-3 0 0 0 0,-2-2 0 0 0,2-1 0 0 0,1-3 0 0 0,2-1 0 0 0,1 4 0 0 0,-4 1 0 0 0,-7 0 0 0 0,-1 3 0 0 0,2 1 0 0 0,-2-2 0 0 0,1-3 0 0 0,3 4 0 0 0,-3-1 0 0 0,2-1 0 0 0,2 3 0 0 0,-2 0 0 0 0,0-3 0 0 0,-3-1 0 0 0,1-3 0 0 0,2-2 0 0 0,-2-1 0 0 0,2-1 0 0 0,-4 0 0 0 0,2 5 0 0 0,-3 2 0 0 0,-4-1 0 0 0,2 5 0 0 0,-2 0 0 0 0,-2-2 0 0 0,-3-2 0 0 0,-8 2 0 0 0,-8 6 0 0 0,-4 10 0 0 0,-3 7 0 0 0,-5 8 0 0 0,-3 7 0 0 0,-4 8 0 0 0,-1-2 0 0 0,4 1 0 0 0,1-3 0 0 0,6 0 0 0 0,-1-3 0 0 0,5 0 0 0 0,-2-2 0 0 0,-7 1 0 0 0,-1 4 0 0 0,0-2 0 0 0,6-9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9950 1191 16383 0 0,'-2'1'0'0'0,"-21"14"0"0"0,0-3 0 0 0,5 3 0 0 0,0 4 0 0 0,-3-2 0 0 0,-2 2 0 0 0,-3 3 0 0 0,-2-3 0 0 0,-2-4 0 0 0,4 1 0 0 0,2 2 0 0 0,-1 4 0 0 0,-1-2 0 0 0,-1-4 0 0 0,27-16 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1733 16383 0 0,'16'-8'0'0'0,"9"-8"0"0"0,0 2 0 0 0,-6-1 0 0 0,0 2 0 0 0,1-2 0 0 0,4-4 0 0 0,1-4 0 0 0,3 2 0 0 0,-3-1 0 0 0,-2-1 0 0 0,2 2 0 0 0,-4 1 0 0 0,-1 2 0 0 0,2 6 0 0 0,-2-2 0 0 0,-1-3 0 0 0,3 2 0 0 0,-2-3 0 0 0,-1 3 0 0 0,-2-3 0 0 0,1-2 0 0 0,2 2 0 0 0,-2-2 0 0 0,2 3 0 0 0,-4 0 0 0 0,2 1 0 0 0,-5 2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9975 1322 16383 0 0,'2'-2'0'0'0,"15"-13"0"0"0,2-1 0 0 0,-1-3 0 0 0,2 1 0 0 0,1-2 0 0 0,-1-1 0 0 0,0 1 0 0 0,-3 0 0 0 0,1 3 0 0 0,-3-1 0 0 0,-3-3 0 0 0,0 3 0 0 0,0-2 0 0 0,-9 9 0 0 0,-9 11 0 0 0,-5 11 0 0 0,-4 8 0 0 0,-6 7 0 0 0,-4 4 0 0 0,1 2 0 0 0,1-4 0 0 0,-2-2 0 0 0,4 0 0 0 0,0 1 0 0 0,-2-5 0 0 0,4 0 0 0 0,4 1 0 0 0,0-3 0 0 0,2 0 0 0 0,-1-3 0 0 0,-5 0 0 0 0,2 3 0 0 0,-1-2 0 0 0,-4 2 0 0 0,3 1 0 0 0,-2 4 0 0 0,-1-3 0 0 0,-3-6 0 0 0,3 1 0 0 0,5 2 0 0 0,1-2 0 0 0,-3 1 0 0 0,2 3 0 0 0,-1 3 0 0 0,-3-2 0 0 0,-3-1 0 0 0,2 3 0 0 0,0-4 0 0 0,-1-4 0 0 0,2-1 0 0 0,6 3 0 0 0,0 4 0 0 0,-3-3 0 0 0,-4-3 0 0 0,2 0 0 0 0,3-1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9608 1381 16383 0 0,'-6'9'0'0'0,"-7"16"0"0"0,3 1 0 0 0,3-7 0 0 0,3-14 0 0 0,7-12 0 0 0,3-10 0 0 0,6-7 0 0 0,1-6 0 0 0,-9 24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9659 1381 16383 0 0,'-13'14'0'0'0,"-4"3"0"0"0,-2-4 0 0 0,-3 1 0 0 0,3 4 0 0 0,-2-2 0 0 0,-2 2 0 0 0,-2-2 0 0 0,-2 1 0 0 0,-2 4 0 0 0,4 2 0 0 0,4-4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9503 1381 16383 0 0,'-16'14'0'0'0,"-8"8"0"0"0,-1-2 0 0 0,3 1 0 0 0,4-7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1504 16383 0 0,'5'-2'0'0'0,"18"-14"0"0"0,2 1 0 0 0,-3-4 0 0 0,0 2 0 0 0,1 5 0 0 0,-3-3 0 0 0,6-2 0 0 0,-16 7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9572 1381 16383 0 0,'-12'14'0'0'0,"-4"1"0"0"0,1 1 0 0 0,-1-1 0 0 0,1 1 0 0 0,4 3 0 0 0,-2-1 0 0 0,-4 2 0 0 0,2 2 0 0 0,-3-3 0 0 0,-3 1 0 0 0,16-16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20141 4197 16383 0 0,'-6'0'0'0'0,"-6"0"0"0"0,-2-6 0 0 0,-3-1 0 0 0,-4 1 0 0 0,-4 0 0 0 0,-3 3 0 0 0,-2 0 0 0 0,-1 2 0 0 0,0 1 0 0 0,-1-1 0 0 0,1 2 0 0 0,4-6 0 0 0,3-2 0 0 0,0 1 0 0 0,-2-5 0 0 0,-1 1 0 0 0,-1 1 0 0 0,3-3 0 0 0,2 1 0 0 0,-1 1 0 0 0,-2 4 0 0 0,-1 2 0 0 0,-2 2 0 0 0,5-4 0 0 0,0-1 0 0 0,0 1 0 0 0,-2 1 0 0 0,-1 1 0 0 0,3-3 0 0 0,1-1 0 0 0,0 1 0 0 0,-3 2 0 0 0,-1 1 0 0 0,-2 2 0 0 0,-1 1 0 0 0,0 1 0 0 0,-1 0 0 0 0,-1 1 0 0 0,1-1 0 0 0,0 0 0 0 0,0 0 0 0 0,0 1 0 0 0,0-1 0 0 0,0 0 0 0 0,0 0 0 0 0,1 0 0 0 0,-1 0 0 0 0,0 0 0 0 0,0 0 0 0 0,0 0 0 0 0,1 0 0 0 0,-1 0 0 0 0,0 0 0 0 0,0 0 0 0 0,0 0 0 0 0,0 0 0 0 0,-5 0 0 0 0,-7 0 0 0 0,-1 0 0 0 0,-4 0 0 0 0,-4 0 0 0 0,1 0 0 0 0,5 0 0 0 0,4 0 0 0 0,4 0 0 0 0,4 0 0 0 0,2 0 0 0 0,1 0 0 0 0,-4 0 0 0 0,-2 0 0 0 0,0 0 0 0 0,-3 0 0 0 0,-1 5 0 0 0,-4 2 0 0 0,-5 0 0 0 0,2-2 0 0 0,2-1 0 0 0,0-2 0 0 0,-3-1 0 0 0,1 0 0 0 0,4-1 0 0 0,-2 0 0 0 0,3 5 0 0 0,3 1 0 0 0,2 1 0 0 0,4-2 0 0 0,1-1 0 0 0,2-2 0 0 0,-5 4 0 0 0,-6 2 0 0 0,-2-1 0 0 0,2-2 0 0 0,-3-2 0 0 0,1-1 0 0 0,3 5 0 0 0,3 0 0 0 0,3-1 0 0 0,2-1 0 0 0,2-1 0 0 0,0-2 0 0 0,-5-1 0 0 0,-6 5 0 0 0,-2 1 0 0 0,2-1 0 0 0,2-1 0 0 0,3-1 0 0 0,3-2 0 0 0,1-1 0 0 0,2-1 0 0 0,0 0 0 0 0,1 0 0 0 0,-5 0 0 0 0,-3-1 0 0 0,1 1 0 0 0,1 0 0 0 0,2 0 0 0 0,1 0 0 0 0,-5 0 0 0 0,0 0 0 0 0,1 0 0 0 0,1 0 0 0 0,1 0 0 0 0,2 0 0 0 0,1 0 0 0 0,1 0 0 0 0,0 0 0 0 0,1 0 0 0 0,-1 0 0 0 0,1 0 0 0 0,-1 0 0 0 0,1 0 0 0 0,-1 0 0 0 0,0 0 0 0 0,6 5 0 0 0,11 2 0 0 0,14 5 0 0 0,13 0 0 0 0,8-1 0 0 0,7 2 0 0 0,3-1 0 0 0,2-3 0 0 0,-5 3 0 0 0,-2-1 0 0 0,6 3 0 0 0,2-1 0 0 0,0-2 0 0 0,0-4 0 0 0,0 3 0 0 0,4-1 0 0 0,6 4 0 0 0,6 4 0 0 0,0 0 0 0 0,2 2 0 0 0,3-2 0 0 0,-4-4 0 0 0,7 1 0 0 0,2-2 0 0 0,-2-3 0 0 0,-2-3 0 0 0,1 3 0 0 0,-4 0 0 0 0,4 3 0 0 0,4 0 0 0 0,1 3 0 0 0,6 5 0 0 0,2-2 0 0 0,-6 1 0 0 0,3-1 0 0 0,4 0 0 0 0,2-3 0 0 0,-2 2 0 0 0,4-2 0 0 0,-2-4 0 0 0,-7 2 0 0 0,1-2 0 0 0,4 3 0 0 0,-4-1 0 0 0,2-3 0 0 0,5-3 0 0 0,6 2 0 0 0,-1 1 0 0 0,-3 2 0 0 0,-3 1 0 0 0,-5-3 0 0 0,-3 2 0 0 0,-1-1 0 0 0,-8-2 0 0 0,4-2 0 0 0,1 2 0 0 0,-4 0 0 0 0,-2-2 0 0 0,6 4 0 0 0,4-1 0 0 0,0-1 0 0 0,-6 2 0 0 0,-1 0 0 0 0,-6-2 0 0 0,-2-3 0 0 0,-3-2 0 0 0,-5-2 0 0 0,1-1 0 0 0,3 4 0 0 0,6 2 0 0 0,-3-1 0 0 0,-3-1 0 0 0,1 3 0 0 0,-3 1 0 0 0,3-1 0 0 0,-3 3 0 0 0,2 0 0 0 0,-1-2 0 0 0,-3-3 0 0 0,-4 3 0 0 0,-3 0 0 0 0,-2-1 0 0 0,-1-3 0 0 0,-1-1 0 0 0,-1-2 0 0 0,0-1 0 0 0,0-1 0 0 0,-5 5 0 0 0,-12 1 0 0 0,-13 0 0 0 0,-12-1 0 0 0,-10-1 0 0 0,-5-2 0 0 0,-5-1 0 0 0,-1 0 0 0 0,-5-1 0 0 0,-3 0 0 0 0,2-1 0 0 0,2 1 0 0 0,1 0 0 0 0,2 0 0 0 0,-3 0 0 0 0,-7 0 0 0 0,0 0 0 0 0,2 0 0 0 0,2 0 0 0 0,-2-6 0 0 0,-4-1 0 0 0,-5 1 0 0 0,-5 0 0 0 0,-8 3 0 0 0,-9 0 0 0 0,3 2 0 0 0,3 0 0 0 0,-4 1 0 0 0,1 1 0 0 0,1-1 0 0 0,2 0 0 0 0,2 0 0 0 0,2 1 0 0 0,-5-1 0 0 0,-1 0 0 0 0,-4 0 0 0 0,5 0 0 0 0,3 0 0 0 0,-3 0 0 0 0,0 0 0 0 0,1 0 0 0 0,-4 0 0 0 0,0 0 0 0 0,-5 0 0 0 0,2 0 0 0 0,7 0 0 0 0,-1 0 0 0 0,-4 0 0 0 0,0 0 0 0 0,-5 0 0 0 0,7 0 0 0 0,4 0 0 0 0,3 0 0 0 0,2 0 0 0 0,1 0 0 0 0,-6 0 0 0 0,4 0 0 0 0,2 0 0 0 0,0 0 0 0 0,0 0 0 0 0,0 5 0 0 0,5 2 0 0 0,1 0 0 0 0,-1-2 0 0 0,-1-1 0 0 0,4 3 0 0 0,-1 2 0 0 0,5-2 0 0 0,-1-2 0 0 0,3-1 0 0 0,-1 3 0 0 0,-4 1 0 0 0,3-1 0 0 0,-2-2 0 0 0,3-1 0 0 0,4-2 0 0 0,3-1 0 0 0,5-1 0 0 0,2 0 0 0 0,1-1 0 0 0,-3 1 0 0 0,-2 5 0 0 0,0 2 0 0 0,2-1 0 0 0,1-1 0 0 0,1-1 0 0 0,1-1 0 0 0,1-2 0 0 0,10-1 0 0 0,15 0 0 0 0,13 0 0 0 0,11 0 0 0 0,7 0 0 0 0,6-1 0 0 0,1 1 0 0 0,2 0 0 0 0,-1 0 0 0 0,0 0 0 0 0,0 0 0 0 0,4 0 0 0 0,7 0 0 0 0,0 0 0 0 0,-1 0 0 0 0,2 0 0 0 0,-1 0 0 0 0,2 0 0 0 0,-1 0 0 0 0,-3 0 0 0 0,7 0 0 0 0,0 0 0 0 0,3 0 0 0 0,2 0 0 0 0,3 0 0 0 0,2 0 0 0 0,-3 0 0 0 0,-1 0 0 0 0,5 0 0 0 0,-1 0 0 0 0,4 0 0 0 0,-3 0 0 0 0,-1 0 0 0 0,5 0 0 0 0,2 0 0 0 0,0 0 0 0 0,5 0 0 0 0,1 0 0 0 0,-2 0 0 0 0,-1 0 0 0 0,-3 0 0 0 0,-2 0 0 0 0,-1 0 0 0 0,4 0 0 0 0,1 0 0 0 0,0 0 0 0 0,-1 0 0 0 0,-2 0 0 0 0,-2 0 0 0 0,0 0 0 0 0,-1 0 0 0 0,0 0 0 0 0,-1 0 0 0 0,-5 0 0 0 0,-1 0 0 0 0,0 0 0 0 0,1 0 0 0 0,1 0 0 0 0,3 0 0 0 0,-5 0 0 0 0,-6 0 0 0 0,-6 0 0 0 0,-1 0 0 0 0,5 0 0 0 0,-2 5 0 0 0,-3 2 0 0 0,2 0 0 0 0,4-2 0 0 0,-1-1 0 0 0,-3-2 0 0 0,-4 0 0 0 0,-4-2 0 0 0,-2 5 0 0 0,-2 2 0 0 0,-1 0 0 0 0,-1-2 0 0 0,0-2 0 0 0,0-1 0 0 0,1 0 0 0 0,-6 3 0 0 0,-2 2 0 0 0,1 0 0 0 0,2-2 0 0 0,-10-2 0 0 0,-12-1 0 0 0,-12-1 0 0 0,-10 0 0 0 0,-7-1 0 0 0,-5 0 0 0 0,-2-1 0 0 0,-1 1 0 0 0,0 0 0 0 0,0 0 0 0 0,-5 0 0 0 0,-1 0 0 0 0,1-1 0 0 0,2 1 0 0 0,-4 0 0 0 0,0 1 0 0 0,1-1 0 0 0,3 0 0 0 0,-4 0 0 0 0,-5 0 0 0 0,-6 0 0 0 0,1 0 0 0 0,-2 0 0 0 0,4 0 0 0 0,3 0 0 0 0,0 0 0 0 0,2 0 0 0 0,-3 0 0 0 0,3 5 0 0 0,2 2 0 0 0,-2-1 0 0 0,1 0 0 0 0,-3-2 0 0 0,-4-2 0 0 0,1-1 0 0 0,-2 0 0 0 0,-3-1 0 0 0,-8-1 0 0 0,-4 1 0 0 0,3 0 0 0 0,3 0 0 0 0,5 0 0 0 0,7 5 0 0 0,1 2 0 0 0,-2-1 0 0 0,1 0 0 0 0,-1-3 0 0 0,2 0 0 0 0,4-2 0 0 0,-2 0 0 0 0,-4-1 0 0 0,2-1 0 0 0,2 1 0 0 0,-1 0 0 0 0,2-1 0 0 0,-3 1 0 0 0,2 0 0 0 0,3 0 0 0 0,3 0 0 0 0,3 0 0 0 0,2 0 0 0 0,1 0 0 0 0,2 0 0 0 0,10 0 0 0 0,14 0 0 0 0,13 0 0 0 0,11 0 0 0 0,8 0 0 0 0,9 0 0 0 0,5 0 0 0 0,0 0 0 0 0,-1 0 0 0 0,3 0 0 0 0,5 0 0 0 0,0 0 0 0 0,-3 0 0 0 0,1 0 0 0 0,-1 0 0 0 0,2 0 0 0 0,4 0 0 0 0,3 0 0 0 0,-1 0 0 0 0,-5 0 0 0 0,1 0 0 0 0,7 0 0 0 0,0 0 0 0 0,1 0 0 0 0,6 0 0 0 0,-1 0 0 0 0,4 0 0 0 0,2 0 0 0 0,-1-5 0 0 0,5-2 0 0 0,1 0 0 0 0,-2-3 0 0 0,3-1 0 0 0,0 2 0 0 0,3-3 0 0 0,-1 1 0 0 0,3-3 0 0 0,-2 0 0 0 0,-3-2 0 0 0,-4 2 0 0 0,3-3 0 0 0,-1 3 0 0 0,-2 2 0 0 0,3-1 0 0 0,0 2 0 0 0,3-3 0 0 0,0 1 0 0 0,-8 2 0 0 0,0 4 0 0 0,0 3 0 0 0,-2 2 0 0 0,-1-4 0 0 0,5-1 0 0 0,-5 1 0 0 0,-3-4 0 0 0,-1-1 0 0 0,-5 3 0 0 0,3-4 0 0 0,-2 1 0 0 0,-1 2 0 0 0,1-2 0 0 0,-4 0 0 0 0,-5 2 0 0 0,4 3 0 0 0,-5-3 0 0 0,-1 0 0 0 0,2 1 0 0 0,-1-2 0 0 0,-3-1 0 0 0,-4 3 0 0 0,-3 2 0 0 0,3 2 0 0 0,4 2 0 0 0,2-5 0 0 0,-3 0 0 0 0,-3 1 0 0 0,-2-4 0 0 0,-4 0 0 0 0,0 1 0 0 0,-2 3 0 0 0,-1 1 0 0 0,1 3 0 0 0,-6-4 0 0 0,-13-1 0 0 0,-12 0 0 0 0,-13 2 0 0 0,-8 2 0 0 0,-7 1 0 0 0,-3 1 0 0 0,-2 1 0 0 0,-1 0 0 0 0,1 5 0 0 0,0 8 0 0 0,-4 1 0 0 0,-2 3 0 0 0,2 0 0 0 0,0 1 0 0 0,8 3 0 0 0,3-2 0 0 0,0 1 0 0 0,-5 3 0 0 0,-3 2 0 0 0,5 2 0 0 0,1-3 0 0 0,1-1 0 0 0,-1 1 0 0 0,5 2 0 0 0,1 2 0 0 0,-1-5 0 0 0,-2 0 0 0 0,3 1 0 0 0,1 2 0 0 0,-2 1 0 0 0,3 2 0 0 0,5 1 0 0 0,0 0 0 0 0,-3-4 0 0 0,2-2 0 0 0,3 1 0 0 0,-1-5 0 0 0,2 0 0 0 0,2 2 0 0 0,4 3 0 0 0,-3-4 0 0 0,1 1 0 0 0,0 1 0 0 0,-2-3 0 0 0,0-10 0 0 0,1-13 0 0 0,9-4 0 0 0,3-8 0 0 0,1-6 0 0 0,6-4 0 0 0,1-4 0 0 0,3 4 0 0 0,0 0 0 0 0,3-1 0 0 0,-2 0 0 0 0,2-3 0 0 0,-2 0 0 0 0,2 5 0 0 0,-2 0 0 0 0,-4 0 0 0 0,2 3 0 0 0,-2 1 0 0 0,3-2 0 0 0,4-2 0 0 0,5-3 0 0 0,-3-2 0 0 0,2 0 0 0 0,2 3 0 0 0,-4 2 0 0 0,-4-1 0 0 0,-1 5 0 0 0,4-6 0 0 0,2-8 0 0 0,4-4 0 0 0,3-1 0 0 0,-4 1 0 0 0,0 2 0 0 0,1 2 0 0 0,1 1 0 0 0,-4 2 0 0 0,0 5 0 0 0,1 7 0 0 0,-3 2 0 0 0,-5-1 0 0 0,1-3 0 0 0,1 1 0 0 0,5 0 0 0 0,3-2 0 0 0,2-3 0 0 0,-3-2 0 0 0,0 3 0 0 0,-5 1 0 0 0,1 4 0 0 0,1 5 0 0 0,-3 0 0 0 0,-4-3 0 0 0,1 2 0 0 0,2 3 0 0 0,0-2 0 0 0,-5-3 0 0 0,2 0 0 0 0,-1-1 0 0 0,1 2 0 0 0,5-1 0 0 0,-2-4 0 0 0,-8 3 0 0 0,-12 9 0 0 0,-10 11 0 0 0,-8 6 0 0 0,-1 6 0 0 0,4 6 0 0 0,0 0 0 0 0,-3-3 0 0 0,2 0 0 0 0,0 3 0 0 0,-3 2 0 0 0,-3 4 0 0 0,4 3 0 0 0,-1-5 0 0 0,4 0 0 0 0,-1-5 0 0 0,4 0 0 0 0,-2-3 0 0 0,3 1 0 0 0,3 2 0 0 0,4 4 0 0 0,-3-2 0 0 0,-4 0 0 0 0,0 2 0 0 0,-3 3 0 0 0,2 1 0 0 0,-3-3 0 0 0,3-1 0 0 0,-2 1 0 0 0,2 2 0 0 0,4 2 0 0 0,-2 0 0 0 0,1 2 0 0 0,-2 1 0 0 0,1 0 0 0 0,3 0 0 0 0,-2 0 0 0 0,-5 0 0 0 0,2 0 0 0 0,-3-5 0 0 0,1-2 0 0 0,5 0 0 0 0,4 2 0 0 0,-2-4 0 0 0,0-1 0 0 0,3 2 0 0 0,2 2 0 0 0,-4-3 0 0 0,6-6 0 0 0,3-10 0 0 0,1-12 0 0 0,6-5 0 0 0,7-5 0 0 0,1-6 0 0 0,4 1 0 0 0,-2-1 0 0 0,-4-2 0 0 0,-4-2 0 0 0,2 3 0 0 0,4 1 0 0 0,5-7 0 0 0,-2-4 0 0 0,-2-1 0 0 0,0 5 0 0 0,-3-3 0 0 0,3-1 0 0 0,-3-1 0 0 0,3-4 0 0 0,-2-2 0 0 0,2 1 0 0 0,4 2 0 0 0,-2 2 0 0 0,1-3 0 0 0,-2-1 0 0 0,-4 1 0 0 0,1 2 0 0 0,-3-4 0 0 0,4 6 0 0 0,3-3 0 0 0,-1 0 0 0 0,-4-4 0 0 0,2-5 0 0 0,3-6 0 0 0,-1 1 0 0 0,1 3 0 0 0,-1 6 0 0 0,-5 4 0 0 0,-4-2 0 0 0,2 1 0 0 0,5 1 0 0 0,-1 3 0 0 0,3-4 0 0 0,3-6 0 0 0,-1 0 0 0 0,-4 2 0 0 0,-4-2 0 0 0,0 7 0 0 0,0-1 0 0 0,-4 1 0 0 0,4 7 0 0 0,-1 4 0 0 0,-2-5 0 0 0,3-7 0 0 0,0-1 0 0 0,2 4 0 0 0,1 0 0 0 0,-4-1 0 0 0,3 7 0 0 0,-2-2 0 0 0,-2-1 0 0 0,-2-1 0 0 0,-4 1 0 0 0,5 6 0 0 0,-1 3 0 0 0,0-6 0 0 0,3-3 0 0 0,0-1 0 0 0,-1 1 0 0 0,-3-1 0 0 0,-2 2 0 0 0,-2 0 0 0 0,-1 0 0 0 0,4 6 0 0 0,2 3 0 0 0,-1 9 0 0 0,-1 13 0 0 0,-6 7 0 0 0,-4 7 0 0 0,-1 7 0 0 0,-4 5 0 0 0,-1 3 0 0 0,2 3 0 0 0,-3-4 0 0 0,-5-2 0 0 0,1 1 0 0 0,-3 1 0 0 0,3 0 0 0 0,3 2 0 0 0,5 1 0 0 0,-3 1 0 0 0,2-1 0 0 0,-4 1 0 0 0,1 0 0 0 0,2 0 0 0 0,3 0 0 0 0,-2 6 0 0 0,0 1 0 0 0,-4-6 0 0 0,0 2 0 0 0,-2 7 0 0 0,-4 5 0 0 0,1 7 0 0 0,3-2 0 0 0,5-3 0 0 0,-2 0 0 0 0,2 3 0 0 0,-3-8 0 0 0,1 0 0 0 0,-3 3 0 0 0,-4 3 0 0 0,1 0 0 0 0,4-4 0 0 0,4 1 0 0 0,3-2 0 0 0,-1-3 0 0 0,0-3 0 0 0,-4-4 0 0 0,0-1 0 0 0,-3 3 0 0 0,-4 7 0 0 0,1 6 0 0 0,-2 0 0 0 0,3 2 0 0 0,-1-2 0 0 0,3-4 0 0 0,3-5 0 0 0,-1-4 0 0 0,1-2 0 0 0,-2-8 0 0 0,2-2 0 0 0,-4-1 0 0 0,2 2 0 0 0,3 1 0 0 0,-1-3 0 0 0,0-1 0 0 0,-2-4 0 0 0,1 0 0 0 0,2 3 0 0 0,-1-3 0 0 0,1-9 0 0 0,2-12 0 0 0,3-10 0 0 0,2-9 0 0 0,2-10 0 0 0,1-6 0 0 0,1-1 0 0 0,1 0 0 0 0,5 3 0 0 0,1 1 0 0 0,5-4 0 0 0,1 0 0 0 0,-2 1 0 0 0,-4 2 0 0 0,4 2 0 0 0,-1-4 0 0 0,-2-1 0 0 0,-3-4 0 0 0,-1 0 0 0 0,-3 2 0 0 0,0-2 0 0 0,4 5 0 0 0,2 0 0 0 0,-1-5 0 0 0,4 0 0 0 0,1-3 0 0 0,-2 0 0 0 0,2 4 0 0 0,1-2 0 0 0,-3-4 0 0 0,-3-5 0 0 0,3 3 0 0 0,0-2 0 0 0,-1 3 0 0 0,2 0 0 0 0,1 2 0 0 0,3 4 0 0 0,-1 0 0 0 0,2 0 0 0 0,0 4 0 0 0,-4-3 0 0 0,-3-4 0 0 0,2-5 0 0 0,-1 0 0 0 0,4 0 0 0 0,-1-3 0 0 0,4 2 0 0 0,-2 0 0 0 0,-3 4 0 0 0,2 4 0 0 0,-2 5 0 0 0,-2-1 0 0 0,3 0 0 0 0,-1-3 0 0 0,-3 0 0 0 0,-2 3 0 0 0,-2 2 0 0 0,-2 3 0 0 0,-2-4 0 0 0,6 1 0 0 0,0 0 0 0 0,0 2 0 0 0,-1 2 0 0 0,-1 2 0 0 0,-2-5 0 0 0,4 4 0 0 0,1 3 0 0 0,0-5 0 0 0,-2-6 0 0 0,-1-2 0 0 0,-2 2 0 0 0,-1 2 0 0 0,-1 2 0 0 0,0-2 0 0 0,0-1 0 0 0,0 2 0 0 0,-1 2 0 0 0,-4 2 0 0 0,-2 2 0 0 0,0 0 0 0 0,2 1 0 0 0,-5 6 0 0 0,1 1 0 0 0,-4 6 0 0 0,-5 5 0 0 0,-5 5 0 0 0,-3 9 0 0 0,2 10 0 0 0,6 8 0 0 0,0 6 0 0 0,3 4 0 0 0,5 2 0 0 0,-2-4 0 0 0,2 4 0 0 0,-4 2 0 0 0,2 6 0 0 0,2 1 0 0 0,3 5 0 0 0,3-1 0 0 0,-4-2 0 0 0,1 3 0 0 0,0 3 0 0 0,-3-1 0 0 0,0-3 0 0 0,1 2 0 0 0,3-3 0 0 0,-3 3 0 0 0,0 4 0 0 0,1 3 0 0 0,2-1 0 0 0,3 0 0 0 0,1 2 0 0 0,1-2 0 0 0,1-1 0 0 0,0 3 0 0 0,1-4 0 0 0,-6 1 0 0 0,-2-3 0 0 0,1 0 0 0 0,1 3 0 0 0,-4-2 0 0 0,-1 2 0 0 0,2 1 0 0 0,3-2 0 0 0,1 1 0 0 0,2-3 0 0 0,1 1 0 0 0,-5 2 0 0 0,-1-2 0 0 0,1-4 0 0 0,1 1 0 0 0,2-3 0 0 0,-5-3 0 0 0,0-3 0 0 0,1 3 0 0 0,2 0 0 0 0,1 3 0 0 0,2-1 0 0 0,1-1 0 0 0,1-3 0 0 0,-5-3 0 0 0,-2-1 0 0 0,1-3 0 0 0,1 0 0 0 0,-4-5 0 0 0,0-3 0 0 0,1 1 0 0 0,2 1 0 0 0,2 1 0 0 0,-3 3 0 0 0,-1 0 0 0 0,1 1 0 0 0,2 1 0 0 0,2 0 0 0 0,1-10 0 0 0,1-14 0 0 0,1-14 0 0 0,0-10 0 0 0,0-9 0 0 0,6-3 0 0 0,1-9 0 0 0,0-3 0 0 0,-2 1 0 0 0,4-3 0 0 0,6-6 0 0 0,5 1 0 0 0,0 3 0 0 0,1-1 0 0 0,-3-3 0 0 0,-4 1 0 0 0,0 4 0 0 0,4 4 0 0 0,-2 4 0 0 0,-4 2 0 0 0,2-3 0 0 0,-1-6 0 0 0,-4-1 0 0 0,3 2 0 0 0,-2 3 0 0 0,-1 2 0 0 0,2 3 0 0 0,-1-3 0 0 0,4-1 0 0 0,-1 0 0 0 0,-2 3 0 0 0,-4 1 0 0 0,3-4 0 0 0,-1-1 0 0 0,4 1 0 0 0,-1-3 0 0 0,-2 0 0 0 0,3 1 0 0 0,-2 3 0 0 0,3 2 0 0 0,0 2 0 0 0,-4-4 0 0 0,-2-1 0 0 0,-4 1 0 0 0,-2-4 0 0 0,4 5 0 0 0,1 3 0 0 0,0-2 0 0 0,3 3 0 0 0,0-2 0 0 0,-2-6 0 0 0,-1-2 0 0 0,2 7 0 0 0,0 3 0 0 0,-1-2 0 0 0,-3-2 0 0 0,-1 1 0 0 0,-2 1 0 0 0,-1-5 0 0 0,-1 0 0 0 0,0 1 0 0 0,-1 1 0 0 0,6 8 0 0 0,2 3 0 0 0,-1 0 0 0 0,-1 1 0 0 0,-1-2 0 0 0,-2-1 0 0 0,0-2 0 0 0,-2 11 0 0 0,0 13 0 0 0,0 13 0 0 0,-6 10 0 0 0,-1 8 0 0 0,-5 5 0 0 0,-1 2 0 0 0,3 1 0 0 0,-3 1 0 0 0,1-1 0 0 0,2-1 0 0 0,4 0 0 0 0,2 0 0 0 0,2-1 0 0 0,-4 5 0 0 0,-1 2 0 0 0,0-1 0 0 0,3-1 0 0 0,-5-1 0 0 0,0-2 0 0 0,2 4 0 0 0,-4 7 0 0 0,0 0 0 0 0,2-1 0 0 0,3 1 0 0 0,2 5 0 0 0,2-1 0 0 0,1 2 0 0 0,-5 3 0 0 0,0-3 0 0 0,0-4 0 0 0,1 0 0 0 0,-4-7 0 0 0,0 0 0 0 0,1-2 0 0 0,3 4 0 0 0,-5 5 0 0 0,1 6 0 0 0,2-2 0 0 0,-4-3 0 0 0,0 0 0 0 0,3-2 0 0 0,1-3 0 0 0,4-5 0 0 0,0-2 0 0 0,2-2 0 0 0,1-2 0 0 0,1-1 0 0 0,-1 0 0 0 0,1 0 0 0 0,-6 1 0 0 0,-2-1 0 0 0,1 1 0 0 0,0-1 0 0 0,3 1 0 0 0,0 0 0 0 0,-3-6 0 0 0,-2-1 0 0 0,2 0 0 0 0,0 2 0 0 0,3 1 0 0 0,1 1 0 0 0,1 2 0 0 0,0 0 0 0 0,2 1 0 0 0,-1 0 0 0 0,0-10 0 0 0,0-14 0 0 0,1-19 0 0 0,-1-13 0 0 0,5-7 0 0 0,2-3 0 0 0,0-1 0 0 0,-2-5 0 0 0,4 4 0 0 0,1-1 0 0 0,3 5 0 0 0,-1 3 0 0 0,4-4 0 0 0,-1-6 0 0 0,-4-2 0 0 0,2 1 0 0 0,-1 2 0 0 0,2 3 0 0 0,0 2 0 0 0,1 1 0 0 0,-1 2 0 0 0,-3 0 0 0 0,-3-4 0 0 0,2-3 0 0 0,4-4 0 0 0,6-1 0 0 0,-1 2 0 0 0,-4 3 0 0 0,-4-3 0 0 0,1 5 0 0 0,-1 5 0 0 0,2-5 0 0 0,5-5 0 0 0,4-7 0 0 0,-2 0 0 0 0,-4 3 0 0 0,1-2 0 0 0,2 2 0 0 0,-2-1 0 0 0,-3 1 0 0 0,0 3 0 0 0,-2 4 0 0 0,3 8 0 0 0,-2-1 0 0 0,3-1 0 0 0,-2 0 0 0 0,-3 0 0 0 0,-4 1 0 0 0,-2 0 0 0 0,2 5 0 0 0,1 2 0 0 0,-2-1 0 0 0,4 0 0 0 0,0-2 0 0 0,-1-1 0 0 0,-3-2 0 0 0,-2 0 0 0 0,-2-1 0 0 0,-1 10 0 0 0,-1 15 0 0 0,0 12 0 0 0,0 12 0 0 0,-6 2 0 0 0,-1 2 0 0 0,0 4 0 0 0,1 2 0 0 0,2 2 0 0 0,-4 1 0 0 0,0 0 0 0 0,1 0 0 0 0,-3 1 0 0 0,-1-1 0 0 0,2 0 0 0 0,-2-5 0 0 0,0-2 0 0 0,2 0 0 0 0,3 2 0 0 0,2 1 0 0 0,2 1 0 0 0,-5-4 0 0 0,0 0 0 0 0,1 0 0 0 0,1 2 0 0 0,2 1 0 0 0,1 2 0 0 0,-4-5 0 0 0,-1 0 0 0 0,0 0 0 0 0,2 2 0 0 0,1 1 0 0 0,2 2 0 0 0,1 1 0 0 0,1 0 0 0 0,0 1 0 0 0,0 0 0 0 0,0 0 0 0 0,1 0 0 0 0,-1 0 0 0 0,0-10 0 0 0,0-15 0 0 0,0-12 0 0 0,0-12 0 0 0,0-7 0 0 0,0-5 0 0 0,0-3 0 0 0,6 0 0 0 0,0-1 0 0 0,1-4 0 0 0,-2-7 0 0 0,-1 0 0 0 0,4 1 0 0 0,0 4 0 0 0,-1 3 0 0 0,4-3 0 0 0,-1 1 0 0 0,-1 1 0 0 0,-3 2 0 0 0,4 7 0 0 0,-1 4 0 0 0,-1-5 0 0 0,-3-3 0 0 0,-1 0 0 0 0,-3-1 0 0 0,0 1 0 0 0,-1 1 0 0 0,0 0 0 0 0,0 1 0 0 0,-1 0 0 0 0,6 0 0 0 0,2 0 0 0 0,-1 0 0 0 0,0 1 0 0 0,-2-1 0 0 0,-2 0 0 0 0,-1-5 0 0 0,0-2 0 0 0,-1 1 0 0 0,-1 1 0 0 0,1 1 0 0 0,0 2 0 0 0,0 1 0 0 0,0 0 0 0 0,-1 2 0 0 0,1-1 0 0 0,0 0 0 0 0,0 1 0 0 0,0-1 0 0 0,0 11 0 0 0,0 14 0 0 0,-5 8 0 0 0,-2 8 0 0 0,-5 9 0 0 0,0 5 0 0 0,-4 5 0 0 0,2 2 0 0 0,2 1 0 0 0,4 1 0 0 0,-3-6 0 0 0,2-2 0 0 0,-4 0 0 0 0,1 1 0 0 0,2 2 0 0 0,3 0 0 0 0,-3-3 0 0 0,1-2 0 0 0,-4 1 0 0 0,0 2 0 0 0,3 1 0 0 0,3 2 0 0 0,-3-5 0 0 0,1 0 0 0 0,1 0 0 0 0,-2-4 0 0 0,-1 1 0 0 0,3 1 0 0 0,-4 2 0 0 0,2 3 0 0 0,1 2 0 0 0,-3 0 0 0 0,2 2 0 0 0,1 0 0 0 0,-2-5 0 0 0,0-2 0 0 0,2 1 0 0 0,3 1 0 0 0,2 1 0 0 0,-3-4 0 0 0,-1 0 0 0 0,1 1 0 0 0,2 1 0 0 0,-3-3 0 0 0,-1 0 0 0 0,1 1 0 0 0,3 2 0 0 0,-4-3 0 0 0,0 0 0 0 0,1 1 0 0 0,3 2 0 0 0,1 3 0 0 0,2 1 0 0 0,1 0 0 0 0,6-3 0 0 0,8-12 0 0 0,1-14 0 0 0,4-12 0 0 0,3-4 0 0 0,-1-4 0 0 0,-4-5 0 0 0,0-2 0 0 0,-2-3 0 0 0,1 4 0 0 0,-1 2 0 0 0,2 4 0 0 0,-3 1 0 0 0,-2-2 0 0 0,2-3 0 0 0,3-2 0 0 0,0-2 0 0 0,-3-2 0 0 0,1 0 0 0 0,-1-1 0 0 0,2-1 0 0 0,-2 1 0 0 0,-2 0 0 0 0,-4 0 0 0 0,2 5 0 0 0,0 2 0 0 0,-1 0 0 0 0,2-2 0 0 0,1-1 0 0 0,-3-1 0 0 0,3 3 0 0 0,0 2 0 0 0,-2-1 0 0 0,-3-2 0 0 0,-2-1 0 0 0,-2-2 0 0 0,4 5 0 0 0,1 0 0 0 0,-1 0 0 0 0,4-2 0 0 0,1-1 0 0 0,-3-2 0 0 0,-1-1 0 0 0,-3 0 0 0 0,-2-1 0 0 0,-1 10 0 0 0,-1 14 0 0 0,0 14 0 0 0,0 10 0 0 0,-1 8 0 0 0,1 5 0 0 0,-6-2 0 0 0,-1-2 0 0 0,0 1 0 0 0,2 1 0 0 0,1 0 0 0 0,-4 2 0 0 0,0 0 0 0 0,1 1 0 0 0,-3 5 0 0 0,-1 2 0 0 0,2-1 0 0 0,-2-6 0 0 0,0 3 0 0 0,2-1 0 0 0,3 6 0 0 0,-4-5 0 0 0,1-2 0 0 0,2-1 0 0 0,-4 4 0 0 0,1 7 0 0 0,1 1 0 0 0,3 4 0 0 0,-3-1 0 0 0,0-2 0 0 0,1-5 0 0 0,-2-2 0 0 0,-1-4 0 0 0,-3-1 0 0 0,1-1 0 0 0,3 0 0 0 0,2-1 0 0 0,4 0 0 0 0,-4 5 0 0 0,0 3 0 0 0,-4-6 0 0 0,0 2 0 0 0,-3 1 0 0 0,1-1 0 0 0,3 0 0 0 0,3-1 0 0 0,-2 4 0 0 0,-5 7 0 0 0,-5 6 0 0 0,1-1 0 0 0,-1-7 0 0 0,2-2 0 0 0,4-2 0 0 0,0-1 0 0 0,2-3 0 0 0,-2-2 0 0 0,1 0 0 0 0,2-2 0 0 0,5 1 0 0 0,-4-1 0 0 0,1 1 0 0 0,-4-6 0 0 0,1-2 0 0 0,-3 2 0 0 0,1 0 0 0 0,3 2 0 0 0,3 1 0 0 0,-2-3 0 0 0,-5-2 0 0 0,1 1 0 0 0,2-9 0 0 0,3-12 0 0 0,4-12 0 0 0,2-9 0 0 0,1-13 0 0 0,2-6 0 0 0,1-7 0 0 0,-1-1 0 0 0,1-4 0 0 0,0-4 0 0 0,4 2 0 0 0,2 4 0 0 0,0 0 0 0 0,4 3 0 0 0,0-3 0 0 0,-2 3 0 0 0,-3-2 0 0 0,-2 1 0 0 0,-1-2 0 0 0,-2 2 0 0 0,-1 3 0 0 0,0-1 0 0 0,-1 0 0 0 0,1-2 0 0 0,-1-4 0 0 0,1 1 0 0 0,0-2 0 0 0,5-2 0 0 0,2 1 0 0 0,0 0 0 0 0,-2 3 0 0 0,-1-6 0 0 0,-2 0 0 0 0,0 6 0 0 0,-2-1 0 0 0,0-8 0 0 0,0 2 0 0 0,5-2 0 0 0,1 5 0 0 0,1 0 0 0 0,-2-2 0 0 0,-1 4 0 0 0,-2-1 0 0 0,-1 4 0 0 0,0-1 0 0 0,-1-3 0 0 0,0 2 0 0 0,-1-1 0 0 0,1 3 0 0 0,0-2 0 0 0,0-2 0 0 0,0 2 0 0 0,0-1 0 0 0,-1 2 0 0 0,1 5 0 0 0,6-1 0 0 0,1 1 0 0 0,-1 3 0 0 0,0-2 0 0 0,-2 1 0 0 0,-2 2 0 0 0,-1 3 0 0 0,0 1 0 0 0,-1-3 0 0 0,-1-5 0 0 0,1-2 0 0 0,0 3 0 0 0,0 2 0 0 0,-1 4 0 0 0,1 1 0 0 0,0 3 0 0 0,0 1 0 0 0,0 0 0 0 0,0 1 0 0 0,0 0 0 0 0,0 0 0 0 0,0-1 0 0 0,0 1 0 0 0,0 9 0 0 0,-5 10 0 0 0,-2 11 0 0 0,0 11 0 0 0,2 9 0 0 0,-4 6 0 0 0,0 4 0 0 0,-4 2 0 0 0,0 6 0 0 0,-3-3 0 0 0,2 3 0 0 0,2 0 0 0 0,-1 4 0 0 0,1 5 0 0 0,-2-5 0 0 0,1 1 0 0 0,-3 3 0 0 0,2 5 0 0 0,3 4 0 0 0,-2 2 0 0 0,1-2 0 0 0,3 0 0 0 0,-2-5 0 0 0,0 0 0 0 0,-2 2 0 0 0,0-2 0 0 0,3 0 0 0 0,-3 2 0 0 0,2-2 0 0 0,-4 1 0 0 0,2 2 0 0 0,3-3 0 0 0,2 1 0 0 0,4 7 0 0 0,2 0 0 0 0,-5-1 0 0 0,1-4 0 0 0,-1 0 0 0 0,-3 5 0 0 0,0 0 0 0 0,2-1 0 0 0,-4 6 0 0 0,-4-7 0 0 0,0 2 0 0 0,3-4 0 0 0,-2 0 0 0 0,2 1 0 0 0,4-3 0 0 0,2-1 0 0 0,3 2 0 0 0,-3-3 0 0 0,-1 1 0 0 0,2 2 0 0 0,-4-3 0 0 0,0 1 0 0 0,-4 1 0 0 0,1-1 0 0 0,2 0 0 0 0,-2 1 0 0 0,2-1 0 0 0,1-6 0 0 0,-1-4 0 0 0,0 1 0 0 0,2-1 0 0 0,3-3 0 0 0,3-2 0 0 0,-5-2 0 0 0,1-2 0 0 0,0 4 0 0 0,-3 2 0 0 0,0-1 0 0 0,1-1 0 0 0,3-2 0 0 0,-3-1 0 0 0,-1-1 0 0 0,3-1 0 0 0,1 0 0 0 0,3-1 0 0 0,1 1 0 0 0,1-1 0 0 0,1-10 0 0 0,0-13 0 0 0,1-14 0 0 0,-1-11 0 0 0,0-7 0 0 0,6-5 0 0 0,1-3 0 0 0,5 5 0 0 0,0 2 0 0 0,-1-1 0 0 0,-4 0 0 0 0,4-1 0 0 0,-1-1 0 0 0,3-1 0 0 0,-1 0 0 0 0,4-6 0 0 0,-2-2 0 0 0,-3 0 0 0 0,2 2 0 0 0,-1 1 0 0 0,2 2 0 0 0,-1 0 0 0 0,-2 2 0 0 0,1 0 0 0 0,-1 1 0 0 0,-2-1 0 0 0,-3 1 0 0 0,-2-1 0 0 0,3-5 0 0 0,6 4 0 0 0,1 1 0 0 0,-3-3 0 0 0,3-3 0 0 0,-1 1 0 0 0,-3-4 0 0 0,-3-1 0 0 0,2-4 0 0 0,0 1 0 0 0,4 3 0 0 0,-1 2 0 0 0,-2 3 0 0 0,2-2 0 0 0,0-1 0 0 0,-3-4 0 0 0,-3 0 0 0 0,3 2 0 0 0,0-2 0 0 0,4 1 0 0 0,-1 2 0 0 0,-2 3 0 0 0,-3 2 0 0 0,3 2 0 0 0,0 1 0 0 0,-3 2 0 0 0,-1-1 0 0 0,-3-4 0 0 0,-1-3 0 0 0,4 7 0 0 0,1-4 0 0 0,-1 1 0 0 0,-1-1 0 0 0,4 2 0 0 0,0 0 0 0 0,-2-4 0 0 0,-1-2 0 0 0,-2 2 0 0 0,-2 0 0 0 0,-1 3 0 0 0,-1 1 0 0 0,0 1 0 0 0,0 1 0 0 0,-1 0 0 0 0,1 0 0 0 0,0 1 0 0 0,-1-1 0 0 0,1 1 0 0 0,0 10 0 0 0,0 13 0 0 0,0 14 0 0 0,0 11 0 0 0,0 7 0 0 0,0 5 0 0 0,-5 8 0 0 0,-2 2 0 0 0,-5 0 0 0 0,0 4 0 0 0,2 5 0 0 0,2-2 0 0 0,-3-2 0 0 0,2-4 0 0 0,1-4 0 0 0,2-3 0 0 0,-3 4 0 0 0,0 5 0 0 0,-3 6 0 0 0,-6 5 0 0 0,1-1 0 0 0,3-5 0 0 0,4 1 0 0 0,4-4 0 0 0,-3 2 0 0 0,1-2 0 0 0,-4-4 0 0 0,0 2 0 0 0,-3 4 0 0 0,1-1 0 0 0,-2 3 0 0 0,1 3 0 0 0,-2 3 0 0 0,3 3 0 0 0,2-3 0 0 0,-1-1 0 0 0,-3 1 0 0 0,0-3 0 0 0,-2 0 0 0 0,2-4 0 0 0,-2-5 0 0 0,3 1 0 0 0,4-2 0 0 0,-2 3 0 0 0,1 3 0 0 0,-2-5 0 0 0,1-1 0 0 0,-2 4 0 0 0,-5 4 0 0 0,3 5 0 0 0,-3 2 0 0 0,3-2 0 0 0,-1-6 0 0 0,3-5 0 0 0,-2-6 0 0 0,2-4 0 0 0,4-2 0 0 0,4-1 0 0 0,-3 4 0 0 0,1 2 0 0 0,-3-6 0 0 0,0-3 0 0 0,2 0 0 0 0,-2-1 0 0 0,0 1 0 0 0,3 1 0 0 0,-2 1 0 0 0,0 0 0 0 0,2 0 0 0 0,-2-4 0 0 0,0-13 0 0 0,3-13 0 0 0,2-12 0 0 0,2-9 0 0 0,7-12 0 0 0,3-5 0 0 0,1-2 0 0 0,-1-4 0 0 0,3 6 0 0 0,1-3 0 0 0,3 2 0 0 0,0-3 0 0 0,3 0 0 0 0,-1 2 0 0 0,-4 2 0 0 0,-3 3 0 0 0,2-3 0 0 0,0-1 0 0 0,3-4 0 0 0,-1-5 0 0 0,3 0 0 0 0,-1 4 0 0 0,2-2 0 0 0,-1-4 0 0 0,-4 2 0 0 0,2-1 0 0 0,-1-4 0 0 0,2 3 0 0 0,5-1 0 0 0,-2-2 0 0 0,-3 3 0 0 0,1-2 0 0 0,-2-1 0 0 0,2 3 0 0 0,-2-1 0 0 0,-2-7 0 0 0,1 1 0 0 0,-1 4 0 0 0,-2 2 0 0 0,2 3 0 0 0,0 1 0 0 0,3-4 0 0 0,4-2 0 0 0,-1 1 0 0 0,2 0 0 0 0,-2 4 0 0 0,-4-2 0 0 0,1-1 0 0 0,-2 1 0 0 0,-3 0 0 0 0,-3-2 0 0 0,3 7 0 0 0,-1 1 0 0 0,-1 3 0 0 0,4-3 0 0 0,4-3 0 0 0,1 0 0 0 0,-4 4 0 0 0,3-3 0 0 0,-2 3 0 0 0,-3-3 0 0 0,-4 2 0 0 0,-2 3 0 0 0,4-3 0 0 0,-1 2 0 0 0,5-3 0 0 0,0-4 0 0 0,3 1 0 0 0,-1 3 0 0 0,-3 5 0 0 0,-3 3 0 0 0,-3 3 0 0 0,-2 2 0 0 0,-3 1 0 0 0,6 1 0 0 0,0 0 0 0 0,0 0 0 0 0,-1 10 0 0 0,-2 14 0 0 0,-1 13 0 0 0,-1 11 0 0 0,0 7 0 0 0,-1 5 0 0 0,-6-3 0 0 0,-1 0 0 0 0,-5 5 0 0 0,-6 8 0 0 0,0 2 0 0 0,4-1 0 0 0,-2-1 0 0 0,3-3 0 0 0,-3-3 0 0 0,2 4 0 0 0,-2 1 0 0 0,2-2 0 0 0,3-1 0 0 0,-2 3 0 0 0,-3 1 0 0 0,0-2 0 0 0,-2 4 0 0 0,-3 5 0 0 0,-4 4 0 0 0,3 0 0 0 0,6 1 0 0 0,-1 2 0 0 0,3-2 0 0 0,-1 0 0 0 0,-4 1 0 0 0,-3-2 0 0 0,1 5 0 0 0,0 4 0 0 0,-2 8 0 0 0,-3 2 0 0 0,4-5 0 0 0,-1 2 0 0 0,0 0 0 0 0,-3-7 0 0 0,4-2 0 0 0,0 0 0 0 0,-1-6 0 0 0,3 4 0 0 0,0 4 0 0 0,-8 2 0 0 0,2-5 0 0 0,-1-1 0 0 0,0 0 0 0 0,4-4 0 0 0,6 0 0 0 0,0 6 0 0 0,-1-1 0 0 0,-4 0 0 0 0,-3-4 0 0 0,-2-7 0 0 0,3 6 0 0 0,0 4 0 0 0,-5 3 0 0 0,1 1 0 0 0,1-3 0 0 0,4-7 0 0 0,2-1 0 0 0,-2-3 0 0 0,-1 0 0 0 0,2 3 0 0 0,1-7 0 0 0,3 1 0 0 0,5-3 0 0 0,0-2 0 0 0,-4-3 0 0 0,2-2 0 0 0,-3-1 0 0 0,2-1 0 0 0,5-1 0 0 0,2 1 0 0 0,-1-1 0 0 0,1 0 0 0 0,-3-4 0 0 0,-1-3 0 0 0,4 1 0 0 0,2 2 0 0 0,-3-4 0 0 0,1-1 0 0 0,-4-3 0 0 0,1 0 0 0 0,2 2 0 0 0,2-7 0 0 0,4-11 0 0 0,7-12 0 0 0,3-8 0 0 0,0-8 0 0 0,5-3 0 0 0,0-3 0 0 0,4-1 0 0 0,5 0 0 0 0,-2 0 0 0 0,-4-5 0 0 0,2 5 0 0 0,-3 2 0 0 0,3 1 0 0 0,2 1 0 0 0,0-1 0 0 0,-4-4 0 0 0,0 2 0 0 0,-1 2 0 0 0,2-5 0 0 0,-1-1 0 0 0,-4 0 0 0 0,2-4 0 0 0,5-6 0 0 0,4-6 0 0 0,4-4 0 0 0,3 2 0 0 0,-4 5 0 0 0,-5 0 0 0 0,-1 4 0 0 0,-4-2 0 0 0,2 3 0 0 0,-3 2 0 0 0,3 0 0 0 0,2-5 0 0 0,0 0 0 0 0,-4-1 0 0 0,-5-4 0 0 0,2 7 0 0 0,-1 1 0 0 0,3-8 0 0 0,5-5 0 0 0,4-5 0 0 0,-2 5 0 0 0,-3 0 0 0 0,-1 5 0 0 0,-2 1 0 0 0,-3-1 0 0 0,-5 3 0 0 0,3-1 0 0 0,0-3 0 0 0,3 9 0 0 0,0 0 0 0 0,-2-2 0 0 0,2 1 0 0 0,0-2 0 0 0,2 2 0 0 0,-1 3 0 0 0,-2-2 0 0 0,-4-4 0 0 0,3-4 0 0 0,-1 2 0 0 0,4 3 0 0 0,-1 5 0 0 0,-2 5 0 0 0,3-3 0 0 0,-2-4 0 0 0,-2 0 0 0 0,-3 1 0 0 0,-2 4 0 0 0,-2 3 0 0 0,4 2 0 0 0,1 2 0 0 0,-1 1 0 0 0,-1 1 0 0 0,4 0 0 0 0,0-1 0 0 0,-2 1 0 0 0,-1 0 0 0 0,3 4 0 0 0,0 3 0 0 0,-1-2 0 0 0,-3 0 0 0 0,-1-2 0 0 0,-2 9 0 0 0,-7 13 0 0 0,-1 12 0 0 0,-6 11 0 0 0,-1 7 0 0 0,2 4 0 0 0,-2-2 0 0 0,-5 5 0 0 0,-4 2 0 0 0,2 5 0 0 0,-1 2 0 0 0,-3-1 0 0 0,3 3 0 0 0,1-6 0 0 0,2 2 0 0 0,0-1 0 0 0,-2-2 0 0 0,-4 4 0 0 0,3 6 0 0 0,5-1 0 0 0,0 4 0 0 0,-3 3 0 0 0,-3-7 0 0 0,-3-1 0 0 0,-3 3 0 0 0,4-1 0 0 0,0 1 0 0 0,0 10 0 0 0,-3 4 0 0 0,0-7 0 0 0,-2-3 0 0 0,4 6 0 0 0,1-2 0 0 0,0 1 0 0 0,-2 6 0 0 0,-1-2 0 0 0,-2-1 0 0 0,0 0 0 0 0,3 1 0 0 0,2 0 0 0 0,0 1 0 0 0,-2 0 0 0 0,-1 5 0 0 0,-2-7 0 0 0,0-5 0 0 0,3 0 0 0 0,2 1 0 0 0,0 1 0 0 0,-2 2 0 0 0,-1-3 0 0 0,-2-2 0 0 0,0 2 0 0 0,3-4 0 0 0,8 1 0 0 0,0 1 0 0 0,-1 2 0 0 0,-3-3 0 0 0,3 1 0 0 0,-2-5 0 0 0,4-4 0 0 0,-1 1 0 0 0,-3 3 0 0 0,3-2 0 0 0,-1-3 0 0 0,-3-3 0 0 0,2-4 0 0 0,6 3 0 0 0,4 5 0 0 0,-2 0 0 0 0,-3 3 0 0 0,1 0 0 0 0,-3-4 0 0 0,2-4 0 0 0,3-3 0 0 0,4-3 0 0 0,3-1 0 0 0,2-1 0 0 0,8-11 0 0 0,7-15 0 0 0,2-12 0 0 0,10-11 0 0 0,-1-8 0 0 0,3-4 0 0 0,0-3 0 0 0,3 0 0 0 0,1-1 0 0 0,-5 1 0 0 0,-1 1 0 0 0,5 0 0 0 0,-1 0 0 0 0,-1-4 0 0 0,5 3 0 0 0,4-2 0 0 0,-6-2 0 0 0,-2 2 0 0 0,5 0 0 0 0,1 2 0 0 0,1-5 0 0 0,5-1 0 0 0,1 2 0 0 0,-2 1 0 0 0,-2 1 0 0 0,-2 2 0 0 0,4 1 0 0 0,0-4 0 0 0,-1-2 0 0 0,3-4 0 0 0,0 4 0 0 0,-1-1 0 0 0,-3 0 0 0 0,-3 2 0 0 0,5 2 0 0 0,5-4 0 0 0,0 0 0 0 0,-1-4 0 0 0,-4 5 0 0 0,-2 4 0 0 0,2-3 0 0 0,6 0 0 0 0,0-4 0 0 0,-3 4 0 0 0,-3 4 0 0 0,3-3 0 0 0,-1-1 0 0 0,-2 6 0 0 0,3-3 0 0 0,4 0 0 0 0,0 1 0 0 0,-2 5 0 0 0,-4-3 0 0 0,-4-1 0 0 0,4-1 0 0 0,-1 1 0 0 0,4-1 0 0 0,-6 2 0 0 0,2-1 0 0 0,-1 6 0 0 0,-6 2 0 0 0,1 0 0 0 0,0-1 0 0 0,1 3 0 0 0,-2 0 0 0 0,1 0 0 0 0,3-3 0 0 0,3 3 0 0 0,-7 0 0 0 0,-3-1 0 0 0,-1 3 0 0 0,-5 0 0 0 0,-2 3 0 0 0,1-1 0 0 0,2 3 0 0 0,3-1 0 0 0,1 2 0 0 0,-4-3 0 0 0,-1-2 0 0 0,2 1 0 0 0,-5 9 0 0 0,-10 12 0 0 0,-7 10 0 0 0,-9 8 0 0 0,-9 1 0 0 0,-2 1 0 0 0,2 3 0 0 0,-2 2 0 0 0,-3-4 0 0 0,2-1 0 0 0,-1 6 0 0 0,-3 4 0 0 0,2 1 0 0 0,0 0 0 0 0,-8 5 0 0 0,2 1 0 0 0,4-1 0 0 0,1-2 0 0 0,0-2 0 0 0,-4-2 0 0 0,4-1 0 0 0,0 5 0 0 0,-7 6 0 0 0,-4 6 0 0 0,3 0 0 0 0,2-8 0 0 0,0 0 0 0 0,-6 2 0 0 0,-2 1 0 0 0,4 1 0 0 0,2 0 0 0 0,2-3 0 0 0,-1-3 0 0 0,5 2 0 0 0,1-1 0 0 0,-1 3 0 0 0,-2 6 0 0 0,-2-2 0 0 0,-2-2 0 0 0,5 1 0 0 0,1-2 0 0 0,-2-3 0 0 0,-1 1 0 0 0,-1 0 0 0 0,4 3 0 0 0,0-2 0 0 0,-1-2 0 0 0,-2-3 0 0 0,4 3 0 0 0,0-1 0 0 0,-1-2 0 0 0,-2 4 0 0 0,-2 4 0 0 0,-2 0 0 0 0,-1-2 0 0 0,5-4 0 0 0,1-4 0 0 0,4-2 0 0 0,2-1 0 0 0,-3-2 0 0 0,3-1 0 0 0,-1 0 0 0 0,3 0 0 0 0,-2-5 0 0 0,-2-1 0 0 0,2 0 0 0 0,-1 1 0 0 0,2 2 0 0 0,0 1 0 0 0,-4 2 0 0 0,3 0 0 0 0,-2-4 0 0 0,4-2 0 0 0,-2-5 0 0 0,3 0 0 0 0,3-9 0 0 0,10-11 0 0 0,10-11 0 0 0,4-8 0 0 0,4-1 0 0 0,6-3 0 0 0,-1-1 0 0 0,0 2 0 0 0,-2 1 0 0 0,0-1 0 0 0,2 2 0 0 0,-2 1 0 0 0,1-2 0 0 0,2-3 0 0 0,2-2 0 0 0,9-1 0 0 0,2-2 0 0 0,2-1 0 0 0,-1 0 0 0 0,-1-1 0 0 0,-1 6 0 0 0,-7 2 0 0 0,-2 5 0 0 0,0 0 0 0 0,0-1 0 0 0,2-3 0 0 0,1 2 0 0 0,1 0 0 0 0,2-2 0 0 0,-1-2 0 0 0,1 3 0 0 0,0 0 0 0 0,0-1 0 0 0,0 3 0 0 0,0-1 0 0 0,0-1 0 0 0,-5-3 0 0 0,-2 4 0 0 0,0-1 0 0 0,-4-1 0 0 0,0 2 0 0 0,2 6 0 0 0,2 0 0 0 0,-2-3 0 0 0,-1-3 0 0 0,2 1 0 0 0,2-1 0 0 0,3-2 0 0 0,1 3 0 0 0,1 0 0 0 0,0-3 0 0 0,-4-1 0 0 0,-1 2 0 0 0,-1 0 0 0 0,2 4 0 0 0,-4-1 0 0 0,-6-2 0 0 0,-10 3 0 0 0,-12 4 0 0 0,-10 5 0 0 0,-8 3 0 0 0,-4 3 0 0 0,-4 3 0 0 0,-1 0 0 0 0,0 1 0 0 0,-5 5 0 0 0,-1 7 0 0 0,0 1 0 0 0,2 4 0 0 0,2-2 0 0 0,2-3 0 0 0,1 1 0 0 0,1-1 0 0 0,0 2 0 0 0,0-2 0 0 0,-4 3 0 0 0,-8 3 0 0 0,4 4 0 0 0,-2 3 0 0 0,1-2 0 0 0,2-6 0 0 0,-3 0 0 0 0,5 1 0 0 0,4 3 0 0 0,-4-1 0 0 0,0-6 0 0 0,0 1 0 0 0,-3 2 0 0 0,-2 4 0 0 0,2 3 0 0 0,2-2 0 0 0,2-6 0 0 0,2 0 0 0 0,-4 3 0 0 0,-6 2 0 0 0,-2 3 0 0 0,8 3 0 0 0,-1-4 0 0 0,1-5 0 0 0,2-2 0 0 0,1 3 0 0 0,1 2 0 0 0,2-2 0 0 0,0 0 0 0 0,5 3 0 0 0,2-3 0 0 0,1 0 0 0 0,-3-3 0 0 0,5 1 0 0 0,-1 2 0 0 0,0-1 0 0 0,2 0 0 0 0,0 3 0 0 0,-2-3 0 0 0,3 1 0 0 0,9-3 0 0 0,7-10 0 0 0,10-5 0 0 0,7-10 0 0 0,8-2 0 0 0,5-5 0 0 0,3-5 0 0 0,-3-5 0 0 0,-1 2 0 0 0,-1 0 0 0 0,8-2 0 0 0,2 4 0 0 0,-5 0 0 0 0,4-2 0 0 0,1-1 0 0 0,-1 2 0 0 0,0 0 0 0 0,-1 4 0 0 0,-1 0 0 0 0,0-3 0 0 0,-1 3 0 0 0,0-1 0 0 0,4-3 0 0 0,3-2 0 0 0,-1 2 0 0 0,-1 0 0 0 0,4-1 0 0 0,-5-3 0 0 0,2 4 0 0 0,0 5 0 0 0,-6 1 0 0 0,2-3 0 0 0,5-8 0 0 0,3 0 0 0 0,4 0 0 0 0,-6-1 0 0 0,2-1 0 0 0,-2 4 0 0 0,-7 2 0 0 0,2-1 0 0 0,-1-2 0 0 0,6 4 0 0 0,1 1 0 0 0,-7-3 0 0 0,-3 5 0 0 0,-1-2 0 0 0,-2 5 0 0 0,-4-2 0 0 0,-1-2 0 0 0,1 2 0 0 0,2 4 0 0 0,1-1 0 0 0,-3-3 0 0 0,0 2 0 0 0,-4-2 0 0 0,-1 2 0 0 0,3 4 0 0 0,-3-2 0 0 0,1-3 0 0 0,3 2 0 0 0,-3-3 0 0 0,-10 2 0 0 0,-11 4 0 0 0,-11 3 0 0 0,-8 5 0 0 0,-6 1 0 0 0,-4 3 0 0 0,-2 0 0 0 0,0 0 0 0 0,0 1 0 0 0,1 0 0 0 0,0 5 0 0 0,0 1 0 0 0,1 5 0 0 0,0 1 0 0 0,0 2 0 0 0,0 0 0 0 0,0-3 0 0 0,1-4 0 0 0,-1 2 0 0 0,0 0 0 0 0,0 3 0 0 0,-5-1 0 0 0,-7-2 0 0 0,-1 2 0 0 0,1 5 0 0 0,-2 4 0 0 0,1-1 0 0 0,3 1 0 0 0,3-3 0 0 0,3 1 0 0 0,-4 2 0 0 0,1 3 0 0 0,1-3 0 0 0,-4-4 0 0 0,-6-1 0 0 0,1 3 0 0 0,3 3 0 0 0,2-2 0 0 0,5 1 0 0 0,-4-4 0 0 0,-4 2 0 0 0,4 1 0 0 0,0 4 0 0 0,-5 2 0 0 0,-5-2 0 0 0,-4-1 0 0 0,6 1 0 0 0,2 2 0 0 0,3 1 0 0 0,3-3 0 0 0,-1-6 0 0 0,0-1 0 0 0,3 2 0 0 0,2-2 0 0 0,2 1 0 0 0,-4-3 0 0 0,0 2 0 0 0,0 3 0 0 0,-3-2 0 0 0,0 2 0 0 0,2-4 0 0 0,7 2 0 0 0,4-3 0 0 0,1-3 0 0 0,6 1 0 0 0,1-2 0 0 0,9-2 0 0 0,6-9 0 0 0,10-9 0 0 0,9-3 0 0 0,7 1 0 0 0,0-4 0 0 0,2-4 0 0 0,2 2 0 0 0,8-8 0 0 0,3 1 0 0 0,0-1 0 0 0,6-1 0 0 0,-1-2 0 0 0,0-1 0 0 0,-3 5 0 0 0,-3 0 0 0 0,-2 0 0 0 0,5-2 0 0 0,0 4 0 0 0,-1 0 0 0 0,4-1 0 0 0,0-2 0 0 0,4-2 0 0 0,4-2 0 0 0,5-1 0 0 0,3 0 0 0 0,-2-1 0 0 0,-1-1 0 0 0,2 6 0 0 0,-4 2 0 0 0,-6-5 0 0 0,1 1 0 0 0,2 1 0 0 0,8 0 0 0 0,-5-1 0 0 0,-1-1 0 0 0,2 0 0 0 0,1-2 0 0 0,-2 1 0 0 0,-6-1 0 0 0,-4 5 0 0 0,0 2 0 0 0,-1 0 0 0 0,2 3 0 0 0,-5 1 0 0 0,-5-2 0 0 0,-2-2 0 0 0,-1 3 0 0 0,-1-1 0 0 0,0 5 0 0 0,-4-2 0 0 0,-2 4 0 0 0,0 3 0 0 0,-3 0 0 0 0,0-4 0 0 0,-3-5 0 0 0,0 2 0 0 0,3 3 0 0 0,-2 0 0 0 0,-5-3 0 0 0,-8 2 0 0 0,-12 4 0 0 0,-9 4 0 0 0,-7 3 0 0 0,-6 4 0 0 0,-2 1 0 0 0,-6 1 0 0 0,-3 1 0 0 0,-5-1 0 0 0,0 1 0 0 0,3 0 0 0 0,-3-1 0 0 0,-3 0 0 0 0,1 0 0 0 0,3 6 0 0 0,-2 1 0 0 0,-3-1 0 0 0,-3 5 0 0 0,1 0 0 0 0,-1 3 0 0 0,3-1 0 0 0,0 4 0 0 0,2-3 0 0 0,5 3 0 0 0,-2 3 0 0 0,-4-1 0 0 0,-8-5 0 0 0,-2 1 0 0 0,0-2 0 0 0,4 2 0 0 0,7 4 0 0 0,-1-2 0 0 0,-1 2 0 0 0,-4 3 0 0 0,-2-3 0 0 0,2-4 0 0 0,5 1 0 0 0,-5 2 0 0 0,1 4 0 0 0,0-2 0 0 0,-3 1 0 0 0,3 2 0 0 0,0-3 0 0 0,-2-5 0 0 0,9 1 0 0 0,1-3 0 0 0,-2 1 0 0 0,1 5 0 0 0,-2 3 0 0 0,-4-2 0 0 0,2-3 0 0 0,-1-1 0 0 0,2-2 0 0 0,5 1 0 0 0,-2 4 0 0 0,3-2 0 0 0,2 2 0 0 0,-2-3 0 0 0,1-3 0 0 0,2 0 0 0 0,2-1 0 0 0,3-3 0 0 0,1 2 0 0 0,-4 5 0 0 0,-1-1 0 0 0,1-2 0 0 0,2-4 0 0 0,0 2 0 0 0,3-1 0 0 0,0 3 0 0 0,1-1 0 0 0,0-2 0 0 0,6 2 0 0 0,12 0 0 0 0,13-3 0 0 0,12-3 0 0 0,10-2 0 0 0,6-2 0 0 0,3-2 0 0 0,2 0 0 0 0,6 0 0 0 0,1-1 0 0 0,-1-4 0 0 0,4-3 0 0 0,5-4 0 0 0,-1 0 0 0 0,-3 1 0 0 0,2 3 0 0 0,3-2 0 0 0,-1 0 0 0 0,7 2 0 0 0,4 3 0 0 0,8 1 0 0 0,-2 2 0 0 0,-1-4 0 0 0,3-1 0 0 0,-4 1 0 0 0,-2-4 0 0 0,-1 0 0 0 0,-5 1 0 0 0,3 3 0 0 0,-3-4 0 0 0,5 1 0 0 0,3 1 0 0 0,-4-3 0 0 0,-2 1 0 0 0,1 1 0 0 0,-6 3 0 0 0,6-3 0 0 0,2 0 0 0 0,2 1 0 0 0,1-2 0 0 0,-6-1 0 0 0,-1 3 0 0 0,0 2 0 0 0,1 2 0 0 0,-4 2 0 0 0,-6 1 0 0 0,-5-5 0 0 0,-5 0 0 0 0,-4-1 0 0 0,-1 3 0 0 0,-2-5 0 0 0,0 0 0 0 0,0 1 0 0 0,-1 2 0 0 0,-9 3 0 0 0,-14 0 0 0 0,-13 2 0 0 0,-11 1 0 0 0,-7 0 0 0 0,-5 1 0 0 0,-3-1 0 0 0,0 1 0 0 0,0-1 0 0 0,-1 0 0 0 0,2 0 0 0 0,0 0 0 0 0,1 0 0 0 0,-6 0 0 0 0,0 0 0 0 0,-6 0 0 0 0,0 0 0 0 0,2 0 0 0 0,-3 0 0 0 0,1 0 0 0 0,-8 5 0 0 0,-5 2 0 0 0,1 0 0 0 0,-6-2 0 0 0,-3 4 0 0 0,5 1 0 0 0,-5-2 0 0 0,0-3 0 0 0,-1-1 0 0 0,0 4 0 0 0,-4 0 0 0 0,5-2 0 0 0,-9 0 0 0 0,-2-3 0 0 0,2-1 0 0 0,-3-1 0 0 0,-5-1 0 0 0,8 5 0 0 0,4 2 0 0 0,-1-1 0 0 0,-5-1 0 0 0,1 4 0 0 0,-4 0 0 0 0,1-1 0 0 0,-1-2 0 0 0,1 3 0 0 0,-1 0 0 0 0,6-1 0 0 0,-4 2 0 0 0,-1 1 0 0 0,3-2 0 0 0,3 2 0 0 0,-2 0 0 0 0,7-2 0 0 0,3-3 0 0 0,-3 3 0 0 0,0 0 0 0 0,5-1 0 0 0,2-3 0 0 0,2-2 0 0 0,4 5 0 0 0,7-1 0 0 0,0 0 0 0 0,3 3 0 0 0,-2 1 0 0 0,-4 3 0 0 0,2-1 0 0 0,-2-2 0 0 0,7 2 0 0 0,6-2 0 0 0,3-2 0 0 0,3-2 0 0 0,0 2 0 0 0,1 0 0 0 0,11-2 0 0 0,12-2 0 0 0,14-1 0 0 0,10-2 0 0 0,8-2 0 0 0,9 0 0 0 0,10 0 0 0 0,2 0 0 0 0,-2-6 0 0 0,2-1 0 0 0,4 0 0 0 0,4-4 0 0 0,-3 0 0 0 0,0-3 0 0 0,3-5 0 0 0,1 1 0 0 0,-2-1 0 0 0,-1 1 0 0 0,1 5 0 0 0,8 0 0 0 0,3-5 0 0 0,1 2 0 0 0,5-2 0 0 0,2-3 0 0 0,3 2 0 0 0,-1-1 0 0 0,4-2 0 0 0,2 2 0 0 0,0 0 0 0 0,0-3 0 0 0,-2 4 0 0 0,1 4 0 0 0,-3 0 0 0 0,7 2 0 0 0,4-2 0 0 0,-1-3 0 0 0,-6-5 0 0 0,-1 3 0 0 0,-3-1 0 0 0,-5 3 0 0 0,2-1 0 0 0,4-2 0 0 0,-2 2 0 0 0,3 0 0 0 0,-7 2 0 0 0,-5 5 0 0 0,-4 4 0 0 0,-2-2 0 0 0,-1-5 0 0 0,1 1 0 0 0,-1-3 0 0 0,-5 2 0 0 0,-6 3 0 0 0,-2-1 0 0 0,-3 1 0 0 0,2-3 0 0 0,-3 2 0 0 0,3-2 0 0 0,4 0 0 0 0,3 4 0 0 0,-1 4 0 0 0,-10-3 0 0 0,-7 1 0 0 0,-4 1 0 0 0,-7-2 0 0 0,-3 0 0 0 0,1 1 0 0 0,-10 3 0 0 0,-10 3 0 0 0,-13 1 0 0 0,-8 1 0 0 0,-7 1 0 0 0,-4 0 0 0 0,-7 0 0 0 0,-9 1 0 0 0,0-1 0 0 0,-4 0 0 0 0,1 1 0 0 0,-1-1 0 0 0,3 0 0 0 0,4 0 0 0 0,-7 5 0 0 0,-5 2 0 0 0,2 0 0 0 0,-1 3 0 0 0,-2 1 0 0 0,4 3 0 0 0,0 0 0 0 0,-7-3 0 0 0,-4 2 0 0 0,-1-2 0 0 0,-6 4 0 0 0,-2 3 0 0 0,7 0 0 0 0,-2-4 0 0 0,6-4 0 0 0,-3 1 0 0 0,-12-1 0 0 0,3 3 0 0 0,2 5 0 0 0,-2-1 0 0 0,1 1 0 0 0,2-1 0 0 0,3 1 0 0 0,-3 3 0 0 0,4-3 0 0 0,-1 2 0 0 0,0-3 0 0 0,6-4 0 0 0,-3 0 0 0 0,0 4 0 0 0,0 4 0 0 0,0-1 0 0 0,1 0 0 0 0,6-2 0 0 0,1 0 0 0 0,1 3 0 0 0,-1-2 0 0 0,-2 1 0 0 0,-1-4 0 0 0,-1 2 0 0 0,-1 2 0 0 0,4-2 0 0 0,8 2 0 0 0,0-4 0 0 0,5 2 0 0 0,3-3 0 0 0,4-3 0 0 0,3-5 0 0 0,3 3 0 0 0,0 4 0 0 0,1 0 0 0 0,0-2 0 0 0,-1-4 0 0 0,7 3 0 0 0,0 4 0 0 0,0 5 0 0 0,4 4 0 0 0,11-1 0 0 0,11 0 0 0 0,12-4 0 0 0,8-5 0 0 0,5-5 0 0 0,4-4 0 0 0,2-3 0 0 0,0-1 0 0 0,0-2 0 0 0,0 0 0 0 0,-1 0 0 0 0,-1 0 0 0 0,6 1 0 0 0,6-1 0 0 0,7 1 0 0 0,5 0 0 0 0,-2 0 0 0 0,1 0 0 0 0,2 0 0 0 0,-4 0 0 0 0,1 0 0 0 0,0 0 0 0 0,3 0 0 0 0,-3 0 0 0 0,5 0 0 0 0,-3 0 0 0 0,1 0 0 0 0,1 0 0 0 0,-4 0 0 0 0,5 0 0 0 0,2 0 0 0 0,-3-5 0 0 0,0-2 0 0 0,-6 0 0 0 0,0 2 0 0 0,1 1 0 0 0,-3 2 0 0 0,1-5 0 0 0,3 0 0 0 0,-4 0 0 0 0,2 2 0 0 0,-3 2 0 0 0,0-5 0 0 0,3 0 0 0 0,4 1 0 0 0,2 2 0 0 0,-3 1 0 0 0,-6 2 0 0 0,0 1 0 0 0,-3 1 0 0 0,-9-5 0 0 0,-1-2 0 0 0,0 1 0 0 0,-2 1 0 0 0,0 1 0 0 0,-1-3 0 0 0,-1-1 0 0 0,0 1 0 0 0,-1 1 0 0 0,1-2 0 0 0,0-1 0 0 0,-11 1 0 0 0,-14 2 0 0 0,-13 3 0 0 0,-11 1 0 0 0,-7 1 0 0 0,-5 0 0 0 0,-2 2 0 0 0,-2-1 0 0 0,1 0 0 0 0,0 1 0 0 0,-5-1 0 0 0,-1 0 0 0 0,1 0 0 0 0,-4 0 0 0 0,1 0 0 0 0,1 0 0 0 0,3 0 0 0 0,2 6 0 0 0,-4 0 0 0 0,0 1 0 0 0,-3-2 0 0 0,-7-1 0 0 0,2 4 0 0 0,-3 0 0 0 0,-3-1 0 0 0,2 4 0 0 0,-1-1 0 0 0,4-1 0 0 0,-1-2 0 0 0,-8 2 0 0 0,1 0 0 0 0,4-1 0 0 0,1-3 0 0 0,4-1 0 0 0,-1-2 0 0 0,-3-2 0 0 0,3 0 0 0 0,4 5 0 0 0,3 2 0 0 0,0-1 0 0 0,-5-1 0 0 0,6 4 0 0 0,-1 0 0 0 0,1-1 0 0 0,3 3 0 0 0,2 0 0 0 0,1-2 0 0 0,2-3 0 0 0,-4-2 0 0 0,-2-2 0 0 0,1-1 0 0 0,7 4 0 0 0,2 2 0 0 0,2-1 0 0 0,0 4 0 0 0,-2 1 0 0 0,5 3 0 0 0,1-1 0 0 0,9-2 0 0 0,12 2 0 0 0,12-1 0 0 0,9-3 0 0 0,6-3 0 0 0,4-2 0 0 0,3-2 0 0 0,0-1 0 0 0,0-1 0 0 0,0-1 0 0 0,-1 1 0 0 0,0-1 0 0 0,-1 1 0 0 0,0 0 0 0 0,0-1 0 0 0,5 1 0 0 0,1 0 0 0 0,1 0 0 0 0,3 0 0 0 0,11 0 0 0 0,2 0 0 0 0,-3-5 0 0 0,5-2 0 0 0,-1 0 0 0 0,-5 2 0 0 0,-1 1 0 0 0,2 2 0 0 0,4-5 0 0 0,1 0 0 0 0,3 0 0 0 0,1-3 0 0 0,2-1 0 0 0,-6 3 0 0 0,0-4 0 0 0,4 1 0 0 0,-1 2 0 0 0,-1-3 0 0 0,5 2 0 0 0,8-4 0 0 0,-2 0 0 0 0,-4 4 0 0 0,-1-3 0 0 0,-7 2 0 0 0,-3 2 0 0 0,-4 2 0 0 0,-7 4 0 0 0,1 1 0 0 0,-8-4 0 0 0,1-1 0 0 0,5 1 0 0 0,5-4 0 0 0,0-1 0 0 0,3-2 0 0 0,-2-1 0 0 0,-5 4 0 0 0,-3 2 0 0 0,-4 3 0 0 0,-2-3 0 0 0,-3 0 0 0 0,-5-4 0 0 0,-3 0 0 0 0,-5-3 0 0 0,-11 1 0 0 0,-11-2 0 0 0,-11 1 0 0 0,-8 3 0 0 0,-5 4 0 0 0,-4 4 0 0 0,-1-4 0 0 0,0 0 0 0 0,0 2 0 0 0,1 1 0 0 0,0 2 0 0 0,0 1 0 0 0,1 2 0 0 0,0-1 0 0 0,0 2 0 0 0,1-1 0 0 0,-1 0 0 0 0,-5 1 0 0 0,-2-1 0 0 0,1 0 0 0 0,-5 0 0 0 0,1 0 0 0 0,-4 0 0 0 0,-5 0 0 0 0,-4 0 0 0 0,2 0 0 0 0,-1 0 0 0 0,3 0 0 0 0,1 0 0 0 0,-4 0 0 0 0,4 0 0 0 0,-1 0 0 0 0,2 0 0 0 0,0 0 0 0 0,-3 5 0 0 0,2 2 0 0 0,-2 0 0 0 0,4-2 0 0 0,-1 4 0 0 0,-4 1 0 0 0,3-3 0 0 0,-1-1 0 0 0,-3 3 0 0 0,-2 1 0 0 0,-8 2 0 0 0,1 1 0 0 0,1-3 0 0 0,6 3 0 0 0,2-2 0 0 0,4-1 0 0 0,5-4 0 0 0,1-2 0 0 0,-5-2 0 0 0,3-1 0 0 0,-3-2 0 0 0,-4 6 0 0 0,-3 2 0 0 0,3 4 0 0 0,4 1 0 0 0,6-2 0 0 0,4-2 0 0 0,-1 2 0 0 0,0 0 0 0 0,2-2 0 0 0,1-3 0 0 0,3-1 0 0 0,6 3 0 0 0,2 1 0 0 0,-4-2 0 0 0,-3-1 0 0 0,-2-1 0 0 0,1-2 0 0 0,0-1 0 0 0,0-1 0 0 0,12 0 0 0 0,14-1 0 0 0,14 1 0 0 0,10 0 0 0 0,8 0 0 0 0,5-1 0 0 0,-2-4 0 0 0,-2-2 0 0 0,7 0 0 0 0,1 2 0 0 0,2-4 0 0 0,-1 0 0 0 0,-1 1 0 0 0,4-3 0 0 0,1 0 0 0 0,-1-3 0 0 0,-2 1 0 0 0,-1 2 0 0 0,3 3 0 0 0,6-1 0 0 0,1-1 0 0 0,3-3 0 0 0,-1 1 0 0 0,6-3 0 0 0,1 1 0 0 0,-5-3 0 0 0,6 3 0 0 0,9-3 0 0 0,4-3 0 0 0,1 2 0 0 0,-1 3 0 0 0,4 0 0 0 0,-5 2 0 0 0,-4-2 0 0 0,4-3 0 0 0,0-5 0 0 0,0 2 0 0 0,-1 0 0 0 0,3-2 0 0 0,7-3 0 0 0,-5 3 0 0 0,1 1 0 0 0,-6 4 0 0 0,-4-1 0 0 0,-2 4 0 0 0,-6-2 0 0 0,3-2 0 0 0,8-4 0 0 0,9-3 0 0 0,2-3 0 0 0,4 5 0 0 0,-7 0 0 0 0,-4-1 0 0 0,-5-1 0 0 0,-2-2 0 0 0,-6-1 0 0 0,-8 5 0 0 0,-1 5 0 0 0,-4 2 0 0 0,-3 3 0 0 0,1-1 0 0 0,0-3 0 0 0,-3-4 0 0 0,-2 2 0 0 0,-2 4 0 0 0,4 0 0 0 0,-5-3 0 0 0,-3 2 0 0 0,5-1 0 0 0,1 2 0 0 0,-6-2 0 0 0,3 3 0 0 0,1-1 0 0 0,-5-4 0 0 0,-3 2 0 0 0,0 4 0 0 0,-5-1 0 0 0,-5-3 0 0 0,-1 1 0 0 0,-3-1 0 0 0,-3-3 0 0 0,-3-3 0 0 0,-3-3 0 0 0,-7 3 0 0 0,-8 0 0 0 0,-8 5 0 0 0,-5 6 0 0 0,-3 4 0 0 0,-3 4 0 0 0,-1 3 0 0 0,-1 2 0 0 0,1-5 0 0 0,0-1 0 0 0,0 1 0 0 0,1 0 0 0 0,0 2 0 0 0,-5 1 0 0 0,-2 1 0 0 0,-5-5 0 0 0,0-1 0 0 0,2 1 0 0 0,-8 1 0 0 0,-6 1 0 0 0,1 2 0 0 0,-6 1 0 0 0,-3 0 0 0 0,4 1 0 0 0,1 1 0 0 0,5-1 0 0 0,-3 0 0 0 0,-4 1 0 0 0,-1-1 0 0 0,-2 0 0 0 0,1 0 0 0 0,-1 0 0 0 0,1 0 0 0 0,-1 5 0 0 0,1 2 0 0 0,0 0 0 0 0,-5 3 0 0 0,4 1 0 0 0,2-2 0 0 0,-5 3 0 0 0,4-1 0 0 0,3-2 0 0 0,-6-2 0 0 0,4-3 0 0 0,2 3 0 0 0,5 1 0 0 0,2 4 0 0 0,-2 0 0 0 0,5 3 0 0 0,-1-1 0 0 0,-3 3 0 0 0,4-3 0 0 0,-2-2 0 0 0,-1 1 0 0 0,1-1 0 0 0,1 2 0 0 0,2-1 0 0 0,5-3 0 0 0,4-2 0 0 0,-2 1 0 0 0,-4 6 0 0 0,0-1 0 0 0,3-2 0 0 0,2 2 0 0 0,4-2 0 0 0,3-2 0 0 0,1 2 0 0 0,1-1 0 0 0,0 3 0 0 0,1-1 0 0 0,0 2 0 0 0,-1 0 0 0 0,11-4 0 0 0,14-4 0 0 0,13-2 0 0 0,11-3 0 0 0,7-1 0 0 0,5-1 0 0 0,3 0 0 0 0,0-1 0 0 0,1 0 0 0 0,4 1 0 0 0,7-1 0 0 0,0-4 0 0 0,-2-2 0 0 0,-2 0 0 0 0,-4-3 0 0 0,2-1 0 0 0,6 2 0 0 0,0-3 0 0 0,3 1 0 0 0,-2 2 0 0 0,-3 2 0 0 0,7 3 0 0 0,5 2 0 0 0,-1-4 0 0 0,0-1 0 0 0,-3 1 0 0 0,5 1 0 0 0,3-3 0 0 0,3-1 0 0 0,1 1 0 0 0,5-3 0 0 0,-3 0 0 0 0,-3 3 0 0 0,5 1 0 0 0,-5-2 0 0 0,3 0 0 0 0,2 1 0 0 0,-1-2 0 0 0,-7-1 0 0 0,4 3 0 0 0,-5 1 0 0 0,-1-2 0 0 0,-6 0 0 0 0,5 2 0 0 0,3 1 0 0 0,2 3 0 0 0,2 1 0 0 0,-6 1 0 0 0,-1-4 0 0 0,-6-2 0 0 0,0 1 0 0 0,-3 1 0 0 0,-5-4 0 0 0,1 0 0 0 0,-2 1 0 0 0,4 2 0 0 0,-2 3 0 0 0,-8-5 0 0 0,1 0 0 0 0,0 1 0 0 0,-2 2 0 0 0,-1 2 0 0 0,-1 1 0 0 0,0 1 0 0 0,-1 1 0 0 0,-11 0 0 0 0,-14 0 0 0 0,-13 0 0 0 0,-11 1 0 0 0,-7-1 0 0 0,-5 0 0 0 0,-3 0 0 0 0,-5 0 0 0 0,-3 0 0 0 0,2 0 0 0 0,1 0 0 0 0,2 0 0 0 0,-3 0 0 0 0,0 0 0 0 0,1 0 0 0 0,-4 0 0 0 0,1 0 0 0 0,-4 0 0 0 0,-9 0 0 0 0,-2 0 0 0 0,0 0 0 0 0,-3 0 0 0 0,5 0 0 0 0,-5 0 0 0 0,2 0 0 0 0,-4 0 0 0 0,-8 0 0 0 0,2 5 0 0 0,3 2 0 0 0,-4 0 0 0 0,-1-2 0 0 0,-4-1 0 0 0,-6-1 0 0 0,1-2 0 0 0,-3-1 0 0 0,2 0 0 0 0,4 0 0 0 0,0 0 0 0 0,1 0 0 0 0,3-1 0 0 0,-2 1 0 0 0,-5 5 0 0 0,7 2 0 0 0,-2 0 0 0 0,2-2 0 0 0,3-1 0 0 0,-4-2 0 0 0,6 0 0 0 0,4-2 0 0 0,1 0 0 0 0,7 0 0 0 0,-4 0 0 0 0,-3-1 0 0 0,5 1 0 0 0,0 0 0 0 0,5 5 0 0 0,1 2 0 0 0,3 0 0 0 0,5-2 0 0 0,4-1 0 0 0,3-2 0 0 0,-2 0 0 0 0,-1 3 0 0 0,1 2 0 0 0,2 0 0 0 0,1-2 0 0 0,1-2 0 0 0,2-1 0 0 0,10 0 0 0 0,15-2 0 0 0,13 0 0 0 0,11 0 0 0 0,8-1 0 0 0,4 1 0 0 0,8 0 0 0 0,2 0 0 0 0,0 0 0 0 0,-1 0 0 0 0,-3-1 0 0 0,4 1 0 0 0,10 1 0 0 0,2-1 0 0 0,8 0 0 0 0,4 0 0 0 0,-3 0 0 0 0,-2 0 0 0 0,0 0 0 0 0,5 0 0 0 0,8 0 0 0 0,7 0 0 0 0,0 0 0 0 0,-1 0 0 0 0,5 0 0 0 0,0 0 0 0 0,2 0 0 0 0,6 0 0 0 0,0 0 0 0 0,4 0 0 0 0,-3 0 0 0 0,-2 0 0 0 0,0 0 0 0 0,5 0 0 0 0,8 0 0 0 0,-3 0 0 0 0,2 0 0 0 0,5-6 0 0 0,-11-1 0 0 0,0 1 0 0 0,4 0 0 0 0,1 3 0 0 0,-2-5 0 0 0,0 0 0 0 0,-3 1 0 0 0,-7 1 0 0 0,-2 3 0 0 0,4-5 0 0 0,3 0 0 0 0,-4 1 0 0 0,-2 2 0 0 0,0-4 0 0 0,-9 1 0 0 0,-4 0 0 0 0,-2 2 0 0 0,-5-3 0 0 0,-2 0 0 0 0,2 2 0 0 0,-4 1 0 0 0,-3-3 0 0 0,-1 0 0 0 0,-6 2 0 0 0,-1 1 0 0 0,-5 3 0 0 0,0-4 0 0 0,3-1 0 0 0,2 1 0 0 0,-2-3 0 0 0,-4-1 0 0 0,-5 3 0 0 0,-5 1 0 0 0,-3 3 0 0 0,-2 2 0 0 0,-2 1 0 0 0,0 1 0 0 0,-5-5 0 0 0,-7-7 0 0 0,-12-1 0 0 0,-12 1 0 0 0,-11 3 0 0 0,-7 3 0 0 0,-5 3 0 0 0,-2 1 0 0 0,-2 2 0 0 0,-6 0 0 0 0,-1 0 0 0 0,-4 1 0 0 0,0-6 0 0 0,-4-1 0 0 0,-3-1 0 0 0,2 2 0 0 0,-2 1 0 0 0,-8 2 0 0 0,2 1 0 0 0,-1 0 0 0 0,-6 1 0 0 0,-3 0 0 0 0,5 1 0 0 0,-2-1 0 0 0,-2 0 0 0 0,1 0 0 0 0,0 0 0 0 0,-4 1 0 0 0,-6-1 0 0 0,4 0 0 0 0,-1 0 0 0 0,-9 0 0 0 0,3 0 0 0 0,0-1 0 0 0,-9 1 0 0 0,7 0 0 0 0,0 0 0 0 0,-2 0 0 0 0,3 0 0 0 0,-7 0 0 0 0,2 0 0 0 0,4 0 0 0 0,-1 0 0 0 0,-1 0 0 0 0,8 0 0 0 0,0 6 0 0 0,-2 1 0 0 0,-5-1 0 0 0,2 0 0 0 0,-2 3 0 0 0,2 0 0 0 0,5-1 0 0 0,-2-2 0 0 0,8-2 0 0 0,-1-2 0 0 0,-4-1 0 0 0,4 4 0 0 0,0 2 0 0 0,5-1 0 0 0,3-1 0 0 0,2-1 0 0 0,-5 3 0 0 0,-2 1 0 0 0,5-1 0 0 0,2-2 0 0 0,6-1 0 0 0,2 3 0 0 0,-2 1 0 0 0,-1-1 0 0 0,2-2 0 0 0,6-1 0 0 0,-1 3 0 0 0,-2 1 0 0 0,2-1 0 0 0,3-2 0 0 0,5-1 0 0 0,3-2 0 0 0,2-1 0 0 0,8 4 0 0 0,2 2 0 0 0,0-1 0 0 0,0-1 0 0 0,8-1 0 0 0,13-2 0 0 0,11-6 0 0 0,10-8 0 0 0,13-2 0 0 0,6 2 0 0 0,7-2 0 0 0,1 0 0 0 0,-1-2 0 0 0,-3 2 0 0 0,1-2 0 0 0,5 1 0 0 0,5 4 0 0 0,-2-2 0 0 0,-4 2 0 0 0,7-3 0 0 0,-2 1 0 0 0,2-3 0 0 0,8 2 0 0 0,-2-2 0 0 0,5 1 0 0 0,-4 4 0 0 0,0 3 0 0 0,-1-2 0 0 0,0 1 0 0 0,7-3 0 0 0,6-1 0 0 0,8-2 0 0 0,-5 1 0 0 0,1-2 0 0 0,2-4 0 0 0,0 2 0 0 0,1-2 0 0 0,4-2 0 0 0,3 2 0 0 0,-8 0 0 0 0,-2 2 0 0 0,8 0 0 0 0,-5 3 0 0 0,4 4 0 0 0,5-2 0 0 0,-3-3 0 0 0,-11 0 0 0 0,-1-1 0 0 0,1-4 0 0 0,0 1 0 0 0,2 0 0 0 0,0-2 0 0 0,1 2 0 0 0,-6 0 0 0 0,-5 3 0 0 0,-4-1 0 0 0,-1 2 0 0 0,0 5 0 0 0,-1-1 0 0 0,-5-5 0 0 0,-7 2 0 0 0,-1-3 0 0 0,-3 2 0 0 0,2-1 0 0 0,2-4 0 0 0,5 3 0 0 0,-2 4 0 0 0,-10-2 0 0 0,-6 3 0 0 0,1-1 0 0 0,0-5 0 0 0,-1 2 0 0 0,-1 3 0 0 0,-7-1 0 0 0,-2 3 0 0 0,-1-3 0 0 0,-3-4 0 0 0,-7-4 0 0 0,-10 3 0 0 0,-11 3 0 0 0,-4 1 0 0 0,-6 2 0 0 0,-5 4 0 0 0,-4 3 0 0 0,-3 4 0 0 0,-2 1 0 0 0,0 2 0 0 0,-7 0 0 0 0,-6-4 0 0 0,-6-3 0 0 0,-6 1 0 0 0,2 1 0 0 0,0 2 0 0 0,-7 1 0 0 0,-9 1 0 0 0,2 0 0 0 0,3 1 0 0 0,-4 0 0 0 0,-1 0 0 0 0,2 1 0 0 0,-4-1 0 0 0,0 0 0 0 0,2 0 0 0 0,2 0 0 0 0,-3 0 0 0 0,-5 0 0 0 0,0 0 0 0 0,-9 0 0 0 0,-4 0 0 0 0,6 0 0 0 0,3 0 0 0 0,-7 0 0 0 0,-4 0 0 0 0,3 0 0 0 0,-4 0 0 0 0,-3 0 0 0 0,10 0 0 0 0,-2 0 0 0 0,-2 0 0 0 0,5 0 0 0 0,-1 0 0 0 0,-5 0 0 0 0,-4 5 0 0 0,8 2 0 0 0,5 0 0 0 0,4-2 0 0 0,0 5 0 0 0,-3-1 0 0 0,-3 4 0 0 0,7 0 0 0 0,6-3 0 0 0,-1-2 0 0 0,1-3 0 0 0,3-3 0 0 0,-4-1 0 0 0,0 5 0 0 0,1 0 0 0 0,8 0 0 0 0,4 4 0 0 0,-4 1 0 0 0,-3 2 0 0 0,6 1 0 0 0,2-3 0 0 0,5 2 0 0 0,6-2 0 0 0,1-1 0 0 0,3 1 0 0 0,2 0 0 0 0,-1-2 0 0 0,0 2 0 0 0,3 0 0 0 0,2-3 0 0 0,1-2 0 0 0,8 3 0 0 0,3 0 0 0 0,-1-1 0 0 0,5 2 0 0 0,1 1 0 0 0,8-3 0 0 0,6 4 0 0 0,10-1 0 0 0,8-3 0 0 0,8-1 0 0 0,6-4 0 0 0,3 0 0 0 0,1-3 0 0 0,2 0 0 0 0,-1 0 0 0 0,1-1 0 0 0,-1 1 0 0 0,-1 0 0 0 0,1-1 0 0 0,-1 1 0 0 0,5 0 0 0 0,2 0 0 0 0,-1 0 0 0 0,10 0 0 0 0,1 0 0 0 0,-1 0 0 0 0,-5 0 0 0 0,8 0 0 0 0,4-5 0 0 0,5-2 0 0 0,2 0 0 0 0,7 2 0 0 0,-4-4 0 0 0,4 0 0 0 0,6 1 0 0 0,1 2 0 0 0,3 2 0 0 0,4 2 0 0 0,-1-4 0 0 0,-5-2 0 0 0,2 2 0 0 0,-3 1 0 0 0,2 2 0 0 0,4 1 0 0 0,3-5 0 0 0,3 0 0 0 0,3 0 0 0 0,-3 2 0 0 0,-7 2 0 0 0,5 1 0 0 0,3 1 0 0 0,-2 0 0 0 0,-1-4 0 0 0,-4-1 0 0 0,0-1 0 0 0,2 2 0 0 0,2 2 0 0 0,-2 0 0 0 0,0 2 0 0 0,2 1 0 0 0,-9 0 0 0 0,-1 0 0 0 0,3-5 0 0 0,-8-2 0 0 0,1 1 0 0 0,4 1 0 0 0,-6 1 0 0 0,-4 2 0 0 0,-8 0 0 0 0,3 2 0 0 0,6-5 0 0 0,-3-2 0 0 0,-7 1 0 0 0,4 0 0 0 0,1 3 0 0 0,0 1 0 0 0,-3 1 0 0 0,-8 0 0 0 0,-7 1 0 0 0,-5 0 0 0 0,-4 1 0 0 0,-2-1 0 0 0,-2 0 0 0 0,0 0 0 0 0,-1 0 0 0 0,-4-5 0 0 0,-2-2 0 0 0,0 1 0 0 0,-8 0 0 0 0,-13 2 0 0 0,-11 2 0 0 0,-10 1 0 0 0,-7 0 0 0 0,-3 1 0 0 0,-4 0 0 0 0,0 1 0 0 0,0-1 0 0 0,0 0 0 0 0,-4 0 0 0 0,-2 1 0 0 0,1-1 0 0 0,-4 0 0 0 0,1 0 0 0 0,-5 0 0 0 0,2 0 0 0 0,-8 0 0 0 0,0 0 0 0 0,-3 0 0 0 0,-1 0 0 0 0,-7 0 0 0 0,1 0 0 0 0,-4 0 0 0 0,-1 0 0 0 0,0 0 0 0 0,-4 0 0 0 0,-6 0 0 0 0,-6 0 0 0 0,-4 0 0 0 0,-3 0 0 0 0,-2 0 0 0 0,-1 0 0 0 0,5 0 0 0 0,1 0 0 0 0,0 5 0 0 0,-6 2 0 0 0,3-1 0 0 0,0 5 0 0 0,0 0 0 0 0,-1-2 0 0 0,5-3 0 0 0,-3 4 0 0 0,-4-1 0 0 0,5-1 0 0 0,1 3 0 0 0,0-1 0 0 0,9-1 0 0 0,2-3 0 0 0,-6-2 0 0 0,-6 3 0 0 0,7 1 0 0 0,2-1 0 0 0,-2 3 0 0 0,8 0 0 0 0,1 4 0 0 0,2-1 0 0 0,2 3 0 0 0,2-1 0 0 0,-2 2 0 0 0,3-3 0 0 0,4-2 0 0 0,-4 1 0 0 0,3-2 0 0 0,3 4 0 0 0,0-2 0 0 0,5 2 0 0 0,2-1 0 0 0,3-3 0 0 0,1-3 0 0 0,2-4 0 0 0,5 4 0 0 0,-2 0 0 0 0,1-2 0 0 0,-2 4 0 0 0,1 0 0 0 0,2-1 0 0 0,3 2 0 0 0,3 0 0 0 0,2-2 0 0 0,12-3 0 0 0,14-2 0 0 0,15-2 0 0 0,10-6 0 0 0,8-3 0 0 0,4 0 0 0 0,3 1 0 0 0,0-3 0 0 0,1-1 0 0 0,-1-4 0 0 0,0 1 0 0 0,-1-2 0 0 0,-1 0 0 0 0,0 4 0 0 0,5-3 0 0 0,2 3 0 0 0,4-4 0 0 0,7 2 0 0 0,-1-2 0 0 0,2-5 0 0 0,4 2 0 0 0,2 4 0 0 0,3 4 0 0 0,1-1 0 0 0,1 1 0 0 0,1-4 0 0 0,1-3 0 0 0,-1 0 0 0 0,0-2 0 0 0,5 3 0 0 0,7-2 0 0 0,-3 2 0 0 0,-5-1 0 0 0,4 3 0 0 0,-6-3 0 0 0,2 3 0 0 0,1 3 0 0 0,-1-2 0 0 0,4 2 0 0 0,-4-3 0 0 0,-4 1 0 0 0,4-3 0 0 0,-4 2 0 0 0,3 3 0 0 0,1-1 0 0 0,-5 0 0 0 0,-3 3 0 0 0,-1-2 0 0 0,-4 0 0 0 0,-2-3 0 0 0,7 1 0 0 0,-1 3 0 0 0,0 3 0 0 0,-5 2 0 0 0,-5 3 0 0 0,-6 1 0 0 0,-4-4 0 0 0,1-2 0 0 0,0 1 0 0 0,-1 1 0 0 0,-2 2 0 0 0,-1 1 0 0 0,-2-4 0 0 0,-1-2 0 0 0,0 2 0 0 0,0 1 0 0 0,-1 1 0 0 0,1 2 0 0 0,-1 1 0 0 0,1 1 0 0 0,-6 5 0 0 0,-11 2 0 0 0,-9 5 0 0 0,-5 6 0 0 0,-8 0 0 0 0,-8-4 0 0 0,-6 2 0 0 0,1 3 0 0 0,-2-2 0 0 0,-7 2 0 0 0,-4 3 0 0 0,-1 2 0 0 0,-1 3 0 0 0,2-3 0 0 0,1-1 0 0 0,0 2 0 0 0,1 1 0 0 0,1-4 0 0 0,0 0 0 0 0,-5 1 0 0 0,-1 3 0 0 0,0-4 0 0 0,-5 5 0 0 0,1 3 0 0 0,1 2 0 0 0,3-5 0 0 0,-4 4 0 0 0,1 2 0 0 0,-4 0 0 0 0,-4 0 0 0 0,0 0 0 0 0,3-1 0 0 0,-1 4 0 0 0,2-3 0 0 0,3 3 0 0 0,-2 1 0 0 0,-4 4 0 0 0,1-5 0 0 0,3-3 0 0 0,3 4 0 0 0,-2 0 0 0 0,2-1 0 0 0,-4-1 0 0 0,1-1 0 0 0,2 3 0 0 0,3-3 0 0 0,-3-4 0 0 0,1 5 0 0 0,2 1 0 0 0,2-5 0 0 0,-4 2 0 0 0,6 1 0 0 0,3-6 0 0 0,-4-1 0 0 0,4 4 0 0 0,2 3 0 0 0,-4-5 0 0 0,3-2 0 0 0,2 5 0 0 0,0-3 0 0 0,0-7 0 0 0,4 4 0 0 0,1 3 0 0 0,0-4 0 0 0,-2-1 0 0 0,3 1 0 0 0,1 1 0 0 0,-2 2 0 0 0,3 1 0 0 0,0 1 0 0 0,-2 0 0 0 0,2 1 0 0 0,6 0 0 0 0,4 0 0 0 0,9-5 0 0 0,11-7 0 0 0,8-7 0 0 0,6-5 0 0 0,5-4 0 0 0,3-3 0 0 0,0-6 0 0 0,1-2 0 0 0,0 0 0 0 0,4-4 0 0 0,-3-5 0 0 0,2-5 0 0 0,1 2 0 0 0,-7-2 0 0 0,3-2 0 0 0,1-2 0 0 0,0 4 0 0 0,-1-1 0 0 0,5-1 0 0 0,-5-1 0 0 0,4 3 0 0 0,4 0 0 0 0,-3-7 0 0 0,2-3 0 0 0,4-2 0 0 0,0 0 0 0 0,4 5 0 0 0,3-2 0 0 0,4-2 0 0 0,-2-5 0 0 0,0-2 0 0 0,-4 7 0 0 0,-4-3 0 0 0,0 1 0 0 0,8-5 0 0 0,6-1 0 0 0,-2 1 0 0 0,0 3 0 0 0,5-3 0 0 0,-2-6 0 0 0,0 1 0 0 0,-6 7 0 0 0,-2 0 0 0 0,-3 1 0 0 0,-6 2 0 0 0,0-4 0 0 0,4 4 0 0 0,4-1 0 0 0,-1-6 0 0 0,1-1 0 0 0,3 2 0 0 0,-3 8 0 0 0,0-1 0 0 0,-2 0 0 0 0,-1-5 0 0 0,-2 4 0 0 0,2 4 0 0 0,-3 0 0 0 0,-3-3 0 0 0,1 2 0 0 0,4 3 0 0 0,0 1 0 0 0,1-1 0 0 0,4-5 0 0 0,-2-3 0 0 0,-4 6 0 0 0,0 2 0 0 0,-2 1 0 0 0,-3 0 0 0 0,-4 5 0 0 0,-2 1 0 0 0,-3-1 0 0 0,-1 4 0 0 0,0-1 0 0 0,-1 3 0 0 0,0 0 0 0 0,0-3 0 0 0,1 2 0 0 0,-6-1 0 0 0,-1 2 0 0 0,0 5 0 0 0,-4-1 0 0 0,0 1 0 0 0,2-2 0 0 0,2 1 0 0 0,3 3 0 0 0,-4-2 0 0 0,0 1 0 0 0,-10 2 0 0 0,-11 3 0 0 0,-8 7 0 0 0,-1 10 0 0 0,-5 2 0 0 0,-6 4 0 0 0,0 5 0 0 0,-2 3 0 0 0,-3-2 0 0 0,-3 1 0 0 0,3 0 0 0 0,1-3 0 0 0,-2-5 0 0 0,3 5 0 0 0,6 4 0 0 0,-6-2 0 0 0,-4 0 0 0 0,2 2 0 0 0,0 1 0 0 0,-2 2 0 0 0,-1 1 0 0 0,3 2 0 0 0,-4-6 0 0 0,-4 5 0 0 0,4 1 0 0 0,1-4 0 0 0,1 4 0 0 0,-8 2 0 0 0,4 6 0 0 0,0-4 0 0 0,-5 2 0 0 0,-2 1 0 0 0,-5 4 0 0 0,-1 0 0 0 0,6-1 0 0 0,-1-4 0 0 0,1 4 0 0 0,-4-1 0 0 0,-1 4 0 0 0,2-1 0 0 0,2-2 0 0 0,2-3 0 0 0,2-2 0 0 0,1-3 0 0 0,6-1 0 0 0,-3-1 0 0 0,-1-6 0 0 0,3-2 0 0 0,-3 6 0 0 0,-3-2 0 0 0,6-1 0 0 0,1 1 0 0 0,0 1 0 0 0,-1-4 0 0 0,4-2 0 0 0,-4 2 0 0 0,2 1 0 0 0,0-3 0 0 0,5 0 0 0 0,-5 1 0 0 0,-4-3 0 0 0,4 0 0 0 0,0 2 0 0 0,-1 3 0 0 0,0-4 0 0 0,3 1 0 0 0,1 1 0 0 0,-2-2 0 0 0,4-1 0 0 0,5 2 0 0 0,5-8 0 0 0,10-6 0 0 0,5-10 0 0 0,6-5 0 0 0,7-5 0 0 0,5-2 0 0 0,0-4 0 0 0,0 2 0 0 0,2-2 0 0 0,-4-3 0 0 0,1 2 0 0 0,1 4 0 0 0,2 0 0 0 0,-3-3 0 0 0,0 1 0 0 0,6-1 0 0 0,-1-4 0 0 0,0 3 0 0 0,1-1 0 0 0,0 3 0 0 0,1-1 0 0 0,1-2 0 0 0,1 2 0 0 0,-1-2 0 0 0,1 3 0 0 0,0 0 0 0 0,0-4 0 0 0,0-2 0 0 0,0 2 0 0 0,5-1 0 0 0,2-1 0 0 0,0-3 0 0 0,-2 4 0 0 0,-2 0 0 0 0,0-1 0 0 0,-2 2 0 0 0,-6 1 0 0 0,3 3 0 0 0,2-1 0 0 0,1-2 0 0 0,0 2 0 0 0,-5-1 0 0 0,-3-3 0 0 0,1 3 0 0 0,1-1 0 0 0,1 3 0 0 0,2-1 0 0 0,0 3 0 0 0,2-2 0 0 0,-6-2 0 0 0,-1-4 0 0 0,1 2 0 0 0,0 4 0 0 0,-3 1 0 0 0,0-3 0 0 0,1 2 0 0 0,2 4 0 0 0,-3-1 0 0 0,-11 2 0 0 0,-12 2 0 0 0,-12 4 0 0 0,-8 2 0 0 0,-6 8 0 0 0,-4 8 0 0 0,-1 2 0 0 0,-2-2 0 0 0,1 3 0 0 0,0 4 0 0 0,1-1 0 0 0,1 1 0 0 0,-1-2 0 0 0,1 1 0 0 0,1-3 0 0 0,-1 2 0 0 0,0 3 0 0 0,-5-2 0 0 0,4 1 0 0 0,-4 3 0 0 0,-6 3 0 0 0,-6-3 0 0 0,5 0 0 0 0,-1 1 0 0 0,-3 3 0 0 0,1 2 0 0 0,3-5 0 0 0,-1 6 0 0 0,-5 2 0 0 0,-3 1 0 0 0,-4 1 0 0 0,8-1 0 0 0,1 1 0 0 0,-2-1 0 0 0,-2-1 0 0 0,1 0 0 0 0,5 0 0 0 0,-1 0 0 0 0,-3 0 0 0 0,1-1 0 0 0,4 1 0 0 0,4-5 0 0 0,4-3 0 0 0,3 2 0 0 0,1-5 0 0 0,-4 0 0 0 0,4 2 0 0 0,2-3 0 0 0,2 0 0 0 0,-1-2 0 0 0,5 0 0 0 0,2 3 0 0 0,-2 4 0 0 0,-1-3 0 0 0,-1 0 0 0 0,-3-3 0 0 0,5 1 0 0 0,0-4 0 0 0,5 2 0 0 0,1-2 0 0 0,2 1 0 0 0,10-2 0 0 0,11-3 0 0 0,10-4 0 0 0,8-3 0 0 0,-1-7 0 0 0,2-3 0 0 0,2-1 0 0 0,2-4 0 0 0,1-1 0 0 0,1-3 0 0 0,6-4 0 0 0,2 1 0 0 0,0 3 0 0 0,3 0 0 0 0,1-4 0 0 0,4-3 0 0 0,-2 1 0 0 0,3 6 0 0 0,4-1 0 0 0,4-3 0 0 0,-3-3 0 0 0,1-4 0 0 0,1 4 0 0 0,-2-1 0 0 0,-1-1 0 0 0,3 3 0 0 0,-4 0 0 0 0,1 4 0 0 0,2 0 0 0 0,-3-4 0 0 0,1 3 0 0 0,7-1 0 0 0,-1-3 0 0 0,1-2 0 0 0,0-3 0 0 0,1 3 0 0 0,2 1 0 0 0,-6 4 0 0 0,0 0 0 0 0,0-2 0 0 0,1-2 0 0 0,-3 2 0 0 0,-6 5 0 0 0,-5 0 0 0 0,-5 2 0 0 0,2-1 0 0 0,-1-3 0 0 0,-1 1 0 0 0,4-2 0 0 0,-1 2 0 0 0,-1 5 0 0 0,-2-1 0 0 0,-3 1 0 0 0,-1-2 0 0 0,-1 1 0 0 0,-6-3 0 0 0,-3 2 0 0 0,1 3 0 0 0,1-1 0 0 0,2 0 0 0 0,-4-2 0 0 0,-1 1 0 0 0,-9 2 0 0 0,-12 4 0 0 0,-11 3 0 0 0,-10 7 0 0 0,-6 3 0 0 0,-4 1 0 0 0,-3-1 0 0 0,5 3 0 0 0,2 1 0 0 0,-5 4 0 0 0,-3 4 0 0 0,0 0 0 0 0,-6-4 0 0 0,-1 1 0 0 0,7 4 0 0 0,-1-2 0 0 0,-1 2 0 0 0,1-3 0 0 0,2-4 0 0 0,0 2 0 0 0,1 3 0 0 0,-4 4 0 0 0,-2-2 0 0 0,1-3 0 0 0,-5 0 0 0 0,-4 3 0 0 0,-6 3 0 0 0,-4 3 0 0 0,-3 3 0 0 0,3-3 0 0 0,6-1 0 0 0,6-5 0 0 0,5 0 0 0 0,-1 2 0 0 0,2-3 0 0 0,0 2 0 0 0,3 1 0 0 0,2-2 0 0 0,1-4 0 0 0,1 0 0 0 0,0 3 0 0 0,0 4 0 0 0,-4-2 0 0 0,-3 0 0 0 0,-4-2 0 0 0,4 0 0 0 0,4-2 0 0 0,2-4 0 0 0,2 0 0 0 0,0 0 0 0 0,0 1 0 0 0,0 5 0 0 0,0-1 0 0 0,0-3 0 0 0,4 1 0 0 0,3-2 0 0 0,-1 2 0 0 0,-2-2 0 0 0,-1-2 0 0 0,9-4 0 0 0,8-8 0 0 0,10-4 0 0 0,11-1 0 0 0,3-4 0 0 0,5-7 0 0 0,4 0 0 0 0,4 4 0 0 0,-3-3 0 0 0,-1 3 0 0 0,2-3 0 0 0,-4-3 0 0 0,0 1 0 0 0,2 4 0 0 0,1-1 0 0 0,3-3 0 0 0,2 2 0 0 0,6-3 0 0 0,3-2 0 0 0,-6-3 0 0 0,-2 2 0 0 0,3 5 0 0 0,8 0 0 0 0,1-2 0 0 0,4-3 0 0 0,0 2 0 0 0,-3-1 0 0 0,2-1 0 0 0,-2-4 0 0 0,-2 4 0 0 0,-4 0 0 0 0,-2 4 0 0 0,-3-1 0 0 0,0 4 0 0 0,-2-2 0 0 0,1-2 0 0 0,-1 1 0 0 0,0-1 0 0 0,1 2 0 0 0,-6 0 0 0 0,-1 2 0 0 0,-6-2 0 0 0,1 3 0 0 0,1 2 0 0 0,-7 5 0 0 0,-12 3 0 0 0,-10 2 0 0 0,-10 1 0 0 0,-7 7 0 0 0,-3 1 0 0 0,-3 1 0 0 0,-1-2 0 0 0,5 3 0 0 0,-3 1 0 0 0,-2 3 0 0 0,5 5 0 0 0,-3 0 0 0 0,-2-4 0 0 0,-5 1 0 0 0,3 4 0 0 0,-2-2 0 0 0,-1-4 0 0 0,1 2 0 0 0,-3 3 0 0 0,-1-2 0 0 0,7 2 0 0 0,-1 4 0 0 0,0-3 0 0 0,1 1 0 0 0,-5-3 0 0 0,0 1 0 0 0,0 3 0 0 0,-2 2 0 0 0,-1 4 0 0 0,2 1 0 0 0,-2-3 0 0 0,5-1 0 0 0,4-5 0 0 0,-2 0 0 0 0,3 2 0 0 0,-2-3 0 0 0,-1 2 0 0 0,1 1 0 0 0,0 3 0 0 0,1-2 0 0 0,1-6 0 0 0,-5 1 0 0 0,4 2 0 0 0,3 3 0 0 0,-5-2 0 0 0,4 0 0 0 0,2-2 0 0 0,1 0 0 0 0,0 3 0 0 0,-1-3 0 0 0,-1 2 0 0 0,0-4 0 0 0,5 2 0 0 0,2-3 0 0 0,-2-3 0 0 0,5 0 0 0 0,0 5 0 0 0,-2 4 0 0 0,-2-2 0 0 0,-3 2 0 0 0,-1 2 0 0 0,-2-3 0 0 0,4 1 0 0 0,13-4 0 0 0,13-4 0 0 0,6-10 0 0 0,8-5 0 0 0,2-8 0 0 0,2-2 0 0 0,5 1 0 0 0,-3-3 0 0 0,1 1 0 0 0,3-2 0 0 0,-4-5 0 0 0,1 2 0 0 0,6 4 0 0 0,0-1 0 0 0,0 1 0 0 0,0-1 0 0 0,2 2 0 0 0,0-3 0 0 0,1 2 0 0 0,1 3 0 0 0,-1-1 0 0 0,1-5 0 0 0,0 1 0 0 0,0-2 0 0 0,0 2 0 0 0,0-1 0 0 0,0 1 0 0 0,0 0 0 0 0,0 1 0 0 0,0 4 0 0 0,5-2 0 0 0,-4-4 0 0 0,-1 2 0 0 0,-2-3 0 0 0,1 2 0 0 0,-1 4 0 0 0,6-2 0 0 0,2-3 0 0 0,0-4 0 0 0,4 1 0 0 0,1 5 0 0 0,-8-1 0 0 0,-3 2 0 0 0,-3-1 0 0 0,0 1 0 0 0,0 4 0 0 0,1 3 0 0 0,-5-3 0 0 0,4 1 0 0 0,3-3 0 0 0,-4-6 0 0 0,-2 2 0 0 0,1 2 0 0 0,0 4 0 0 0,2 4 0 0 0,-4-3 0 0 0,-1 1 0 0 0,1 1 0 0 0,-9 2 0 0 0,-12 2 0 0 0,-12 7 0 0 0,-10 7 0 0 0,-7 3 0 0 0,-3 3 0 0 0,-9 0 0 0 0,3 1 0 0 0,-3 4 0 0 0,0 3 0 0 0,0 2 0 0 0,3-3 0 0 0,0-1 0 0 0,3-4 0 0 0,0 0 0 0 0,1 2 0 0 0,0 3 0 0 0,1-3 0 0 0,-1 0 0 0 0,1 2 0 0 0,-1 3 0 0 0,1 1 0 0 0,-1-3 0 0 0,5-1 0 0 0,2-4 0 0 0,0-1 0 0 0,4 3 0 0 0,0-3 0 0 0,-2 2 0 0 0,-2 1 0 0 0,-3 3 0 0 0,-1-2 0 0 0,3 0 0 0 0,2 1 0 0 0,-2-2 0 0 0,5-1 0 0 0,-1 2 0 0 0,-1-2 0 0 0,-3 0 0 0 0,4 2 0 0 0,-1 2 0 0 0,-1-2 0 0 0,3 0 0 0 0,0-4 0 0 0,3 1 0 0 0,-1-4 0 0 0,3 2 0 0 0,-1-3 0 0 0,1 2 0 0 0,5 3 0 0 0,-3-1 0 0 0,2 1 0 0 0,-3-2 0 0 0,7-5 0 0 0,9-3 0 0 0,9-4 0 0 0,9-3 0 0 0,6-2 0 0 0,4-5 0 0 0,1-8 0 0 0,2-7 0 0 0,0 0 0 0 0,-1 4 0 0 0,6-1 0 0 0,-5-3 0 0 0,3-3 0 0 0,1 2 0 0 0,-1 0 0 0 0,-1-2 0 0 0,-2-3 0 0 0,5 4 0 0 0,5 0 0 0 0,7-2 0 0 0,0-1 0 0 0,-4-2 0 0 0,2 3 0 0 0,-3 1 0 0 0,1-1 0 0 0,4-2 0 0 0,-6-1 0 0 0,-1-2 0 0 0,3-1 0 0 0,4-1 0 0 0,4 1 0 0 0,-2-7 0 0 0,-4 4 0 0 0,0 2 0 0 0,-4 2 0 0 0,-2-1 0 0 0,0 1 0 0 0,5-1 0 0 0,4 0 0 0 0,-6 0 0 0 0,-1 4 0 0 0,-2 3 0 0 0,-8-2 0 0 0,0 0 0 0 0,0 3 0 0 0,-1 0 0 0 0,0-1 0 0 0,-1-2 0 0 0,4-2 0 0 0,2 4 0 0 0,-6 0 0 0 0,-3 4 0 0 0,-1 1 0 0 0,0 2 0 0 0,-5 0 0 0 0,-6-4 0 0 0,-1 3 0 0 0,2 3 0 0 0,-2-1 0 0 0,1 3 0 0 0,-1-3 0 0 0,1 2 0 0 0,-8 2 0 0 0,-10 4 0 0 0,-10 3 0 0 0,-9 2 0 0 0,-6 1 0 0 0,-4 1 0 0 0,-2 6 0 0 0,-1 2 0 0 0,0 4 0 0 0,1 1 0 0 0,0-2 0 0 0,0 2 0 0 0,1 4 0 0 0,-6 5 0 0 0,0-2 0 0 0,-1 2 0 0 0,-3-4 0 0 0,5 1 0 0 0,-3 2 0 0 0,-3-2 0 0 0,-2 0 0 0 0,-2 3 0 0 0,-5 3 0 0 0,-4 2 0 0 0,7 1 0 0 0,-3-3 0 0 0,1-1 0 0 0,-1 1 0 0 0,3 1 0 0 0,-2 1 0 0 0,-1 2 0 0 0,1-4 0 0 0,5-2 0 0 0,-1 1 0 0 0,-2 2 0 0 0,0 2 0 0 0,-1-5 0 0 0,-3 0 0 0 0,3 1 0 0 0,3 1 0 0 0,0 2 0 0 0,2-3 0 0 0,4-1 0 0 0,-3 1 0 0 0,2 1 0 0 0,2 3 0 0 0,2-5 0 0 0,3 0 0 0 0,-4 1 0 0 0,0-4 0 0 0,0 1 0 0 0,2-4 0 0 0,2 0 0 0 0,2-2 0 0 0,0 1 0 0 0,1 4 0 0 0,0-2 0 0 0,1 1 0 0 0,-1-3 0 0 0,6 2 0 0 0,1-3 0 0 0,0-4 0 0 0,-1-3 0 0 0,3 2 0 0 0,11-1 0 0 0,13-2 0 0 0,10-2 0 0 0,10-2 0 0 0,5-1 0 0 0,4-2 0 0 0,2-5 0 0 0,0-2 0 0 0,0-6 0 0 0,0 1 0 0 0,-1 1 0 0 0,5 3 0 0 0,-4-3 0 0 0,3 2 0 0 0,0-5 0 0 0,5-4 0 0 0,6 1 0 0 0,0-2 0 0 0,3 2 0 0 0,-3 5 0 0 0,-3 3 0 0 0,6-1 0 0 0,6-5 0 0 0,-2 1 0 0 0,0-3 0 0 0,2-4 0 0 0,-4 2 0 0 0,0-1 0 0 0,2 3 0 0 0,2-2 0 0 0,1-1 0 0 0,3 1 0 0 0,-4 5 0 0 0,-7-1 0 0 0,-1 2 0 0 0,2-2 0 0 0,3-3 0 0 0,3 1 0 0 0,-3-2 0 0 0,0-3 0 0 0,-4 3 0 0 0,-4 4 0 0 0,-1 4 0 0 0,4 0 0 0 0,-1-4 0 0 0,-4 0 0 0 0,2-2 0 0 0,-8-3 0 0 0,2 1 0 0 0,-2 4 0 0 0,-1-1 0 0 0,-2 3 0 0 0,-1-2 0 0 0,-1 2 0 0 0,-1-3 0 0 0,-1 2 0 0 0,1-2 0 0 0,-1 2 0 0 0,-4-3 0 0 0,-3 3 0 0 0,1 3 0 0 0,2 3 0 0 0,-4-2 0 0 0,-1-4 0 0 0,2 0 0 0 0,-3-3 0 0 0,0 1 0 0 0,-4-1 0 0 0,2 2 0 0 0,-3-2 0 0 0,-4-4 0 0 0,-4-2 0 0 0,-8 2 0 0 0,-4-1 0 0 0,-6 4 0 0 0,-2-1 0 0 0,-3 3 0 0 0,-5 5 0 0 0,-4 3 0 0 0,-2 4 0 0 0,2-3 0 0 0,1 0 0 0 0,0 0 0 0 0,-3 3 0 0 0,0 1 0 0 0,-3 1 0 0 0,0 1 0 0 0,0 1 0 0 0,-6 0 0 0 0,-2 1 0 0 0,0-1 0 0 0,-4 0 0 0 0,-5 1 0 0 0,-5-1 0 0 0,-5 0 0 0 0,-2 0 0 0 0,-2 0 0 0 0,4 0 0 0 0,1 0 0 0 0,5 0 0 0 0,6 0 0 0 0,6 0 0 0 0,3 0 0 0 0,-2 0 0 0 0,-5 0 0 0 0,0 0 0 0 0,-4 0 0 0 0,-4 5 0 0 0,-4 7 0 0 0,2 2 0 0 0,5 3 0 0 0,0-1 0 0 0,3-3 0 0 0,-1-4 0 0 0,1 2 0 0 0,4-1 0 0 0,4 3 0 0 0,2 4 0 0 0,-3 0 0 0 0,-6-3 0 0 0,5 1 0 0 0,-1-2 0 0 0,0 2 0 0 0,2 4 0 0 0,-2 3 0 0 0,-1-1 0 0 0,2-4 0 0 0,-3-1 0 0 0,6 3 0 0 0,3 4 0 0 0,3-3 0 0 0,-5-5 0 0 0,4 1 0 0 0,2 3 0 0 0,1-2 0 0 0,0 1 0 0 0,4 3 0 0 0,2-2 0 0 0,-2 1 0 0 0,-1 2 0 0 0,4 3 0 0 0,-1-3 0 0 0,4 0 0 0 0,0 2 0 0 0,-2 1 0 0 0,-4 3 0 0 0,4 1 0 0 0,3 1 0 0 0,6 0 0 0 0,5 2 0 0 0,3-1 0 0 0,2 0 0 0 0,6-5 0 0 0,8-7 0 0 0,2-2 0 0 0,3-3 0 0 0,4-5 0 0 0,4-3 0 0 0,2-3 0 0 0,2-2 0 0 0,1-1 0 0 0,0-1 0 0 0,1 0 0 0 0,5 1 0 0 0,1-1 0 0 0,0 1 0 0 0,4-1 0 0 0,-1 1 0 0 0,-1 0 0 0 0,-2 0 0 0 0,-3 0 0 0 0,-2 0 0 0 0,-1-5 0 0 0,-1-2 0 0 0,-1-5 0 0 0,6 0 0 0 0,1-4 0 0 0,0 2 0 0 0,4 2 0 0 0,1 4 0 0 0,3-3 0 0 0,-6-4 0 0 0,1 1 0 0 0,4-3 0 0 0,5 1 0 0 0,0-1 0 0 0,-4 1 0 0 0,-4-1 0 0 0,-3-3 0 0 0,-4 2 0 0 0,3 4 0 0 0,-4-1 0 0 0,-3 2 0 0 0,4-2 0 0 0,-4-4 0 0 0,4 2 0 0 0,1 3 0 0 0,-6 0 0 0 0,-1 1 0 0 0,3-2 0 0 0,3 1 0 0 0,1-1 0 0 0,-6-4 0 0 0,-3-5 0 0 0,5 3 0 0 0,3 5 0 0 0,-5-1 0 0 0,3-2 0 0 0,-4-3 0 0 0,-1 2 0 0 0,0 4 0 0 0,1 0 0 0 0,-5-3 0 0 0,-1 2 0 0 0,1 4 0 0 0,-3-1 0 0 0,-5-3 0 0 0,0 0 0 0 0,-3-1 0 0 0,3 2 0 0 0,3 4 0 0 0,-1-1 0 0 0,-4-4 0 0 0,2 1 0 0 0,-2-2 0 0 0,-4-3 0 0 0,-2-4 0 0 0,-9-2 0 0 0,-8 4 0 0 0,-9 4 0 0 0,0 2 0 0 0,-3 3 0 0 0,-2 4 0 0 0,-3 3 0 0 0,-2 4 0 0 0,-1 2 0 0 0,0 0 0 0 0,-7 2 0 0 0,-1 0 0 0 0,0 0 0 0 0,1-1 0 0 0,2 1 0 0 0,2-1 0 0 0,1 0 0 0 0,-5 0 0 0 0,-6 0 0 0 0,-6 0 0 0 0,-1 0 0 0 0,4 0 0 0 0,4 0 0 0 0,-2 0 0 0 0,-3 0 0 0 0,1 0 0 0 0,-2 0 0 0 0,1 0 0 0 0,4 0 0 0 0,-1 0 0 0 0,2 0 0 0 0,-4 0 0 0 0,-3 0 0 0 0,1 5 0 0 0,-1 2 0 0 0,1 0 0 0 0,5 3 0 0 0,-2 1 0 0 0,8 3 0 0 0,-2 0 0 0 0,-3 2 0 0 0,-6-1 0 0 0,1-4 0 0 0,2 3 0 0 0,4-3 0 0 0,-2 4 0 0 0,7 3 0 0 0,-1-1 0 0 0,1-3 0 0 0,0 1 0 0 0,2-2 0 0 0,6 2 0 0 0,4-1 0 0 0,-1-4 0 0 0,5 2 0 0 0,0 0 0 0 0,-1 2 0 0 0,-3-1 0 0 0,3 2 0 0 0,-1-1 0 0 0,-1 3 0 0 0,3 3 0 0 0,0-2 0 0 0,3 1 0 0 0,10-2 0 0 0,11-4 0 0 0,10-5 0 0 0,8-8 0 0 0,6-5 0 0 0,-2-6 0 0 0,-1-2 0 0 0,7-3 0 0 0,2-5 0 0 0,2-4 0 0 0,4-2 0 0 0,1 2 0 0 0,-6 1 0 0 0,0 0 0 0 0,1 3 0 0 0,-1 0 0 0 0,-2-2 0 0 0,5-1 0 0 0,6-3 0 0 0,-4-2 0 0 0,1-1 0 0 0,4 5 0 0 0,0 1 0 0 0,3-1 0 0 0,-2-1 0 0 0,-3-1 0 0 0,-4 4 0 0 0,2 0 0 0 0,-1-1 0 0 0,4-7 0 0 0,-1-3 0 0 0,-2 4 0 0 0,2 2 0 0 0,-1 0 0 0 0,-2 0 0 0 0,-3 5 0 0 0,3 0 0 0 0,0 0 0 0 0,-2-2 0 0 0,-2 3 0 0 0,-2-4 0 0 0,-1-4 0 0 0,-2 3 0 0 0,0 2 0 0 0,0-1 0 0 0,-1-1 0 0 0,1 4 0 0 0,-1 1 0 0 0,1-2 0 0 0,-1-1 0 0 0,1-2 0 0 0,0-1 0 0 0,0-2 0 0 0,0-1 0 0 0,-6 0 0 0 0,-1 5 0 0 0,0 2 0 0 0,2 0 0 0 0,-4-2 0 0 0,-1 4 0 0 0,-3 0 0 0 0,0 5 0 0 0,-3-1 0 0 0,-4-3 0 0 0,-4-2 0 0 0,-3-3 0 0 0,-7 3 0 0 0,-9 5 0 0 0,-8 6 0 0 0,-4 6 0 0 0,-5 2 0 0 0,-2 3 0 0 0,-2 2 0 0 0,1 0 0 0 0,0 0 0 0 0,0 0 0 0 0,-5-1 0 0 0,4 6 0 0 0,2 7 0 0 0,1 0 0 0 0,1 0 0 0 0,-6 1 0 0 0,-6 4 0 0 0,-3 5 0 0 0,2 3 0 0 0,-3-3 0 0 0,1 0 0 0 0,3 7 0 0 0,-3-2 0 0 0,-3-1 0 0 0,6 1 0 0 0,-1 1 0 0 0,-4 0 0 0 0,-4 1 0 0 0,1 6 0 0 0,4-4 0 0 0,-2-2 0 0 0,-2 0 0 0 0,1 5 0 0 0,-7 1 0 0 0,1 1 0 0 0,-6-2 0 0 0,7-1 0 0 0,2-1 0 0 0,0 5 0 0 0,2-5 0 0 0,0 3 0 0 0,-3 0 0 0 0,-8 5 0 0 0,1 0 0 0 0,6-6 0 0 0,0 1 0 0 0,5 0 0 0 0,0 3 0 0 0,-8 7 0 0 0,0-5 0 0 0,0-4 0 0 0,4-3 0 0 0,5-3 0 0 0,1 0 0 0 0,-3-1 0 0 0,-4 5 0 0 0,3 2 0 0 0,4-6 0 0 0,0-2 0 0 0,1 4 0 0 0,-1 2 0 0 0,-3 0 0 0 0,1-6 0 0 0,9-3 0 0 0,0 0 0 0 0,2 0 0 0 0,2-3 0 0 0,2-2 0 0 0,0 2 0 0 0,-3 2 0 0 0,-2 2 0 0 0,1-4 0 0 0,6 0 0 0 0,4-5 0 0 0,1 1 0 0 0,-1-3 0 0 0,5 0 0 0 0,11-2 0 0 0,13-3 0 0 0,11-4 0 0 0,14-8 0 0 0,2-9 0 0 0,2-4 0 0 0,0-3 0 0 0,1 0 0 0 0,0-2 0 0 0,-1-3 0 0 0,1 3 0 0 0,4-2 0 0 0,2 4 0 0 0,0-1 0 0 0,3-3 0 0 0,1-2 0 0 0,-2 1 0 0 0,2 1 0 0 0,11-2 0 0 0,6-3 0 0 0,-2-7 0 0 0,1-3 0 0 0,-5 5 0 0 0,-7 2 0 0 0,6 0 0 0 0,4 1 0 0 0,-3 0 0 0 0,1-2 0 0 0,1-5 0 0 0,2 3 0 0 0,-3 7 0 0 0,-1-3 0 0 0,7-1 0 0 0,3-2 0 0 0,-9 0 0 0 0,-3 4 0 0 0,6-3 0 0 0,3-7 0 0 0,2-2 0 0 0,-4 0 0 0 0,-2 6 0 0 0,-5 4 0 0 0,-5 2 0 0 0,-1 0 0 0 0,-3-1 0 0 0,-3 0 0 0 0,3 4 0 0 0,-2 1 0 0 0,-1-1 0 0 0,-3-2 0 0 0,4 4 0 0 0,-1 1 0 0 0,-6-2 0 0 0,2-2 0 0 0,-1 3 0 0 0,-5 0 0 0 0,-3-1 0 0 0,0-2 0 0 0,1 3 0 0 0,-5 0 0 0 0,-1 4 0 0 0,2-1 0 0 0,2-1 0 0 0,2-4 0 0 0,-4-2 0 0 0,0 3 0 0 0,-4 0 0 0 0,-6-1 0 0 0,1 3 0 0 0,-3 1 0 0 0,3 3 0 0 0,-1-1 0 0 0,-4-2 0 0 0,-7 2 0 0 0,-10 4 0 0 0,-9 4 0 0 0,-7 5 0 0 0,-4 2 0 0 0,-3 2 0 0 0,-1 2 0 0 0,-1-1 0 0 0,1 1 0 0 0,0 0 0 0 0,0 5 0 0 0,0 1 0 0 0,1 5 0 0 0,0 1 0 0 0,0-3 0 0 0,1-2 0 0 0,-1 2 0 0 0,5 5 0 0 0,-3 0 0 0 0,3 3 0 0 0,-4-3 0 0 0,-3 3 0 0 0,0 3 0 0 0,-6 3 0 0 0,-6-3 0 0 0,-1 1 0 0 0,2 2 0 0 0,3 1 0 0 0,4-2 0 0 0,8-1 0 0 0,-2-4 0 0 0,0 1 0 0 0,-1 1 0 0 0,0-2 0 0 0,-5 2 0 0 0,4 1 0 0 0,2-2 0 0 0,-4 1 0 0 0,4 2 0 0 0,-3 3 0 0 0,-1-3 0 0 0,0 0 0 0 0,0-4 0 0 0,2 1 0 0 0,1 1 0 0 0,0-1 0 0 0,1 0 0 0 0,0-2 0 0 0,0 0 0 0 0,1 3 0 0 0,-1-1 0 0 0,1 0 0 0 0,-1 3 0 0 0,0-3 0 0 0,0 1 0 0 0,0-3 0 0 0,6 1 0 0 0,-4-3 0 0 0,-8 2 0 0 0,4 3 0 0 0,-5-3 0 0 0,0 3 0 0 0,1 1 0 0 0,2 4 0 0 0,1-3 0 0 0,1-5 0 0 0,1-1 0 0 0,7 3 0 0 0,1-2 0 0 0,0-4 0 0 0,4 1 0 0 0,0-2 0 0 0,4 3 0 0 0,-1-2 0 0 0,2 2 0 0 0,10-1 0 0 0,4-8 0 0 0,9-5 0 0 0,8-9 0 0 0,6-2 0 0 0,5-5 0 0 0,3-5 0 0 0,7-4 0 0 0,2 1 0 0 0,6 0 0 0 0,-6-1 0 0 0,2 3 0 0 0,-2 0 0 0 0,-7-2 0 0 0,2-2 0 0 0,5-2 0 0 0,7-2 0 0 0,6-1 0 0 0,-6 0 0 0 0,-6 4 0 0 0,1 7 0 0 0,-1 1 0 0 0,3-1 0 0 0,5-8 0 0 0,4-5 0 0 0,-1-2 0 0 0,-4 5 0 0 0,-5 7 0 0 0,-4 2 0 0 0,2-6 0 0 0,4-3 0 0 0,6-3 0 0 0,-1 4 0 0 0,-3 2 0 0 0,-5 1 0 0 0,2-2 0 0 0,4-1 0 0 0,-1 4 0 0 0,-3 1 0 0 0,1 0 0 0 0,0-3 0 0 0,-4 4 0 0 0,-3 1 0 0 0,-2-3 0 0 0,-2-1 0 0 0,3 3 0 0 0,2 1 0 0 0,-1-3 0 0 0,-2-1 0 0 0,-1 3 0 0 0,-1 0 0 0 0,-1-1 0 0 0,-1 3 0 0 0,-5 0 0 0 0,-3 3 0 0 0,1 4 0 0 0,-4 0 0 0 0,0-4 0 0 0,2 2 0 0 0,2 2 0 0 0,-3 0 0 0 0,0-5 0 0 0,3-4 0 0 0,1 2 0 0 0,-3-1 0 0 0,-11 3 0 0 0,-12 5 0 0 0,-16 4 0 0 0,-17 9 0 0 0,-1 10 0 0 0,-1 4 0 0 0,1 3 0 0 0,1 0 0 0 0,1-3 0 0 0,1 1 0 0 0,0 3 0 0 0,1 4 0 0 0,-5-1 0 0 0,-1 0 0 0 0,-6 2 0 0 0,0 3 0 0 0,2 1 0 0 0,3-3 0 0 0,-3-1 0 0 0,0 2 0 0 0,-3 6 0 0 0,-5 3 0 0 0,1-4 0 0 0,4-1 0 0 0,-2-2 0 0 0,-4 7 0 0 0,3 1 0 0 0,-3-4 0 0 0,-2 2 0 0 0,7 2 0 0 0,-4-1 0 0 0,1 0 0 0 0,3-1 0 0 0,-1 4 0 0 0,-3 1 0 0 0,-4 5 0 0 0,-4 1 0 0 0,-1 2 0 0 0,-3-1 0 0 0,5 3 0 0 0,0-7 0 0 0,1-1 0 0 0,3 0 0 0 0,6-4 0 0 0,0 4 0 0 0,-3-5 0 0 0,2 2 0 0 0,-1-1 0 0 0,-4 5 0 0 0,2 1 0 0 0,5-8 0 0 0,-1 2 0 0 0,-3-1 0 0 0,1 5 0 0 0,-1 1 0 0 0,3-8 0 0 0,3-2 0 0 0,4-3 0 0 0,-2 0 0 0 0,1 0 0 0 0,2 1 0 0 0,-3 0 0 0 0,0 1 0 0 0,-3 0 0 0 0,5 1 0 0 0,5-5 0 0 0,-3-2 0 0 0,5 0 0 0 0,3 1 0 0 0,1-3 0 0 0,0 0 0 0 0,-1 1 0 0 0,0-3 0 0 0,5 0 0 0 0,1 2 0 0 0,-1 2 0 0 0,9-2 0 0 0,7-11 0 0 0,10-7 0 0 0,5-9 0 0 0,6-5 0 0 0,7 1 0 0 0,-1-4 0 0 0,2-6 0 0 0,3 2 0 0 0,-3-3 0 0 0,5-2 0 0 0,4-3 0 0 0,2-3 0 0 0,1-1 0 0 0,-6-2 0 0 0,4 0 0 0 0,1 0 0 0 0,1-1 0 0 0,5 1 0 0 0,2 0 0 0 0,-2-5 0 0 0,4-2 0 0 0,-5 0 0 0 0,-4 7 0 0 0,-2 3 0 0 0,-1-3 0 0 0,-1 2 0 0 0,6 2 0 0 0,1-5 0 0 0,-4-3 0 0 0,-4 5 0 0 0,5-3 0 0 0,-3-1 0 0 0,-2 0 0 0 0,5 0 0 0 0,2-4 0 0 0,0-1 0 0 0,5 1 0 0 0,1-4 0 0 0,-1 5 0 0 0,-3-1 0 0 0,3-4 0 0 0,1-2 0 0 0,2-2 0 0 0,1-5 0 0 0,2 2 0 0 0,-1-2 0 0 0,-2 2 0 0 0,0 5 0 0 0,0 5 0 0 0,-8 3 0 0 0,0-2 0 0 0,5-6 0 0 0,-4 0 0 0 0,-3 2 0 0 0,-3 8 0 0 0,-5 0 0 0 0,-2-1 0 0 0,0 7 0 0 0,1-3 0 0 0,3-1 0 0 0,1-1 0 0 0,-4 1 0 0 0,-1 5 0 0 0,-4 2 0 0 0,0 0 0 0 0,1 4 0 0 0,-1 1 0 0 0,-6-1 0 0 0,2-4 0 0 0,3 4 0 0 0,-2 0 0 0 0,-3-2 0 0 0,1 3 0 0 0,-2-1 0 0 0,3 4 0 0 0,-2 0 0 0 0,-3 7 0 0 0,-8 6 0 0 0,-5 8 0 0 0,-6 10 0 0 0,-8 1 0 0 0,-1 4 0 0 0,-2 5 0 0 0,-8 2 0 0 0,0 2 0 0 0,0 3 0 0 0,-1 0 0 0 0,0-5 0 0 0,4 4 0 0 0,2 2 0 0 0,-1-5 0 0 0,-1-1 0 0 0,-3 5 0 0 0,0-3 0 0 0,-2 5 0 0 0,0 2 0 0 0,-1-1 0 0 0,0-4 0 0 0,0 1 0 0 0,0 7 0 0 0,-1-3 0 0 0,-4 3 0 0 0,4 0 0 0 0,1-6 0 0 0,1 1 0 0 0,-4 7 0 0 0,-8 6 0 0 0,-1 6 0 0 0,-4 4 0 0 0,0 4 0 0 0,-1-3 0 0 0,-4-7 0 0 0,7-1 0 0 0,1 2 0 0 0,2-2 0 0 0,4-5 0 0 0,3-5 0 0 0,-4 2 0 0 0,0 5 0 0 0,-3-1 0 0 0,-1-3 0 0 0,2 3 0 0 0,3-7 0 0 0,3 0 0 0 0,1 5 0 0 0,-3-5 0 0 0,-1 1 0 0 0,-4 0 0 0 0,-1 3 0 0 0,3 0 0 0 0,1-2 0 0 0,-1-3 0 0 0,4-2 0 0 0,0-1 0 0 0,-1-3 0 0 0,1 6 0 0 0,2-5 0 0 0,1-2 0 0 0,6-1 0 0 0,-2 0 0 0 0,-3 0 0 0 0,6 0 0 0 0,-5 1 0 0 0,-1 1 0 0 0,4-1 0 0 0,2 1 0 0 0,0-5 0 0 0,-1-3 0 0 0,5 2 0 0 0,0-5 0 0 0,-1 0 0 0 0,3 2 0 0 0,0 2 0 0 0,-2-2 0 0 0,-2-1 0 0 0,2 2 0 0 0,1-3 0 0 0,3 0 0 0 0,-1 3 0 0 0,4 1 0 0 0,-2-2 0 0 0,3-11 0 0 0,8-12 0 0 0,11-6 0 0 0,5-7 0 0 0,5-6 0 0 0,6-6 0 0 0,4 3 0 0 0,-1-1 0 0 0,-1-7 0 0 0,2 3 0 0 0,2 0 0 0 0,1-1 0 0 0,1 1 0 0 0,1-2 0 0 0,-4 0 0 0 0,-2 0 0 0 0,6-1 0 0 0,-3 1 0 0 0,0-1 0 0 0,1 0 0 0 0,0 0 0 0 0,1 0 0 0 0,0 5 0 0 0,2-3 0 0 0,-1-7 0 0 0,1 2 0 0 0,5-4 0 0 0,-3 1 0 0 0,-2 5 0 0 0,4-2 0 0 0,1-6 0 0 0,0-6 0 0 0,-1 5 0 0 0,4-2 0 0 0,-4 2 0 0 0,1 2 0 0 0,1 3 0 0 0,-1 2 0 0 0,4-4 0 0 0,0 0 0 0 0,-1-5 0 0 0,3 1 0 0 0,0 1 0 0 0,-2 3 0 0 0,-3 2 0 0 0,3-2 0 0 0,0-1 0 0 0,-2 1 0 0 0,-1-3 0 0 0,-3 0 0 0 0,-1 1 0 0 0,-2 3 0 0 0,5-3 0 0 0,2 0 0 0 0,-1 2 0 0 0,-1 2 0 0 0,-2-4 0 0 0,4 0 0 0 0,-4 2 0 0 0,-3 2 0 0 0,4-4 0 0 0,1 0 0 0 0,-1 2 0 0 0,0 2 0 0 0,-6 1 0 0 0,-4 2 0 0 0,0 2 0 0 0,1 0 0 0 0,-4 0 0 0 0,-1 6 0 0 0,2 1 0 0 0,-4 1 0 0 0,-4-3 0 0 0,0 5 0 0 0,-3-1 0 0 0,3-1 0 0 0,3 4 0 0 0,-1-1 0 0 0,-3-2 0 0 0,0-3 0 0 0,-6 9 0 0 0,-6 12 0 0 0,-7 6 0 0 0,-9 4 0 0 0,-1 5 0 0 0,-5 6 0 0 0,-2 1 0 0 0,1 2 0 0 0,-1 8 0 0 0,-1 0 0 0 0,-3-1 0 0 0,4 2 0 0 0,-1 0 0 0 0,-5 1 0 0 0,-5 0 0 0 0,4 1 0 0 0,2-1 0 0 0,-5 1 0 0 0,-3 5 0 0 0,0 8 0 0 0,0-5 0 0 0,1-3 0 0 0,2 3 0 0 0,0-1 0 0 0,0-1 0 0 0,1 4 0 0 0,-5 5 0 0 0,-1 0 0 0 0,5-2 0 0 0,-3 1 0 0 0,0-6 0 0 0,1 0 0 0 0,0 4 0 0 0,2 0 0 0 0,-5 3 0 0 0,-2 0 0 0 0,7 1 0 0 0,-3-1 0 0 0,1 1 0 0 0,-6 4 0 0 0,0 4 0 0 0,-5-3 0 0 0,6 1 0 0 0,4 1 0 0 0,-2-3 0 0 0,0-4 0 0 0,0 4 0 0 0,-3 0 0 0 0,0-4 0 0 0,1 0 0 0 0,2 3 0 0 0,2-1 0 0 0,2 0 0 0 0,-4 4 0 0 0,-1-3 0 0 0,1-5 0 0 0,1 1 0 0 0,2-2 0 0 0,1-4 0 0 0,1 3 0 0 0,6-2 0 0 0,2-2 0 0 0,-5 3 0 0 0,-3-1 0 0 0,-1 4 0 0 0,-1-2 0 0 0,1-7 0 0 0,5 1 0 0 0,3-2 0 0 0,1-5 0 0 0,3-4 0 0 0,6 0 0 0 0,0 0 0 0 0,-2 1 0 0 0,-4 1 0 0 0,2 2 0 0 0,-2 0 0 0 0,4 0 0 0 0,-1-4 0 0 0,2-2 0 0 0,4 1 0 0 0,5-10 0 0 0,8-7 0 0 0,4-10 0 0 0,1-11 0 0 0,5-7 0 0 0,6-6 0 0 0,5-4 0 0 0,4-2 0 0 0,3-1 0 0 0,-4 0 0 0 0,0 6 0 0 0,0 2 0 0 0,2-5 0 0 0,1-3 0 0 0,1-1 0 0 0,-4 0 0 0 0,-2 6 0 0 0,1-3 0 0 0,2-1 0 0 0,-4-1 0 0 0,0 1 0 0 0,1-1 0 0 0,2 1 0 0 0,-3 1 0 0 0,0 0 0 0 0,1 5 0 0 0,2-3 0 0 0,2-7 0 0 0,2 2 0 0 0,1 2 0 0 0,-4-4 0 0 0,-2 4 0 0 0,0 2 0 0 0,2-4 0 0 0,2-2 0 0 0,-5 0 0 0 0,5-4 0 0 0,3 5 0 0 0,-4-3 0 0 0,3-5 0 0 0,3 0 0 0 0,-4 2 0 0 0,-3-3 0 0 0,0 1 0 0 0,1 8 0 0 0,-4-1 0 0 0,-1 0 0 0 0,1 2 0 0 0,2-4 0 0 0,-3-1 0 0 0,-1 1 0 0 0,2 1 0 0 0,2 3 0 0 0,-3 1 0 0 0,0 1 0 0 0,-4-5 0 0 0,1 5 0 0 0,1 2 0 0 0,-2 1 0 0 0,-4 0 0 0 0,1 0 0 0 0,3-1 0 0 0,3 0 0 0 0,-1 0 0 0 0,-4-1 0 0 0,0 6 0 0 0,-3 1 0 0 0,2-1 0 0 0,-1 0 0 0 0,-4-2 0 0 0,-3-2 0 0 0,3 5 0 0 0,-1 1 0 0 0,3-2 0 0 0,0 0 0 0 0,-2-3 0 0 0,-3 0 0 0 0,3 3 0 0 0,-1 2 0 0 0,-1 9 0 0 0,-8 7 0 0 0,-3 11 0 0 0,-8 9 0 0 0,0 8 0 0 0,-5 5 0 0 0,-4-1 0 0 0,1 0 0 0 0,4 1 0 0 0,-1-4 0 0 0,-3 5 0 0 0,-4 3 0 0 0,3 2 0 0 0,-1 0 0 0 0,-2 0 0 0 0,-3-5 0 0 0,4 4 0 0 0,0 0 0 0 0,-2 7 0 0 0,-1 2 0 0 0,-2-1 0 0 0,3-2 0 0 0,1-2 0 0 0,-1 4 0 0 0,-2 0 0 0 0,-1-1 0 0 0,-2 4 0 0 0,4 4 0 0 0,2-5 0 0 0,-2 1 0 0 0,0 4 0 0 0,-3-1 0 0 0,5-2 0 0 0,0 1 0 0 0,-1-1 0 0 0,-1-3 0 0 0,3 2 0 0 0,0 0 0 0 0,-1 3 0 0 0,-3 4 0 0 0,-1-1 0 0 0,-7 2 0 0 0,3-3 0 0 0,5-3 0 0 0,-2 1 0 0 0,-2 3 0 0 0,-1 4 0 0 0,0-2 0 0 0,-1 2 0 0 0,6-3 0 0 0,1-5 0 0 0,1-5 0 0 0,-2 2 0 0 0,4-1 0 0 0,0 4 0 0 0,0-2 0 0 0,-3-1 0 0 0,3-4 0 0 0,0 4 0 0 0,-1-1 0 0 0,-2 3 0 0 0,-2 6 0 0 0,-2 4 0 0 0,-1-7 0 0 0,4-5 0 0 0,2-5 0 0 0,5-4 0 0 0,0-1 0 0 0,3-1 0 0 0,0-6 0 0 0,2-1 0 0 0,4 0 0 0 0,-3-4 0 0 0,3 1 0 0 0,1 2 0 0 0,-2-4 0 0 0,1-8 0 0 0,6-8 0 0 0,6-13 0 0 0,6-6 0 0 0,2-5 0 0 0,5-3 0 0 0,5-4 0 0 0,-1-1 0 0 0,2-2 0 0 0,2 1 0 0 0,-3-1 0 0 0,-4 0 0 0 0,0 1 0 0 0,2-1 0 0 0,4 1 0 0 0,-2 0 0 0 0,-5 1 0 0 0,1-1 0 0 0,3 0 0 0 0,3 0 0 0 0,-2 0 0 0 0,-4 1 0 0 0,0-1 0 0 0,2 0 0 0 0,4 0 0 0 0,-1-5 0 0 0,-6-2 0 0 0,1 1 0 0 0,3-5 0 0 0,-2 1 0 0 0,1 6 0 0 0,-2 0 0 0 0,1-6 0 0 0,4 5 0 0 0,2-3 0 0 0,-2-4 0 0 0,1-6 0 0 0,1-5 0 0 0,3-4 0 0 0,1 3 0 0 0,3 0 0 0 0,-6 5 0 0 0,-5 5 0 0 0,-1 5 0 0 0,1-2 0 0 0,3 3 0 0 0,-2-4 0 0 0,-5 0 0 0 0,0-2 0 0 0,4-5 0 0 0,3-4 0 0 0,-2-3 0 0 0,0-3 0 0 0,-2 4 0 0 0,0 11 0 0 0,-2 3 0 0 0,1 4 0 0 0,-3 2 0 0 0,3-2 0 0 0,-3-1 0 0 0,-3 1 0 0 0,-4 3 0 0 0,3 1 0 0 0,-1 1 0 0 0,3 2 0 0 0,0 0 0 0 0,-2 0 0 0 0,-3 0 0 0 0,3 1 0 0 0,-1-1 0 0 0,4 6 0 0 0,-1 1 0 0 0,-2 0 0 0 0,3-1 0 0 0,-2-2 0 0 0,-2-2 0 0 0,-2 10 0 0 0,-3 13 0 0 0,-8 13 0 0 0,-2 11 0 0 0,-6 7 0 0 0,-1 4 0 0 0,2 3 0 0 0,3 2 0 0 0,-3-1 0 0 0,-4 0 0 0 0,0 5 0 0 0,-3 1 0 0 0,3 4 0 0 0,-3-5 0 0 0,3-3 0 0 0,-2-3 0 0 0,2-2 0 0 0,3 0 0 0 0,5-1 0 0 0,-3 1 0 0 0,-4 5 0 0 0,-6 8 0 0 0,2 1 0 0 0,3-1 0 0 0,4-3 0 0 0,-1 2 0 0 0,-4-1 0 0 0,1-1 0 0 0,-2-4 0 0 0,1-1 0 0 0,-1 3 0 0 0,2 5 0 0 0,-2 7 0 0 0,-3 0 0 0 0,2-4 0 0 0,-2 1 0 0 0,4-2 0 0 0,-2-4 0 0 0,2-3 0 0 0,5-3 0 0 0,3 3 0 0 0,-1 0 0 0 0,0-1 0 0 0,-4-2 0 0 0,1-1 0 0 0,3 4 0 0 0,-3 1 0 0 0,0-2 0 0 0,-2-1 0 0 0,1-1 0 0 0,-3-2 0 0 0,2-2 0 0 0,2 1 0 0 0,5-2 0 0 0,-3 6 0 0 0,-5 2 0 0 0,1-1 0 0 0,-3-1 0 0 0,1 3 0 0 0,4 1 0 0 0,4-1 0 0 0,-3-7 0 0 0,2-5 0 0 0,-4 0 0 0 0,1-1 0 0 0,2 1 0 0 0,3 2 0 0 0,3 0 0 0 0,-4-5 0 0 0,0 0 0 0 0,1-10 0 0 0,3-13 0 0 0,0-12 0 0 0,8-9 0 0 0,2-6 0 0 0,0-4 0 0 0,5-3 0 0 0,0 0 0 0 0,-1 0 0 0 0,-4 0 0 0 0,-1 1 0 0 0,3-5 0 0 0,0-1 0 0 0,4 0 0 0 0,0 2 0 0 0,-2 1 0 0 0,2 2 0 0 0,0 1 0 0 0,-3 1 0 0 0,-2 0 0 0 0,-3 0 0 0 0,3 1 0 0 0,1-1 0 0 0,-2 1 0 0 0,4-6 0 0 0,1-7 0 0 0,-3-1 0 0 0,-2 1 0 0 0,4-2 0 0 0,-1 1 0 0 0,-2 2 0 0 0,4 5 0 0 0,0 1 0 0 0,3 3 0 0 0,-1-3 0 0 0,3-7 0 0 0,-2-1 0 0 0,-3 1 0 0 0,-3 4 0 0 0,-3 3 0 0 0,3 1 0 0 0,-1-2 0 0 0,5-1 0 0 0,0 0 0 0 0,-2 3 0 0 0,-3 1 0 0 0,-3-4 0 0 0,4-6 0 0 0,0-1 0 0 0,-1 2 0 0 0,3-2 0 0 0,0 2 0 0 0,-1 2 0 0 0,2 3 0 0 0,0-2 0 0 0,-2 0 0 0 0,-3 2 0 0 0,-2 2 0 0 0,-1 2 0 0 0,-3 1 0 0 0,0 2 0 0 0,0 0 0 0 0,0 0 0 0 0,-1 1 0 0 0,1-1 0 0 0,-1 11 0 0 0,1 14 0 0 0,0 13 0 0 0,0 11 0 0 0,0 7 0 0 0,-5 5 0 0 0,-2 3 0 0 0,0 0 0 0 0,2 1 0 0 0,-4-1 0 0 0,0-1 0 0 0,-5 0 0 0 0,2-1 0 0 0,1 0 0 0 0,-2 0 0 0 0,2 0 0 0 0,1 0 0 0 0,4-1 0 0 0,-3 1 0 0 0,0 5 0 0 0,-4-3 0 0 0,1-3 0 0 0,2 5 0 0 0,-2 1 0 0 0,0 0 0 0 0,3 5 0 0 0,3-1 0 0 0,-4 0 0 0 0,2-3 0 0 0,-5-2 0 0 0,1 3 0 0 0,-4 1 0 0 0,2 4 0 0 0,-2 6 0 0 0,1 4 0 0 0,3-2 0 0 0,-1-3 0 0 0,2 0 0 0 0,-3-3 0 0 0,0 1 0 0 0,-1-1 0 0 0,1-4 0 0 0,3-3 0 0 0,3-3 0 0 0,-2 3 0 0 0,1 5 0 0 0,-3 2 0 0 0,-1-3 0 0 0,3 2 0 0 0,-2-5 0 0 0,1 0 0 0 0,-4 4 0 0 0,2 5 0 0 0,3 5 0 0 0,-3-1 0 0 0,2-4 0 0 0,-4-5 0 0 0,2 0 0 0 0,3 4 0 0 0,-3-1 0 0 0,2-3 0 0 0,2 1 0 0 0,3-1 0 0 0,2-3 0 0 0,-3-8 0 0 0,-1-4 0 0 0,2-2 0 0 0,1 0 0 0 0,1 1 0 0 0,3 1 0 0 0,-6-4 0 0 0,0-2 0 0 0,1 2 0 0 0,1 1 0 0 0,1-8 0 0 0,2-13 0 0 0,1-12 0 0 0,1-9 0 0 0,5-3 0 0 0,2-3 0 0 0,0-8 0 0 0,4-4 0 0 0,0-6 0 0 0,4 3 0 0 0,-2 4 0 0 0,4-4 0 0 0,-3-5 0 0 0,-2-1 0 0 0,1 2 0 0 0,-1 3 0 0 0,2 2 0 0 0,-1 3 0 0 0,3-3 0 0 0,3-7 0 0 0,-1 0 0 0 0,-4 2 0 0 0,-4-3 0 0 0,1 2 0 0 0,0 2 0 0 0,2 3 0 0 0,4 3 0 0 0,0-8 0 0 0,-4-3 0 0 0,-3 2 0 0 0,1-2 0 0 0,5-4 0 0 0,4-4 0 0 0,-1-3 0 0 0,1 3 0 0 0,-2 0 0 0 0,-4-2 0 0 0,0 10 0 0 0,-2 1 0 0 0,2-2 0 0 0,4 3 0 0 0,-1 2 0 0 0,2 4 0 0 0,3-3 0 0 0,-3-4 0 0 0,-4 0 0 0 0,-4 2 0 0 0,0-1 0 0 0,4 0 0 0 0,0-1 0 0 0,2-5 0 0 0,4 1 0 0 0,-3 5 0 0 0,-3-2 0 0 0,-5 2 0 0 0,2-2 0 0 0,-2 2 0 0 0,3 3 0 0 0,-1-3 0 0 0,3 2 0 0 0,-1 3 0 0 0,2 2 0 0 0,-1 2 0 0 0,-4 3 0 0 0,-3-5 0 0 0,-4-1 0 0 0,4 1 0 0 0,0 2 0 0 0,3 6 0 0 0,1-2 0 0 0,-2-1 0 0 0,-3-6 0 0 0,3-7 0 0 0,-1 0 0 0 0,-1 1 0 0 0,3 9 0 0 0,-1 5 0 0 0,-1 2 0 0 0,2 0 0 0 0,0 1 0 0 0,-2-1 0 0 0,-3 9 0 0 0,-2 14 0 0 0,-2 12 0 0 0,-1 11 0 0 0,-7 2 0 0 0,-1 3 0 0 0,0 3 0 0 0,1 2 0 0 0,-3 1 0 0 0,-1 2 0 0 0,-3 0 0 0 0,0 1 0 0 0,2-1 0 0 0,-1 0 0 0 0,0 0 0 0 0,3 0 0 0 0,-3 0 0 0 0,1 6 0 0 0,-3-5 0 0 0,1 4 0 0 0,-2 6 0 0 0,0 6 0 0 0,-1 5 0 0 0,-4 0 0 0 0,2-5 0 0 0,-2-5 0 0 0,3 1 0 0 0,-1 3 0 0 0,-2 4 0 0 0,1-1 0 0 0,5 1 0 0 0,-1-2 0 0 0,2-5 0 0 0,-2 0 0 0 0,-3 4 0 0 0,1 4 0 0 0,-2 4 0 0 0,-3 2 0 0 0,3 3 0 0 0,-2 6 0 0 0,-1-3 0 0 0,2-2 0 0 0,0-1 0 0 0,-3-6 0 0 0,-1-1 0 0 0,2 0 0 0 0,0-3 0 0 0,4-1 0 0 0,5 2 0 0 0,-1-2 0 0 0,2 0 0 0 0,-2 3 0 0 0,-4 2 0 0 0,2-2 0 0 0,-3-1 0 0 0,-3 3 0 0 0,3-4 0 0 0,4 0 0 0 0,4-3 0 0 0,5-5 0 0 0,-2 1 0 0 0,0-1 0 0 0,-4-4 0 0 0,1 3 0 0 0,1-1 0 0 0,-2-2 0 0 0,1-3 0 0 0,-4-1 0 0 0,2-3 0 0 0,2 0 0 0 0,4-1 0 0 0,3-1 0 0 0,1 1 0 0 0,2-1 0 0 0,-4 0 0 0 0,-1 1 0 0 0,0 0 0 0 0,1-1 0 0 0,1 1 0 0 0,-3 0 0 0 0,-1 0 0 0 0,1-11 0 0 0,2-13 0 0 0,1-14 0 0 0,2-11 0 0 0,6-7 0 0 0,3-10 0 0 0,0-10 0 0 0,-2-7 0 0 0,0-6 0 0 0,3-3 0 0 0,0 3 0 0 0,-1 7 0 0 0,-1 6 0 0 0,3 11 0 0 0,0 1 0 0 0,-2 1 0 0 0,-1 0 0 0 0,-2 1 0 0 0,-2 0 0 0 0,4-5 0 0 0,1-2 0 0 0,-1 1 0 0 0,-1 1 0 0 0,4-4 0 0 0,0 0 0 0 0,-1-4 0 0 0,-3 1 0 0 0,-1 1 0 0 0,-2-1 0 0 0,-1 0 0 0 0,-1-2 0 0 0,0-5 0 0 0,0-3 0 0 0,-1 1 0 0 0,1 5 0 0 0,0-1 0 0 0,5 3 0 0 0,2-1 0 0 0,-1-4 0 0 0,0 2 0 0 0,-3 4 0 0 0,0 4 0 0 0,-2-2 0 0 0,0-4 0 0 0,-1 0 0 0 0,5 4 0 0 0,1 2 0 0 0,1-1 0 0 0,-2 0 0 0 0,-2 3 0 0 0,0-4 0 0 0,-2 1 0 0 0,-1-3 0 0 0,0-5 0 0 0,0-5 0 0 0,0 2 0 0 0,0 5 0 0 0,-1-1 0 0 0,1-2 0 0 0,0 2 0 0 0,0 4 0 0 0,0 4 0 0 0,0 4 0 0 0,0-3 0 0 0,0 0 0 0 0,0-3 0 0 0,0-1 0 0 0,0 3 0 0 0,0-3 0 0 0,0 1 0 0 0,0 2 0 0 0,0 2 0 0 0,0 4 0 0 0,0 1 0 0 0,0 1 0 0 0,0 1 0 0 0,0 1 0 0 0,0 0 0 0 0,0 10 0 0 0,0 14 0 0 0,0 13 0 0 0,0 11 0 0 0,0 12 0 0 0,-5 2 0 0 0,-2 0 0 0 0,0 0 0 0 0,-3 0 0 0 0,-1 0 0 0 0,-3 4 0 0 0,0 3 0 0 0,-2 3 0 0 0,1 7 0 0 0,4 4 0 0 0,3-1 0 0 0,-2-4 0 0 0,0-5 0 0 0,3-5 0 0 0,-4 2 0 0 0,1-1 0 0 0,-3 4 0 0 0,0 5 0 0 0,2-1 0 0 0,-1 3 0 0 0,0-3 0 0 0,3-3 0 0 0,3 0 0 0 0,-4 5 0 0 0,2-2 0 0 0,-5 7 0 0 0,1-1 0 0 0,2-3 0 0 0,-3 5 0 0 0,2-2 0 0 0,-4 1 0 0 0,2 2 0 0 0,3-4 0 0 0,-3 0 0 0 0,1 2 0 0 0,-2-3 0 0 0,1 0 0 0 0,3 2 0 0 0,-3 2 0 0 0,2 3 0 0 0,2 1 0 0 0,3 7 0 0 0,2-2 0 0 0,2-3 0 0 0,1-5 0 0 0,-4-3 0 0 0,-1 1 0 0 0,0-3 0 0 0,1-1 0 0 0,1 2 0 0 0,2-2 0 0 0,1 0 0 0 0,1 3 0 0 0,0 2 0 0 0,-5-8 0 0 0,-2-1 0 0 0,1-4 0 0 0,0 2 0 0 0,3-1 0 0 0,1-4 0 0 0,0-2 0 0 0,2-2 0 0 0,0-3 0 0 0,0 0 0 0 0,0-1 0 0 0,1 4 0 0 0,-1 2 0 0 0,0 0 0 0 0,0-1 0 0 0,0-2 0 0 0,0-1 0 0 0,0-1 0 0 0,5-5 0 0 0,2-14 0 0 0,0-14 0 0 0,4-6 0 0 0,-1-8 0 0 0,5-6 0 0 0,-2-5 0 0 0,-2-3 0 0 0,-3-2 0 0 0,2-1 0 0 0,0 0 0 0 0,2-6 0 0 0,6 5 0 0 0,-1 1 0 0 0,-3 2 0 0 0,-4 1 0 0 0,1-1 0 0 0,-1 1 0 0 0,3-1 0 0 0,0-1 0 0 0,2-4 0 0 0,-1-3 0 0 0,-3 0 0 0 0,-3 2 0 0 0,-4-4 0 0 0,4 0 0 0 0,5 1 0 0 0,0-3 0 0 0,4 1 0 0 0,-1 1 0 0 0,-4-2 0 0 0,-4 0 0 0 0,-2-3 0 0 0,2-4 0 0 0,-1 0 0 0 0,0-1 0 0 0,3-8 0 0 0,5-5 0 0 0,1-7 0 0 0,2-2 0 0 0,-2 5 0 0 0,-4-1 0 0 0,-3 1 0 0 0,2 6 0 0 0,-2-3 0 0 0,4 0 0 0 0,-1-5 0 0 0,-2-2 0 0 0,-3 7 0 0 0,-3 3 0 0 0,-2 2 0 0 0,5 5 0 0 0,0 2 0 0 0,-1 4 0 0 0,4-5 0 0 0,0-5 0 0 0,-1 4 0 0 0,-3-1 0 0 0,3 4 0 0 0,1 0 0 0 0,-3-1 0 0 0,4 3 0 0 0,0-7 0 0 0,-3-3 0 0 0,-2 2 0 0 0,-2 6 0 0 0,-2 1 0 0 0,-1 4 0 0 0,-1 0 0 0 0,5-4 0 0 0,2 2 0 0 0,-1-1 0 0 0,-1 2 0 0 0,-1 4 0 0 0,3-2 0 0 0,1 3 0 0 0,-1-3 0 0 0,-1 1 0 0 0,2 3 0 0 0,1 3 0 0 0,-1-2 0 0 0,-2 0 0 0 0,3-3 0 0 0,0 0 0 0 0,-2 2 0 0 0,-1 3 0 0 0,-3 3 0 0 0,-1 1 0 0 0,-1 3 0 0 0,-1 0 0 0 0,0 0 0 0 0,5 6 0 0 0,2 12 0 0 0,-1 14 0 0 0,-1 12 0 0 0,-1 8 0 0 0,-2 12 0 0 0,-1 5 0 0 0,0 2 0 0 0,-7-1 0 0 0,-1-2 0 0 0,0 3 0 0 0,-4-5 0 0 0,0 3 0 0 0,2-2 0 0 0,3 0 0 0 0,-4 4 0 0 0,1 5 0 0 0,1 6 0 0 0,2 0 0 0 0,-2 1 0 0 0,-1-3 0 0 0,1-5 0 0 0,-2 2 0 0 0,-1-3 0 0 0,2 2 0 0 0,-2 4 0 0 0,0-1 0 0 0,-3 2 0 0 0,1-3 0 0 0,2-4 0 0 0,-1 2 0 0 0,0 3 0 0 0,3-2 0 0 0,3 8 0 0 0,-3 0 0 0 0,0-4 0 0 0,1-1 0 0 0,3-2 0 0 0,2 5 0 0 0,1 6 0 0 0,1-3 0 0 0,-4 0 0 0 0,-2 1 0 0 0,1-3 0 0 0,1-1 0 0 0,-4-4 0 0 0,0 1 0 0 0,1 2 0 0 0,3-2 0 0 0,1 1 0 0 0,-4 2 0 0 0,1-2 0 0 0,0 1 0 0 0,1-3 0 0 0,3 0 0 0 0,-4 4 0 0 0,-1-3 0 0 0,1-4 0 0 0,2 0 0 0 0,1-1 0 0 0,2 1 0 0 0,-4 5 0 0 0,-1-2 0 0 0,0 1 0 0 0,2-1 0 0 0,2-5 0 0 0,1-4 0 0 0,1-3 0 0 0,0-3 0 0 0,2-1 0 0 0,-1-2 0 0 0,0 0 0 0 0,0 0 0 0 0,1 0 0 0 0,-1 1 0 0 0,0-1 0 0 0,0 1 0 0 0,0-1 0 0 0,0 1 0 0 0,0 0 0 0 0,0 0 0 0 0,0 0 0 0 0,0 0 0 0 0,0-11 0 0 0,5-8 0 0 0,2-12 0 0 0,5-11 0 0 0,0-9 0 0 0,-1-11 0 0 0,2-7 0 0 0,-1 0 0 0 0,-3-6 0 0 0,3 5 0 0 0,-1 5 0 0 0,3-4 0 0 0,-1 1 0 0 0,-2-5 0 0 0,-4 0 0 0 0,3-4 0 0 0,4-4 0 0 0,1 1 0 0 0,2-1 0 0 0,-1 2 0 0 0,1 4 0 0 0,-2-1 0 0 0,-3 2 0 0 0,-4-2 0 0 0,-3 1 0 0 0,2 3 0 0 0,1 4 0 0 0,4-4 0 0 0,-1-4 0 0 0,4-5 0 0 0,-1-5 0 0 0,-3-3 0 0 0,-3-3 0 0 0,2 4 0 0 0,0 7 0 0 0,-3 6 0 0 0,-1 0 0 0 0,2-2 0 0 0,1 1 0 0 0,4 2 0 0 0,-1-1 0 0 0,-2-4 0 0 0,3-4 0 0 0,-2 1 0 0 0,-2 0 0 0 0,3 2 0 0 0,-1 5 0 0 0,-2-1 0 0 0,-3-3 0 0 0,-3-4 0 0 0,-1 1 0 0 0,4 5 0 0 0,1 4 0 0 0,0 5 0 0 0,-3-2 0 0 0,5 5 0 0 0,0-2 0 0 0,-1 1 0 0 0,-3 0 0 0 0,-1 1 0 0 0,-2-4 0 0 0,-1-1 0 0 0,5 1 0 0 0,0-4 0 0 0,1-5 0 0 0,3 1 0 0 0,0 2 0 0 0,-1 4 0 0 0,3 8 0 0 0,-1 5 0 0 0,-2 1 0 0 0,-3 1 0 0 0,-2 8 0 0 0,-2 14 0 0 0,-1 12 0 0 0,-1 10 0 0 0,0 6 0 0 0,-1 5 0 0 0,1 3 0 0 0,0 5 0 0 0,-1 2 0 0 0,-4 0 0 0 0,-2-2 0 0 0,0-3 0 0 0,2-1 0 0 0,-4-2 0 0 0,-1 0 0 0 0,2 4 0 0 0,3 1 0 0 0,1 0 0 0 0,2 4 0 0 0,-5 6 0 0 0,0 5 0 0 0,1 4 0 0 0,1-2 0 0 0,-4 0 0 0 0,0-4 0 0 0,2-4 0 0 0,-4-1 0 0 0,0 3 0 0 0,2-1 0 0 0,3 1 0 0 0,2 4 0 0 0,-4-3 0 0 0,1-3 0 0 0,0-5 0 0 0,2 1 0 0 0,-4 4 0 0 0,0-1 0 0 0,2 3 0 0 0,1 4 0 0 0,3 3 0 0 0,1-3 0 0 0,1-4 0 0 0,0 0 0 0 0,2-4 0 0 0,-1 3 0 0 0,-5-3 0 0 0,-1-3 0 0 0,-1 2 0 0 0,2-1 0 0 0,1 2 0 0 0,2 0 0 0 0,1-3 0 0 0,0-3 0 0 0,1-3 0 0 0,-5-2 0 0 0,-2 4 0 0 0,1 1 0 0 0,1-1 0 0 0,1-1 0 0 0,2-2 0 0 0,1-2 0 0 0,0 0 0 0 0,1-1 0 0 0,0 0 0 0 0,1 5 0 0 0,-1 7 0 0 0,0 1 0 0 0,0-2 0 0 0,1-2 0 0 0,-1-3 0 0 0,0-2 0 0 0,0-3 0 0 0,0-1 0 0 0,0-10 0 0 0,0-15 0 0 0,0-14 0 0 0,0-10 0 0 0,5-2 0 0 0,2-9 0 0 0,-1-4 0 0 0,0-7 0 0 0,-2-7 0 0 0,-2-1 0 0 0,-1-3 0 0 0,5 2 0 0 0,1 4 0 0 0,-1 5 0 0 0,-1 4 0 0 0,-1 2 0 0 0,-2 2 0 0 0,-1 2 0 0 0,0-1 0 0 0,4-4 0 0 0,1-2 0 0 0,1 0 0 0 0,-2 2 0 0 0,-1-5 0 0 0,-2 0 0 0 0,-1 1 0 0 0,-1-3 0 0 0,0 1 0 0 0,0-4 0 0 0,5 1 0 0 0,2 2 0 0 0,-1-1 0 0 0,-1 0 0 0 0,-1-2 0 0 0,-2-4 0 0 0,0-5 0 0 0,-2 2 0 0 0,0 0 0 0 0,0-3 0 0 0,0-1 0 0 0,-1-3 0 0 0,1-1 0 0 0,0 4 0 0 0,0 1 0 0 0,0 0 0 0 0,0 3 0 0 0,0 1 0 0 0,0 3 0 0 0,0 5 0 0 0,0 5 0 0 0,0 3 0 0 0,0-3 0 0 0,0 0 0 0 0,0 1 0 0 0,0 2 0 0 0,0 1 0 0 0,0-4 0 0 0,0 0 0 0 0,0 0 0 0 0,0 2 0 0 0,0 2 0 0 0,0 1 0 0 0,0 1 0 0 0,0 1 0 0 0,0 0 0 0 0,0 1 0 0 0,0-1 0 0 0,0 1 0 0 0,0-1 0 0 0,0 0 0 0 0,0 1 0 0 0,-5 4 0 0 0,-2 2 0 0 0,0 0 0 0 0,2-1 0 0 0,-4 3 0 0 0,-6 6 0 0 0,-5 5 0 0 0,0 10 0 0 0,5 10 0 0 0,-2 10 0 0 0,3 5 0 0 0,-2 0 0 0 0,2 1 0 0 0,4 6 0 0 0,-3-2 0 0 0,2 0 0 0 0,-3-1 0 0 0,-4 1 0 0 0,1 1 0 0 0,3 5 0 0 0,-1-3 0 0 0,2 3 0 0 0,-2-3 0 0 0,2-3 0 0 0,-3 4 0 0 0,2 2 0 0 0,3 6 0 0 0,-2 1 0 0 0,2-2 0 0 0,-3 3 0 0 0,-5 0 0 0 0,2-3 0 0 0,-2 3 0 0 0,2 4 0 0 0,-1 5 0 0 0,-2 4 0 0 0,-4 3 0 0 0,2-4 0 0 0,1 0 0 0 0,-3 1 0 0 0,4 1 0 0 0,5-3 0 0 0,4-1 0 0 0,5-4 0 0 0,-2 0 0 0 0,1 2 0 0 0,-5-2 0 0 0,1 1 0 0 0,-4 2 0 0 0,-4 4 0 0 0,1 1 0 0 0,4-2 0 0 0,-2-1 0 0 0,3 1 0 0 0,3-4 0 0 0,3-5 0 0 0,-2 1 0 0 0,1-4 0 0 0,1 2 0 0 0,-4-6 0 0 0,1 0 0 0 0,2 4 0 0 0,2 5 0 0 0,-3-5 0 0 0,-1 0 0 0 0,3 4 0 0 0,2 3 0 0 0,1 0 0 0 0,2-4 0 0 0,1-5 0 0 0,1-4 0 0 0,0-3 0 0 0,1-2 0 0 0,-1-1 0 0 0,0-1 0 0 0,1 0 0 0 0,-1 0 0 0 0,0 1 0 0 0,0-1 0 0 0,0 0 0 0 0,0-9 0 0 0,0-15 0 0 0,0-13 0 0 0,0-11 0 0 0,0-7 0 0 0,0-5 0 0 0,0-2 0 0 0,5-2 0 0 0,2 1 0 0 0,0-5 0 0 0,-2-2 0 0 0,-1 2 0 0 0,-2 1 0 0 0,5 2 0 0 0,0-4 0 0 0,0 0 0 0 0,-2 2 0 0 0,4 1 0 0 0,0 1 0 0 0,-1 2 0 0 0,3-4 0 0 0,-1-6 0 0 0,-1-1 0 0 0,-3 1 0 0 0,3-1 0 0 0,1 0 0 0 0,-3-2 0 0 0,-1 1 0 0 0,-3 3 0 0 0,-1-1 0 0 0,-1 0 0 0 0,-1-2 0 0 0,0 1 0 0 0,-1 3 0 0 0,6-2 0 0 0,2-4 0 0 0,-1-5 0 0 0,-1 1 0 0 0,-1-1 0 0 0,4-2 0 0 0,0-2 0 0 0,-1-3 0 0 0,-2 4 0 0 0,-1 1 0 0 0,-2 4 0 0 0,4 0 0 0 0,2 4 0 0 0,-2 4 0 0 0,-1-2 0 0 0,-1 3 0 0 0,3 1 0 0 0,1-1 0 0 0,-1 0 0 0 0,-2 2 0 0 0,-1-3 0 0 0,-2 0 0 0 0,-1-2 0 0 0,-1-5 0 0 0,0-5 0 0 0,-1 2 0 0 0,1 0 0 0 0,0 2 0 0 0,0 6 0 0 0,-1 4 0 0 0,1 4 0 0 0,0 3 0 0 0,0 2 0 0 0,0 0 0 0 0,0 1 0 0 0,0 0 0 0 0,0 0 0 0 0,6 0 0 0 0,1 0 0 0 0,-1-1 0 0 0,0 0 0 0 0,-3 1 0 0 0,0-1 0 0 0,-2 0 0 0 0,0 11 0 0 0,-1 13 0 0 0,-1 14 0 0 0,1 11 0 0 0,0 7 0 0 0,-1 5 0 0 0,1 8 0 0 0,0 2 0 0 0,0 5 0 0 0,-5-4 0 0 0,-2 0 0 0 0,0-1 0 0 0,-3-3 0 0 0,-1-1 0 0 0,2-2 0 0 0,2 3 0 0 0,3 1 0 0 0,2-1 0 0 0,1 4 0 0 0,0 1 0 0 0,-4-3 0 0 0,-1 3 0 0 0,-6 6 0 0 0,1-2 0 0 0,0 3 0 0 0,4 4 0 0 0,-3-3 0 0 0,0 1 0 0 0,2 3 0 0 0,2-3 0 0 0,3 0 0 0 0,-4-3 0 0 0,-1 1 0 0 0,1-3 0 0 0,2-4 0 0 0,2 1 0 0 0,-4 4 0 0 0,-1 0 0 0 0,1 1 0 0 0,2-1 0 0 0,1 1 0 0 0,2 3 0 0 0,1 4 0 0 0,1 2 0 0 0,0-3 0 0 0,0 0 0 0 0,-5-4 0 0 0,-1 0 0 0 0,-1-3 0 0 0,2-5 0 0 0,1 2 0 0 0,2-3 0 0 0,1 4 0 0 0,0 4 0 0 0,1 4 0 0 0,0 3 0 0 0,-4-7 0 0 0,-3-2 0 0 0,0 2 0 0 0,2-3 0 0 0,2 2 0 0 0,0-2 0 0 0,2-4 0 0 0,0-4 0 0 0,1-2 0 0 0,1-3 0 0 0,-1-2 0 0 0,0-1 0 0 0,0 1 0 0 0,1-1 0 0 0,-1 0 0 0 0,0 0 0 0 0,0 1 0 0 0,0-1 0 0 0,0-9 0 0 0,0-15 0 0 0,0-13 0 0 0,0-11 0 0 0,0-7 0 0 0,0-5 0 0 0,0-2 0 0 0,0-7 0 0 0,0-7 0 0 0,0 0 0 0 0,0-4 0 0 0,0 2 0 0 0,0 4 0 0 0,0 4 0 0 0,0 3 0 0 0,0 4 0 0 0,0 1 0 0 0,0 1 0 0 0,0 1 0 0 0,0 0 0 0 0,0-5 0 0 0,0-2 0 0 0,5-1 0 0 0,2 3 0 0 0,0-5 0 0 0,-2 0 0 0 0,-1-4 0 0 0,-2 0 0 0 0,-1-3 0 0 0,0-3 0 0 0,-1-5 0 0 0,0 3 0 0 0,-1-1 0 0 0,1-2 0 0 0,0 4 0 0 0,0 4 0 0 0,0 1 0 0 0,0 2 0 0 0,0-1 0 0 0,0 1 0 0 0,0-2 0 0 0,0 1 0 0 0,0 4 0 0 0,0-3 0 0 0,0-3 0 0 0,0 0 0 0 0,0 4 0 0 0,0-2 0 0 0,0-4 0 0 0,0-4 0 0 0,0 2 0 0 0,0-1 0 0 0,0 4 0 0 0,0 3 0 0 0,0 1 0 0 0,0 1 0 0 0,0 3 0 0 0,0 3 0 0 0,0 3 0 0 0,0-3 0 0 0,0-2 0 0 0,5 2 0 0 0,2 2 0 0 0,-1 1 0 0 0,0 1 0 0 0,-2 1 0 0 0,-2 1 0 0 0,-1 0 0 0 0,0 1 0 0 0,-1-1 0 0 0,0 1 0 0 0,-1-6 0 0 0,1-2 0 0 0,0 1 0 0 0,0 1 0 0 0,-1 1 0 0 0,1 2 0 0 0,0 1 0 0 0,0 1 0 0 0,0 10 0 0 0,0 15 0 0 0,0 13 0 0 0,0 11 0 0 0,-5 13 0 0 0,-2 11 0 0 0,-5-1 0 0 0,0-2 0 0 0,2-3 0 0 0,2-2 0 0 0,3 3 0 0 0,-3-4 0 0 0,-1-3 0 0 0,2 5 0 0 0,-3 1 0 0 0,0-1 0 0 0,1 5 0 0 0,-2 1 0 0 0,0-2 0 0 0,2-2 0 0 0,-2-2 0 0 0,0 4 0 0 0,2 0 0 0 0,3 3 0 0 0,2 7 0 0 0,-3-1 0 0 0,-1-4 0 0 0,1 2 0 0 0,-3-1 0 0 0,0 1 0 0 0,1-2 0 0 0,-2 3 0 0 0,0 3 0 0 0,-3 4 0 0 0,0 4 0 0 0,-1-4 0 0 0,0 0 0 0 0,4 1 0 0 0,-2-3 0 0 0,1-6 0 0 0,3-5 0 0 0,3 1 0 0 0,2 4 0 0 0,3-1 0 0 0,-5 3 0 0 0,-1 3 0 0 0,1-2 0 0 0,-4-3 0 0 0,-1 0 0 0 0,3-2 0 0 0,1-3 0 0 0,-2-4 0 0 0,0 3 0 0 0,1 5 0 0 0,3 5 0 0 0,1-1 0 0 0,2-3 0 0 0,1 1 0 0 0,1 3 0 0 0,0-2 0 0 0,-4-4 0 0 0,-3-4 0 0 0,1-3 0 0 0,1-3 0 0 0,1-3 0 0 0,2 0 0 0 0,0-1 0 0 0,2 0 0 0 0,0 0 0 0 0,0 0 0 0 0,0 1 0 0 0,1-1 0 0 0,-1 1 0 0 0,0-16 0 0 0,0-15 0 0 0,0-14 0 0 0,0-9 0 0 0,0-6 0 0 0,0-3 0 0 0,0-7 0 0 0,0-7 0 0 0,5 4 0 0 0,2-1 0 0 0,0 1 0 0 0,4-2 0 0 0,-1-5 0 0 0,-1 1 0 0 0,3 4 0 0 0,0 4 0 0 0,-3-2 0 0 0,-3 1 0 0 0,-2 2 0 0 0,-2 3 0 0 0,-1-4 0 0 0,-1-4 0 0 0,0-7 0 0 0,-1-3 0 0 0,6 0 0 0 0,1 1 0 0 0,1 2 0 0 0,-2-4 0 0 0,-1 1 0 0 0,3 5 0 0 0,1-1 0 0 0,0 5 0 0 0,-3-2 0 0 0,-1-9 0 0 0,3 1 0 0 0,1 4 0 0 0,-1 0 0 0 0,-2-1 0 0 0,-1-3 0 0 0,-2-2 0 0 0,-2 3 0 0 0,1 0 0 0 0,-1-6 0 0 0,5-3 0 0 0,1 3 0 0 0,0 2 0 0 0,0 5 0 0 0,-3 2 0 0 0,0-2 0 0 0,-2-2 0 0 0,-1 4 0 0 0,0-1 0 0 0,0-2 0 0 0,0 3 0 0 0,0 0 0 0 0,-1 4 0 0 0,1-2 0 0 0,0 3 0 0 0,0 4 0 0 0,0-1 0 0 0,0 1 0 0 0,0-3 0 0 0,0-3 0 0 0,0 0 0 0 0,0 3 0 0 0,0 5 0 0 0,0 3 0 0 0,0 3 0 0 0,0 2 0 0 0,0 1 0 0 0,0 1 0 0 0,0 0 0 0 0,0 10 0 0 0,0 14 0 0 0,0 14 0 0 0,0 9 0 0 0,0 9 0 0 0,0 4 0 0 0,0 2 0 0 0,0 7 0 0 0,-5 2 0 0 0,-7 3 0 0 0,-2 1 0 0 0,2-2 0 0 0,3-4 0 0 0,3-3 0 0 0,2-2 0 0 0,2 3 0 0 0,-4 6 0 0 0,0 6 0 0 0,0 6 0 0 0,-4-2 0 0 0,-1-5 0 0 0,3 1 0 0 0,1-4 0 0 0,-2-3 0 0 0,0-5 0 0 0,1-2 0 0 0,2 8 0 0 0,3 7 0 0 0,1 1 0 0 0,1 1 0 0 0,-4 4 0 0 0,-2 1 0 0 0,1 3 0 0 0,-4-5 0 0 0,-1-5 0 0 0,2-2 0 0 0,3-3 0 0 0,-4-4 0 0 0,1-4 0 0 0,1 2 0 0 0,3 5 0 0 0,-4 1 0 0 0,0 2 0 0 0,2-1 0 0 0,1-3 0 0 0,3 2 0 0 0,1 3 0 0 0,1 4 0 0 0,1-1 0 0 0,-5-5 0 0 0,-2-4 0 0 0,1-4 0 0 0,1 1 0 0 0,1 0 0 0 0,-3-1 0 0 0,-1-3 0 0 0,1-1 0 0 0,1-2 0 0 0,3 0 0 0 0,1-2 0 0 0,-5 6 0 0 0,0 2 0 0 0,1 4 0 0 0,1 1 0 0 0,1-2 0 0 0,2-3 0 0 0,1-2 0 0 0,1-2 0 0 0,0-2 0 0 0,0-1 0 0 0,0 0 0 0 0,1-1 0 0 0,-1 0 0 0 0,0 1 0 0 0,0-11 0 0 0,0-14 0 0 0,0-13 0 0 0,0-11 0 0 0,0-7 0 0 0,0-5 0 0 0,0-3 0 0 0,0 0 0 0 0,0 0 0 0 0,0-6 0 0 0,0 0 0 0 0,0 0 0 0 0,0 2 0 0 0,0 3 0 0 0,0 0 0 0 0,0-3 0 0 0,0-1 0 0 0,5-5 0 0 0,2 0 0 0 0,0-3 0 0 0,-2 1 0 0 0,-1 3 0 0 0,-2 3 0 0 0,0 3 0 0 0,3 3 0 0 0,2 1 0 0 0,0 1 0 0 0,-2-4 0 0 0,-2-3 0 0 0,0 2 0 0 0,-2-5 0 0 0,-1-1 0 0 0,0-2 0 0 0,0-1 0 0 0,0 4 0 0 0,-1-3 0 0 0,1 1 0 0 0,0 3 0 0 0,0 3 0 0 0,0 2 0 0 0,0-3 0 0 0,0 0 0 0 0,0 0 0 0 0,0 3 0 0 0,0-5 0 0 0,0 1 0 0 0,0 0 0 0 0,0 3 0 0 0,0-4 0 0 0,0 0 0 0 0,0 2 0 0 0,0 2 0 0 0,0 1 0 0 0,0-3 0 0 0,0-6 0 0 0,0-1 0 0 0,0-2 0 0 0,0 0 0 0 0,0-1 0 0 0,0 1 0 0 0,0 4 0 0 0,0 4 0 0 0,0 4 0 0 0,0 2 0 0 0,0 1 0 0 0,0 2 0 0 0,0-1 0 0 0,0 1 0 0 0,0 0 0 0 0,0 0 0 0 0,0-1 0 0 0,0 1 0 0 0,0-1 0 0 0,0 0 0 0 0,0 1 0 0 0,-6 4 0 0 0,0 13 0 0 0,-1 13 0 0 0,2 12 0 0 0,1 9 0 0 0,1 7 0 0 0,2 3 0 0 0,-5 2 0 0 0,-1 1 0 0 0,1-1 0 0 0,1 0 0 0 0,-4 4 0 0 0,0 7 0 0 0,1 1 0 0 0,3-2 0 0 0,1 2 0 0 0,-4-6 0 0 0,0 0 0 0 0,2-1 0 0 0,0 4 0 0 0,-2 4 0 0 0,-1 1 0 0 0,1-3 0 0 0,3 1 0 0 0,1-1 0 0 0,2 2 0 0 0,1 4 0 0 0,1-2 0 0 0,0-3 0 0 0,0-4 0 0 0,1 1 0 0 0,-1 4 0 0 0,-5-1 0 0 0,-2 9 0 0 0,1 4 0 0 0,0 4 0 0 0,-3 6 0 0 0,0-2 0 0 0,1-3 0 0 0,2-6 0 0 0,2-3 0 0 0,2 1 0 0 0,1-5 0 0 0,-4 0 0 0 0,-2-3 0 0 0,1 1 0 0 0,1 8 0 0 0,1-1 0 0 0,2-4 0 0 0,-4 0 0 0 0,-1-4 0 0 0,0 1 0 0 0,2-2 0 0 0,1 1 0 0 0,2 3 0 0 0,-4-2 0 0 0,-1 2 0 0 0,0-3 0 0 0,2 2 0 0 0,2 2 0 0 0,0 4 0 0 0,2-3 0 0 0,1-5 0 0 0,0 0 0 0 0,0 3 0 0 0,1 3 0 0 0,-1 3 0 0 0,0-3 0 0 0,0-5 0 0 0,0 0 0 0 0,1-3 0 0 0,-1-4 0 0 0,0-4 0 0 0,0-3 0 0 0,0-1 0 0 0,0-2 0 0 0,-1-1 0 0 0,1 0 0 0 0,6-5 0 0 0,1-18 0 0 0,5-19 0 0 0,0-15 0 0 0,-2-11 0 0 0,-2-6 0 0 0,-3 0 0 0 0,3-3 0 0 0,1-5 0 0 0,3 3 0 0 0,0 3 0 0 0,-2 4 0 0 0,-3 5 0 0 0,3-2 0 0 0,-1 0 0 0 0,-1 1 0 0 0,-3 3 0 0 0,-1 1 0 0 0,-2 2 0 0 0,-2-5 0 0 0,1-6 0 0 0,-2-1 0 0 0,1-4 0 0 0,-1-4 0 0 0,1-3 0 0 0,5-4 0 0 0,2 4 0 0 0,-1 6 0 0 0,0 5 0 0 0,-2 1 0 0 0,-2-4 0 0 0,-1-4 0 0 0,0 2 0 0 0,-1-2 0 0 0,0-2 0 0 0,-1 2 0 0 0,1 5 0 0 0,0 5 0 0 0,0 4 0 0 0,-1-2 0 0 0,1 0 0 0 0,0-3 0 0 0,0-1 0 0 0,0-2 0 0 0,0 0 0 0 0,0 3 0 0 0,0 4 0 0 0,0 2 0 0 0,0-3 0 0 0,0-5 0 0 0,0-5 0 0 0,0-1 0 0 0,0 4 0 0 0,0 5 0 0 0,0 3 0 0 0,0 3 0 0 0,0-2 0 0 0,0-7 0 0 0,0 1 0 0 0,0-5 0 0 0,0-3 0 0 0,0 1 0 0 0,0 4 0 0 0,0 5 0 0 0,0 3 0 0 0,0 4 0 0 0,0 2 0 0 0,0 1 0 0 0,0 1 0 0 0,0 0 0 0 0,0 0 0 0 0,-5 5 0 0 0,-2 2 0 0 0,1-1 0 0 0,0-1 0 0 0,-3-2 0 0 0,0 9 0 0 0,1 13 0 0 0,2 12 0 0 0,2 10 0 0 0,-3 8 0 0 0,-1 5 0 0 0,1 2 0 0 0,-3 1 0 0 0,-1 6 0 0 0,3 1 0 0 0,-4-1 0 0 0,1-2 0 0 0,2-1 0 0 0,3-3 0 0 0,2-1 0 0 0,2 5 0 0 0,1 0 0 0 0,1 1 0 0 0,-5-3 0 0 0,-1 0 0 0 0,0-3 0 0 0,1 0 0 0 0,1 0 0 0 0,2 9 0 0 0,-5 9 0 0 0,0 0 0 0 0,0-2 0 0 0,2 1 0 0 0,2-3 0 0 0,-5 2 0 0 0,0 8 0 0 0,1 5 0 0 0,-3 2 0 0 0,-1 2 0 0 0,3 0 0 0 0,1-1 0 0 0,3-1 0 0 0,2-5 0 0 0,1-8 0 0 0,1-2 0 0 0,0-3 0 0 0,-5 0 0 0 0,-1 4 0 0 0,0-2 0 0 0,1 2 0 0 0,-4-2 0 0 0,-1-4 0 0 0,3 1 0 0 0,1-1 0 0 0,2 2 0 0 0,2-2 0 0 0,-5 4 0 0 0,0 3 0 0 0,1 4 0 0 0,1-2 0 0 0,1-5 0 0 0,2 1 0 0 0,1-4 0 0 0,-4-3 0 0 0,-2-3 0 0 0,1-4 0 0 0,1-2 0 0 0,1 5 0 0 0,2 0 0 0 0,1 0 0 0 0,0-2 0 0 0,1-1 0 0 0,1-1 0 0 0,-1-1 0 0 0,0-1 0 0 0,0 0 0 0 0,1-1 0 0 0,-1 1 0 0 0,0 0 0 0 0,0-1 0 0 0,0 1 0 0 0,0 0 0 0 0,0-11 0 0 0,0-14 0 0 0,0-13 0 0 0,5-10 0 0 0,2-8 0 0 0,0-5 0 0 0,-2-8 0 0 0,-1-3 0 0 0,3 7 0 0 0,2 2 0 0 0,-2 2 0 0 0,3 2 0 0 0,1-7 0 0 0,-2-6 0 0 0,2-2 0 0 0,0-5 0 0 0,-2 2 0 0 0,-3-3 0 0 0,-2 3 0 0 0,-2 2 0 0 0,-1 0 0 0 0,4-4 0 0 0,2-4 0 0 0,-1 1 0 0 0,-1 5 0 0 0,-1 4 0 0 0,3 5 0 0 0,1-3 0 0 0,-1 1 0 0 0,-2-3 0 0 0,-1-1 0 0 0,3-2 0 0 0,1 0 0 0 0,-1 3 0 0 0,-2-2 0 0 0,-1-4 0 0 0,-2 2 0 0 0,-1-3 0 0 0,4 2 0 0 0,2 3 0 0 0,-1-5 0 0 0,-1-1 0 0 0,-1-2 0 0 0,-2 3 0 0 0,-1-1 0 0 0,0-2 0 0 0,-1-4 0 0 0,-1 4 0 0 0,1-1 0 0 0,0-1 0 0 0,0 3 0 0 0,-1 0 0 0 0,1 3 0 0 0,0-1 0 0 0,0-2 0 0 0,0 2 0 0 0,0-1 0 0 0,0 3 0 0 0,0 4 0 0 0,0-2 0 0 0,0 3 0 0 0,0-3 0 0 0,0-4 0 0 0,0-4 0 0 0,0 2 0 0 0,0 4 0 0 0,0 5 0 0 0,0-1 0 0 0,0 1 0 0 0,0-2 0 0 0,0 1 0 0 0,0 3 0 0 0,0 2 0 0 0,0 3 0 0 0,0 2 0 0 0,-5 1 0 0 0,-2 2 0 0 0,0-1 0 0 0,2 1 0 0 0,1 0 0 0 0,2-1 0 0 0,1 1 0 0 0,-5 4 0 0 0,-1 3 0 0 0,0-1 0 0 0,2-2 0 0 0,2-1 0 0 0,1-1 0 0 0,-5 3 0 0 0,-5 12 0 0 0,-2 14 0 0 0,3 11 0 0 0,2 9 0 0 0,-2 11 0 0 0,0 6 0 0 0,3 2 0 0 0,-3-2 0 0 0,0-1 0 0 0,3-1 0 0 0,-3-3 0 0 0,0-1 0 0 0,2-1 0 0 0,3 0 0 0 0,2 0 0 0 0,2-1 0 0 0,1 6 0 0 0,1 7 0 0 0,-5 6 0 0 0,-1 6 0 0 0,0 4 0 0 0,1-3 0 0 0,1-1 0 0 0,-3-4 0 0 0,-1-5 0 0 0,1-6 0 0 0,1-4 0 0 0,-3 2 0 0 0,0 5 0 0 0,2 1 0 0 0,1-2 0 0 0,2 2 0 0 0,2-1 0 0 0,1-2 0 0 0,1-4 0 0 0,0 3 0 0 0,1 5 0 0 0,-6 6 0 0 0,-2-2 0 0 0,1-2 0 0 0,1 0 0 0 0,1-3 0 0 0,2-2 0 0 0,-5 0 0 0 0,0 5 0 0 0,0 0 0 0 0,2-4 0 0 0,1 2 0 0 0,-3-7 0 0 0,-1-5 0 0 0,1 3 0 0 0,2 0 0 0 0,1 0 0 0 0,2-2 0 0 0,1 0 0 0 0,1-2 0 0 0,0-1 0 0 0,0 0 0 0 0,1 0 0 0 0,-1 0 0 0 0,0-1 0 0 0,0 1 0 0 0,1-1 0 0 0,-1 1 0 0 0,0 0 0 0 0,0 0 0 0 0,0 0 0 0 0,0-1 0 0 0,0 1 0 0 0,0 0 0 0 0,0 0 0 0 0,0 0 0 0 0,0 0 0 0 0,0-1 0 0 0,0-9 0 0 0,0-15 0 0 0,0-13 0 0 0,0-16 0 0 0,0-9 0 0 0,0-4 0 0 0,0-8 0 0 0,0 0 0 0 0,0 2 0 0 0,0-3 0 0 0,0 1 0 0 0,0 3 0 0 0,0-2 0 0 0,0 1 0 0 0,0 2 0 0 0,0 3 0 0 0,0 3 0 0 0,0-4 0 0 0,0-1 0 0 0,0 2 0 0 0,0 1 0 0 0,0 2 0 0 0,0 1 0 0 0,0-3 0 0 0,0-2 0 0 0,0-5 0 0 0,0 0 0 0 0,0 2 0 0 0,0 3 0 0 0,0 2 0 0 0,0 3 0 0 0,5 1 0 0 0,2 1 0 0 0,-1 0 0 0 0,0-4 0 0 0,-2-8 0 0 0,-2-6 0 0 0,-1-1 0 0 0,0-1 0 0 0,-1 1 0 0 0,0 6 0 0 0,-1 3 0 0 0,1 5 0 0 0,0-3 0 0 0,0 1 0 0 0,-1-5 0 0 0,1 1 0 0 0,0 1 0 0 0,0 4 0 0 0,0 1 0 0 0,0 3 0 0 0,0 1 0 0 0,0-4 0 0 0,0-7 0 0 0,0-1 0 0 0,0 2 0 0 0,0 2 0 0 0,0 4 0 0 0,0 1 0 0 0,0 3 0 0 0,0 1 0 0 0,0 0 0 0 0,0 1 0 0 0,0 0 0 0 0,0-1 0 0 0,0 1 0 0 0,0 10 0 0 0,0 19 0 0 0,0 15 0 0 0,0 10 0 0 0,0 6 0 0 0,0 4 0 0 0,-5 1 0 0 0,-2 0 0 0 0,1-1 0 0 0,0-1 0 0 0,2 4 0 0 0,2 2 0 0 0,1 4 0 0 0,0 5 0 0 0,1 0 0 0 0,0-3 0 0 0,-4-3 0 0 0,-3-5 0 0 0,0-3 0 0 0,2 4 0 0 0,2 0 0 0 0,-5-1 0 0 0,0 3 0 0 0,1 7 0 0 0,1-1 0 0 0,3 3 0 0 0,-5 3 0 0 0,0-2 0 0 0,1 2 0 0 0,2-4 0 0 0,-3-4 0 0 0,-1 1 0 0 0,1-2 0 0 0,2 1 0 0 0,3 5 0 0 0,1-1 0 0 0,1 2 0 0 0,0-3 0 0 0,2-4 0 0 0,-1 2 0 0 0,0-2 0 0 0,-4 2 0 0 0,-3 4 0 0 0,0-1 0 0 0,2-4 0 0 0,1-3 0 0 0,2 1 0 0 0,1 4 0 0 0,0 0 0 0 0,1 2 0 0 0,-5 3 0 0 0,-2 4 0 0 0,1-2 0 0 0,1-5 0 0 0,1-1 0 0 0,2-2 0 0 0,-4 1 0 0 0,-2-1 0 0 0,1 1 0 0 0,2-1 0 0 0,2-4 0 0 0,1 2 0 0 0,1 0 0 0 0,-5 1 0 0 0,-1 0 0 0 0,1-3 0 0 0,1-3 0 0 0,1-2 0 0 0,2-3 0 0 0,1-2 0 0 0,1 0 0 0 0,0-1 0 0 0,0 1 0 0 0,0-1 0 0 0,0 0 0 0 0,1 1 0 0 0,-1-1 0 0 0,0-9 0 0 0,0-15 0 0 0,0-13 0 0 0,0-11 0 0 0,0-7 0 0 0,0-5 0 0 0,0-2 0 0 0,5-2 0 0 0,2-4 0 0 0,0-2 0 0 0,-2 0 0 0 0,-1 3 0 0 0,-2-3 0 0 0,0-1 0 0 0,-2-3 0 0 0,0 1 0 0 0,5-4 0 0 0,2-3 0 0 0,-1 1 0 0 0,-1 3 0 0 0,-1 0 0 0 0,-2-3 0 0 0,-1 1 0 0 0,0 4 0 0 0,-1 4 0 0 0,0 4 0 0 0,5-3 0 0 0,1-5 0 0 0,1 0 0 0 0,-2 2 0 0 0,-1 2 0 0 0,-2 4 0 0 0,-1-3 0 0 0,0 0 0 0 0,-1-4 0 0 0,5-5 0 0 0,1-5 0 0 0,1 1 0 0 0,-2 5 0 0 0,-1-1 0 0 0,-2 3 0 0 0,-1-1 0 0 0,0 1 0 0 0,-1 4 0 0 0,-1-2 0 0 0,1 1 0 0 0,0-3 0 0 0,0 1 0 0 0,-1 3 0 0 0,1-2 0 0 0,0-4 0 0 0,0 0 0 0 0,0-2 0 0 0,0-3 0 0 0,0-3 0 0 0,0 2 0 0 0,0 5 0 0 0,0 0 0 0 0,0 4 0 0 0,0 3 0 0 0,0-2 0 0 0,0 2 0 0 0,0 2 0 0 0,0-3 0 0 0,0 1 0 0 0,0 2 0 0 0,0 2 0 0 0,0-2 0 0 0,0-1 0 0 0,0 2 0 0 0,0 1 0 0 0,0 3 0 0 0,0 1 0 0 0,0 2 0 0 0,0 0 0 0 0,0 0 0 0 0,0 1 0 0 0,0-1 0 0 0,0 1 0 0 0,0-1 0 0 0,0 1 0 0 0,0-1 0 0 0,0 11 0 0 0,0 13 0 0 0,0 14 0 0 0,0 11 0 0 0,0 7 0 0 0,-5 0 0 0 0,-2 0 0 0 0,0 2 0 0 0,2 1 0 0 0,1 1 0 0 0,2 1 0 0 0,1 1 0 0 0,0 0 0 0 0,1 0 0 0 0,0 0 0 0 0,1 0 0 0 0,-1 0 0 0 0,0 5 0 0 0,0 7 0 0 0,0 2 0 0 0,-5-2 0 0 0,-2 2 0 0 0,1 4 0 0 0,0-1 0 0 0,-3 2 0 0 0,0-2 0 0 0,1-5 0 0 0,2 2 0 0 0,2 3 0 0 0,2-2 0 0 0,1 3 0 0 0,-4-2 0 0 0,-2-4 0 0 0,1 1 0 0 0,1-1 0 0 0,1 2 0 0 0,2 4 0 0 0,1-1 0 0 0,1-4 0 0 0,0-3 0 0 0,0-5 0 0 0,0-2 0 0 0,0-2 0 0 0,1-1 0 0 0,-1-1 0 0 0,0 0 0 0 0,0 1 0 0 0,0 4 0 0 0,0 2 0 0 0,0 1 0 0 0,0-2 0 0 0,0-2 0 0 0,0 5 0 0 0,0 0 0 0 0,0-1 0 0 0,0-2 0 0 0,0-2 0 0 0,0-1 0 0 0,0-1 0 0 0,0-1 0 0 0,0 0 0 0 0,0-1 0 0 0,0 1 0 0 0,0-1 0 0 0,0 1 0 0 0,0 0 0 0 0,0-1 0 0 0,0 1 0 0 0,0 0 0 0 0,0-11 0 0 0,0-13 0 0 0,0-14 0 0 0,0-11 0 0 0,0-7 0 0 0,5-5 0 0 0,2-2 0 0 0,0-2 0 0 0,-2 1 0 0 0,-1 0 0 0 0,-2 0 0 0 0,0 1 0 0 0,-2 1 0 0 0,0 0 0 0 0,0 0 0 0 0,0 0 0 0 0,-1 0 0 0 0,1 1 0 0 0,0-1 0 0 0,0 0 0 0 0,0 0 0 0 0,5 1 0 0 0,2-1 0 0 0,0 0 0 0 0,-2 0 0 0 0,-1-5 0 0 0,-2-7 0 0 0,-1-1 0 0 0,0 1 0 0 0,-1-3 0 0 0,0-3 0 0 0,-1-4 0 0 0,1-4 0 0 0,0-2 0 0 0,0-2 0 0 0,0 4 0 0 0,0 7 0 0 0,0 6 0 0 0,0 1 0 0 0,0 2 0 0 0,0 2 0 0 0,-6-1 0 0 0,-1-6 0 0 0,1 0 0 0 0,0-2 0 0 0,3 2 0 0 0,-5-3 0 0 0,0-2 0 0 0,1 1 0 0 0,1 0 0 0 0,3-3 0 0 0,-5-3 0 0 0,0 3 0 0 0,1 0 0 0 0,-3-1 0 0 0,0-3 0 0 0,1 4 0 0 0,3 1 0 0 0,2 3 0 0 0,1-1 0 0 0,2 4 0 0 0,1 4 0 0 0,-5-1 0 0 0,-1 1 0 0 0,0 3 0 0 0,1-3 0 0 0,-4 6 0 0 0,0-1 0 0 0,1 0 0 0 0,2 1 0 0 0,2 2 0 0 0,-3 1 0 0 0,-1-4 0 0 0,1-2 0 0 0,2 2 0 0 0,1 1 0 0 0,2 2 0 0 0,2 1 0 0 0,-1 1 0 0 0,1 1 0 0 0,1 0 0 0 0,-1 0 0 0 0,0 1 0 0 0,1-1 0 0 0,-1 1 0 0 0,-5 4 0 0 0,-2 13 0 0 0,0 13 0 0 0,2 13 0 0 0,-4 8 0 0 0,-1 7 0 0 0,2 3 0 0 0,2 2 0 0 0,3 0 0 0 0,1 0 0 0 0,1 5 0 0 0,0 2 0 0 0,2-2 0 0 0,-1-1 0 0 0,-5-3 0 0 0,-2 0 0 0 0,1 3 0 0 0,1 1 0 0 0,1 5 0 0 0,2-1 0 0 0,1-1 0 0 0,0-2 0 0 0,1-4 0 0 0,0-1 0 0 0,1-2 0 0 0,-1-1 0 0 0,0-1 0 0 0,0 6 0 0 0,0 1 0 0 0,0 0 0 0 0,0-1 0 0 0,0 4 0 0 0,0 5 0 0 0,0 1 0 0 0,0 2 0 0 0,0-1 0 0 0,0-3 0 0 0,0-5 0 0 0,0 2 0 0 0,0 0 0 0 0,0-3 0 0 0,0 4 0 0 0,0-1 0 0 0,0-2 0 0 0,0-3 0 0 0,0 4 0 0 0,0 0 0 0 0,0-2 0 0 0,0-1 0 0 0,0-3 0 0 0,0-1 0 0 0,0-2 0 0 0,0 0 0 0 0,0 0 0 0 0,0-1 0 0 0,0 1 0 0 0,0-1 0 0 0,0 1 0 0 0,0-1 0 0 0,0 1 0 0 0,0 0 0 0 0,0 0 0 0 0,0 0 0 0 0,6-6 0 0 0,6-6 0 0 0,7-12 0 0 0,5-8 0 0 0,-1-8 0 0 0,-5-8 0 0 0,0-6 0 0 0,2-5 0 0 0,-2-3 0 0 0,1 4 0 0 0,-3 2 0 0 0,-4-1 0 0 0,1 4 0 0 0,-1 1 0 0 0,1-1 0 0 0,0-3 0 0 0,-3-1 0 0 0,3-3 0 0 0,-2-1 0 0 0,3 0 0 0 0,-1-1 0 0 0,3 5 0 0 0,-2 2 0 0 0,-3-1 0 0 0,-3-1 0 0 0,1-1 0 0 0,1-1 0 0 0,2-2 0 0 0,1 0 0 0 0,-3-1 0 0 0,-3 0 0 0 0,2 0 0 0 0,6-6 0 0 0,-1-1 0 0 0,4 6 0 0 0,-3 3 0 0 0,-2 1 0 0 0,-5 0 0 0 0,-3-1 0 0 0,3 0 0 0 0,0 0 0 0 0,4-1 0 0 0,-1-1 0 0 0,4 1 0 0 0,-1-1 0 0 0,-2 0 0 0 0,-5-5 0 0 0,4 3 0 0 0,-2 2 0 0 0,-1 2 0 0 0,2-1 0 0 0,0 1 0 0 0,-1-1 0 0 0,-3 0 0 0 0,-2 0 0 0 0,-2-1 0 0 0,4 1 0 0 0,1-1 0 0 0,4 0 0 0 0,1 0 0 0 0,-2 0 0 0 0,3 5 0 0 0,-7 8 0 0 0,-3 11 0 0 0,-9 7 0 0 0,-2 9 0 0 0,-5 9 0 0 0,-1 5 0 0 0,-3 0 0 0 0,1 0 0 0 0,4 3 0 0 0,-2-4 0 0 0,2-1 0 0 0,-3-3 0 0 0,-3 1 0 0 0,0 1 0 0 0,-1-2 0 0 0,3 1 0 0 0,-2-2 0 0 0,-3 0 0 0 0,3 3 0 0 0,-2-1 0 0 0,-2-5 0 0 0,2 1 0 0 0,0-3 0 0 0,3 3 0 0 0,-1-2 0 0 0,-2 3 0 0 0,-4-2 0 0 0,3 2 0 0 0,0-2 0 0 0,3 3 0 0 0,-1-3 0 0 0,-1-3 0 0 0,1 2 0 0 0,5 4 0 0 0,-1-1 0 0 0,8-4 0 0 0,10-3 0 0 0,9-3 0 0 0,9-3 0 0 0,5-2 0 0 0,5-1 0 0 0,0-1 0 0 0,2 1 0 0 0,0-1 0 0 0,0 0 0 0 0,-1 1 0 0 0,-1 0 0 0 0,-5-6 0 0 0,4-1 0 0 0,1 1 0 0 0,1 0 0 0 0,0 3 0 0 0,0 0 0 0 0,0 2 0 0 0,0 1 0 0 0,-1 0 0 0 0,0 0 0 0 0,0 0 0 0 0,5 0 0 0 0,2 1 0 0 0,-1-1 0 0 0,-1 0 0 0 0,-1 0 0 0 0,-2 0 0 0 0,-1 0 0 0 0,-6-5 0 0 0,-2-2 0 0 0,0 0 0 0 0,1 2 0 0 0,2 1 0 0 0,1 2 0 0 0,-4-5 0 0 0,-6-6 0 0 0,-11 0 0 0 0,-12 1 0 0 0,-11 3 0 0 0,-8 3 0 0 0,-4 3 0 0 0,-4 1 0 0 0,4-3 0 0 0,2-2 0 0 0,0 1 0 0 0,-1 1 0 0 0,-1 2 0 0 0,-1-5 0 0 0,-1 1 0 0 0,-1 0 0 0 0,0 1 0 0 0,0 3 0 0 0,-5 1 0 0 0,-7 1 0 0 0,4-5 0 0 0,3-1 0 0 0,2 1 0 0 0,2 1 0 0 0,2 1 0 0 0,0 2 0 0 0,0-4 0 0 0,-1-2 0 0 0,-4 2 0 0 0,-3-4 0 0 0,1-1 0 0 0,-4 2 0 0 0,-1 3 0 0 0,3 2 0 0 0,1 1 0 0 0,3 2 0 0 0,2 1 0 0 0,1 1 0 0 0,1-1 0 0 0,0 0 0 0 0,-4-4 0 0 0,-3-3 0 0 0,-4 0 0 0 0,-1 2 0 0 0,2 1 0 0 0,3 2 0 0 0,2 1 0 0 0,2 0 0 0 0,7-4 0 0 0,3-2 0 0 0,0 1 0 0 0,10 1 0 0 0,11 1 0 0 0,13 2 0 0 0,9 1 0 0 0,7 0 0 0 0,4 1 0 0 0,3 1 0 0 0,0-1 0 0 0,0 0 0 0 0,-5 6 0 0 0,-3 1 0 0 0,0 0 0 0 0,1-2 0 0 0,1-1 0 0 0,2-2 0 0 0,0-1 0 0 0,2 0 0 0 0,-1-1 0 0 0,1 0 0 0 0,0-1 0 0 0,0 1 0 0 0,0 0 0 0 0,0 0 0 0 0,0 0 0 0 0,0 0 0 0 0,-10-1 0 0 0,-15 1 0 0 0,-13 0 0 0 0,-10 1 0 0 0,-9-1 0 0 0,-4 0 0 0 0,-2 0 0 0 0,-2 0 0 0 0,1 0 0 0 0,0 0 0 0 0,0 0 0 0 0,1 0 0 0 0,1 0 0 0 0,0 0 0 0 0,0 0 0 0 0,0 0 0 0 0,1 0 0 0 0,-1 0 0 0 0,0 0 0 0 0,0 0 0 0 0,1 0 0 0 0,-1 0 0 0 0,0 0 0 0 0,0 0 0 0 0,6 5 0 0 0,1 2 0 0 0,0-1 0 0 0,-2 0 0 0 0,-1-2 0 0 0,4 3 0 0 0,0 1 0 0 0,0 0 0 0 0,-3 2 0 0 0,-1 1 0 0 0,9-3 0 0 0,12-1 0 0 0,13-3 0 0 0,11-2 0 0 0,7-1 0 0 0,4-1 0 0 0,3 0 0 0 0,2-1 0 0 0,-1 1 0 0 0,0 0 0 0 0,-1-1 0 0 0,0 1 0 0 0,0 0 0 0 0,-1 0 0 0 0,0 0 0 0 0,0 0 0 0 0,-1 0 0 0 0,1 0 0 0 0,0 0 0 0 0,-1 0 0 0 0,1 0 0 0 0,0 0 0 0 0,0 0 0 0 0,0 0 0 0 0,-1 0 0 0 0,1 0 0 0 0,0 0 0 0 0,-11 0 0 0 0,-13 0 0 0 0,-14 0 0 0 0,-11 0 0 0 0,-7 0 0 0 0,-5 0 0 0 0,-2 0 0 0 0,-2-5 0 0 0,1-2 0 0 0,0 0 0 0 0,-5 2 0 0 0,4-4 0 0 0,3-1 0 0 0,1 3 0 0 0,1 1 0 0 0,0 2 0 0 0,-1 2 0 0 0,0 1 0 0 0,0-5 0 0 0,-1 0 0 0 0,-4-1 0 0 0,2-3 0 0 0,2 0 0 0 0,-3 1 0 0 0,-3 2 0 0 0,1 3 0 0 0,-4 2 0 0 0,-6 1 0 0 0,-1-5 0 0 0,4 0 0 0 0,-8-1 0 0 0,-6-3 0 0 0,3 0 0 0 0,4 1 0 0 0,1-2 0 0 0,3-1 0 0 0,-6 3 0 0 0,0 3 0 0 0,4-3 0 0 0,5 0 0 0 0,-1 1 0 0 0,2 3 0 0 0,-2 1 0 0 0,0 2 0 0 0,4 2 0 0 0,2 0 0 0 0,3 0 0 0 0,-3 0 0 0 0,-1 1 0 0 0,2-1 0 0 0,1 0 0 0 0,2 0 0 0 0,2 0 0 0 0,0-5 0 0 0,1-2 0 0 0,0 1 0 0 0,1 0 0 0 0,-1 2 0 0 0,1 2 0 0 0,-1 1 0 0 0,1 0 0 0 0,-1 1 0 0 0,0 0 0 0 0,0 1 0 0 0,0-6 0 0 0,0-2 0 0 0,1 1 0 0 0,-1 0 0 0 0,0 3 0 0 0,0 0 0 0 0,0 2 0 0 0,0-5 0 0 0,11-1 0 0 0,14 1 0 0 0,13 1 0 0 0,10 1 0 0 0,3-3 0 0 0,3-1 0 0 0,3 1 0 0 0,2 1 0 0 0,2 3 0 0 0,1 1 0 0 0,0 1 0 0 0,0 1 0 0 0,1 0 0 0 0,-1 0 0 0 0,0 0 0 0 0,5 1 0 0 0,2-1 0 0 0,5 0 0 0 0,5 0 0 0 0,1 0 0 0 0,1 0 0 0 0,-2 0 0 0 0,-4 0 0 0 0,-4 0 0 0 0,-4 0 0 0 0,-2 0 0 0 0,3 0 0 0 0,5 5 0 0 0,2 2 0 0 0,-2 0 0 0 0,-3-2 0 0 0,-2-1 0 0 0,-3-1 0 0 0,-2-2 0 0 0,-1 5 0 0 0,0 0 0 0 0,5 1 0 0 0,1-2 0 0 0,0-2 0 0 0,-1 0 0 0 0,-2-2 0 0 0,-1 4 0 0 0,-1 2 0 0 0,-1 0 0 0 0,0-2 0 0 0,0-2 0 0 0,5 5 0 0 0,1 0 0 0 0,0-1 0 0 0,-1-2 0 0 0,-1-1 0 0 0,-2-2 0 0 0,-1-1 0 0 0,-1-1 0 0 0,0 0 0 0 0,0 0 0 0 0,-1-1 0 0 0,-4 6 0 0 0,-3 2 0 0 0,1-1 0 0 0,-9 0 0 0 0,-12-3 0 0 0,-12 0 0 0 0,-10-2 0 0 0,-7 0 0 0 0,-4-1 0 0 0,-2-1 0 0 0,-1 1 0 0 0,-1 0 0 0 0,1 0 0 0 0,1-1 0 0 0,-5 1 0 0 0,-1 0 0 0 0,-5 0 0 0 0,0 0 0 0 0,1 0 0 0 0,4 0 0 0 0,2 0 0 0 0,-3 0 0 0 0,-5 0 0 0 0,-1 0 0 0 0,-2 0 0 0 0,0 0 0 0 0,4 0 0 0 0,-1-5 0 0 0,1-2 0 0 0,2 0 0 0 0,4 2 0 0 0,3 1 0 0 0,-4 2 0 0 0,-6 1 0 0 0,-5 0 0 0 0,0 1 0 0 0,2 0 0 0 0,6 1 0 0 0,3-1 0 0 0,-2 0 0 0 0,0 0 0 0 0,-2 0 0 0 0,-6 0 0 0 0,-5 0 0 0 0,-4 0 0 0 0,-2 0 0 0 0,3 0 0 0 0,1 0 0 0 0,-1 0 0 0 0,4 0 0 0 0,5 0 0 0 0,1-5 0 0 0,3-2 0 0 0,-3 1 0 0 0,3 0 0 0 0,2 2 0 0 0,3 2 0 0 0,-2 1 0 0 0,-5 0 0 0 0,0 1 0 0 0,3 0 0 0 0,2 1 0 0 0,4-1 0 0 0,2 0 0 0 0,2 0 0 0 0,1 1 0 0 0,0-1 0 0 0,1 0 0 0 0,0-6 0 0 0,0-1 0 0 0,-1 1 0 0 0,1 0 0 0 0,-1 3 0 0 0,0 0 0 0 0,0 2 0 0 0,0 0 0 0 0,1 1 0 0 0,4-5 0 0 0,13-1 0 0 0,13-1 0 0 0,12 2 0 0 0,10 2 0 0 0,5-5 0 0 0,4 0 0 0 0,2 1 0 0 0,1 1 0 0 0,4 3 0 0 0,2 1 0 0 0,-1 1 0 0 0,3 1 0 0 0,0 0 0 0 0,-2 0 0 0 0,-2 0 0 0 0,-3 1 0 0 0,-2-1 0 0 0,-1 0 0 0 0,4 0 0 0 0,1 0 0 0 0,5 0 0 0 0,1 0 0 0 0,3 0 0 0 0,-1 0 0 0 0,-2 0 0 0 0,-4 0 0 0 0,-3 0 0 0 0,2 0 0 0 0,6 0 0 0 0,6 0 0 0 0,-1 0 0 0 0,-3 0 0 0 0,1 0 0 0 0,-2 0 0 0 0,1 0 0 0 0,-1 0 0 0 0,-3 0 0 0 0,1 0 0 0 0,4 0 0 0 0,0 0 0 0 0,1 0 0 0 0,4 0 0 0 0,-2 0 0 0 0,1 0 0 0 0,-2 0 0 0 0,-1 0 0 0 0,-1 0 0 0 0,0 5 0 0 0,-1 2 0 0 0,-5 0 0 0 0,-2-2 0 0 0,-4-1 0 0 0,-3-1 0 0 0,0-2 0 0 0,-2-1 0 0 0,0 0 0 0 0,1 0 0 0 0,-1 0 0 0 0,0-1 0 0 0,1 1 0 0 0,-1 0 0 0 0,1 5 0 0 0,0 2 0 0 0,0 0 0 0 0,-1-2 0 0 0,1-1 0 0 0,-5 4 0 0 0,-13 0 0 0 0,-13-1 0 0 0,-12-2 0 0 0,-10-1 0 0 0,-5-2 0 0 0,-4-1 0 0 0,-2-1 0 0 0,-1 0 0 0 0,1 0 0 0 0,0-1 0 0 0,1 1 0 0 0,0 0 0 0 0,-4 0 0 0 0,-2 0 0 0 0,0 0 0 0 0,2 0 0 0 0,2 0 0 0 0,1 0 0 0 0,-5 0 0 0 0,0 0 0 0 0,1 0 0 0 0,1 0 0 0 0,-4 0 0 0 0,-5-6 0 0 0,0-1 0 0 0,-4 1 0 0 0,2 0 0 0 0,-1 3 0 0 0,-4-5 0 0 0,2 0 0 0 0,5 1 0 0 0,-1 1 0 0 0,2 3 0 0 0,-7 1 0 0 0,0 1 0 0 0,-2 0 0 0 0,3 1 0 0 0,-6 1 0 0 0,1-1 0 0 0,5-5 0 0 0,1-2 0 0 0,-8 1 0 0 0,1 1 0 0 0,0 1 0 0 0,4 2 0 0 0,0-5 0 0 0,-1 0 0 0 0,2 0 0 0 0,1 2 0 0 0,-3 1 0 0 0,3 2 0 0 0,-1 1 0 0 0,-1 1 0 0 0,-4 0 0 0 0,4 0 0 0 0,-1-5 0 0 0,4-1 0 0 0,5-1 0 0 0,4 2 0 0 0,5 1 0 0 0,-3 2 0 0 0,0 1 0 0 0,-4 0 0 0 0,-1 1 0 0 0,3 0 0 0 0,2 1 0 0 0,3-1 0 0 0,2 0 0 0 0,1 0 0 0 0,1 0 0 0 0,0 1 0 0 0,6-7 0 0 0,2-1 0 0 0,-1 1 0 0 0,9 0 0 0 0,13 2 0 0 0,11 2 0 0 0,10 1 0 0 0,7 0 0 0 0,4 1 0 0 0,7 1 0 0 0,4-1 0 0 0,-2 0 0 0 0,0 0 0 0 0,-3 1 0 0 0,-2-1 0 0 0,-2 0 0 0 0,0 0 0 0 0,4 0 0 0 0,2 0 0 0 0,-1 0 0 0 0,4 0 0 0 0,0 0 0 0 0,-1 0 0 0 0,2 0 0 0 0,0 0 0 0 0,-2 0 0 0 0,-3 0 0 0 0,-2 0 0 0 0,-2 0 0 0 0,4 0 0 0 0,1 0 0 0 0,-1 0 0 0 0,-1 0 0 0 0,-2 0 0 0 0,-2 0 0 0 0,0 0 0 0 0,-1 0 0 0 0,5 0 0 0 0,2 0 0 0 0,-1 0 0 0 0,-1 0 0 0 0,4 0 0 0 0,5 0 0 0 0,1 0 0 0 0,-3 0 0 0 0,2 0 0 0 0,-1 0 0 0 0,-3 0 0 0 0,-4 0 0 0 0,-2 0 0 0 0,-2 0 0 0 0,-1 0 0 0 0,3 0 0 0 0,3 0 0 0 0,-1 0 0 0 0,-2 0 0 0 0,-1 0 0 0 0,-1 0 0 0 0,-1 0 0 0 0,-1 0 0 0 0,0 0 0 0 0,-11 0 0 0 0,-14 0 0 0 0,-13 0 0 0 0,-11 0 0 0 0,-7 0 0 0 0,-5 0 0 0 0,-2 0 0 0 0,-2 0 0 0 0,0 0 0 0 0,1 0 0 0 0,1 5 0 0 0,0 2 0 0 0,1 0 0 0 0,0-2 0 0 0,0-1 0 0 0,-5-2 0 0 0,-2-1 0 0 0,1 0 0 0 0,1 4 0 0 0,1 2 0 0 0,2-1 0 0 0,1-1 0 0 0,1-1 0 0 0,0-2 0 0 0,0-1 0 0 0,1 0 0 0 0,-1-1 0 0 0,0-1 0 0 0,1 1 0 0 0,-1 5 0 0 0,0 2 0 0 0,0-1 0 0 0,1 0 0 0 0,-1-3 0 0 0,0 0 0 0 0,0 3 0 0 0,0 2 0 0 0,0-2 0 0 0,1-1 0 0 0,-1-1 0 0 0,0-2 0 0 0,0-1 0 0 0,0-1 0 0 0,1 0 0 0 0,-1 5 0 0 0,0 2 0 0 0,0-1 0 0 0,11-1 0 0 0,13-1 0 0 0,14-2 0 0 0,11 0 0 0 0,7-2 0 0 0,5 0 0 0 0,2 0 0 0 0,2 0 0 0 0,-1-1 0 0 0,1 1 0 0 0,-2 0 0 0 0,0 0 0 0 0,-1 0 0 0 0,0 0 0 0 0,0 0 0 0 0,5 0 0 0 0,2 5 0 0 0,-1 2 0 0 0,-1 0 0 0 0,-1-2 0 0 0,-2-1 0 0 0,-1-2 0 0 0,5-1 0 0 0,1 0 0 0 0,-1-1 0 0 0,-1 0 0 0 0,-2-1 0 0 0,-1 1 0 0 0,-1 0 0 0 0,-1 0 0 0 0,0 0 0 0 0,-1 0 0 0 0,1 0 0 0 0,-6 5 0 0 0,-1 2 0 0 0,0-1 0 0 0,1 0 0 0 0,2-2 0 0 0,2-2 0 0 0,0-1 0 0 0,2 0 0 0 0,-11-1 0 0 0,-13 0 0 0 0,-14-1 0 0 0,-10 1 0 0 0,-8 0 0 0 0,-5 0 0 0 0,-2-1 0 0 0,-2 1 0 0 0,1 0 0 0 0,0 0 0 0 0,0 0 0 0 0,-4 0 0 0 0,-1 0 0 0 0,0 0 0 0 0,2 0 0 0 0,1 0 0 0 0,-3 0 0 0 0,-1 0 0 0 0,-4 0 0 0 0,0 0 0 0 0,2 0 0 0 0,2 0 0 0 0,4 0 0 0 0,1 0 0 0 0,-3 0 0 0 0,-1 0 0 0 0,1 0 0 0 0,1 0 0 0 0,2 0 0 0 0,-4 0 0 0 0,-1 0 0 0 0,2 0 0 0 0,-5 0 0 0 0,1 0 0 0 0,2 0 0 0 0,-4 0 0 0 0,1 0 0 0 0,3 0 0 0 0,-4 0 0 0 0,1 0 0 0 0,3 0 0 0 0,2 0 0 0 0,2 0 0 0 0,2 0 0 0 0,2 0 0 0 0,5-5 0 0 0,-3-2 0 0 0,-1 1 0 0 0,-2 0 0 0 0,0 2 0 0 0,0 2 0 0 0,0 1 0 0 0,1 0 0 0 0,10 1 0 0 0,14 0 0 0 0,14 1 0 0 0,11-1 0 0 0,7 0 0 0 0,5-5 0 0 0,3-2 0 0 0,0 1 0 0 0,1 0 0 0 0,-1 3 0 0 0,-1 0 0 0 0,5 2 0 0 0,2 0 0 0 0,-1 1 0 0 0,-2 1 0 0 0,4-1 0 0 0,5 0 0 0 0,1 0 0 0 0,-3 1 0 0 0,-3-1 0 0 0,-4 0 0 0 0,-1 0 0 0 0,-3 0 0 0 0,-1 0 0 0 0,-1 0 0 0 0,1 0 0 0 0,-1 0 0 0 0,0 0 0 0 0,0 0 0 0 0,1 0 0 0 0,0 0 0 0 0,-1 0 0 0 0,1 0 0 0 0,0 0 0 0 0,0 0 0 0 0,0 0 0 0 0,0 0 0 0 0,0 0 0 0 0,-1 0 0 0 0,1 0 0 0 0,0 0 0 0 0,0 0 0 0 0,0 0 0 0 0,-1 0 0 0 0,1 0 0 0 0,-5 5 0 0 0,-2 2 0 0 0,0 0 0 0 0,1-2 0 0 0,2-1 0 0 0,-3 3 0 0 0,-2 2 0 0 0,-9-2 0 0 0,-12-2 0 0 0,-11-1 0 0 0,-10-2 0 0 0,-6-1 0 0 0,-4-1 0 0 0,-2 0 0 0 0,-2 0 0 0 0,1-1 0 0 0,0 1 0 0 0,1 0 0 0 0,0 0 0 0 0,1-1 0 0 0,0 1 0 0 0,0 6 0 0 0,0 1 0 0 0,1-1 0 0 0,-1 0 0 0 0,-5-3 0 0 0,-2 0 0 0 0,1-2 0 0 0,1 0 0 0 0,1-1 0 0 0,-3-1 0 0 0,-1 1 0 0 0,1 0 0 0 0,1 0 0 0 0,3-1 0 0 0,1 1 0 0 0,7 5 0 0 0,1 2 0 0 0,1 0 0 0 0,-1-2 0 0 0,-1-1 0 0 0,-3-1 0 0 0,0-2 0 0 0,-1-1 0 0 0,-1 0 0 0 0,0 0 0 0 0,0 0 0 0 0,0 0 0 0 0,0 5 0 0 0,0 1 0 0 0,0 1 0 0 0,0-2 0 0 0,11-1 0 0 0,13-2 0 0 0,14 0 0 0 0,11-2 0 0 0,7 0 0 0 0,5 0 0 0 0,3 0 0 0 0,0-1 0 0 0,1 1 0 0 0,-1 0 0 0 0,-1 0 0 0 0,5 0 0 0 0,2 0 0 0 0,-2 0 0 0 0,0 0 0 0 0,-3 0 0 0 0,-1 0 0 0 0,4 0 0 0 0,7 0 0 0 0,0 0 0 0 0,4 0 0 0 0,-1 0 0 0 0,1 0 0 0 0,-1 0 0 0 0,-4 0 0 0 0,-4 0 0 0 0,-4 0 0 0 0,4 0 0 0 0,4 0 0 0 0,2 0 0 0 0,-3 0 0 0 0,-3 0 0 0 0,3 0 0 0 0,-2 0 0 0 0,-1 0 0 0 0,3 0 0 0 0,-1 0 0 0 0,4 0 0 0 0,4 0 0 0 0,-1 0 0 0 0,-3 0 0 0 0,-4 0 0 0 0,1 0 0 0 0,-1 0 0 0 0,8 0 0 0 0,2 0 0 0 0,-4 0 0 0 0,1 5 0 0 0,4 2 0 0 0,2 0 0 0 0,-2-2 0 0 0,-5-1 0 0 0,-5 4 0 0 0,1 0 0 0 0,-2-1 0 0 0,-3-2 0 0 0,-2-1 0 0 0,-2-2 0 0 0,-2-1 0 0 0,-1-1 0 0 0,0 0 0 0 0,-1 0 0 0 0,0-1 0 0 0,1 1 0 0 0,-6 5 0 0 0,-7 7 0 0 0,-11 2 0 0 0,-13-2 0 0 0,-10-3 0 0 0,-7-3 0 0 0,-6-2 0 0 0,-3-3 0 0 0,-1 0 0 0 0,0-1 0 0 0,0-1 0 0 0,0 1 0 0 0,1-1 0 0 0,1 1 0 0 0,-6-1 0 0 0,0 1 0 0 0,-1 0 0 0 0,2 0 0 0 0,2 0 0 0 0,0 0 0 0 0,2 0 0 0 0,-4 0 0 0 0,-7 0 0 0 0,-1 0 0 0 0,1 0 0 0 0,3 0 0 0 0,4 0 0 0 0,-4 0 0 0 0,1 0 0 0 0,-5 0 0 0 0,2 0 0 0 0,1 0 0 0 0,-2 0 0 0 0,0 0 0 0 0,3 5 0 0 0,3 2 0 0 0,-3 0 0 0 0,-5-2 0 0 0,-5-1 0 0 0,0 4 0 0 0,-2 0 0 0 0,-2-1 0 0 0,3-1 0 0 0,4-3 0 0 0,6-1 0 0 0,4-1 0 0 0,3 5 0 0 0,2 1 0 0 0,2-1 0 0 0,0-1 0 0 0,0-2 0 0 0,0-1 0 0 0,-5 0 0 0 0,-3-2 0 0 0,1 0 0 0 0,-4 0 0 0 0,-1 5 0 0 0,2 1 0 0 0,3 1 0 0 0,2 3 0 0 0,2 1 0 0 0,1-2 0 0 0,1 3 0 0 0,11-1 0 0 0,14-2 0 0 0,13-3 0 0 0,11-2 0 0 0,7-1 0 0 0,6-3 0 0 0,6 0 0 0 0,4 0 0 0 0,-1 0 0 0 0,-1-1 0 0 0,-3 1 0 0 0,-2-1 0 0 0,-1 1 0 0 0,4 0 0 0 0,0 0 0 0 0,1 0 0 0 0,-3 0 0 0 0,0 0 0 0 0,-3 0 0 0 0,5 0 0 0 0,2 0 0 0 0,-2 0 0 0 0,-1 0 0 0 0,-2 0 0 0 0,4 0 0 0 0,1 0 0 0 0,-1 0 0 0 0,-2 0 0 0 0,4 0 0 0 0,0 0 0 0 0,-2 0 0 0 0,-1 0 0 0 0,-3 0 0 0 0,-1 0 0 0 0,4 0 0 0 0,1 0 0 0 0,-1 0 0 0 0,4 0 0 0 0,0 0 0 0 0,-1 0 0 0 0,-3 0 0 0 0,-2 0 0 0 0,-2 0 0 0 0,-1 0 0 0 0,-1 0 0 0 0,0 0 0 0 0,4 0 0 0 0,3 0 0 0 0,-1 0 0 0 0,-1 0 0 0 0,-2 0 0 0 0,4 0 0 0 0,1 0 0 0 0,-1 0 0 0 0,-1 0 0 0 0,-3 0 0 0 0,-1 0 0 0 0,-1 0 0 0 0,-1 0 0 0 0,-1 0 0 0 0,1 0 0 0 0,-11 0 0 0 0,-14 0 0 0 0,-13 0 0 0 0,-11 0 0 0 0,-7 0 0 0 0,-5 0 0 0 0,-3 0 0 0 0,0 0 0 0 0,-1 0 0 0 0,1 0 0 0 0,1 0 0 0 0,-5 0 0 0 0,-2 0 0 0 0,2 0 0 0 0,0 0 0 0 0,3 0 0 0 0,1 0 0 0 0,-4 0 0 0 0,-2 0 0 0 0,-3 0 0 0 0,-1 0 0 0 0,2 0 0 0 0,-3 0 0 0 0,-4 0 0 0 0,1 0 0 0 0,3 0 0 0 0,-1 0 0 0 0,1 0 0 0 0,-2 0 0 0 0,-3 0 0 0 0,-10 0 0 0 0,-5 0 0 0 0,3 0 0 0 0,2 0 0 0 0,0 0 0 0 0,5 0 0 0 0,1 0 0 0 0,-6 0 0 0 0,-4 0 0 0 0,-1 0 0 0 0,0 0 0 0 0,-1 0 0 0 0,7 0 0 0 0,2 0 0 0 0,-10 0 0 0 0,-10 0 0 0 0,3 0 0 0 0,3 0 0 0 0,9 0 0 0 0,3 0 0 0 0,-3 0 0 0 0,-2 0 0 0 0,-1 0 0 0 0,0 0 0 0 0,6 0 0 0 0,7 0 0 0 0,2 0 0 0 0,4 0 0 0 0,-1 0 0 0 0,3 0 0 0 0,-3 0 0 0 0,2 0 0 0 0,3 0 0 0 0,3 0 0 0 0,3 0 0 0 0,2 0 0 0 0,2 0 0 0 0,0 0 0 0 0,1 0 0 0 0,-1 0 0 0 0,1 0 0 0 0,0 5 0 0 0,5 8 0 0 0,11 0 0 0 0,10 4 0 0 0,9 0 0 0 0,10-5 0 0 0,7-3 0 0 0,5-3 0 0 0,4-3 0 0 0,1-2 0 0 0,1-1 0 0 0,0-1 0 0 0,-1 1 0 0 0,0-1 0 0 0,-1 6 0 0 0,6 1 0 0 0,1 1 0 0 0,-1-2 0 0 0,5-1 0 0 0,-1-2 0 0 0,-1 4 0 0 0,3 2 0 0 0,-1-1 0 0 0,8-2 0 0 0,6-2 0 0 0,-1-1 0 0 0,-4-1 0 0 0,-1 0 0 0 0,1-1 0 0 0,3 5 0 0 0,3 1 0 0 0,2 1 0 0 0,-4-2 0 0 0,5-2 0 0 0,-3 0 0 0 0,-1-2 0 0 0,1-1 0 0 0,2 0 0 0 0,0 0 0 0 0,1 0 0 0 0,1 0 0 0 0,-5-1 0 0 0,-1 1 0 0 0,0 0 0 0 0,2 0 0 0 0,-4 0 0 0 0,-1 0 0 0 0,-3 0 0 0 0,-6 0 0 0 0,2 0 0 0 0,-3 0 0 0 0,2 0 0 0 0,0 0 0 0 0,-4 0 0 0 0,3 0 0 0 0,4 0 0 0 0,0 0 0 0 0,-4 0 0 0 0,-3 0 0 0 0,-3 0 0 0 0,-3 0 0 0 0,-2 0 0 0 0,-1 0 0 0 0,4 0 0 0 0,2 0 0 0 0,0 0 0 0 0,-1 0 0 0 0,-2 0 0 0 0,-1 0 0 0 0,-1 0 0 0 0,-1 0 0 0 0,-11 0 0 0 0,-13 0 0 0 0,-14 0 0 0 0,-11 0 0 0 0,-8 0 0 0 0,-4 0 0 0 0,-2 0 0 0 0,-2 0 0 0 0,0 0 0 0 0,1 0 0 0 0,1 0 0 0 0,0 0 0 0 0,1 0 0 0 0,0 0 0 0 0,0 0 0 0 0,0 0 0 0 0,0 0 0 0 0,1 0 0 0 0,-1 0 0 0 0,0 0 0 0 0,0 0 0 0 0,0 0 0 0 0,1 0 0 0 0,-1 5 0 0 0,0 2 0 0 0,0 0 0 0 0,0-2 0 0 0,1-1 0 0 0,4 4 0 0 0,2 0 0 0 0,-5-1 0 0 0,-4-2 0 0 0,0-1 0 0 0,-7-2 0 0 0,0 4 0 0 0,1 2 0 0 0,1-2 0 0 0,8 4 0 0 0,4 1 0 0 0,0-3 0 0 0,0-1 0 0 0,-1 2 0 0 0,-1 1 0 0 0,-1-3 0 0 0,-1-1 0 0 0,0-3 0 0 0,4 4 0 0 0,2 1 0 0 0,0-1 0 0 0,3 3 0 0 0,1 1 0 0 0,-2-3 0 0 0,-2-1 0 0 0,2 2 0 0 0,1 5 0 0 0,8 1 0 0 0,12-3 0 0 0,12 2 0 0 0,8-1 0 0 0,7-3 0 0 0,5-4 0 0 0,1-2 0 0 0,1-2 0 0 0,0-1 0 0 0,0-1 0 0 0,-1-1 0 0 0,0 1 0 0 0,-1-1 0 0 0,0 1 0 0 0,0 0 0 0 0,0-1 0 0 0,-1 1 0 0 0,1 0 0 0 0,0 0 0 0 0,0 0 0 0 0,5 0 0 0 0,7 0 0 0 0,6 0 0 0 0,6 0 0 0 0,4 0 0 0 0,-3 0 0 0 0,0 6 0 0 0,-5 1 0 0 0,-6-1 0 0 0,-5 0 0 0 0,1-3 0 0 0,5 0 0 0 0,-2-2 0 0 0,-2 0 0 0 0,-3-1 0 0 0,-3-1 0 0 0,-2 1 0 0 0,3 0 0 0 0,1-1 0 0 0,-1 1 0 0 0,-2 0 0 0 0,5 0 0 0 0,-6 5 0 0 0,-2 2 0 0 0,3 0 0 0 0,1-2 0 0 0,-1-1 0 0 0,0-1 0 0 0,-1-2 0 0 0,-2-1 0 0 0,0 0 0 0 0,-1 0 0 0 0,-10 0 0 0 0,-15 0 0 0 0,-13-1 0 0 0,-11 1 0 0 0,-8 0 0 0 0,-4 0 0 0 0,-2 0 0 0 0,-2 0 0 0 0,1 0 0 0 0,0 0 0 0 0,0 0 0 0 0,1 0 0 0 0,1 0 0 0 0,0 0 0 0 0,-5 0 0 0 0,-7 0 0 0 0,-7 0 0 0 0,0 0 0 0 0,4 0 0 0 0,4 0 0 0 0,3 0 0 0 0,-1-5 0 0 0,-5-2 0 0 0,1 0 0 0 0,1 2 0 0 0,4 1 0 0 0,3 2 0 0 0,-3 0 0 0 0,0 2 0 0 0,-4 0 0 0 0,0 0 0 0 0,-3 0 0 0 0,1 1 0 0 0,3-1 0 0 0,4 0 0 0 0,-3 0 0 0 0,1 0 0 0 0,-4 0 0 0 0,1 0 0 0 0,-3 0 0 0 0,-4 0 0 0 0,6-5 0 0 0,1-2 0 0 0,1 0 0 0 0,-1 2 0 0 0,-5 1 0 0 0,1 2 0 0 0,-2 1 0 0 0,-4 0 0 0 0,-2 1 0 0 0,2-5 0 0 0,0-2 0 0 0,3 1 0 0 0,1 1 0 0 0,2 1 0 0 0,5 2 0 0 0,4 1 0 0 0,-3 0 0 0 0,2 1 0 0 0,1 0 0 0 0,2 1 0 0 0,3-1 0 0 0,0 0 0 0 0,-4 0 0 0 0,0 1 0 0 0,0-1 0 0 0,1 0 0 0 0,2 0 0 0 0,1 0 0 0 0,1 0 0 0 0,11 0 0 0 0,15 0 0 0 0,13 0 0 0 0,11 0 0 0 0,7 0 0 0 0,5 0 0 0 0,8 0 0 0 0,3 0 0 0 0,-1 0 0 0 0,4 0 0 0 0,-1 0 0 0 0,3 0 0 0 0,4 0 0 0 0,5 0 0 0 0,-3 0 0 0 0,-5 0 0 0 0,1 0 0 0 0,-3 0 0 0 0,-4 0 0 0 0,2 0 0 0 0,-2 0 0 0 0,3 0 0 0 0,0 0 0 0 0,2 0 0 0 0,-1 0 0 0 0,2 0 0 0 0,-2 0 0 0 0,-3 0 0 0 0,2 0 0 0 0,4 0 0 0 0,-2 0 0 0 0,3 0 0 0 0,3 0 0 0 0,4 0 0 0 0,-4 0 0 0 0,-4 0 0 0 0,-6 0 0 0 0,-4 0 0 0 0,2 0 0 0 0,-2 0 0 0 0,0 0 0 0 0,-3 0 0 0 0,-2 0 0 0 0,0 0 0 0 0,-2 0 0 0 0,0 0 0 0 0,-1 0 0 0 0,6 0 0 0 0,7 0 0 0 0,1 0 0 0 0,-1 0 0 0 0,-4 0 0 0 0,-2 0 0 0 0,-2 0 0 0 0,-8-6 0 0 0,-2-1 0 0 0,-1 1 0 0 0,1 0 0 0 0,1 3 0 0 0,2 0 0 0 0,-9 2 0 0 0,-14 0 0 0 0,-12 1 0 0 0,-10 1 0 0 0,-8-1 0 0 0,-5-5 0 0 0,-2-2 0 0 0,-1 1 0 0 0,-1 0 0 0 0,1 3 0 0 0,-5 0 0 0 0,0 2 0 0 0,-6 1 0 0 0,1-6 0 0 0,2 0 0 0 0,-3-1 0 0 0,-4 2 0 0 0,-5 2 0 0 0,-3 0 0 0 0,-3 2 0 0 0,3 1 0 0 0,1 0 0 0 0,0-5 0 0 0,-3-2 0 0 0,5 1 0 0 0,5 1 0 0 0,1 1 0 0 0,3 2 0 0 0,-2 0 0 0 0,3 2 0 0 0,-3 0 0 0 0,1 0 0 0 0,4 0 0 0 0,3 1 0 0 0,-3-1 0 0 0,1 0 0 0 0,-3 0 0 0 0,-5 0 0 0 0,0 0 0 0 0,-2 0 0 0 0,3 0 0 0 0,-2 0 0 0 0,2 0 0 0 0,5 0 0 0 0,3 0 0 0 0,4 0 0 0 0,2 0 0 0 0,1 0 0 0 0,-3 0 0 0 0,-3 0 0 0 0,2 0 0 0 0,0 5 0 0 0,-3 2 0 0 0,-1 0 0 0 0,2-2 0 0 0,1 4 0 0 0,2 1 0 0 0,2-2 0 0 0,2-2 0 0 0,-1-3 0 0 0,2 0 0 0 0,10-2 0 0 0,14-1 0 0 0,13 0 0 0 0,11-1 0 0 0,7 1 0 0 0,5-1 0 0 0,3 1 0 0 0,0 0 0 0 0,1 0 0 0 0,-1 0 0 0 0,-1 0 0 0 0,0 0 0 0 0,5 0 0 0 0,1 0 0 0 0,0 0 0 0 0,3 0 0 0 0,0 0 0 0 0,4 0 0 0 0,0 0 0 0 0,2 0 0 0 0,-2 0 0 0 0,-3 0 0 0 0,2 0 0 0 0,-1 0 0 0 0,2 0 0 0 0,-1 0 0 0 0,2 0 0 0 0,5 0 0 0 0,-3 0 0 0 0,3-5 0 0 0,2-2 0 0 0,8 0 0 0 0,-1 2 0 0 0,-1 1 0 0 0,-4 1 0 0 0,-2 2 0 0 0,1-5 0 0 0,2-1 0 0 0,7 1 0 0 0,-2 1 0 0 0,-1 1 0 0 0,-5 2 0 0 0,-2 1 0 0 0,-5-4 0 0 0,-4-2 0 0 0,0 0 0 0 0,-3 2 0 0 0,4 2 0 0 0,3 1 0 0 0,-1 0 0 0 0,-2 2 0 0 0,0 0 0 0 0,4 0 0 0 0,-1 1 0 0 0,-4-1 0 0 0,1 0 0 0 0,-2-5 0 0 0,-2-2 0 0 0,1 1 0 0 0,0 0 0 0 0,-3 2 0 0 0,-3 2 0 0 0,-1 1 0 0 0,-8-5 0 0 0,-2-1 0 0 0,-1 1 0 0 0,1 1 0 0 0,-4-4 0 0 0,-10 0 0 0 0,-13 1 0 0 0,-11 2 0 0 0,-9 2 0 0 0,-5 2 0 0 0,-4 1 0 0 0,-7-4 0 0 0,-2-2 0 0 0,0 1 0 0 0,2 1 0 0 0,2 1 0 0 0,2 2 0 0 0,2-4 0 0 0,0-1 0 0 0,-4 0 0 0 0,-7 2 0 0 0,-6 1 0 0 0,-6-3 0 0 0,-3-1 0 0 0,2 1 0 0 0,1 2 0 0 0,-2 1 0 0 0,5 2 0 0 0,0 1 0 0 0,-1 1 0 0 0,2 0 0 0 0,1 0 0 0 0,2 1 0 0 0,0-1 0 0 0,-3-5 0 0 0,2-2 0 0 0,-1 1 0 0 0,2 0 0 0 0,-5 2 0 0 0,-5 2 0 0 0,2 1 0 0 0,6 0 0 0 0,0 1 0 0 0,-1-5 0 0 0,-3-1 0 0 0,3-1 0 0 0,-1 2 0 0 0,-2 1 0 0 0,4 2 0 0 0,-1 1 0 0 0,3 1 0 0 0,-1 0 0 0 0,-2 0 0 0 0,2 0 0 0 0,-1 0 0 0 0,-3 1 0 0 0,3-1 0 0 0,5 0 0 0 0,4 0 0 0 0,4 0 0 0 0,3 0 0 0 0,3 0 0 0 0,0-5 0 0 0,1-2 0 0 0,-5 0 0 0 0,-2 2 0 0 0,0 1 0 0 0,1 1 0 0 0,2 2 0 0 0,1 1 0 0 0,1 0 0 0 0,6-5 0 0 0,12-2 0 0 0,15 1 0 0 0,11 0 0 0 0,10 3 0 0 0,6 1 0 0 0,3 0 0 0 0,2 2 0 0 0,1 0 0 0 0,4 0 0 0 0,7 0 0 0 0,1 1 0 0 0,3-1 0 0 0,-1 0 0 0 0,-5 0 0 0 0,2 0 0 0 0,-1 0 0 0 0,1 0 0 0 0,-1 0 0 0 0,-3 0 0 0 0,3 0 0 0 0,-2 0 0 0 0,2-5 0 0 0,6-2 0 0 0,-2 0 0 0 0,-4 2 0 0 0,-3 1 0 0 0,1 2 0 0 0,10 0 0 0 0,0 2 0 0 0,3 0 0 0 0,-3 0 0 0 0,-6 0 0 0 0,1 1 0 0 0,2-1 0 0 0,4 0 0 0 0,3 0 0 0 0,-3 0 0 0 0,0 0 0 0 0,2 0 0 0 0,2 0 0 0 0,-4 0 0 0 0,-5 0 0 0 0,-6 0 0 0 0,0 0 0 0 0,-1 0 0 0 0,3 0 0 0 0,-2 0 0 0 0,-1 0 0 0 0,-4 0 0 0 0,-2-5 0 0 0,3-2 0 0 0,1 0 0 0 0,-2 2 0 0 0,-1 1 0 0 0,-2 2 0 0 0,-6-5 0 0 0,-4 0 0 0 0,1 0 0 0 0,0 2 0 0 0,2 2 0 0 0,1 1 0 0 0,-4-5 0 0 0,-12-5 0 0 0,-12-2 0 0 0,-12-3 0 0 0,-9 1 0 0 0,-7 4 0 0 0,-3 3 0 0 0,-1 4 0 0 0,-2 2 0 0 0,1 2 0 0 0,-5 1 0 0 0,-1 1 0 0 0,1-6 0 0 0,-4-1 0 0 0,-5 0 0 0 0,0 1 0 0 0,-2 1 0 0 0,1-3 0 0 0,5-2 0 0 0,-2 2 0 0 0,2 2 0 0 0,-2 1 0 0 0,1 2 0 0 0,3 1 0 0 0,-2 1 0 0 0,1 0 0 0 0,-3 0 0 0 0,1 1 0 0 0,-3-6 0 0 0,2-2 0 0 0,4 1 0 0 0,-3 0 0 0 0,-9 3 0 0 0,-1 0 0 0 0,-1 2 0 0 0,2 0 0 0 0,7 1 0 0 0,-6 1 0 0 0,1-1 0 0 0,-2 0 0 0 0,-1-5 0 0 0,2-2 0 0 0,0 1 0 0 0,4 1 0 0 0,-1 1 0 0 0,-2 1 0 0 0,2 2 0 0 0,-2 1 0 0 0,4 0 0 0 0,-1 0 0 0 0,-3 0 0 0 0,-4 0 0 0 0,3 1 0 0 0,5-1 0 0 0,0 0 0 0 0,3 0 0 0 0,3 0 0 0 0,4 0 0 0 0,28 0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9457 1720 16383 0 0,'-11'2'0'0'0,"-12"5"0"0"0,4 5 0 0 0,13-2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9349 1741 16383 0 0,'-18'14'0'0'0,"7"-4"0"0"0,11-4 0 0 0,4-8 0 0 0,8-4 0 0 0,2-7 0 0 0,-2 4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1804 16383 0 0,'-9'6'0'0'0,"-11"4"0"0"0,-2-1 0 0 0,-3-3 0 0 0,-2 4 0 0 0,-2-1 0 0 0,-1 3 0 0 0,3-1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1920 16383 0 0,'22'0'0'0'0,"12"-6"0"0"0,-18 2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9308 1910 16383 0 0,'-3'1'0'0'0,"-21"8"0"0"0,0 0 0 0 0,-1-1 0 0 0,-1-2 0 0 0,6 2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2040 16383 0 0,'24'0'0'0'0,"8"-1"0"0"0,1 1 0 0 0,-1-1 0 0 0,-1 1 0 0 0,0-1 0 0 0,0 1 0 0 0,0 0 0 0 0,0 0 0 0 0,0 0 0 0 0,-1 0 0 0 0,-4-5 0 0 0,-2-2 0 0 0,0 0 0 0 0,1 2 0 0 0,2 1 0 0 0,2 2 0 0 0,-10 1 0 0 0,-13 0 0 0 0,-13 1 0 0 0,-11 0 0 0 0,-7 1 0 0 0,-4-1 0 0 0,-3 0 0 0 0,30 0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9335 2628 16383 0 0,'0'0'0'0'0,"33"0"0"0"0,0-1 0 0 0,0 1 0 0 0,-1-1 0 0 0,1 1 0 0 0,-1 0 0 0 0,-1 0 0 0 0,0 0 0 0 0,0 0 0 0 0,0 0 0 0 0,-1 0 0 0 0,1 0 0 0 0,0 0 0 0 0,0 0 0 0 0,-1 0 0 0 0,1 0 0 0 0,0 0 0 0 0,-11 0 0 0 0,-8 5 0 0 0,-12 2 0 0 0,-11 0 0 0 0,-9-2 0 0 0,-6-1 0 0 0,-4-1 0 0 0,3 3 0 0 0,1 2 0 0 0,0-2 0 0 0,-2-1 0 0 0,0-1 0 0 0,-2-2 0 0 0,0-1 0 0 0,0-1 0 0 0,-1 0 0 0 0,0 0 0 0 0,0 0 0 0 0,0-1 0 0 0,0 1 0 0 0,0 0 0 0 0,11 0 0 0 0,13 0 0 0 0,14 0 0 0 0,11 0 0 0 0,7 0 0 0 0,5 0 0 0 0,2 0 0 0 0,2 0 0 0 0,-1 0 0 0 0,1 0 0 0 0,-2 0 0 0 0,0 0 0 0 0,-1 0 0 0 0,0 0 0 0 0,0 0 0 0 0,0 0 0 0 0,0 0 0 0 0,-1 0 0 0 0,1 0 0 0 0,0 0 0 0 0,0 0 0 0 0,-6 5 0 0 0,-1 2 0 0 0,-5 5 0 0 0,0 0 0 0 0,-4 4 0 0 0,1-1 0 0 0,-2 2 0 0 0,1-2 0 0 0,-1 2 0 0 0,2-2 0 0 0,-2 2 0 0 0,2-3 0 0 0,-1 3 0 0 0,-4 2 0 0 0,2-1 0 0 0,3-3 0 0 0,0 0 0 0 0,2 3 0 0 0,3-2 0 0 0,4-3 0 0 0,2-4 0 0 0,2-3 0 0 0,1-3 0 0 0,-4 3 0 0 0,-1 1 0 0 0,-6 4 0 0 0,0 1 0 0 0,2-3 0 0 0,-3 4 0 0 0,1-2 0 0 0,-3 4 0 0 0,2-2 0 0 0,-4 3 0 0 0,3-1 0 0 0,-3 1 0 0 0,2-1 0 0 0,4 1 0 0 0,3 4 0 0 0,3-2 0 0 0,3-3 0 0 0,-4 0 0 0 0,-1-2 0 0 0,1-4 0 0 0,-5 3 0 0 0,-4 4 0 0 0,-1-1 0 0 0,-2 3 0 0 0,1-2 0 0 0,4-4 0 0 0,-1 2 0 0 0,-3 3 0 0 0,0-1 0 0 0,-1 2 0 0 0,2-2 0 0 0,-2 1 0 0 0,3 4 0 0 0,3-3 0 0 0,-1 2 0 0 0,1-3 0 0 0,-2 0 0 0 0,-4 4 0 0 0,1-3 0 0 0,-2 2 0 0 0,2-4 0 0 0,-1 2 0 0 0,-3 2 0 0 0,2-1 0 0 0,-1 0 0 0 0,-2 3 0 0 0,-3 3 0 0 0,-2 2 0 0 0,-2 2 0 0 0,-2 1 0 0 0,0 1 0 0 0,0 0 0 0 0,-1 0 0 0 0,1 1 0 0 0,5-1 0 0 0,1 0 0 0 0,1 0 0 0 0,3 0 0 0 0,1 0 0 0 0,-2 0 0 0 0,-2-1 0 0 0,-3 1 0 0 0,-2 0 0 0 0,-1 0 0 0 0,0 0 0 0 0,-2-1 0 0 0,1 1 0 0 0,-1 0 0 0 0,1 0 0 0 0,0 0 0 0 0,0 0 0 0 0,-6-1 0 0 0,-1 1 0 0 0,1-10 0 0 0,0-15 0 0 0,2-13 0 0 0,2-11 0 0 0,1-7 0 0 0,0-5 0 0 0,1-2 0 0 0,1-2 0 0 0,-1 1 0 0 0,0 0 0 0 0,0 0 0 0 0,1 1 0 0 0,-1 1 0 0 0,0 0 0 0 0,0 0 0 0 0,0 0 0 0 0,0 1 0 0 0,0-1 0 0 0,0 0 0 0 0,0 0 0 0 0,0 1 0 0 0,0-1 0 0 0,0 0 0 0 0,0 0 0 0 0,0 0 0 0 0,0 0 0 0 0,-6 6 0 0 0,-1 1 0 0 0,1 0 0 0 0,0-2 0 0 0,3-1 0 0 0,0-1 0 0 0,2-2 0 0 0,1 0 0 0 0,0-1 0 0 0,-6 5 0 0 0,0 2 0 0 0,-1 0 0 0 0,-3 3 0 0 0,-1 1 0 0 0,3-2 0 0 0,1-2 0 0 0,-2 3 0 0 0,-1-1 0 0 0,2-1 0 0 0,-2 3 0 0 0,-6 5 0 0 0,0 0 0 0 0,4-3 0 0 0,-3 1 0 0 0,2-1 0 0 0,-2 3 0 0 0,1-3 0 0 0,4-2 0 0 0,-3 2 0 0 0,-3-1 0 0 0,0-3 0 0 0,-2 2 0 0 0,2 0 0 0 0,-2 3 0 0 0,3-1 0 0 0,3-3 0 0 0,-1 3 0 0 0,-3-1 0 0 0,0-3 0 0 0,-2 3 0 0 0,-3 4 0 0 0,2 0 0 0 0,4-4 0 0 0,-1 3 0 0 0,3-2 0 0 0,-2 2 0 0 0,-3-1 0 0 0,0-4 0 0 0,0 3 0 0 0,-4 4 0 0 0,2-1 0 0 0,0-3 0 0 0,-2-4 0 0 0,-3-3 0 0 0,-2-3 0 0 0,3-2 0 0 0,1 5 0 0 0,4 0 0 0 0,0 6 0 0 0,3-1 0 0 0,0 5 0 0 0,1-2 0 0 0,-1 3 0 0 0,2-2 0 0 0,-2 2 0 0 0,2-1 0 0 0,-2-5 0 0 0,2-3 0 0 0,-2 2 0 0 0,-4 5 0 0 0,2-1 0 0 0,4-2 0 0 0,-2 2 0 0 0,4-1 0 0 0,-3 2 0 0 0,1-2 0 0 0,4-2 0 0 0,-2 2 0 0 0,0-1 0 0 0,-2 2 0 0 0,1-1 0 0 0,-2 3 0 0 0,1-2 0 0 0,3-2 0 0 0,3-5 0 0 0,3-2 0 0 0,3-2 0 0 0,-4 3 0 0 0,-1 1 0 0 0,1-1 0 0 0,-4 4 0 0 0,0 1 0 0 0,2-3 0 0 0,1-1 0 0 0,3-3 0 0 0,2-2 0 0 0,1 0 0 0 0,1-2 0 0 0,0 0 0 0 0,0 0 0 0 0,1-1 0 0 0,4 6 0 0 0,3 2 0 0 0,-2 0 0 0 0,0-2 0 0 0,-2-1 0 0 0,3-1 0 0 0,2-2 0 0 0,-2 0 0 0 0,3 4 0 0 0,1 2 0 0 0,-2 0 0 0 0,-3-2 0 0 0,3 4 0 0 0,0 1 0 0 0,-1-2 0 0 0,-3-3 0 0 0,-1-1 0 0 0,-2-1 0 0 0,-1-2 0 0 0,-1-1 0 0 0,0 0 0 0 0,-1 0 0 0 0,1 0 0 0 0,-1 0 0 0 0,1 11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9477 2016 16383 0 0,'-20'5'0'0'0,"-7"1"0"0"0,-1-2 0 0 0,9-2 0 0 0,14-1 0 0 0,12 0 0 0 0,11-1 0 0 0,7-1 0 0 0,5 1 0 0 0,2 0 0 0 0,1 0 0 0 0,1-1 0 0 0,-1 1 0 0 0,-1 0 0 0 0,0 0 0 0 0,-1 0 0 0 0,0 0 0 0 0,0 0 0 0 0,0 0 0 0 0,0 0 0 0 0,-1 0 0 0 0,-4 6 0 0 0,-13 6 0 0 0,-13 1 0 0 0,-12-1 0 0 0,-10 3 0 0 0,-5-2 0 0 0,-5-3 0 0 0,-1-3 0 0 0,0-2 0 0 0,0-3 0 0 0,0-1 0 0 0,1 4 0 0 0,0 1 0 0 0,1 0 0 0 0,5 4 0 0 0,2 1 0 0 0,0-3 0 0 0,-1-1 0 0 0,-2 2 0 0 0,-2 0 0 0 0,5 4 0 0 0,1 0 0 0 0,2-4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11539 2399 16383 0 0,'5'0'0'0'0,"6"0"0"0"0,7 0 0 0 0,4 0 0 0 0,5 0 0 0 0,1 0 0 0 0,2 0 0 0 0,0 0 0 0 0,0 0 0 0 0,0 0 0 0 0,0 0 0 0 0,-1 0 0 0 0,0 0 0 0 0,0 0 0 0 0,0 0 0 0 0,-10 0 0 0 0,-13 0 0 0 0,-13 0 0 0 0,-9 0 0 0 0,-3-5 0 0 0,-2-2 0 0 0,-4 1 0 0 0,-1-4 0 0 0,-2 0 0 0 0,-1 1 0 0 0,0 3 0 0 0,0-3 0 0 0,-1 1 0 0 0,1-5 0 0 0,0 2 0 0 0,0 1 0 0 0,0 3 0 0 0,0 3 0 0 0,5-3 0 0 0,2-1 0 0 0,-1 2 0 0 0,-1 1 0 0 0,-1-3 0 0 0,-2 0 0 0 0,0 1 0 0 0,-2 2 0 0 0,5-3 0 0 0,2-1 0 0 0,-1 2 0 0 0,9 2 0 0 0,11 2 0 0 0,11 1 0 0 0,10 1 0 0 0,6 1 0 0 0,4 0 0 0 0,2 5 0 0 0,1 2 0 0 0,1 5 0 0 0,-2-1 0 0 0,1-1 0 0 0,-2-2 0 0 0,1-4 0 0 0,-1 4 0 0 0,0 0 0 0 0,-1-2 0 0 0,-4 4 0 0 0,-1-1 0 0 0,-1-1 0 0 0,2-2 0 0 0,1-2 0 0 0,2-2 0 0 0,-9-1 0 0 0,-13-1 0 0 0,-6 5 0 0 0,-9 1 0 0 0,-7-1 0 0 0,-1 5 0 0 0,-2 0 0 0 0,2 3 0 0 0,9 0 0 0 0,11-3 0 0 0,11-3 0 0 0,7-2 0 0 0,0-3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11654 2576 16383 0 0,'-5'0'0'0'0,"-2"-5"0"0"0,1-6 0 0 0,1-7 0 0 0,6 0 0 0 0,4-1 0 0 0,4 1 0 0 0,7 5 0 0 0,6 4 0 0 0,3 4 0 0 0,2 2 0 0 0,3 3 0 0 0,0 0 0 0 0,0 1 0 0 0,0 0 0 0 0,-11-1 0 0 0,-12-4 0 0 0,-13-2 0 0 0,-10-5 0 0 0,-8 0 0 0 0,-4 1 0 0 0,2-2 0 0 0,2 0 0 0 0,-2 3 0 0 0,0 3 0 0 0,-1 2 0 0 0,0 2 0 0 0,3-3 0 0 0,2-2 0 0 0,0 1 0 0 0,-2-3 0 0 0,-2-1 0 0 0,-1 2 0 0 0,0 2 0 0 0,-2 3 0 0 0,0 0 0 0 0,0 2 0 0 0,0 1 0 0 0,5-4 0 0 0,1-2 0 0 0,0 0 0 0 0,-1 1 0 0 0,-1 2 0 0 0,-2 1 0 0 0,5-4 0 0 0,5-6 0 0 0,10-1 0 0 0,8-3 0 0 0,7 1 0 0 0,3-1 0 0 0,4 1 0 0 0,5 4 0 0 0,-2-2 0 0 0,2 2 0 0 0,2-2 0 0 0,2 1 0 0 0,2 2 0 0 0,2 3 0 0 0,-4-2 0 0 0,-2 1 0 0 0,-4-4 0 0 0,0 1 0 0 0,1 1 0 0 0,-2-1 0 0 0,1 0 0 0 0,2 2 0 0 0,3 4 0 0 0,-3 6 0 0 0,-4 8 0 0 0,-6 8 0 0 0,-4 6 0 0 0,-3 4 0 0 0,-2 2 0 0 0,-6-4 0 0 0,-2-1 0 0 0,-1 0 0 0 0,3 1 0 0 0,0 1 0 0 0,3 1 0 0 0,0 1 0 0 0,6-4 0 0 0,3-12 0 0 0,4-12 0 0 0,1-11 0 0 0,-2-9 0 0 0,3 0 0 0 0,-2-3 0 0 0,3 3 0 0 0,-1 0 0 0 0,-3-1 0 0 0,2 3 0 0 0,-1-1 0 0 0,-3-2 0 0 0,3-2 0 0 0,-1-2 0 0 0,-2-2 0 0 0,2 4 0 0 0,0 0 0 0 0,-2 0 0 0 0,-2-1 0 0 0,2 3 0 0 0,1 1 0 0 0,-2-2 0 0 0,-2-1 0 0 0,3 2 0 0 0,0 1 0 0 0,-1-2 0 0 0,-2-2 0 0 0,-1-1 0 0 0,-3 8 0 0 0,0 11 0 0 0,-6 8 0 0 0,-1 8 0 0 0,-1 7 0 0 0,2 6 0 0 0,1 3 0 0 0,-3 3 0 0 0,-1 1 0 0 0,-4 1 0 0 0,0-1 0 0 0,3 0 0 0 0,2 0 0 0 0,2-1 0 0 0,3 0 0 0 0,1 0 0 0 0,1 0 0 0 0,-5 0 0 0 0,-1 0 0 0 0,0-1 0 0 0,2 1 0 0 0,1 0 0 0 0,1 0 0 0 0,1 0 0 0 0,0 0 0 0 0,1-10 0 0 0,0-13 0 0 0,1-13 0 0 0,-1-9 0 0 0,0-8 0 0 0,0-4 0 0 0,0-2 0 0 0,0-2 0 0 0,0 1 0 0 0,0 0 0 0 0,0 1 0 0 0,0 0 0 0 0,0 0 0 0 0,0 1 0 0 0,0 0 0 0 0,0 0 0 0 0,0 1 0 0 0,0-1 0 0 0,0 0 0 0 0,0 0 0 0 0,0 1 0 0 0,0-1 0 0 0,0 10 0 0 0,0 13 0 0 0,0 12 0 0 0,0 11 0 0 0,0 6 0 0 0,-5 0 0 0 0,-1 1 0 0 0,-5 1 0 0 0,-1 2 0 0 0,2 0 0 0 0,3 1 0 0 0,-3-4 0 0 0,1-1 0 0 0,2-1 0 0 0,-3-2 0 0 0,0-1 0 0 0,2 1 0 0 0,-3 3 0 0 0,1 2 0 0 0,-3 2 0 0 0,1 0 0 0 0,-3-3 0 0 0,2-1 0 0 0,2 0 0 0 0,4 1 0 0 0,2-8 0 0 0,3-12 0 0 0,1-11 0 0 0,6-5 0 0 0,2-5 0 0 0,0-5 0 0 0,4-3 0 0 0,-1-3 0 0 0,-1-1 0 0 0,2 5 0 0 0,0 0 0 0 0,-2 1 0 0 0,1 3 0 0 0,1 1 0 0 0,-3-2 0 0 0,-2-2 0 0 0,2-2 0 0 0,1-1 0 0 0,-3-2 0 0 0,4-1 0 0 0,0 0 0 0 0,3 5 0 0 0,-1 1 0 0 0,-2 0 0 0 0,-3-1 0 0 0,-2-2 0 0 0,2 0 0 0 0,0-2 0 0 0,4 4 0 0 0,0 2 0 0 0,-1 9 0 0 0,-4 12 0 0 0,-1 11 0 0 0,-3 8 0 0 0,-1 7 0 0 0,-1 3 0 0 0,0 2 0 0 0,-1 2 0 0 0,1-1 0 0 0,0-1 0 0 0,-1 1 0 0 0,1-2 0 0 0,-5 1 0 0 0,-2-1 0 0 0,1 0 0 0 0,1-1 0 0 0,2 1 0 0 0,0 0 0 0 0,2 0 0 0 0,1 0 0 0 0,0-1 0 0 0,0 1 0 0 0,0 0 0 0 0,1 0 0 0 0,-1 0 0 0 0,0 0 0 0 0,0 0 0 0 0,0-10 0 0 0,5-13 0 0 0,2-13 0 0 0,-1-9 0 0 0,-1-8 0 0 0,-2-4 0 0 0,0-2 0 0 0,3-2 0 0 0,1 1 0 0 0,-1 0 0 0 0,4-4 0 0 0,-1-2 0 0 0,0 1 0 0 0,-3 2 0 0 0,-3 2 0 0 0,0 1 0 0 0,-2 1 0 0 0,4 6 0 0 0,1 1 0 0 0,0 1 0 0 0,-2-2 0 0 0,-1 9 0 0 0,-1 12 0 0 0,-1 11 0 0 0,0 9 0 0 0,-1 6 0 0 0,0 5 0 0 0,-1 2 0 0 0,6-4 0 0 0,1-1 0 0 0,0 0 0 0 0,-1 0 0 0 0,4 1 0 0 0,-1-4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12294 1540 16383 0 0,'-5'0'0'0'0,"-7"5"0"0"0,-5 1 0 0 0,-1 5 0 0 0,-2 1 0 0 0,3 3 0 0 0,-1-2 0 0 0,-3-2 0 0 0,-2 2 0 0 0,-2-2 0 0 0,3 3 0 0 0,1-2 0 0 0,-2-2 0 0 0,-1-3 0 0 0,3 2 0 0 0,0 0 0 0 0,-1 2 0 0 0,-1 1 0 0 0,2 2 0 0 0,1-1 0 0 0,-2-2 0 0 0,-2 1 0 0 0,-1 4 0 0 0,-2-1 0 0 0,-1-3 0 0 0,-1 1 0 0 0,0-1 0 0 0,5 2 0 0 0,1-1 0 0 0,5 1 0 0 0,0 0 0 0 0,-1-4 0 0 0,-2 2 0 0 0,-4 4 0 0 0,-1-2 0 0 0,-1-2 0 0 0,3 2 0 0 0,1 2 0 0 0,5 5 0 0 0,0-2 0 0 0,-1-5 0 0 0,2 2 0 0 0,4 1 0 0 0,-1-1 0 0 0,-2-3 0 0 0,1 0 0 0 0,3 4 0 0 0,4 3 0 0 0,7-2 0 0 0,10-3 0 0 0,8-5 0 0 0,6 1 0 0 0,4-1 0 0 0,2-3 0 0 0,1-2 0 0 0,1-2 0 0 0,-1 3 0 0 0,0 1 0 0 0,0-1 0 0 0,0-1 0 0 0,-1-2 0 0 0,0-1 0 0 0,4-1 0 0 0,3-1 0 0 0,4 5 0 0 0,0 1 0 0 0,-1 0 0 0 0,-3-1 0 0 0,-3-2 0 0 0,-6 4 0 0 0,1 1 0 0 0,2-2 0 0 0,-1-1 0 0 0,1-1 0 0 0,0 2 0 0 0,0 2 0 0 0,-1-2 0 0 0,5-1 0 0 0,1-1 0 0 0,5 2 0 0 0,6 2 0 0 0,-1-2 0 0 0,-3-1 0 0 0,-3-2 0 0 0,-4-1 0 0 0,-3-1 0 0 0,-2-1 0 0 0,-1 0 0 0 0,0 0 0 0 0,-1 0 0 0 0,0-1 0 0 0,-5-4 0 0 0,-6-6 0 0 0,-11-2 0 0 0,-11 2 0 0 0,-5-3 0 0 0,-6-3 0 0 0,-5 1 0 0 0,-3 3 0 0 0,1-1 0 0 0,1 2 0 0 0,-2-2 0 0 0,-1-4 0 0 0,-1 2 0 0 0,-1 3 0 0 0,-2 4 0 0 0,1-2 0 0 0,-1 2 0 0 0,-1-3 0 0 0,1 0 0 0 0,0 3 0 0 0,0 3 0 0 0,5-3 0 0 0,2 0 0 0 0,-1 2 0 0 0,4-3 0 0 0,0 1 0 0 0,-1-4 0 0 0,-3 0 0 0 0,-2 4 0 0 0,-1 2 0 0 0,-2 2 0 0 0,-1 3 0 0 0,0 1 0 0 0,5 6 0 0 0,6 7 0 0 0,6 6 0 0 0,6 5 0 0 0,3 4 0 0 0,7 2 0 0 0,4 1 0 0 0,4-5 0 0 0,6-2 0 0 0,4 1 0 0 0,4-4 0 0 0,2-6 0 0 0,1 0 0 0 0,-4-2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14658 3466 16383 0 0,'5'0'0'0'0,"1"0"0"0"0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14679 3487 16383 0 0,'0'5'0'0'0,"0"2"0"0"0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3376 7382 16383 0 0,'0'0'0'0'0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1916 9499 16383 0 0,'0'0'0'0'0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15021 2685 16383 0 0,'-5'0'0'0'0,"-7"0"0"0"0,-7 0 0 0 0,-5 0 0 0 0,-4 0 0 0 0,-3 0 0 0 0,0 0 0 0 0,-2 0 0 0 0,6-5 0 0 0,2-2 0 0 0,0 0 0 0 0,-1 2 0 0 0,-1 1 0 0 0,-1 1 0 0 0,-2 2 0 0 0,0 1 0 0 0,-1 0 0 0 0,0 0 0 0 0,0 0 0 0 0,5-5 0 0 0,2-2 0 0 0,0 1 0 0 0,-2 1 0 0 0,-1 1 0 0 0,-1-4 0 0 0,-2 0 0 0 0,0 1 0 0 0,-1 2 0 0 0,0 1 0 0 0,0 2 0 0 0,0 1 0 0 0,0-5 0 0 0,0 0 0 0 0,0-1 0 0 0,0 2 0 0 0,0 2 0 0 0,0 1 0 0 0,0 1 0 0 0,0 0 0 0 0,1 1 0 0 0,-1 0 0 0 0,0 1 0 0 0,0-1 0 0 0,0 0 0 0 0,0 0 0 0 0,6-5 0 0 0,1-2 0 0 0,0 1 0 0 0,-2 0 0 0 0,-1 3 0 0 0,4-5 0 0 0,1 0 0 0 0,-2 0 0 0 0,-2 3 0 0 0,-1 2 0 0 0,-2-5 0 0 0,5-5 0 0 0,0-1 0 0 0,5-3 0 0 0,6-4 0 0 0,4-4 0 0 0,10 3 0 0 0,9 5 0 0 0,4 0 0 0 0,4 2 0 0 0,4 5 0 0 0,4 4 0 0 0,-2-3 0 0 0,-1 0 0 0 0,2 3 0 0 0,1 1 0 0 0,2 2 0 0 0,1 1 0 0 0,1 1 0 0 0,1 1 0 0 0,0 1 0 0 0,0-1 0 0 0,0 0 0 0 0,0 1 0 0 0,0-1 0 0 0,0 0 0 0 0,0 0 0 0 0,0 0 0 0 0,0 0 0 0 0,0 0 0 0 0,0 0 0 0 0,-1 0 0 0 0,1 0 0 0 0,5 0 0 0 0,2 0 0 0 0,0 0 0 0 0,3 0 0 0 0,1 0 0 0 0,-3 0 0 0 0,-1 0 0 0 0,-3 0 0 0 0,-2 0 0 0 0,4 0 0 0 0,1 0 0 0 0,5 0 0 0 0,-1 0 0 0 0,4 0 0 0 0,0 0 0 0 0,1 0 0 0 0,-1 0 0 0 0,-4 0 0 0 0,-3 0 0 0 0,2 0 0 0 0,-1 0 0 0 0,-2 0 0 0 0,-2 0 0 0 0,-2 0 0 0 0,-1 0 0 0 0,-2 0 0 0 0,0 0 0 0 0,0 0 0 0 0,-1 0 0 0 0,0-5 0 0 0,1-2 0 0 0,0 0 0 0 0,-1 2 0 0 0,1 1 0 0 0,0 2 0 0 0,0 0 0 0 0,-1-3 0 0 0,1-2 0 0 0,0-5 0 0 0,0 0 0 0 0,-5 2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14912 2196 16383 0 0,'0'0'0'0'0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15563 2582 16383 0 0,'-5'0'0'0'0,"-8"0"0"0"0,-5 0 0 0 0,-7 0 0 0 0,-3 0 0 0 0,-2 0 0 0 0,-2-5 0 0 0,0-2 0 0 0,0-5 0 0 0,0 0 0 0 0,0 2 0 0 0,6-3 0 0 0,2 1 0 0 0,0 2 0 0 0,-2-2 0 0 0,-1 1 0 0 0,-1-3 0 0 0,-2 1 0 0 0,0 3 0 0 0,-1 2 0 0 0,0 4 0 0 0,5-4 0 0 0,2 0 0 0 0,0-3 0 0 0,-2-1 0 0 0,-1 2 0 0 0,-1 3 0 0 0,-2 2 0 0 0,0 2 0 0 0,-1-3 0 0 0,0-1 0 0 0,0 1 0 0 0,0 1 0 0 0,5-4 0 0 0,2 0 0 0 0,0 2 0 0 0,-2 1 0 0 0,-1-3 0 0 0,-1 0 0 0 0,-2 2 0 0 0,0 1 0 0 0,-1 2 0 0 0,0 2 0 0 0,0 1 0 0 0,0 1 0 0 0,0 1 0 0 0,0-1 0 0 0,0 0 0 0 0,0 1 0 0 0,0-1 0 0 0,0 0 0 0 0,0 0 0 0 0,0-5 0 0 0,1-2 0 0 0,-1 0 0 0 0,0 2 0 0 0,0 1 0 0 0,0 2 0 0 0,0 0 0 0 0,1 2 0 0 0,-1 0 0 0 0,0 0 0 0 0,0 0 0 0 0,0 1 0 0 0,1-1 0 0 0,-1 0 0 0 0,0 0 0 0 0,11 0 0 0 0,13 0 0 0 0,14 0 0 0 0,11 0 0 0 0,7 0 0 0 0,5 0 0 0 0,2 0 0 0 0,2 6 0 0 0,-1 1 0 0 0,0-1 0 0 0,0 5 0 0 0,-1 0 0 0 0,-1-2 0 0 0,0-3 0 0 0,5 4 0 0 0,7-1 0 0 0,2-1 0 0 0,3 3 0 0 0,-2-1 0 0 0,3-1 0 0 0,3-3 0 0 0,-2-2 0 0 0,1 3 0 0 0,2 1 0 0 0,3-1 0 0 0,-3 3 0 0 0,0 0 0 0 0,1-1 0 0 0,3 2 0 0 0,1 0 0 0 0,7-2 0 0 0,3 3 0 0 0,-5-1 0 0 0,-3-3 0 0 0,-1-2 0 0 0,0-2 0 0 0,6 4 0 0 0,2-1 0 0 0,0 0 0 0 0,-6-2 0 0 0,-2-2 0 0 0,-2-1 0 0 0,6-1 0 0 0,-3-1 0 0 0,4 0 0 0 0,2 0 0 0 0,5-1 0 0 0,-4 6 0 0 0,-2 2 0 0 0,2 0 0 0 0,-4-2 0 0 0,-3-1 0 0 0,-6-2 0 0 0,-2-1 0 0 0,1 0 0 0 0,-3-1 0 0 0,0 0 0 0 0,-4-1 0 0 0,2 1 0 0 0,3 0 0 0 0,3 0 0 0 0,8 0 0 0 0,-1 0 0 0 0,-6 0 0 0 0,-2 0 0 0 0,-4 0 0 0 0,-6 0 0 0 0,-4 0 0 0 0,-4 0 0 0 0,2 0 0 0 0,1 0 0 0 0,-1 0 0 0 0,-2 0 0 0 0,-2 0 0 0 0,5 0 0 0 0,1 0 0 0 0,3 0 0 0 0,7 0 0 0 0,-1 0 0 0 0,-4 0 0 0 0,-3 0 0 0 0,-3 0 0 0 0,-4 0 0 0 0,-2 0 0 0 0,-1 0 0 0 0,0 0 0 0 0,-12 0 0 0 0,-13 0 0 0 0,-14 0 0 0 0,-10 0 0 0 0,-7 0 0 0 0,-5 0 0 0 0,-3 0 0 0 0,0 0 0 0 0,-1 0 0 0 0,1 0 0 0 0,1 0 0 0 0,0 0 0 0 0,0 0 0 0 0,1 0 0 0 0,1 0 0 0 0,-1 0 0 0 0,0 0 0 0 0,-5 0 0 0 0,-2 0 0 0 0,1 0 0 0 0,1 5 0 0 0,1 2 0 0 0,2-1 0 0 0,1 0 0 0 0,1-2 0 0 0,0-2 0 0 0,0-1 0 0 0,-5 0 0 0 0,4 4 0 0 0,-3 2 0 0 0,-7-1 0 0 0,-1-1 0 0 0,-3-1 0 0 0,0-2 0 0 0,3-1 0 0 0,-2 0 0 0 0,2-1 0 0 0,3-1 0 0 0,3 1 0 0 0,-3 0 0 0 0,-5-1 0 0 0,0 1 0 0 0,-3 0 0 0 0,2 0 0 0 0,3 0 0 0 0,-2 0 0 0 0,2 0 0 0 0,-2 0 0 0 0,1 0 0 0 0,-8 0 0 0 0,0 0 0 0 0,4 0 0 0 0,-1 0 0 0 0,-3 0 0 0 0,3 0 0 0 0,-1 0 0 0 0,3 0 0 0 0,-7 0 0 0 0,1 0 0 0 0,5 0 0 0 0,-1 0 0 0 0,3 0 0 0 0,-1 0 0 0 0,-3 0 0 0 0,1 0 0 0 0,0 0 0 0 0,1 0 0 0 0,0 0 0 0 0,-3 0 0 0 0,1-5 0 0 0,5-2 0 0 0,0 0 0 0 0,1 2 0 0 0,-2 1 0 0 0,2 2 0 0 0,3 1 0 0 0,-2 0 0 0 0,-4-4 0 0 0,-5-2 0 0 0,2 1 0 0 0,3 1 0 0 0,5 1 0 0 0,-1 2 0 0 0,-3 1 0 0 0,0 0 0 0 0,3 1 0 0 0,-1 1 0 0 0,1-6 0 0 0,2-2 0 0 0,4 0 0 0 0,3 2 0 0 0,1 2 0 0 0,7-5 0 0 0,2 0 0 0 0,0 1 0 0 0,-1 1 0 0 0,-1-3 0 0 0,-2 0 0 0 0,-1 2 0 0 0,-1 1 0 0 0,-1 2 0 0 0,5-3 0 0 0,2-1 0 0 0,-1 1 0 0 0,5-3 0 0 0,0 0 0 0 0,3-4 0 0 0,5-5 0 0 0,9 2 0 0 0,11-3 0 0 0,10 3 0 0 0,6 4 0 0 0,4 4 0 0 0,3 4 0 0 0,2 3 0 0 0,0 1 0 0 0,0 1 0 0 0,-1 1 0 0 0,0 0 0 0 0,-1 0 0 0 0,-5-6 0 0 0,-2-1 0 0 0,0-1 0 0 0,2 2 0 0 0,0 1 0 0 0,3 2 0 0 0,6 0 0 0 0,2 2 0 0 0,0 0 0 0 0,0 0 0 0 0,-2 0 0 0 0,-2 1 0 0 0,-1-1 0 0 0,0 0 0 0 0,4 0 0 0 0,2 0 0 0 0,-1 0 0 0 0,-1 0 0 0 0,-2 0 0 0 0,4 0 0 0 0,7 0 0 0 0,5 0 0 0 0,0 0 0 0 0,1 0 0 0 0,-2 0 0 0 0,-4 0 0 0 0,-5 0 0 0 0,1 0 0 0 0,0 5 0 0 0,2 2 0 0 0,0 0 0 0 0,-3-2 0 0 0,-2-1 0 0 0,-3-1 0 0 0,4 3 0 0 0,4 1 0 0 0,2 0 0 0 0,-3-2 0 0 0,-2-1 0 0 0,-4-2 0 0 0,4 4 0 0 0,-1 1 0 0 0,4 0 0 0 0,0-2 0 0 0,-3-1 0 0 0,-2-2 0 0 0,-2-1 0 0 0,-3-1 0 0 0,4 5 0 0 0,1 2 0 0 0,-1-1 0 0 0,-1-1 0 0 0,-2-1 0 0 0,-1-2 0 0 0,-1-1 0 0 0,-1 0 0 0 0,5-1 0 0 0,6 0 0 0 0,8 4 0 0 0,5 3 0 0 0,-2 0 0 0 0,-4-2 0 0 0,-6-2 0 0 0,-4 0 0 0 0,-4-2 0 0 0,-3 0 0 0 0,-1-1 0 0 0,-1-1 0 0 0,0 1 0 0 0,0 0 0 0 0,0 0 0 0 0,0-1 0 0 0,1 1 0 0 0,-11 0 0 0 0,-14 0 0 0 0,-13 0 0 0 0,-10 0 0 0 0,-9 0 0 0 0,-3 0 0 0 0,-4-5 0 0 0,0-2 0 0 0,-1 0 0 0 0,6-3 0 0 0,-2-1 0 0 0,-3 2 0 0 0,1 2 0 0 0,-6 3 0 0 0,-2-4 0 0 0,2 0 0 0 0,1 2 0 0 0,-3 1 0 0 0,0-4 0 0 0,1 0 0 0 0,2 2 0 0 0,3 1 0 0 0,-4-3 0 0 0,-6 0 0 0 0,-1 2 0 0 0,-3-4 0 0 0,-4 0 0 0 0,2 3 0 0 0,-1 1 0 0 0,2 3 0 0 0,0 2 0 0 0,-3 1 0 0 0,-2-4 0 0 0,-4-2 0 0 0,4 1 0 0 0,6 1 0 0 0,5-3 0 0 0,0-2 0 0 0,-4 3 0 0 0,-3 1 0 0 0,-5-3 0 0 0,2 0 0 0 0,6 1 0 0 0,4 3 0 0 0,0 1 0 0 0,1 2 0 0 0,4-4 0 0 0,-4-1 0 0 0,2 0 0 0 0,1 2 0 0 0,-3 2 0 0 0,1 1 0 0 0,1 1 0 0 0,3 1 0 0 0,3 0 0 0 0,-4 0 0 0 0,-6 0 0 0 0,-1 1 0 0 0,3-1 0 0 0,2 0 0 0 0,4-5 0 0 0,2-2 0 0 0,-4 0 0 0 0,-5 2 0 0 0,-1 1 0 0 0,1-4 0 0 0,-1 0 0 0 0,-5 1 0 0 0,1 2 0 0 0,4 1 0 0 0,4 2 0 0 0,3 1 0 0 0,-2 1 0 0 0,0 0 0 0 0,1 0 0 0 0,3-5 0 0 0,1-1 0 0 0,1-1 0 0 0,2 2 0 0 0,0 1 0 0 0,6-3 0 0 0,1-1 0 0 0,0 0 0 0 0,-1 3 0 0 0,4-4 0 0 0,-1 0 0 0 0,-1 1 0 0 0,-2 3 0 0 0,9 1 0 0 0,12 2 0 0 0,11 1 0 0 0,11 1 0 0 0,7 0 0 0 0,5 1 0 0 0,7-1 0 0 0,3 0 0 0 0,0 1 0 0 0,-2-1 0 0 0,4 5 0 0 0,-1 2 0 0 0,4 0 0 0 0,-1 3 0 0 0,2 1 0 0 0,5 3 0 0 0,8 0 0 0 0,6-3 0 0 0,-4-3 0 0 0,4 2 0 0 0,-4-1 0 0 0,-2 4 0 0 0,-1 0 0 0 0,1-3 0 0 0,1 2 0 0 0,5 5 0 0 0,8-1 0 0 0,-3 2 0 0 0,1-2 0 0 0,1-4 0 0 0,-8 2 0 0 0,1 3 0 0 0,5-1 0 0 0,2-3 0 0 0,-2-4 0 0 0,4 2 0 0 0,-6-1 0 0 0,1-3 0 0 0,0 4 0 0 0,-2-1 0 0 0,4 4 0 0 0,0-2 0 0 0,-2-1 0 0 0,4 1 0 0 0,-6 0 0 0 0,-4 2 0 0 0,4 0 0 0 0,0-4 0 0 0,0 3 0 0 0,-2-2 0 0 0,5-2 0 0 0,-5 2 0 0 0,-3 0 0 0 0,4-2 0 0 0,-4-3 0 0 0,-3-3 0 0 0,0-1 0 0 0,0-1 0 0 0,1-1 0 0 0,-5 0 0 0 0,-1 4 0 0 0,0 3 0 0 0,-3-1 0 0 0,5-1 0 0 0,4-1 0 0 0,2-2 0 0 0,-5-1 0 0 0,-1 5 0 0 0,1 1 0 0 0,-5 0 0 0 0,-6-2 0 0 0,0-2 0 0 0,-2-1 0 0 0,1 0 0 0 0,4-2 0 0 0,-2 0 0 0 0,-2 0 0 0 0,-5-1 0 0 0,-4 1 0 0 0,-2 5 0 0 0,3 2 0 0 0,1-1 0 0 0,-1 0 0 0 0,-2-2 0 0 0,-1-2 0 0 0,-1-1 0 0 0,-2 0 0 0 0,0-1 0 0 0,0 0 0 0 0,0-1 0 0 0,-1 6 0 0 0,1 2 0 0 0,-1-1 0 0 0,1 0 0 0 0,-11-3 0 0 0,-13 0 0 0 0,-14-2 0 0 0,-11-1 0 0 0,-2-5 0 0 0,-3-2 0 0 0,-3 0 0 0 0,-2 2 0 0 0,-1-5 0 0 0,-2 1 0 0 0,-6 1 0 0 0,-1 2 0 0 0,0 2 0 0 0,1 2 0 0 0,2 1 0 0 0,2 1 0 0 0,1 0 0 0 0,0 0 0 0 0,-4 1 0 0 0,-7-1 0 0 0,-1-5 0 0 0,-3-2 0 0 0,0 1 0 0 0,3 0 0 0 0,-6 3 0 0 0,0 0 0 0 0,-2 2 0 0 0,-3 0 0 0 0,3 1 0 0 0,0 1 0 0 0,3-1 0 0 0,0 0 0 0 0,-8 0 0 0 0,1-5 0 0 0,-6-1 0 0 0,-3-1 0 0 0,4 2 0 0 0,-2 1 0 0 0,3 1 0 0 0,2 2 0 0 0,-5 1 0 0 0,-3 0 0 0 0,0 0 0 0 0,-4 0 0 0 0,-7 0 0 0 0,5 1 0 0 0,-1-1 0 0 0,1-5 0 0 0,3-2 0 0 0,2 0 0 0 0,2 2 0 0 0,8 1 0 0 0,-4 2 0 0 0,5 0 0 0 0,-5 2 0 0 0,-2 0 0 0 0,-6 0 0 0 0,3 0 0 0 0,3 1 0 0 0,-4-1 0 0 0,4 0 0 0 0,2 0 0 0 0,7 0 0 0 0,7 0 0 0 0,-4 0 0 0 0,1 0 0 0 0,4 0 0 0 0,-6-5 0 0 0,1-2 0 0 0,3 0 0 0 0,0 2 0 0 0,3 1 0 0 0,-2 2 0 0 0,2 0 0 0 0,4 2 0 0 0,-2 0 0 0 0,-5 0 0 0 0,2 0 0 0 0,3 1 0 0 0,-2-1 0 0 0,-4 0 0 0 0,-4-5 0 0 0,3-2 0 0 0,3 0 0 0 0,5 2 0 0 0,4 1 0 0 0,4 2 0 0 0,2 1 0 0 0,1 0 0 0 0,1 1 0 0 0,0 0 0 0 0,0 1 0 0 0,0-1 0 0 0,0 0 0 0 0,0 0 0 0 0,-1-5 0 0 0,0-2 0 0 0,0 1 0 0 0,0 0 0 0 0,6-3 0 0 0,1 0 0 0 0,0 1 0 0 0,3-3 0 0 0,7-5 0 0 0,9 0 0 0 0,12 3 0 0 0,10 4 0 0 0,6 3 0 0 0,6 2 0 0 0,3 3 0 0 0,0 1 0 0 0,7 0 0 0 0,0 1 0 0 0,6 0 0 0 0,-1-1 0 0 0,-2 1 0 0 0,2-1 0 0 0,4 0 0 0 0,5 0 0 0 0,-2 0 0 0 0,1 0 0 0 0,-3 0 0 0 0,-5 0 0 0 0,6 0 0 0 0,0 5 0 0 0,2 2 0 0 0,-3 0 0 0 0,-5 4 0 0 0,2-1 0 0 0,7-1 0 0 0,1-2 0 0 0,2-3 0 0 0,6-1 0 0 0,-6 3 0 0 0,-4 1 0 0 0,2 0 0 0 0,0 3 0 0 0,3 0 0 0 0,-4-1 0 0 0,5 2 0 0 0,-2 0 0 0 0,0-2 0 0 0,1 3 0 0 0,1-1 0 0 0,-4-3 0 0 0,0-1 0 0 0,5 2 0 0 0,5 0 0 0 0,-5 3 0 0 0,-1 1 0 0 0,0-3 0 0 0,-5-3 0 0 0,-1-2 0 0 0,1-3 0 0 0,3-1 0 0 0,-4 4 0 0 0,0 2 0 0 0,2-1 0 0 0,-3-1 0 0 0,-5-2 0 0 0,-6-1 0 0 0,-3-1 0 0 0,2 5 0 0 0,-1 1 0 0 0,-1-1 0 0 0,4 0 0 0 0,-1-3 0 0 0,5-1 0 0 0,-2 5 0 0 0,4 0 0 0 0,-2 0 0 0 0,-3-2 0 0 0,-3-2 0 0 0,-3-1 0 0 0,-3-1 0 0 0,-1 0 0 0 0,-2-1 0 0 0,1-1 0 0 0,-1 1 0 0 0,0 0 0 0 0,-5 5 0 0 0,-1 2 0 0 0,0-1 0 0 0,-9-1 0 0 0,-13-1 0 0 0,-11-1 0 0 0,-10-7 0 0 0,-7-3 0 0 0,-4 1 0 0 0,-2 0 0 0 0,-6-3 0 0 0,-3-1 0 0 0,2 2 0 0 0,-4 2 0 0 0,1 2 0 0 0,1-4 0 0 0,3 0 0 0 0,3 2 0 0 0,2 0 0 0 0,-4-2 0 0 0,-1-1 0 0 0,-4 1 0 0 0,-6-2 0 0 0,0-1 0 0 0,-2 2 0 0 0,2-2 0 0 0,4 0 0 0 0,-1 2 0 0 0,-3 3 0 0 0,-4-3 0 0 0,-4-1 0 0 0,-3 3 0 0 0,-1 2 0 0 0,-2 1 0 0 0,5 2 0 0 0,2 2 0 0 0,-6-6 0 0 0,2 0 0 0 0,-4-1 0 0 0,-7 2 0 0 0,7-3 0 0 0,0-2 0 0 0,5 3 0 0 0,-3 1 0 0 0,-2 2 0 0 0,-1-3 0 0 0,0-1 0 0 0,6 1 0 0 0,2 2 0 0 0,-5 1 0 0 0,3-3 0 0 0,-5-1 0 0 0,-2 1 0 0 0,-1 2 0 0 0,7 2 0 0 0,1 1 0 0 0,2-5 0 0 0,-2 0 0 0 0,0 1 0 0 0,4 1 0 0 0,-5 1 0 0 0,3 2 0 0 0,6 1 0 0 0,0 1 0 0 0,4 0 0 0 0,-1 0 0 0 0,3 0 0 0 0,-3 1 0 0 0,3-1 0 0 0,2 0 0 0 0,4 0 0 0 0,-2 0 0 0 0,0 0 0 0 0,2 0 0 0 0,2 0 0 0 0,-3 0 0 0 0,-1 0 0 0 0,2 0 0 0 0,2-5 0 0 0,2-2 0 0 0,1 0 0 0 0,1 2 0 0 0,1 1 0 0 0,1 2 0 0 0,-1 0 0 0 0,1 2 0 0 0,-1 0 0 0 0,1 0 0 0 0,4-5 0 0 0,2-1 0 0 0,6-6 0 0 0,10-5 0 0 0,12-1 0 0 0,10-1 0 0 0,9 1 0 0 0,5 5 0 0 0,3 4 0 0 0,7 4 0 0 0,2 2 0 0 0,0 2 0 0 0,-2 1 0 0 0,-2 1 0 0 0,-2 0 0 0 0,3 0 0 0 0,2-1 0 0 0,3 1 0 0 0,1-1 0 0 0,3 0 0 0 0,5 0 0 0 0,-2 0 0 0 0,2 0 0 0 0,2 0 0 0 0,3 0 0 0 0,2 0 0 0 0,3 0 0 0 0,5 0 0 0 0,3 5 0 0 0,5 2 0 0 0,0 0 0 0 0,4 3 0 0 0,-1 1 0 0 0,-3-2 0 0 0,6 3 0 0 0,1-1 0 0 0,-4-2 0 0 0,2-2 0 0 0,8 2 0 0 0,-1 0 0 0 0,1 4 0 0 0,7-1 0 0 0,-2-2 0 0 0,-1 3 0 0 0,-1-2 0 0 0,1 4 0 0 0,6-2 0 0 0,-4 3 0 0 0,4-2 0 0 0,-4-3 0 0 0,-3-3 0 0 0,0-3 0 0 0,5 2 0 0 0,8 1 0 0 0,-4 4 0 0 0,3-1 0 0 0,-1-1 0 0 0,-1-3 0 0 0,-8 3 0 0 0,2 0 0 0 0,1 3 0 0 0,-6-1 0 0 0,3-2 0 0 0,2-3 0 0 0,-4 3 0 0 0,-3 0 0 0 0,0-3 0 0 0,2-1 0 0 0,-5 2 0 0 0,-1 1 0 0 0,7-2 0 0 0,-7-1 0 0 0,-1-3 0 0 0,0 5 0 0 0,-3-1 0 0 0,1 0 0 0 0,3-2 0 0 0,-3-1 0 0 0,-4 3 0 0 0,0 1 0 0 0,4-1 0 0 0,-2-2 0 0 0,-3 4 0 0 0,0 0 0 0 0,-1-2 0 0 0,-3-1 0 0 0,-8-2 0 0 0,1-2 0 0 0,0-1 0 0 0,-6-1 0 0 0,3 0 0 0 0,2-1 0 0 0,-5 1 0 0 0,-2 0 0 0 0,1 5 0 0 0,-5 1 0 0 0,0 1 0 0 0,-5-2 0 0 0,2-1 0 0 0,-4-2 0 0 0,-3 5 0 0 0,1 0 0 0 0,-1 0 0 0 0,-3-2 0 0 0,3-1 0 0 0,-1-2 0 0 0,-2 4 0 0 0,-2 1 0 0 0,-3 0 0 0 0,-1-2 0 0 0,-2-2 0 0 0,0 0 0 0 0,0-2 0 0 0,-1-1 0 0 0,0 0 0 0 0,-10 0 0 0 0,-13-1 0 0 0,-15 1 0 0 0,-9 0 0 0 0,-8 0 0 0 0,-5 0 0 0 0,-3-1 0 0 0,0 1 0 0 0,-1 0 0 0 0,1 0 0 0 0,1 0 0 0 0,0 0 0 0 0,0 1 0 0 0,1-1 0 0 0,-5 0 0 0 0,-7 0 0 0 0,-1-6 0 0 0,-4-1 0 0 0,1 1 0 0 0,3 0 0 0 0,-6 2 0 0 0,0 2 0 0 0,-2 1 0 0 0,-8-5 0 0 0,1-1 0 0 0,0 1 0 0 0,-6 1 0 0 0,3 1 0 0 0,-3 2 0 0 0,-7 1 0 0 0,4 1 0 0 0,-3 0 0 0 0,7 0 0 0 0,-3 0 0 0 0,-5-5 0 0 0,-1-2 0 0 0,-4 1 0 0 0,-4 1 0 0 0,1 1 0 0 0,-2 2 0 0 0,3 0 0 0 0,4 2 0 0 0,-1 0 0 0 0,-3 0 0 0 0,2 0 0 0 0,-3 1 0 0 0,-3-1 0 0 0,8 0 0 0 0,0 0 0 0 0,-2-5 0 0 0,1-2 0 0 0,-2 0 0 0 0,-4 2 0 0 0,-8 1 0 0 0,5 2 0 0 0,2 0 0 0 0,4 2 0 0 0,0 0 0 0 0,-2 0 0 0 0,2 0 0 0 0,-2 1 0 0 0,4-1 0 0 0,3 0 0 0 0,-1 0 0 0 0,-3 0 0 0 0,-5 0 0 0 0,2 0 0 0 0,-2 0 0 0 0,9 0 0 0 0,1 0 0 0 0,-3 0 0 0 0,-4-5 0 0 0,1-2 0 0 0,3 0 0 0 0,5 2 0 0 0,3 1 0 0 0,-2-3 0 0 0,0-2 0 0 0,-4 2 0 0 0,-4 2 0 0 0,-6-4 0 0 0,7 0 0 0 0,1 1 0 0 0,7 3 0 0 0,1-4 0 0 0,1 0 0 0 0,1 1 0 0 0,-4 3 0 0 0,0-4 0 0 0,7 0 0 0 0,2 1 0 0 0,-2-2 0 0 0,2-1 0 0 0,3 2 0 0 0,0 3 0 0 0,4-3 0 0 0,-3 0 0 0 0,1 1 0 0 0,7-2 0 0 0,-1-1 0 0 0,5 3 0 0 0,-2 2 0 0 0,-3 2 0 0 0,-3-4 0 0 0,2 0 0 0 0,4 2 0 0 0,0-5 0 0 0,3 1 0 0 0,3-4 0 0 0,4 1 0 0 0,2 2 0 0 0,3-1 0 0 0,1 0 0 0 0,0 3 0 0 0,1 2 0 0 0,-5 3 0 0 0,3-3 0 0 0,2 0 0 0 0,0 0 0 0 0,6-3 0 0 0,2 0 0 0 0,-1 1 0 0 0,-2 3 0 0 0,4-3 0 0 0,0 0 0 0 0,-2 1 0 0 0,3-3 0 0 0,5-5 0 0 0,11 1 0 0 0,5-3 0 0 0,8 2 0 0 0,8 3 0 0 0,6 4 0 0 0,-1-1 0 0 0,2 0 0 0 0,6 3 0 0 0,4 2 0 0 0,1 2 0 0 0,0 1 0 0 0,0 2 0 0 0,-2 0 0 0 0,-1 0 0 0 0,5 0 0 0 0,1 1 0 0 0,5-1 0 0 0,0 0 0 0 0,9 1 0 0 0,5-1 0 0 0,10 0 0 0 0,-2 0 0 0 0,3 0 0 0 0,7 0 0 0 0,6 0 0 0 0,-6 0 0 0 0,1 0 0 0 0,2 0 0 0 0,-1 0 0 0 0,2 0 0 0 0,3 5 0 0 0,-1 2 0 0 0,0-1 0 0 0,3 5 0 0 0,-2 0 0 0 0,0-2 0 0 0,7 3 0 0 0,4-1 0 0 0,3-2 0 0 0,0 3 0 0 0,-1-1 0 0 0,-5-3 0 0 0,2 4 0 0 0,2-1 0 0 0,5 2 0 0 0,3 0 0 0 0,-2-2 0 0 0,-1 2 0 0 0,-2-2 0 0 0,-2 3 0 0 0,4 0 0 0 0,1-4 0 0 0,4 3 0 0 0,-4-2 0 0 0,-5-2 0 0 0,-1 2 0 0 0,-8 0 0 0 0,4 3 0 0 0,1-1 0 0 0,7-3 0 0 0,-3 3 0 0 0,-2-2 0 0 0,-1-2 0 0 0,-5-3 0 0 0,-3 4 0 0 0,1-2 0 0 0,7 0 0 0 0,-2-3 0 0 0,-1-2 0 0 0,-4-1 0 0 0,-7-1 0 0 0,0-1 0 0 0,1 0 0 0 0,-1 5 0 0 0,1 1 0 0 0,3 1 0 0 0,-7-2 0 0 0,-6 4 0 0 0,1 0 0 0 0,-6-1 0 0 0,2-2 0 0 0,5-3 0 0 0,-4 0 0 0 0,-3-2 0 0 0,-7 4 0 0 0,-3 2 0 0 0,6-1 0 0 0,-3-1 0 0 0,-1-2 0 0 0,2 0 0 0 0,-5-2 0 0 0,-1 4 0 0 0,-3 2 0 0 0,0 0 0 0 0,2-2 0 0 0,-3-2 0 0 0,-3-1 0 0 0,-5 0 0 0 0,-3-2 0 0 0,1 0 0 0 0,1 5 0 0 0,-2 2 0 0 0,4-1 0 0 0,5-1 0 0 0,0-1 0 0 0,-3-2 0 0 0,-3-1 0 0 0,-3 0 0 0 0,-3-1 0 0 0,-2-1 0 0 0,-1 1 0 0 0,0 0 0 0 0,-1 0 0 0 0,0 0 0 0 0,-10-1 0 0 0,-14 1 0 0 0,-13 0 0 0 0,-11 0 0 0 0,-12 0 0 0 0,-7 0 0 0 0,-3 0 0 0 0,2 0 0 0 0,6-5 0 0 0,3-2 0 0 0,-3 1 0 0 0,-2-5 0 0 0,0 0 0 0 0,0 2 0 0 0,1 3 0 0 0,-5 1 0 0 0,-1 3 0 0 0,1 1 0 0 0,-3-5 0 0 0,-11 0 0 0 0,-7-6 0 0 0,-4 0 0 0 0,4 2 0 0 0,1-2 0 0 0,0 0 0 0 0,-1 2 0 0 0,-5-1 0 0 0,-3 0 0 0 0,-1 2 0 0 0,2 3 0 0 0,0-3 0 0 0,-3 0 0 0 0,-6-4 0 0 0,-1 1 0 0 0,-3-4 0 0 0,-4 2 0 0 0,-4 3 0 0 0,8 3 0 0 0,-3 3 0 0 0,-4-2 0 0 0,2-1 0 0 0,-5 1 0 0 0,-4-3 0 0 0,-6 0 0 0 0,8 2 0 0 0,-2 1 0 0 0,0-2 0 0 0,-1 0 0 0 0,-4 2 0 0 0,-2-4 0 0 0,-5 0 0 0 0,10 3 0 0 0,1-4 0 0 0,0 1 0 0 0,-5 3 0 0 0,-1 1 0 0 0,1-2 0 0 0,-4 0 0 0 0,10 2 0 0 0,0 1 0 0 0,-5-2 0 0 0,-1-1 0 0 0,-1 1 0 0 0,3 3 0 0 0,-5 1 0 0 0,11-3 0 0 0,-1-1 0 0 0,0 2 0 0 0,0 0 0 0 0,5 3 0 0 0,1 1 0 0 0,0 1 0 0 0,10 1 0 0 0,1 0 0 0 0,-2-5 0 0 0,2-2 0 0 0,2 1 0 0 0,10 1 0 0 0,-1 1 0 0 0,5 2 0 0 0,2 1 0 0 0,1 0 0 0 0,4 1 0 0 0,0 0 0 0 0,0 1 0 0 0,2-1 0 0 0,5 0 0 0 0,4 0 0 0 0,5 1 0 0 0,3-1 0 0 0,1 0 0 0 0,2 0 0 0 0,0 0 0 0 0,0 0 0 0 0,0 0 0 0 0,0 0 0 0 0,0 0 0 0 0,-1 0 0 0 0,0 0 0 0 0,11 0 0 0 0,14 0 0 0 0,12 0 0 0 0,12 0 0 0 0,7 0 0 0 0,10 0 0 0 0,5 0 0 0 0,0 0 0 0 0,4 0 0 0 0,0 0 0 0 0,3 0 0 0 0,-2 0 0 0 0,3 0 0 0 0,-3 0 0 0 0,3 0 0 0 0,3 0 0 0 0,3 0 0 0 0,4 0 0 0 0,6 0 0 0 0,4 0 0 0 0,-4 0 0 0 0,2 0 0 0 0,0 0 0 0 0,10 0 0 0 0,9 0 0 0 0,-1 0 0 0 0,7 0 0 0 0,-2 0 0 0 0,-6 0 0 0 0,5 0 0 0 0,8 0 0 0 0,-2 0 0 0 0,4 0 0 0 0,6 0 0 0 0,-9 0 0 0 0,1 0 0 0 0,4 0 0 0 0,6 0 0 0 0,-4 0 0 0 0,1 0 0 0 0,5 0 0 0 0,-1 0 0 0 0,-3 0 0 0 0,2 0 0 0 0,-1 0 0 0 0,2 0 0 0 0,-1 0 0 0 0,3 0 0 0 0,2 0 0 0 0,-5 0 0 0 0,-1 0 0 0 0,-3 0 0 0 0,4 0 0 0 0,-2 0 0 0 0,3 0 0 0 0,-7 0 0 0 0,7 0 0 0 0,-5 0 0 0 0,-4 0 0 0 0,2 0 0 0 0,-5 0 0 0 0,2 0 0 0 0,5 0 0 0 0,-8 0 0 0 0,-1 0 0 0 0,1 0 0 0 0,-1 0 0 0 0,0 0 0 0 0,0 0 0 0 0,0 0 0 0 0,-6 0 0 0 0,-1 0 0 0 0,-1 0 0 0 0,-3 0 0 0 0,5 0 0 0 0,4 0 0 0 0,-9 0 0 0 0,-3 0 0 0 0,2 5 0 0 0,-3 2 0 0 0,1-1 0 0 0,2 0 0 0 0,-6-2 0 0 0,-6-2 0 0 0,1-1 0 0 0,-7 0 0 0 0,3-1 0 0 0,-5-1 0 0 0,-3 1 0 0 0,0 0 0 0 0,-5 0 0 0 0,-2-1 0 0 0,-3 1 0 0 0,1 0 0 0 0,-4 0 0 0 0,-4 0 0 0 0,-3 0 0 0 0,-3 0 0 0 0,3 0 0 0 0,0 0 0 0 0,-1 0 0 0 0,-2 0 0 0 0,-11 0 0 0 0,-16 0 0 0 0,-14 0 0 0 0,-12 0 0 0 0,-7 0 0 0 0,-5 0 0 0 0,-3 0 0 0 0,-1 0 0 0 0,0 0 0 0 0,1 0 0 0 0,-5 0 0 0 0,-6 0 0 0 0,-6 0 0 0 0,-5 0 0 0 0,-10 0 0 0 0,3 0 0 0 0,0 0 0 0 0,5 0 0 0 0,8 0 0 0 0,-4 0 0 0 0,2 0 0 0 0,-1 0 0 0 0,-7 0 0 0 0,1 0 0 0 0,0 0 0 0 0,-6 6 0 0 0,3 1 0 0 0,-5-1 0 0 0,-5 0 0 0 0,-3-3 0 0 0,-3 0 0 0 0,5 3 0 0 0,5 2 0 0 0,-2-2 0 0 0,1 0 0 0 0,-5-3 0 0 0,-5-1 0 0 0,0-1 0 0 0,-2-1 0 0 0,-4 0 0 0 0,8 0 0 0 0,-4 0 0 0 0,-5-1 0 0 0,2 1 0 0 0,-1 0 0 0 0,-7 0 0 0 0,7 5 0 0 0,2 2 0 0 0,-1 0 0 0 0,-7-2 0 0 0,1-1 0 0 0,0-2 0 0 0,-1 0 0 0 0,10-2 0 0 0,-2 0 0 0 0,-3 0 0 0 0,-3 0 0 0 0,-3-1 0 0 0,0 1 0 0 0,-2 0 0 0 0,6 0 0 0 0,1 0 0 0 0,-1 0 0 0 0,0 0 0 0 0,-2 0 0 0 0,-7 0 0 0 0,3-5 0 0 0,1-2 0 0 0,1 0 0 0 0,5 2 0 0 0,-3 1 0 0 0,-3-4 0 0 0,-7 0 0 0 0,4 1 0 0 0,7 1 0 0 0,2-2 0 0 0,7-1 0 0 0,-6 1 0 0 0,-3 2 0 0 0,2-3 0 0 0,1 0 0 0 0,4 2 0 0 0,5 1 0 0 0,0-2 0 0 0,-3-1 0 0 0,7 1 0 0 0,0 3 0 0 0,-4 1 0 0 0,6-3 0 0 0,-1-1 0 0 0,2 1 0 0 0,1 2 0 0 0,2-4 0 0 0,-3 0 0 0 0,4 2 0 0 0,-1 1 0 0 0,4 2 0 0 0,7 2 0 0 0,4 1 0 0 0,4 1 0 0 0,0 0 0 0 0,-2-4 0 0 0,1-3 0 0 0,-1 1 0 0 0,3 1 0 0 0,3 1 0 0 0,-1-4 0 0 0,1 0 0 0 0,4 1 0 0 0,2-3 0 0 0,3-1 0 0 0,1 2 0 0 0,2 3 0 0 0,0-3 0 0 0,1-1 0 0 0,0 3 0 0 0,-1 1 0 0 0,1 3 0 0 0,5-4 0 0 0,6-6 0 0 0,12-1 0 0 0,13 2 0 0 0,5-2 0 0 0,6 1 0 0 0,5 3 0 0 0,4 4 0 0 0,3 1 0 0 0,2 3 0 0 0,-4-4 0 0 0,-2-1 0 0 0,0 1 0 0 0,1 2 0 0 0,7 0 0 0 0,3 2 0 0 0,6 1 0 0 0,0 1 0 0 0,5 0 0 0 0,4 0 0 0 0,4 1 0 0 0,3-1 0 0 0,8 0 0 0 0,2 0 0 0 0,1 0 0 0 0,4 1 0 0 0,1-1 0 0 0,2 5 0 0 0,5 2 0 0 0,4-1 0 0 0,4 5 0 0 0,-4 0 0 0 0,-5-2 0 0 0,5 3 0 0 0,8-1 0 0 0,5 3 0 0 0,6-1 0 0 0,2 3 0 0 0,-8-1 0 0 0,2-4 0 0 0,-7 2 0 0 0,3-1 0 0 0,5 2 0 0 0,2-1 0 0 0,3 3 0 0 0,-10-2 0 0 0,0-3 0 0 0,3-4 0 0 0,-3-2 0 0 0,2 3 0 0 0,5-1 0 0 0,2 5 0 0 0,-8 0 0 0 0,-3-2 0 0 0,2 2 0 0 0,1 0 0 0 0,0-3 0 0 0,-1 2 0 0 0,4 0 0 0 0,-10-2 0 0 0,-4 2 0 0 0,-1 0 0 0 0,-5-2 0 0 0,6 2 0 0 0,3 0 0 0 0,2-3 0 0 0,7 4 0 0 0,-8-1 0 0 0,-3-3 0 0 0,-2-2 0 0 0,-3 3 0 0 0,-7 0 0 0 0,-4-1 0 0 0,-10-3 0 0 0,1-1 0 0 0,0 3 0 0 0,0 1 0 0 0,0-2 0 0 0,-5-1 0 0 0,3-1 0 0 0,-3-2 0 0 0,-6-1 0 0 0,-2-1 0 0 0,-3 0 0 0 0,1 0 0 0 0,-3-1 0 0 0,-3 6 0 0 0,-4 2 0 0 0,3-1 0 0 0,0 0 0 0 0,3 3 0 0 0,0 0 0 0 0,-3-1 0 0 0,3-2 0 0 0,0 3 0 0 0,-3 0 0 0 0,-3-1 0 0 0,-13-3 0 0 0,-16-1 0 0 0,-14-2 0 0 0,-11-1 0 0 0,-9-1 0 0 0,-4 0 0 0 0,-3-1 0 0 0,-1 1 0 0 0,0-1 0 0 0,1 1 0 0 0,0 0 0 0 0,1 0 0 0 0,1 0 0 0 0,-6 0 0 0 0,0 0 0 0 0,-6 0 0 0 0,0 0 0 0 0,-3 0 0 0 0,-5 0 0 0 0,1-5 0 0 0,0-2 0 0 0,-9 0 0 0 0,1 2 0 0 0,-5-4 0 0 0,-8-1 0 0 0,3 2 0 0 0,-3 3 0 0 0,-5 1 0 0 0,0-4 0 0 0,-2 0 0 0 0,-5 2 0 0 0,2-5 0 0 0,4 1 0 0 0,-5 1 0 0 0,0 3 0 0 0,-7-3 0 0 0,-4-1 0 0 0,-6 3 0 0 0,-4-4 0 0 0,7 1 0 0 0,-2 1 0 0 0,-6-2 0 0 0,6 0 0 0 0,-3 2 0 0 0,-5-2 0 0 0,-5 0 0 0 0,6 2 0 0 0,0-2 0 0 0,1 0 0 0 0,-1 2 0 0 0,0 3 0 0 0,-2 2 0 0 0,-5 2 0 0 0,2-4 0 0 0,4-1 0 0 0,3 1 0 0 0,0 1 0 0 0,-5-4 0 0 0,0 0 0 0 0,-1 2 0 0 0,6 1 0 0 0,5-3 0 0 0,-1 0 0 0 0,0 1 0 0 0,-4 3 0 0 0,5 1 0 0 0,-2-3 0 0 0,6-1 0 0 0,3 1 0 0 0,1 2 0 0 0,1 2 0 0 0,-7 1 0 0 0,4 1 0 0 0,1 1 0 0 0,11 0 0 0 0,4 0 0 0 0,-2 0 0 0 0,-3-4 0 0 0,2-3 0 0 0,-1 0 0 0 0,7 2 0 0 0,6 1 0 0 0,-1 2 0 0 0,5 1 0 0 0,-2 0 0 0 0,-1 1 0 0 0,7 0 0 0 0,1 1 0 0 0,7-1 0 0 0,0 0 0 0 0,-1 0 0 0 0,-2 0 0 0 0,3 0 0 0 0,5 0 0 0 0,-1 0 0 0 0,3 0 0 0 0,4 0 0 0 0,3 0 0 0 0,2 0 0 0 0,3 0 0 0 0,1 0 0 0 0,0 0 0 0 0,1 0 0 0 0,5-5 0 0 0,7-7 0 0 0,12-2 0 0 0,12 2 0 0 0,10 3 0 0 0,8 3 0 0 0,10 2 0 0 0,10-3 0 0 0,8 0 0 0 0,5 0 0 0 0,4 3 0 0 0,2 0 0 0 0,1 3 0 0 0,-1 0 0 0 0,1 0 0 0 0,-7 2 0 0 0,4-1 0 0 0,-4 0 0 0 0,-1 1 0 0 0,6-1 0 0 0,3 0 0 0 0,0 0 0 0 0,6 0 0 0 0,0 0 0 0 0,5 0 0 0 0,5 0 0 0 0,-2 0 0 0 0,3 0 0 0 0,2 0 0 0 0,3 0 0 0 0,3 0 0 0 0,1 0 0 0 0,-4 0 0 0 0,-2 0 0 0 0,2 0 0 0 0,6 0 0 0 0,-3 0 0 0 0,6 0 0 0 0,1 0 0 0 0,-5 0 0 0 0,3 5 0 0 0,0 2 0 0 0,6 0 0 0 0,-4-2 0 0 0,-3 4 0 0 0,4 1 0 0 0,-10-3 0 0 0,1-1 0 0 0,2 3 0 0 0,5 0 0 0 0,-2-1 0 0 0,-2-2 0 0 0,4-3 0 0 0,-8-1 0 0 0,-4-1 0 0 0,0-1 0 0 0,-5 5 0 0 0,1 2 0 0 0,8-1 0 0 0,4 4 0 0 0,-8 1 0 0 0,-3-2 0 0 0,1 2 0 0 0,-3 1 0 0 0,0-3 0 0 0,3-3 0 0 0,-2 3 0 0 0,-4 1 0 0 0,0-3 0 0 0,-7 4 0 0 0,1-1 0 0 0,3-1 0 0 0,-5 2 0 0 0,2 0 0 0 0,-6-2 0 0 0,-3 2 0 0 0,-2 0 0 0 0,-6-2 0 0 0,5 2 0 0 0,2 0 0 0 0,-4-3 0 0 0,-6-1 0 0 0,0-4 0 0 0,-5-1 0 0 0,1-1 0 0 0,4 4 0 0 0,-3 2 0 0 0,-3-1 0 0 0,-4-1 0 0 0,-3 4 0 0 0,-4 0 0 0 0,-1-1 0 0 0,-1 3 0 0 0,-1-1 0 0 0,0-1 0 0 0,-10-3 0 0 0,-14-2 0 0 0,-14-1 0 0 0,-10-2 0 0 0,-7-1 0 0 0,-5-1 0 0 0,-2 1 0 0 0,-2-1 0 0 0,1 1 0 0 0,0 0 0 0 0,-5 0 0 0 0,-6-1 0 0 0,-1 1 0 0 0,2 0 0 0 0,-3 0 0 0 0,3 0 0 0 0,-4 0 0 0 0,2 0 0 0 0,-7 0 0 0 0,0 0 0 0 0,-2 0 0 0 0,-2 0 0 0 0,-2 0 0 0 0,-7 0 0 0 0,-2 0 0 0 0,-2 0 0 0 0,2 0 0 0 0,-4 0 0 0 0,0 0 0 0 0,-5 0 0 0 0,-4 0 0 0 0,-4 0 0 0 0,-4 0 0 0 0,2 0 0 0 0,-4 0 0 0 0,2 0 0 0 0,-5 0 0 0 0,-3 0 0 0 0,1 0 0 0 0,-6-5 0 0 0,4-2 0 0 0,-2 1 0 0 0,-1 0 0 0 0,-3 2 0 0 0,-1 2 0 0 0,3 1 0 0 0,-4 0 0 0 0,-4 1 0 0 0,6 1 0 0 0,4-1 0 0 0,-1 0 0 0 0,-6 0 0 0 0,-4 1 0 0 0,5-1 0 0 0,-1 0 0 0 0,3-6 0 0 0,8 0 0 0 0,4-1 0 0 0,-3 1 0 0 0,-7 3 0 0 0,4 0 0 0 0,-3 2 0 0 0,5 1 0 0 0,3-1 0 0 0,7 2 0 0 0,-4-1 0 0 0,4 0 0 0 0,0 1 0 0 0,-7-1 0 0 0,8 0 0 0 0,2 0 0 0 0,-1 0 0 0 0,3 0 0 0 0,0 0 0 0 0,3 0 0 0 0,4 0 0 0 0,4 0 0 0 0,8 0 0 0 0,-1 0 0 0 0,0 0 0 0 0,5 0 0 0 0,-4 0 0 0 0,-2 0 0 0 0,0 0 0 0 0,5 0 0 0 0,1 0 0 0 0,7 0 0 0 0,5 0 0 0 0,5 0 0 0 0,5 0 0 0 0,3 0 0 0 0,1 0 0 0 0,1 0 0 0 0,0 0 0 0 0,1 0 0 0 0,-1 0 0 0 0,10 0 0 0 0,14 0 0 0 0,13 0 0 0 0,11 0 0 0 0,7 0 0 0 0,10 0 0 0 0,10 0 0 0 0,7 0 0 0 0,6 0 0 0 0,-2 0 0 0 0,-1 0 0 0 0,8 0 0 0 0,-3 0 0 0 0,4 0 0 0 0,-3 0 0 0 0,-2 0 0 0 0,5 0 0 0 0,2 0 0 0 0,6 0 0 0 0,6 0 0 0 0,5 0 0 0 0,0 0 0 0 0,1 0 0 0 0,7 0 0 0 0,-1 0 0 0 0,4 0 0 0 0,9 0 0 0 0,1 0 0 0 0,4 0 0 0 0,0 0 0 0 0,2 0 0 0 0,-1 0 0 0 0,1 0 0 0 0,3 0 0 0 0,8 0 0 0 0,5 0 0 0 0,-8 0 0 0 0,-4 5 0 0 0,0 2 0 0 0,7 0 0 0 0,-2-2 0 0 0,0-1 0 0 0,7-2 0 0 0,-9-1 0 0 0,3 0 0 0 0,1 4 0 0 0,7 2 0 0 0,2-1 0 0 0,-5-1 0 0 0,3-1 0 0 0,-11-2 0 0 0,2-1 0 0 0,1 0 0 0 0,-4 4 0 0 0,-1 2 0 0 0,2-1 0 0 0,6-1 0 0 0,-12-1 0 0 0,-4-2 0 0 0,0-1 0 0 0,4 0 0 0 0,-2-1 0 0 0,2 5 0 0 0,3 1 0 0 0,-3 1 0 0 0,-9-2 0 0 0,-1-2 0 0 0,3 5 0 0 0,0 0 0 0 0,-2-1 0 0 0,-3-1 0 0 0,-8-3 0 0 0,-3-1 0 0 0,-1-1 0 0 0,0 5 0 0 0,-4 1 0 0 0,-1-1 0 0 0,3-1 0 0 0,-10-2 0 0 0,-6 0 0 0 0,1 3 0 0 0,-6 1 0 0 0,1 0 0 0 0,1-2 0 0 0,-1 4 0 0 0,-6 0 0 0 0,-3-1 0 0 0,-5-3 0 0 0,-1-1 0 0 0,-4-2 0 0 0,1 4 0 0 0,2 1 0 0 0,-1 0 0 0 0,-3-2 0 0 0,-5-2 0 0 0,-4-1 0 0 0,-2-1 0 0 0,-3 0 0 0 0,-10-1 0 0 0,-16-1 0 0 0,-12 1 0 0 0,-12 0 0 0 0,-7 0 0 0 0,-4-1 0 0 0,-3 1 0 0 0,0 0 0 0 0,-1 0 0 0 0,-4 0 0 0 0,-7 0 0 0 0,-6 0 0 0 0,-4 0 0 0 0,-4 0 0 0 0,3 0 0 0 0,0 0 0 0 0,0 0 0 0 0,-1-5 0 0 0,-2-2 0 0 0,-7 0 0 0 0,-1 2 0 0 0,-1 1 0 0 0,-5-3 0 0 0,1-2 0 0 0,-10 2 0 0 0,-6 2 0 0 0,-3 1 0 0 0,-3-3 0 0 0,5-1 0 0 0,-4 1 0 0 0,-2 2 0 0 0,-5-4 0 0 0,-7 0 0 0 0,-7 2 0 0 0,2 1 0 0 0,2 2 0 0 0,1-3 0 0 0,-3-1 0 0 0,1 1 0 0 0,0 2 0 0 0,-8-3 0 0 0,-5-1 0 0 0,8 1 0 0 0,-2 2 0 0 0,3-3 0 0 0,1 0 0 0 0,-8 2 0 0 0,-3 1 0 0 0,-1-3 0 0 0,9 1 0 0 0,5 0 0 0 0,0 2 0 0 0,-2 3 0 0 0,2 1 0 0 0,0 1 0 0 0,-2-4 0 0 0,3-2 0 0 0,3 1 0 0 0,1 1 0 0 0,-4 1 0 0 0,8 2 0 0 0,-1 1 0 0 0,-3 1 0 0 0,6 0 0 0 0,5 0 0 0 0,-3 0 0 0 0,0 0 0 0 0,1 1 0 0 0,2-1 0 0 0,-4 0 0 0 0,9 0 0 0 0,6 0 0 0 0,0 0 0 0 0,0 0 0 0 0,-2 0 0 0 0,-2 0 0 0 0,-1 0 0 0 0,4 0 0 0 0,11 0 0 0 0,8 0 0 0 0,0 0 0 0 0,-5 0 0 0 0,5 0 0 0 0,-1 0 0 0 0,-1 0 0 0 0,7 0 0 0 0,3 0 0 0 0,7 5 0 0 0,1 2 0 0 0,-1 0 0 0 0,-2-2 0 0 0,3-1 0 0 0,5-2 0 0 0,-1-1 0 0 0,9 5 0 0 0,-1 1 0 0 0,2 0 0 0 0,1-2 0 0 0,2-2 0 0 0,2-1 0 0 0,0-1 0 0 0,1 0 0 0 0,11-1 0 0 0,14 0 0 0 0,13-1 0 0 0,11 1 0 0 0,13 0 0 0 0,6 0 0 0 0,7-1 0 0 0,2 1 0 0 0,3 0 0 0 0,-1 0 0 0 0,2 0 0 0 0,-3 0 0 0 0,6-5 0 0 0,0-2 0 0 0,-4 1 0 0 0,0 0 0 0 0,8 2 0 0 0,4 2 0 0 0,8 1 0 0 0,2 0 0 0 0,0 1 0 0 0,9 1 0 0 0,1-1 0 0 0,-3 0 0 0 0,2 0 0 0 0,7 1 0 0 0,0-1 0 0 0,6 0 0 0 0,3 0 0 0 0,-4 0 0 0 0,-3 0 0 0 0,5 0 0 0 0,8 0 0 0 0,-4 0 0 0 0,3 0 0 0 0,-5 0 0 0 0,-4 0 0 0 0,5 0 0 0 0,0 0 0 0 0,0 0 0 0 0,-1 0 0 0 0,4 0 0 0 0,7 0 0 0 0,-11 0 0 0 0,0 0 0 0 0,0 0 0 0 0,-2 0 0 0 0,0 0 0 0 0,-1 0 0 0 0,5 0 0 0 0,-9 0 0 0 0,-4 0 0 0 0,-6 0 0 0 0,5 0 0 0 0,3 5 0 0 0,3 2 0 0 0,-3 0 0 0 0,-6-2 0 0 0,-2-1 0 0 0,-3-2 0 0 0,-4-1 0 0 0,2 0 0 0 0,-2-1 0 0 0,2 0 0 0 0,-5-1 0 0 0,-4 1 0 0 0,2 0 0 0 0,-5 0 0 0 0,-2 0 0 0 0,4-1 0 0 0,-3 7 0 0 0,-8 1 0 0 0,-1-1 0 0 0,-5 0 0 0 0,0-3 0 0 0,-2 0 0 0 0,1-2 0 0 0,4 0 0 0 0,-2-1 0 0 0,-4-1 0 0 0,-4 1 0 0 0,2 0 0 0 0,-1 0 0 0 0,-3-1 0 0 0,-2 1 0 0 0,-2 0 0 0 0,-1 0 0 0 0,-2 0 0 0 0,-11 0 0 0 0,-14 0 0 0 0,-13 0 0 0 0,-11 6 0 0 0,-8 1 0 0 0,-4 4 0 0 0,-2 2 0 0 0,-2 2 0 0 0,1 0 0 0 0,-1-3 0 0 0,2 1 0 0 0,0-1 0 0 0,6 3 0 0 0,2-2 0 0 0,0-2 0 0 0,-2-4 0 0 0,5 2 0 0 0,-1 1 0 0 0,-1-3 0 0 0,4 4 0 0 0,-1-1 0 0 0,-2 4 0 0 0,-3-1 0 0 0,-2-3 0 0 0,4-3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14870 3254 16383 0 0,'5'0'0'0'0,"7"0"0"0"0,2 6 0 0 0,3 1 0 0 0,4-1 0 0 0,4 0 0 0 0,8-3 0 0 0,4 5 0 0 0,6 0 0 0 0,1 5 0 0 0,-2-1 0 0 0,2-2 0 0 0,5 3 0 0 0,9-1 0 0 0,1-3 0 0 0,-6-3 0 0 0,-5 4 0 0 0,-1-1 0 0 0,-4 3 0 0 0,3 0 0 0 0,2 4 0 0 0,5-2 0 0 0,3 2 0 0 0,9-1 0 0 0,-3-3 0 0 0,-1-5 0 0 0,0 3 0 0 0,-5 0 0 0 0,-2 2 0 0 0,0 0 0 0 0,-3-2 0 0 0,0 3 0 0 0,-4-2 0 0 0,6-2 0 0 0,5 2 0 0 0,-3 0 0 0 0,-5-2 0 0 0,0 2 0 0 0,-5 0 0 0 0,2-2 0 0 0,3-3 0 0 0,-2 3 0 0 0,-4 0 0 0 0,-4-2 0 0 0,2-2 0 0 0,4-1 0 0 0,4-2 0 0 0,5-1 0 0 0,4-1 0 0 0,-4-1 0 0 0,-6 1 0 0 0,-5 0 0 0 0,-6-1 0 0 0,-3 1 0 0 0,-3 0 0 0 0,-2 5 0 0 0,0 2 0 0 0,0 0 0 0 0,-1-2 0 0 0,1-1 0 0 0,1-2 0 0 0,-1 0 0 0 0,1-2 0 0 0,-1 0 0 0 0,1 0 0 0 0,0 0 0 0 0,0-1 0 0 0,0 1 0 0 0,0 0 0 0 0,-6 5 0 0 0,-1 2 0 0 0,0 0 0 0 0,2-2 0 0 0,1-1 0 0 0,-9-2 0 0 0,-13-1 0 0 0,-12 0 0 0 0,-11-1 0 0 0,-7 0 0 0 0,1 5 0 0 0,-2 1 0 0 0,0 1 0 0 0,-2-2 0 0 0,-1 4 0 0 0,-1 0 0 0 0,-1-1 0 0 0,0-2 0 0 0,0-2 0 0 0,0-2 0 0 0,5 4 0 0 0,2 1 0 0 0,0 0 0 0 0,-2-2 0 0 0,-1-2 0 0 0,-1-1 0 0 0,-2-1 0 0 0,0-1 0 0 0,-1 0 0 0 0,0 0 0 0 0,0 0 0 0 0,0 0 0 0 0,0-1 0 0 0,0 1 0 0 0,0 0 0 0 0,0 0 0 0 0,0 0 0 0 0,0 0 0 0 0,0 0 0 0 0,1 0 0 0 0,-1 0 0 0 0,0 0 0 0 0,0 0 0 0 0,0 0 0 0 0,6 0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19174 3954 16383 0 0,'5'0'0'0'0,"7"0"0"0"0,7 0 0 0 0,0-5 0 0 0,2-2 0 0 0,3 1 0 0 0,-3-5 0 0 0,-10 0 0 0 0,-12-3 0 0 0,-12 0 0 0 0,-8 3 0 0 0,-6 4 0 0 0,-4 2 0 0 0,-1-3 0 0 0,-1 0 0 0 0,0 1 0 0 0,0-3 0 0 0,1 0 0 0 0,0 2 0 0 0,-4-4 0 0 0,-8 1 0 0 0,-5 2 0 0 0,-6 3 0 0 0,1 2 0 0 0,5 2 0 0 0,6 1 0 0 0,-1 1 0 0 0,-3-5 0 0 0,1-1 0 0 0,-7 0 0 0 0,-6 1 0 0 0,8-4 0 0 0,-3 0 0 0 0,2 1 0 0 0,-1 2 0 0 0,-1 2 0 0 0,-8-3 0 0 0,-3-1 0 0 0,-7 1 0 0 0,-6 2 0 0 0,-2 2 0 0 0,4 1 0 0 0,-2 1 0 0 0,3 0 0 0 0,8-4 0 0 0,5-1 0 0 0,-3-1 0 0 0,-5 2 0 0 0,3 2 0 0 0,-2 0 0 0 0,-16 2 0 0 0,-4 1 0 0 0,8 0 0 0 0,2 0 0 0 0,-1 0 0 0 0,8 1 0 0 0,0-1 0 0 0,-4 0 0 0 0,-3 0 0 0 0,5 0 0 0 0,0 0 0 0 0,2 0 0 0 0,8 0 0 0 0,5 0 0 0 0,1 0 0 0 0,6 0 0 0 0,0 5 0 0 0,0 2 0 0 0,3 0 0 0 0,-1 4 0 0 0,3-1 0 0 0,4-1 0 0 0,0-2 0 0 0,0 3 0 0 0,4-1 0 0 0,-3 4 0 0 0,-4-1 0 0 0,0-1 0 0 0,3-4 0 0 0,3-3 0 0 0,3-1 0 0 0,9 3 0 0 0,2 1 0 0 0,2-1 0 0 0,-1 4 0 0 0,-1 1 0 0 0,-2-3 0 0 0,-1-1 0 0 0,10 2 0 0 0,12 0 0 0 0,14-1 0 0 0,11-3 0 0 0,7-1 0 0 0,4-2 0 0 0,4-1 0 0 0,0-1 0 0 0,6 0 0 0 0,1-1 0 0 0,4-5 0 0 0,0-1 0 0 0,3-5 0 0 0,-1 0 0 0 0,-3-4 0 0 0,1 1 0 0 0,-1 3 0 0 0,-3 4 0 0 0,-3 3 0 0 0,3-3 0 0 0,4 0 0 0 0,7 2 0 0 0,3-4 0 0 0,5-1 0 0 0,-9-2 0 0 0,-2 0 0 0 0,12-3 0 0 0,11 1 0 0 0,4-1 0 0 0,0 1 0 0 0,-7 4 0 0 0,-1 3 0 0 0,0-2 0 0 0,-1 1 0 0 0,4 1 0 0 0,0-2 0 0 0,-1 0 0 0 0,-7 1 0 0 0,1-2 0 0 0,1 0 0 0 0,6-3 0 0 0,0 1 0 0 0,0 3 0 0 0,3-3 0 0 0,-6 1 0 0 0,2 3 0 0 0,-5 3 0 0 0,1 2 0 0 0,1-3 0 0 0,-1 0 0 0 0,0 0 0 0 0,-2 2 0 0 0,-5 2 0 0 0,2-4 0 0 0,2-1 0 0 0,-4 1 0 0 0,3 2 0 0 0,2 1 0 0 0,1 2 0 0 0,0 1 0 0 0,0 1 0 0 0,-1 0 0 0 0,-6 0 0 0 0,-2 1 0 0 0,-5-1 0 0 0,-6-5 0 0 0,-5-2 0 0 0,-4 1 0 0 0,2 0 0 0 0,1 3 0 0 0,-1 0 0 0 0,-2 2 0 0 0,-2 0 0 0 0,5 1 0 0 0,0 1 0 0 0,0-6 0 0 0,-2-2 0 0 0,-2 1 0 0 0,-1 0 0 0 0,-1 3 0 0 0,-1 0 0 0 0,-11 2 0 0 0,-14 1 0 0 0,-13 0 0 0 0,-11 0 0 0 0,-7 0 0 0 0,-5 0 0 0 0,-3 1 0 0 0,0-1 0 0 0,-1 0 0 0 0,1 5 0 0 0,1 2 0 0 0,0 0 0 0 0,0-2 0 0 0,1-1 0 0 0,0-2 0 0 0,1 5 0 0 0,-6 0 0 0 0,-2 5 0 0 0,1 0 0 0 0,1-2 0 0 0,1-2 0 0 0,2-3 0 0 0,-5-3 0 0 0,5 5 0 0 0,3 0 0 0 0,-5-1 0 0 0,-1 4 0 0 0,-5 1 0 0 0,0-3 0 0 0,-5 4 0 0 0,1-1 0 0 0,3-2 0 0 0,-2-3 0 0 0,-5 3 0 0 0,2 0 0 0 0,-2-1 0 0 0,2 3 0 0 0,4-1 0 0 0,-1-2 0 0 0,-4-1 0 0 0,-5-3 0 0 0,-2-2 0 0 0,1-2 0 0 0,1 1 0 0 0,3-2 0 0 0,0 1 0 0 0,-7 5 0 0 0,0 1 0 0 0,1 1 0 0 0,-8-2 0 0 0,4-2 0 0 0,5 5 0 0 0,2 0 0 0 0,0-1 0 0 0,-7-1 0 0 0,2-3 0 0 0,-1 0 0 0 0,-5-2 0 0 0,-8-1 0 0 0,4 5 0 0 0,2 2 0 0 0,2-1 0 0 0,2-1 0 0 0,0-2 0 0 0,6 0 0 0 0,2-2 0 0 0,0-1 0 0 0,3 5 0 0 0,1 2 0 0 0,2 0 0 0 0,-5-2 0 0 0,1-2 0 0 0,3-1 0 0 0,1 0 0 0 0,-3-2 0 0 0,2 0 0 0 0,-1 0 0 0 0,3 0 0 0 0,4-1 0 0 0,-1 1 0 0 0,2 0 0 0 0,-3 5 0 0 0,1 2 0 0 0,4 0 0 0 0,-3-2 0 0 0,-5-1 0 0 0,2-2 0 0 0,-3-1 0 0 0,2 0 0 0 0,-1-1 0 0 0,1 0 0 0 0,5-1 0 0 0,3 1 0 0 0,4 0 0 0 0,2 0 0 0 0,1 0 0 0 0,12 0 0 0 0,15 0 0 0 0,18 0 0 0 0,12 0 0 0 0,7 0 0 0 0,9 0 0 0 0,8 0 0 0 0,0 0 0 0 0,-2 0 0 0 0,1 0 0 0 0,3 0 0 0 0,8 0 0 0 0,5 0 0 0 0,2 5 0 0 0,1 2 0 0 0,3-1 0 0 0,-3 0 0 0 0,-4-2 0 0 0,4 3 0 0 0,-5 1 0 0 0,3 0 0 0 0,6-3 0 0 0,2 4 0 0 0,-1 0 0 0 0,-3-2 0 0 0,3-1 0 0 0,5 3 0 0 0,0 0 0 0 0,-3-1 0 0 0,2-3 0 0 0,-2 4 0 0 0,-2 0 0 0 0,1-2 0 0 0,10-1 0 0 0,12 3 0 0 0,-5 0 0 0 0,-3-2 0 0 0,-5 4 0 0 0,-6 0 0 0 0,0-3 0 0 0,2-2 0 0 0,-1-2 0 0 0,2 4 0 0 0,3 0 0 0 0,-7-2 0 0 0,0-1 0 0 0,-3-1 0 0 0,-3 3 0 0 0,2 1 0 0 0,5-1 0 0 0,-5-2 0 0 0,-4-2 0 0 0,2-1 0 0 0,-5-1 0 0 0,-4 0 0 0 0,5-2 0 0 0,-4 1 0 0 0,-2 0 0 0 0,-6 0 0 0 0,-1-1 0 0 0,1 6 0 0 0,-4 2 0 0 0,1 0 0 0 0,-3-2 0 0 0,-4-1 0 0 0,-4-2 0 0 0,-4 0 0 0 0,3-2 0 0 0,0 0 0 0 0,-1 5 0 0 0,-2 2 0 0 0,-1-1 0 0 0,-2-1 0 0 0,0-1 0 0 0,-1-2 0 0 0,0 0 0 0 0,-1-2 0 0 0,1 0 0 0 0,-1 0 0 0 0,-4 5 0 0 0,-13 1 0 0 0,-13 1 0 0 0,-13-2 0 0 0,-8-1 0 0 0,-7-2 0 0 0,-3-1 0 0 0,-2 0 0 0 0,0-1 0 0 0,-1 0 0 0 0,-4-6 0 0 0,-1-1 0 0 0,1 0 0 0 0,-4 1 0 0 0,0-3 0 0 0,2 0 0 0 0,-2 1 0 0 0,0 2 0 0 0,-3 2 0 0 0,-10 2 0 0 0,0-4 0 0 0,-2-1 0 0 0,4 0 0 0 0,0 2 0 0 0,-6-3 0 0 0,-4-1 0 0 0,-7 1 0 0 0,-7-3 0 0 0,-6 1 0 0 0,5 1 0 0 0,1-3 0 0 0,-3 1 0 0 0,3-3 0 0 0,-8 1 0 0 0,-4 2 0 0 0,-9-1 0 0 0,8 0 0 0 0,3-2 0 0 0,-4 1 0 0 0,-3 2 0 0 0,-1-1 0 0 0,-6 0 0 0 0,-5 3 0 0 0,8-2 0 0 0,2 0 0 0 0,-6 3 0 0 0,1-4 0 0 0,0 2 0 0 0,-3 1 0 0 0,-4 3 0 0 0,-1 2 0 0 0,9-3 0 0 0,0-1 0 0 0,-4 2 0 0 0,-6-5 0 0 0,7 1 0 0 0,-2 2 0 0 0,-3 1 0 0 0,12-2 0 0 0,0 0 0 0 0,-3 1 0 0 0,-7-3 0 0 0,5 1 0 0 0,-2 1 0 0 0,1 3 0 0 0,2-3 0 0 0,8 0 0 0 0,-1 1 0 0 0,-2 3 0 0 0,6-4 0 0 0,-3 0 0 0 0,-2 2 0 0 0,0 1 0 0 0,10 3 0 0 0,4-4 0 0 0,-1-1 0 0 0,4 1 0 0 0,-1 2 0 0 0,7 1 0 0 0,6 2 0 0 0,-8 2 0 0 0,4-1 0 0 0,3 1 0 0 0,2-4 0 0 0,7-3 0 0 0,3 1 0 0 0,4 0 0 0 0,7 3 0 0 0,-6 0 0 0 0,1 2 0 0 0,2 1 0 0 0,5 0 0 0 0,4 0 0 0 0,2 0 0 0 0,3 1 0 0 0,1-1 0 0 0,0 0 0 0 0,12 0 0 0 0,13 0 0 0 0,14 0 0 0 0,10 0 0 0 0,7 0 0 0 0,6 0 0 0 0,1 0 0 0 0,7 0 0 0 0,7 0 0 0 0,5 5 0 0 0,1 2 0 0 0,1 0 0 0 0,2-2 0 0 0,8-1 0 0 0,-3 4 0 0 0,6 0 0 0 0,1-1 0 0 0,0-2 0 0 0,-1-1 0 0 0,-1-2 0 0 0,-2-1 0 0 0,5-1 0 0 0,7 5 0 0 0,0 2 0 0 0,4-1 0 0 0,4-1 0 0 0,-2 4 0 0 0,1 0 0 0 0,3-1 0 0 0,7-2 0 0 0,-1 3 0 0 0,5 0 0 0 0,7-1 0 0 0,-4 3 0 0 0,-2-1 0 0 0,2-1 0 0 0,1-3 0 0 0,4 3 0 0 0,0 0 0 0 0,4-1 0 0 0,-7 3 0 0 0,1-1 0 0 0,-1-1 0 0 0,3 2 0 0 0,5 0 0 0 0,4-2 0 0 0,0 2 0 0 0,-10 0 0 0 0,-1-2 0 0 0,3 2 0 0 0,0 0 0 0 0,2-2 0 0 0,0 2 0 0 0,1 0 0 0 0,-6-3 0 0 0,-5-2 0 0 0,2-2 0 0 0,5 4 0 0 0,-5-1 0 0 0,2 0 0 0 0,5 3 0 0 0,-11 0 0 0 0,-5-1 0 0 0,2-3 0 0 0,2 4 0 0 0,-4-1 0 0 0,-3-2 0 0 0,0 4 0 0 0,-4 0 0 0 0,-6-3 0 0 0,0-2 0 0 0,-3 3 0 0 0,2 1 0 0 0,4-3 0 0 0,-7-1 0 0 0,0 2 0 0 0,-2 1 0 0 0,-7-1 0 0 0,0-3 0 0 0,-5-1 0 0 0,-2 3 0 0 0,0 1 0 0 0,0-1 0 0 0,-3-2 0 0 0,-2-2 0 0 0,-3 4 0 0 0,0 1 0 0 0,2-1 0 0 0,3-2 0 0 0,-3-1 0 0 0,-4-2 0 0 0,-5-1 0 0 0,-5-1 0 0 0,-3 5 0 0 0,-2 2 0 0 0,-2-1 0 0 0,0-1 0 0 0,-10-1 0 0 0,-15-2 0 0 0,-12-1 0 0 0,-12 0 0 0 0,-6-1 0 0 0,-5-1 0 0 0,-3 1 0 0 0,-5 0 0 0 0,-3 0 0 0 0,-4-1 0 0 0,-5 1 0 0 0,-4 0 0 0 0,1 0 0 0 0,5 0 0 0 0,0 0 0 0 0,3 0 0 0 0,-2 0 0 0 0,2 0 0 0 0,-6 0 0 0 0,-1 0 0 0 0,-7 0 0 0 0,2 0 0 0 0,0 0 0 0 0,-7 0 0 0 0,-7 0 0 0 0,2 0 0 0 0,-2 0 0 0 0,0 0 0 0 0,-3 0 0 0 0,0 0 0 0 0,-3 0 0 0 0,-4 0 0 0 0,-4 0 0 0 0,2 0 0 0 0,-1 0 0 0 0,-1 0 0 0 0,3 0 0 0 0,-1 0 0 0 0,-6 0 0 0 0,-5 0 0 0 0,4 0 0 0 0,-4 0 0 0 0,-2 0 0 0 0,11 0 0 0 0,-2 0 0 0 0,-2 0 0 0 0,5 0 0 0 0,-6 0 0 0 0,-2 0 0 0 0,3 0 0 0 0,7 0 0 0 0,-4 0 0 0 0,3 0 0 0 0,-1 0 0 0 0,-2 0 0 0 0,4 0 0 0 0,-6 6 0 0 0,2 1 0 0 0,0-1 0 0 0,4 0 0 0 0,0-3 0 0 0,-2 0 0 0 0,4-2 0 0 0,4-1 0 0 0,5 6 0 0 0,3 1 0 0 0,-1-1 0 0 0,-6-1 0 0 0,6-2 0 0 0,-2 5 0 0 0,6 0 0 0 0,3-1 0 0 0,3-1 0 0 0,5-3 0 0 0,2-1 0 0 0,-1 4 0 0 0,-2 2 0 0 0,-2-2 0 0 0,3-1 0 0 0,6-1 0 0 0,6-2 0 0 0,4 4 0 0 0,4 1 0 0 0,-2 0 0 0 0,-2-2 0 0 0,2-2 0 0 0,1 0 0 0 0,1-2 0 0 0,2-1 0 0 0,5 5 0 0 0,3 2 0 0 0,0-1 0 0 0,4 4 0 0 0,11 1 0 0 0,12-2 0 0 0,10-3 0 0 0,10-1 0 0 0,4-3 0 0 0,4-1 0 0 0,2-1 0 0 0,0 5 0 0 0,0 2 0 0 0,5-1 0 0 0,1-1 0 0 0,-1-2 0 0 0,-1 0 0 0 0,-2-2 0 0 0,3-1 0 0 0,1 0 0 0 0,-1 0 0 0 0,3 0 0 0 0,1-1 0 0 0,8 6 0 0 0,6 2 0 0 0,-1 0 0 0 0,1-2 0 0 0,1-1 0 0 0,1-2 0 0 0,2 0 0 0 0,0-2 0 0 0,2 0 0 0 0,4 0 0 0 0,-2 0 0 0 0,3-1 0 0 0,1 1 0 0 0,-2 0 0 0 0,5 0 0 0 0,6 0 0 0 0,0 0 0 0 0,-3 0 0 0 0,3 0 0 0 0,-3 5 0 0 0,3 2 0 0 0,4 0 0 0 0,-1-2 0 0 0,0-1 0 0 0,-1-2 0 0 0,-5-1 0 0 0,1 0 0 0 0,-6-1 0 0 0,0 0 0 0 0,4 5 0 0 0,5 1 0 0 0,-4 1 0 0 0,-1-2 0 0 0,-6-1 0 0 0,1-2 0 0 0,4-1 0 0 0,1 0 0 0 0,-2 4 0 0 0,-2 2 0 0 0,-3-1 0 0 0,-2-1 0 0 0,5-1 0 0 0,-6-2 0 0 0,-2-1 0 0 0,-1 0 0 0 0,-5 4 0 0 0,-3 2 0 0 0,2-1 0 0 0,1-1 0 0 0,3-1 0 0 0,-5-2 0 0 0,1-1 0 0 0,-5-1 0 0 0,-5 0 0 0 0,1 0 0 0 0,-3 0 0 0 0,-3 0 0 0 0,3-1 0 0 0,-1 1 0 0 0,3 0 0 0 0,-6 5 0 0 0,-4 2 0 0 0,-2 0 0 0 0,-3-2 0 0 0,1-1 0 0 0,-1-2 0 0 0,1 0 0 0 0,-11-2 0 0 0,-13 0 0 0 0,-13 0 0 0 0,-11 0 0 0 0,-7-1 0 0 0,-5 1 0 0 0,-3 0 0 0 0,0 0 0 0 0,0 0 0 0 0,-6 0 0 0 0,0 0 0 0 0,0 0 0 0 0,-3 0 0 0 0,-5 0 0 0 0,0-5 0 0 0,-2-2 0 0 0,-9 0 0 0 0,1 2 0 0 0,-1 1 0 0 0,-1 2 0 0 0,4 0 0 0 0,-4 2 0 0 0,-7 0 0 0 0,1 0 0 0 0,-3-5 0 0 0,-6-2 0 0 0,4 1 0 0 0,-1 1 0 0 0,-5-4 0 0 0,0 0 0 0 0,-2 1 0 0 0,-5 2 0 0 0,3 2 0 0 0,3-3 0 0 0,-5-1 0 0 0,0 1 0 0 0,-1-4 0 0 0,-8 1 0 0 0,-4 1 0 0 0,3 3 0 0 0,3 2 0 0 0,-1-3 0 0 0,0-1 0 0 0,0 1 0 0 0,-1 2 0 0 0,-6-4 0 0 0,-2 0 0 0 0,5 2 0 0 0,3 1 0 0 0,2 3 0 0 0,-1 0 0 0 0,0-3 0 0 0,-1-1 0 0 0,0 1 0 0 0,5 1 0 0 0,6 1 0 0 0,-4-3 0 0 0,-4-1 0 0 0,-2 1 0 0 0,3 2 0 0 0,2 1 0 0 0,9 2 0 0 0,2 1 0 0 0,-2 1 0 0 0,-4 0 0 0 0,1 0 0 0 0,-2-5 0 0 0,3-1 0 0 0,9-1 0 0 0,1 2 0 0 0,6 1 0 0 0,-1 2 0 0 0,-1 1 0 0 0,5 0 0 0 0,2 1 0 0 0,6 1 0 0 0,6-1 0 0 0,0 0 0 0 0,3 0 0 0 0,3 1 0 0 0,3-1 0 0 0,2 0 0 0 0,2 0 0 0 0,1 0 0 0 0,1 0 0 0 0,0 0 0 0 0,10 0 0 0 0,9 5 0 0 0,11 2 0 0 0,11 0 0 0 0,9-2 0 0 0,7-1 0 0 0,3 3 0 0 0,2 2 0 0 0,6-2 0 0 0,7-2 0 0 0,7-1 0 0 0,4-2 0 0 0,-1-1 0 0 0,0-1 0 0 0,6 0 0 0 0,-2-1 0 0 0,5 1 0 0 0,-3 0 0 0 0,-2 0 0 0 0,5 5 0 0 0,-3 1 0 0 0,4 1 0 0 0,6-2 0 0 0,2-1 0 0 0,-1-1 0 0 0,8 3 0 0 0,6 2 0 0 0,0-2 0 0 0,5-1 0 0 0,3-1 0 0 0,-4-2 0 0 0,4-1 0 0 0,-3-1 0 0 0,-2 6 0 0 0,5 0 0 0 0,2 1 0 0 0,6-2 0 0 0,-4-2 0 0 0,2-1 0 0 0,-5 0 0 0 0,-3 3 0 0 0,3 2 0 0 0,2 0 0 0 0,5-2 0 0 0,-4-2 0 0 0,2-1 0 0 0,-5 0 0 0 0,-4 3 0 0 0,0 2 0 0 0,4 0 0 0 0,2-2 0 0 0,0-2 0 0 0,0-1 0 0 0,-7 5 0 0 0,-8 0 0 0 0,4 0 0 0 0,-4-2 0 0 0,1-2 0 0 0,-3 5 0 0 0,0 0 0 0 0,-8-1 0 0 0,0-2 0 0 0,-3-2 0 0 0,-2-1 0 0 0,3-1 0 0 0,1 0 0 0 0,-8-1 0 0 0,-2-1 0 0 0,-8 6 0 0 0,-2 2 0 0 0,1-1 0 0 0,-3-1 0 0 0,0-1 0 0 0,-2-2 0 0 0,-5 0 0 0 0,2-2 0 0 0,3 0 0 0 0,-1 0 0 0 0,3 0 0 0 0,-3-1 0 0 0,-3 1 0 0 0,-4 0 0 0 0,-3 0 0 0 0,-3 0 0 0 0,-12 0 0 0 0,-14 0 0 0 0,-15 0 0 0 0,-10 0 0 0 0,-8 0 0 0 0,-5 0 0 0 0,4-5 0 0 0,0-2 0 0 0,0 0 0 0 0,-1 2 0 0 0,-6-4 0 0 0,-7-1 0 0 0,-3 2 0 0 0,1 3 0 0 0,-2 1 0 0 0,1 2 0 0 0,-3 1 0 0 0,-3 0 0 0 0,1-4 0 0 0,-1-1 0 0 0,-3 0 0 0 0,2 1 0 0 0,0 1 0 0 0,-8-3 0 0 0,2-2 0 0 0,-6 2 0 0 0,-13 2 0 0 0,1 1 0 0 0,3 2 0 0 0,-2-4 0 0 0,1-1 0 0 0,-2 0 0 0 0,5 2 0 0 0,5 2 0 0 0,-8 1 0 0 0,-1 1 0 0 0,0 0 0 0 0,-2 1 0 0 0,-4 1 0 0 0,6-1 0 0 0,0 0 0 0 0,3 1 0 0 0,-9-1 0 0 0,0 0 0 0 0,2 0 0 0 0,0 0 0 0 0,1 0 0 0 0,4 0 0 0 0,-1 0 0 0 0,-4 0 0 0 0,-4 0 0 0 0,1 0 0 0 0,-2 0 0 0 0,9 0 0 0 0,6 0 0 0 0,-1 0 0 0 0,0 0 0 0 0,3 0 0 0 0,-5 0 0 0 0,0 0 0 0 0,-3 0 0 0 0,5 0 0 0 0,4 0 0 0 0,2 0 0 0 0,7 0 0 0 0,-2 0 0 0 0,-3 5 0 0 0,5 2 0 0 0,5 0 0 0 0,3-2 0 0 0,2 4 0 0 0,0 0 0 0 0,2-1 0 0 0,3-2 0 0 0,4-2 0 0 0,-3-2 0 0 0,1-1 0 0 0,1 5 0 0 0,2 0 0 0 0,2 1 0 0 0,7 3 0 0 0,2 0 0 0 0,1-1 0 0 0,4 3 0 0 0,11-1 0 0 0,7 3 0 0 0,8-1 0 0 0,10-2 0 0 0,6-3 0 0 0,6-4 0 0 0,2-1 0 0 0,2-3 0 0 0,0 0 0 0 0,1 0 0 0 0,-1-1 0 0 0,5 1 0 0 0,7-1 0 0 0,1 1 0 0 0,-2 0 0 0 0,2 0 0 0 0,-1 0 0 0 0,-3 0 0 0 0,2 0 0 0 0,4-6 0 0 0,5-1 0 0 0,9 1 0 0 0,10 0 0 0 0,4-3 0 0 0,-2 0 0 0 0,-1 1 0 0 0,-9 2 0 0 0,-3 3 0 0 0,2 0 0 0 0,-3 2 0 0 0,4 1 0 0 0,2 0 0 0 0,0 1 0 0 0,-1-1 0 0 0,5 1 0 0 0,-4-1 0 0 0,3 0 0 0 0,-6 0 0 0 0,3 0 0 0 0,6 0 0 0 0,7 0 0 0 0,6 0 0 0 0,-7-5 0 0 0,0-2 0 0 0,-3 0 0 0 0,-8 2 0 0 0,-6 1 0 0 0,-7 2 0 0 0,3 0 0 0 0,2 2 0 0 0,-3 0 0 0 0,-1 0 0 0 0,1 0 0 0 0,-3 1 0 0 0,-1-1 0 0 0,-3 0 0 0 0,1 0 0 0 0,-4 0 0 0 0,2 0 0 0 0,4-5 0 0 0,-3-2 0 0 0,2 0 0 0 0,-3 2 0 0 0,-3 1 0 0 0,0 2 0 0 0,-1 1 0 0 0,-4 0 0 0 0,-2 1 0 0 0,-3 0 0 0 0,-1 1 0 0 0,-2-1 0 0 0,0 0 0 0 0,-1 0 0 0 0,0 0 0 0 0,0 0 0 0 0,1 0 0 0 0,-1 0 0 0 0,-9 0 0 0 0,-15 0 0 0 0,-13 0 0 0 0,-11 0 0 0 0,-7 0 0 0 0,-5 0 0 0 0,-2 0 0 0 0,-7 0 0 0 0,-1 0 0 0 0,0 0 0 0 0,2 0 0 0 0,2 0 0 0 0,3 0 0 0 0,-5 0 0 0 0,-6 0 0 0 0,-5 0 0 0 0,-6 0 0 0 0,2 0 0 0 0,-1 0 0 0 0,4 0 0 0 0,-6 0 0 0 0,-3 0 0 0 0,2 0 0 0 0,2 0 0 0 0,-2 0 0 0 0,-1 0 0 0 0,-6 0 0 0 0,2 0 0 0 0,-3 0 0 0 0,-3 0 0 0 0,2 0 0 0 0,-5 0 0 0 0,-6 0 0 0 0,0 0 0 0 0,-3 0 0 0 0,2 0 0 0 0,8 0 0 0 0,2 0 0 0 0,-5-5 0 0 0,1-2 0 0 0,-4 1 0 0 0,-5 0 0 0 0,2 2 0 0 0,2 2 0 0 0,6 1 0 0 0,-3 0 0 0 0,-3 1 0 0 0,1-5 0 0 0,2-1 0 0 0,-1-1 0 0 0,6 2 0 0 0,5 1 0 0 0,-3 2 0 0 0,0 1 0 0 0,0 1 0 0 0,-3-1 0 0 0,4 2 0 0 0,3-1 0 0 0,8 0 0 0 0,-4 0 0 0 0,-1 1 0 0 0,3-1 0 0 0,2 0 0 0 0,-1 0 0 0 0,-1 0 0 0 0,4 0 0 0 0,6 0 0 0 0,0 0 0 0 0,-3 0 0 0 0,3 0 0 0 0,4 0 0 0 0,3 0 0 0 0,4 0 0 0 0,3 0 0 0 0,1 0 0 0 0,7 5 0 0 0,12 2 0 0 0,9 5 0 0 0,10 0 0 0 0,9-1 0 0 0,3 2 0 0 0,2-1 0 0 0,10-3 0 0 0,4-2 0 0 0,1-3 0 0 0,1-2 0 0 0,4 4 0 0 0,6 1 0 0 0,6 4 0 0 0,-1 1 0 0 0,-4-2 0 0 0,0-3 0 0 0,-1-2 0 0 0,0 3 0 0 0,9 0 0 0 0,1-1 0 0 0,-5-2 0 0 0,5 4 0 0 0,4 0 0 0 0,1-2 0 0 0,7-1 0 0 0,2 2 0 0 0,0 1 0 0 0,3-1 0 0 0,-5-2 0 0 0,2-3 0 0 0,4-1 0 0 0,0-1 0 0 0,3-1 0 0 0,5 5 0 0 0,-7 2 0 0 0,5-1 0 0 0,-1 4 0 0 0,-3 1 0 0 0,2-2 0 0 0,7-3 0 0 0,6 4 0 0 0,-8-1 0 0 0,-1-1 0 0 0,10 3 0 0 0,1-1 0 0 0,-5-1 0 0 0,-2 2 0 0 0,0 0 0 0 0,1-2 0 0 0,-3-3 0 0 0,-1 3 0 0 0,-3 0 0 0 0,-1-1 0 0 0,3-3 0 0 0,-2 4 0 0 0,-10-1 0 0 0,0 0 0 0 0,-3 3 0 0 0,4-1 0 0 0,0-1 0 0 0,-2-3 0 0 0,4 3 0 0 0,-6 0 0 0 0,-4-1 0 0 0,4-3 0 0 0,-5-1 0 0 0,-2 3 0 0 0,4 1 0 0 0,-4-2 0 0 0,-1 0 0 0 0,0-3 0 0 0,-5-1 0 0 0,-7-1 0 0 0,-5-1 0 0 0,0 0 0 0 0,3 0 0 0 0,0 5 0 0 0,-3 1 0 0 0,2 1 0 0 0,4-2 0 0 0,4-1 0 0 0,-1 3 0 0 0,-4 1 0 0 0,-5 0 0 0 0,-5-3 0 0 0,-2-1 0 0 0,-3-2 0 0 0,-7 4 0 0 0,-2 1 0 0 0,-10 0 0 0 0,-13-2 0 0 0,-11-2 0 0 0,-9-1 0 0 0,-7-1 0 0 0,-4 0 0 0 0,-1-2 0 0 0,-2 1 0 0 0,-4 0 0 0 0,-2 0 0 0 0,-4-1 0 0 0,-5 1 0 0 0,0 0 0 0 0,-2 0 0 0 0,3 0 0 0 0,-1 0 0 0 0,2 0 0 0 0,4-5 0 0 0,0-2 0 0 0,0 0 0 0 0,-2 2 0 0 0,-3 1 0 0 0,0 2 0 0 0,-2 0 0 0 0,-3 2 0 0 0,-2 0 0 0 0,-4-5 0 0 0,5-2 0 0 0,-6 1 0 0 0,-7 1 0 0 0,2 1 0 0 0,-4-3 0 0 0,-6-2 0 0 0,5 2 0 0 0,4 2 0 0 0,-3 1 0 0 0,0 2 0 0 0,-4 1 0 0 0,-5 1 0 0 0,5-5 0 0 0,5-2 0 0 0,-3 1 0 0 0,2 1 0 0 0,-4-4 0 0 0,0 0 0 0 0,2 1 0 0 0,-3 2 0 0 0,1-3 0 0 0,2 0 0 0 0,3 2 0 0 0,-2 1 0 0 0,4-3 0 0 0,-1 0 0 0 0,-6 2 0 0 0,5 1 0 0 0,3-3 0 0 0,3 0 0 0 0,1 2 0 0 0,0 1 0 0 0,-5-2 0 0 0,3-1 0 0 0,8 1 0 0 0,2 2 0 0 0,0 3 0 0 0,-2-4 0 0 0,4-1 0 0 0,-1 1 0 0 0,4 2 0 0 0,5 1 0 0 0,-1 2 0 0 0,1 2 0 0 0,-1-1 0 0 0,0 1 0 0 0,4 1 0 0 0,2-1 0 0 0,3 0 0 0 0,-3 1 0 0 0,-1-1 0 0 0,2 0 0 0 0,1 0 0 0 0,2 0 0 0 0,7-5 0 0 0,13-2 0 0 0,14 0 0 0 0,12 2 0 0 0,10 1 0 0 0,6 1 0 0 0,3-3 0 0 0,2-2 0 0 0,1 2 0 0 0,-1 1 0 0 0,0 1 0 0 0,5 2 0 0 0,5 1 0 0 0,2 1 0 0 0,-2 0 0 0 0,-3 0 0 0 0,-3 0 0 0 0,3 1 0 0 0,-1-1 0 0 0,-1 0 0 0 0,8 0 0 0 0,3 0 0 0 0,2 0 0 0 0,-2 0 0 0 0,-4 0 0 0 0,6 0 0 0 0,5 0 0 0 0,-2 0 0 0 0,6 0 0 0 0,-3 0 0 0 0,1 0 0 0 0,-1 0 0 0 0,2 0 0 0 0,6 0 0 0 0,3 0 0 0 0,-1 0 0 0 0,0 0 0 0 0,-7 0 0 0 0,3 0 0 0 0,6 0 0 0 0,-4 0 0 0 0,3 0 0 0 0,6 0 0 0 0,-5 0 0 0 0,-3 0 0 0 0,-3 0 0 0 0,-1 0 0 0 0,4 0 0 0 0,2 0 0 0 0,0 0 0 0 0,3 0 0 0 0,-4 5 0 0 0,-4 2 0 0 0,-2 0 0 0 0,0-2 0 0 0,-1-1 0 0 0,-5-1 0 0 0,4-2 0 0 0,-3-1 0 0 0,0 6 0 0 0,0 0 0 0 0,-4 1 0 0 0,0-2 0 0 0,2-2 0 0 0,-4 0 0 0 0,-4-2 0 0 0,-6-1 0 0 0,2 0 0 0 0,3 0 0 0 0,1 0 0 0 0,1-1 0 0 0,-1 1 0 0 0,-3 0 0 0 0,-4 0 0 0 0,-3 0 0 0 0,-3 0 0 0 0,-1 0 0 0 0,-2 0 0 0 0,0 5 0 0 0,1 2 0 0 0,-1 0 0 0 0,0-2 0 0 0,0-1 0 0 0,1-2 0 0 0,0 0 0 0 0,0-2 0 0 0,-11 0 0 0 0,-14 0 0 0 0,-13 0 0 0 0,-10-1 0 0 0,-8 1 0 0 0,-5 0 0 0 0,-3 0 0 0 0,0 0 0 0 0,-1 0 0 0 0,1 0 0 0 0,1 0 0 0 0,0 0 0 0 0,0 0 0 0 0,1 0 0 0 0,0 0 0 0 0,1 0 0 0 0,-6 0 0 0 0,-7 0 0 0 0,-1 0 0 0 0,1 0 0 0 0,3 0 0 0 0,3 0 0 0 0,-3-6 0 0 0,-5-1 0 0 0,0 1 0 0 0,-2 0 0 0 0,0 3 0 0 0,4 0 0 0 0,-2 2 0 0 0,3 1 0 0 0,-4 0 0 0 0,-3 0 0 0 0,1 0 0 0 0,3 0 0 0 0,5 1 0 0 0,-2-1 0 0 0,-5 0 0 0 0,2 0 0 0 0,-3 0 0 0 0,1 0 0 0 0,-1 0 0 0 0,-3 0 0 0 0,2 0 0 0 0,-2 0 0 0 0,3 0 0 0 0,0 0 0 0 0,-4 0 0 0 0,-2 0 0 0 0,2 0 0 0 0,-1 0 0 0 0,-1 0 0 0 0,3 0 0 0 0,5 0 0 0 0,5 0 0 0 0,-1 0 0 0 0,-4 0 0 0 0,-4 0 0 0 0,0 0 0 0 0,-1 0 0 0 0,3 0 0 0 0,4 0 0 0 0,4 0 0 0 0,4 0 0 0 0,-2 0 0 0 0,-6 0 0 0 0,0 0 0 0 0,-3 0 0 0 0,-4 0 0 0 0,1 0 0 0 0,4 0 0 0 0,5 0 0 0 0,-2 0 0 0 0,2 0 0 0 0,2 0 0 0 0,-2 0 0 0 0,0 0 0 0 0,2 0 0 0 0,2 0 0 0 0,3 0 0 0 0,1 0 0 0 0,2 0 0 0 0,0 0 0 0 0,5-5 0 0 0,8-8 0 0 0,12 0 0 0 0,12 1 0 0 0,10 3 0 0 0,8-3 0 0 0,5 2 0 0 0,3-4 0 0 0,1 1 0 0 0,5 3 0 0 0,2 3 0 0 0,0 2 0 0 0,2 3 0 0 0,0 1 0 0 0,-2 1 0 0 0,-2 0 0 0 0,2 1 0 0 0,0 0 0 0 0,-1-1 0 0 0,2 0 0 0 0,1 1 0 0 0,2-1 0 0 0,5 0 0 0 0,0 0 0 0 0,1 0 0 0 0,-2 0 0 0 0,1 0 0 0 0,2 0 0 0 0,-1 0 0 0 0,0 0 0 0 0,9 0 0 0 0,3 0 0 0 0,-3 0 0 0 0,0 0 0 0 0,4 0 0 0 0,-3 0 0 0 0,0 0 0 0 0,-7 0 0 0 0,-5 0 0 0 0,-2 0 0 0 0,-3 0 0 0 0,2 0 0 0 0,3 0 0 0 0,0 0 0 0 0,-4 0 0 0 0,-4 0 0 0 0,1 0 0 0 0,5 0 0 0 0,5 0 0 0 0,-1 0 0 0 0,-4 0 0 0 0,-4 0 0 0 0,-5 0 0 0 0,-3 5 0 0 0,4 2 0 0 0,0-1 0 0 0,-1 0 0 0 0,3-2 0 0 0,1-2 0 0 0,-2-1 0 0 0,-2 0 0 0 0,-2-1 0 0 0,-2 0 0 0 0,-1-1 0 0 0,-12-4 0 0 0,-14-3 0 0 0,-13 2 0 0 0,-11-5 0 0 0,-8 0 0 0 0,-4 2 0 0 0,-2-3 0 0 0,-2 1 0 0 0,-5-3 0 0 0,-1 0 0 0 0,-4 4 0 0 0,-6-3 0 0 0,1 1 0 0 0,4 3 0 0 0,4-2 0 0 0,3 0 0 0 0,-1-3 0 0 0,-6 1 0 0 0,1 3 0 0 0,-4-3 0 0 0,2 2 0 0 0,-2 2 0 0 0,-3 3 0 0 0,1-3 0 0 0,-1 0 0 0 0,-7-4 0 0 0,1 1 0 0 0,-1 2 0 0 0,-1-2 0 0 0,0 0 0 0 0,-2 3 0 0 0,-5-3 0 0 0,3 1 0 0 0,-4-2 0 0 0,0-1 0 0 0,5 4 0 0 0,3-2 0 0 0,2 0 0 0 0,-1 3 0 0 0,-6 3 0 0 0,-3-3 0 0 0,5 0 0 0 0,3 2 0 0 0,6 1 0 0 0,-4 3 0 0 0,-3 1 0 0 0,4 1 0 0 0,1 1 0 0 0,-6 0 0 0 0,-3 1 0 0 0,-1-1 0 0 0,5 1 0 0 0,2-1 0 0 0,6 0 0 0 0,7 0 0 0 0,0 0 0 0 0,-3 0 0 0 0,-3 0 0 0 0,1 0 0 0 0,5 0 0 0 0,4 0 0 0 0,4 0 0 0 0,3 0 0 0 0,2 0 0 0 0,1 0 0 0 0,1 0 0 0 0,0 0 0 0 0,0 0 0 0 0,5 5 0 0 0,12 2 0 0 0,14 0 0 0 0,11 3 0 0 0,9 1 0 0 0,7-2 0 0 0,-2 3 0 0 0,0-1 0 0 0,1-2 0 0 0,1-2 0 0 0,1-3 0 0 0,0 3 0 0 0,2 1 0 0 0,0-1 0 0 0,0-2 0 0 0,5-2 0 0 0,2-1 0 0 0,5-1 0 0 0,5-1 0 0 0,1 0 0 0 0,1-1 0 0 0,4 6 0 0 0,-3 2 0 0 0,0-1 0 0 0,3 0 0 0 0,2-3 0 0 0,2 0 0 0 0,2-2 0 0 0,-4 5 0 0 0,-1 1 0 0 0,0-1 0 0 0,7-1 0 0 0,-2-1 0 0 0,4-2 0 0 0,8-1 0 0 0,7-1 0 0 0,0 0 0 0 0,-3 0 0 0 0,2 0 0 0 0,-2 5 0 0 0,2 1 0 0 0,3 1 0 0 0,4-2 0 0 0,-3-1 0 0 0,-4-2 0 0 0,0 0 0 0 0,-2-2 0 0 0,-4 0 0 0 0,-4 0 0 0 0,-8 0 0 0 0,1-1 0 0 0,7 1 0 0 0,-4 0 0 0 0,3 5 0 0 0,1 2 0 0 0,-6 0 0 0 0,-3-2 0 0 0,-1-1 0 0 0,0-2 0 0 0,1-1 0 0 0,0 0 0 0 0,2-1 0 0 0,-6 0 0 0 0,-5-1 0 0 0,3 1 0 0 0,-2 5 0 0 0,2 2 0 0 0,1-1 0 0 0,-3 0 0 0 0,-4-2 0 0 0,-1-2 0 0 0,3-1 0 0 0,-1 0 0 0 0,-5-1 0 0 0,2 0 0 0 0,-2-1 0 0 0,-3 1 0 0 0,2 0 0 0 0,5 0 0 0 0,-1-1 0 0 0,3 1 0 0 0,-3 0 0 0 0,-2 0 0 0 0,-5 0 0 0 0,-3 0 0 0 0,-3 0 0 0 0,-1 0 0 0 0,-12 0 0 0 0,-15 0 0 0 0,-12 0 0 0 0,-12 0 0 0 0,-6 0 0 0 0,-6 0 0 0 0,-1 0 0 0 0,-2 0 0 0 0,1-5 0 0 0,-1-2 0 0 0,2 1 0 0 0,0 0 0 0 0,-4-3 0 0 0,-8 0 0 0 0,0 1 0 0 0,1 2 0 0 0,-2 2 0 0 0,-4 2 0 0 0,1 1 0 0 0,-2-4 0 0 0,-3-2 0 0 0,3 1 0 0 0,-1 1 0 0 0,3 1 0 0 0,-1 2 0 0 0,-3 1 0 0 0,3-5 0 0 0,-6-1 0 0 0,-5 1 0 0 0,3 1 0 0 0,1 1 0 0 0,4 2 0 0 0,1 1 0 0 0,-6 1 0 0 0,0 0 0 0 0,-5 0 0 0 0,-3 0 0 0 0,5 1 0 0 0,-4-1 0 0 0,5 0 0 0 0,6 0 0 0 0,-3 0 0 0 0,2 0 0 0 0,-4 0 0 0 0,-4 0 0 0 0,-12 0 0 0 0,-4 0 0 0 0,1 0 0 0 0,3 0 0 0 0,4 0 0 0 0,8 0 0 0 0,4 0 0 0 0,7 0 0 0 0,2 0 0 0 0,-7 0 0 0 0,1 0 0 0 0,-1 0 0 0 0,-1 0 0 0 0,4 0 0 0 0,0 0 0 0 0,5 0 0 0 0,-1 0 0 0 0,-3 0 0 0 0,4 0 0 0 0,3 0 0 0 0,5 0 0 0 0,-2 0 0 0 0,-4 0 0 0 0,1 0 0 0 0,-3 0 0 0 0,2 0 0 0 0,3 0 0 0 0,-1 0 0 0 0,-4 0 0 0 0,1 0 0 0 0,4 0 0 0 0,3 0 0 0 0,-2 0 0 0 0,1 0 0 0 0,3 0 0 0 0,-4 0 0 0 0,1 0 0 0 0,8-5 0 0 0,3-2 0 0 0,2 0 0 0 0,0 2 0 0 0,1 1 0 0 0,-2 2 0 0 0,5-5 0 0 0,12 0 0 0 0,12 0 0 0 0,7-3 0 0 0,8-1 0 0 0,6 3 0 0 0,4 1 0 0 0,4 3 0 0 0,3 2 0 0 0,-1 1 0 0 0,2 1 0 0 0,-1 0 0 0 0,5 0 0 0 0,7 1 0 0 0,6-1 0 0 0,0 0 0 0 0,2 1 0 0 0,-3-1 0 0 0,7 0 0 0 0,-2 0 0 0 0,6 0 0 0 0,8 0 0 0 0,-1 0 0 0 0,3 0 0 0 0,5 0 0 0 0,11 0 0 0 0,2 0 0 0 0,1 5 0 0 0,6 2 0 0 0,-7 0 0 0 0,-3 3 0 0 0,5 1 0 0 0,2-2 0 0 0,2 3 0 0 0,6-1 0 0 0,2 3 0 0 0,-12 0 0 0 0,0-4 0 0 0,6-2 0 0 0,2 2 0 0 0,0-1 0 0 0,0-1 0 0 0,3 2 0 0 0,-10 0 0 0 0,-4-1 0 0 0,3-3 0 0 0,3-2 0 0 0,1-2 0 0 0,0 4 0 0 0,0 1 0 0 0,-11-1 0 0 0,2 4 0 0 0,1 1 0 0 0,-2-3 0 0 0,-1-1 0 0 0,2 2 0 0 0,2 0 0 0 0,-9-1 0 0 0,-1 3 0 0 0,1-1 0 0 0,-7-1 0 0 0,0-3 0 0 0,-1 3 0 0 0,-3 0 0 0 0,-6-1 0 0 0,-5-3 0 0 0,0-1 0 0 0,1-2 0 0 0,-5 4 0 0 0,0 1 0 0 0,-4-1 0 0 0,0-1 0 0 0,3 4 0 0 0,3 0 0 0 0,3-2 0 0 0,2-1 0 0 0,-3-2 0 0 0,-2-2 0 0 0,-4-1 0 0 0,-5-1 0 0 0,-5 0 0 0 0,-5 5 0 0 0,-2 1 0 0 0,-2 1 0 0 0,-12-2 0 0 0,-13-2 0 0 0,-14 0 0 0 0,-11-2 0 0 0,-7-1 0 0 0,-4 0 0 0 0,-3 0 0 0 0,0 0 0 0 0,-1 0 0 0 0,1-1 0 0 0,1 1 0 0 0,0 0 0 0 0,1 0 0 0 0,-6 0 0 0 0,-6 0 0 0 0,-1 0 0 0 0,-4 0 0 0 0,-4 0 0 0 0,-4 0 0 0 0,3-5 0 0 0,-6-2 0 0 0,-3 0 0 0 0,4 2 0 0 0,-5 1 0 0 0,4 2 0 0 0,2 1 0 0 0,-6-5 0 0 0,2-1 0 0 0,-3 0 0 0 0,-7 2 0 0 0,-2 2 0 0 0,1 1 0 0 0,3-5 0 0 0,1 0 0 0 0,-2 0 0 0 0,-5 2 0 0 0,-1 2 0 0 0,-3 1 0 0 0,2 1 0 0 0,3 0 0 0 0,3 1 0 0 0,-1 1 0 0 0,1-1 0 0 0,-3 0 0 0 0,-5 0 0 0 0,5 1 0 0 0,1-1 0 0 0,-4 0 0 0 0,1 0 0 0 0,-3 0 0 0 0,-3 0 0 0 0,7 0 0 0 0,6 0 0 0 0,4 0 0 0 0,-3 0 0 0 0,-5 0 0 0 0,-1 0 0 0 0,2 0 0 0 0,-3 0 0 0 0,6 0 0 0 0,5 0 0 0 0,-3 0 0 0 0,-1 0 0 0 0,2 0 0 0 0,-5 0 0 0 0,5 0 0 0 0,-2 0 0 0 0,6 0 0 0 0,2 0 0 0 0,1 0 0 0 0,5 0 0 0 0,-3 0 0 0 0,2 0 0 0 0,0 0 0 0 0,-1 0 0 0 0,4 0 0 0 0,0 5 0 0 0,-1 2 0 0 0,-3 0 0 0 0,4-2 0 0 0,4-1 0 0 0,6-2 0 0 0,5-1 0 0 0,3 0 0 0 0,3-1 0 0 0,0 0 0 0 0,-4-1 0 0 0,-2 1 0 0 0,1 0 0 0 0,0 0 0 0 0,2 0 0 0 0,12 0 0 0 0,14-1 0 0 0,15 1 0 0 0,10 1 0 0 0,14-1 0 0 0,6 0 0 0 0,3 0 0 0 0,4 0 0 0 0,0 0 0 0 0,4 0 0 0 0,-2 0 0 0 0,2 0 0 0 0,3-6 0 0 0,4-1 0 0 0,-2 1 0 0 0,-1 0 0 0 0,3-3 0 0 0,1 0 0 0 0,-2 1 0 0 0,-1 2 0 0 0,1 2 0 0 0,7 2 0 0 0,-1 1 0 0 0,5 1 0 0 0,1 0 0 0 0,-4 1 0 0 0,2-1 0 0 0,-5 0 0 0 0,5-5 0 0 0,6-1 0 0 0,7-1 0 0 0,-5 2 0 0 0,-3 1 0 0 0,-3 2 0 0 0,2 0 0 0 0,6-3 0 0 0,1-2 0 0 0,-2 0 0 0 0,2 2 0 0 0,-6 2 0 0 0,-5 0 0 0 0,4 2 0 0 0,-1 1 0 0 0,0 0 0 0 0,3-5 0 0 0,1-2 0 0 0,-6 1 0 0 0,-5 1 0 0 0,-1 1 0 0 0,5 2 0 0 0,-3 1 0 0 0,3 0 0 0 0,2 1 0 0 0,-5 0 0 0 0,-3 1 0 0 0,-6-1 0 0 0,-1 0 0 0 0,1 0 0 0 0,-3 0 0 0 0,6 0 0 0 0,-1 0 0 0 0,-5 0 0 0 0,0 0 0 0 0,-3 0 0 0 0,1 0 0 0 0,-2 0 0 0 0,-4-5 0 0 0,-3-2 0 0 0,-3 1 0 0 0,-2 0 0 0 0,3 2 0 0 0,2 2 0 0 0,-1 1 0 0 0,3 0 0 0 0,1 1 0 0 0,-1 0 0 0 0,-3 1 0 0 0,-2-1 0 0 0,-2 0 0 0 0,-1 0 0 0 0,-12 1 0 0 0,-13-1 0 0 0,-15 0 0 0 0,-10 0 0 0 0,-7 0 0 0 0,-6 0 0 0 0,-1 0 0 0 0,-7 0 0 0 0,-2 0 0 0 0,2 0 0 0 0,1 0 0 0 0,2 0 0 0 0,-3 0 0 0 0,0 0 0 0 0,1 0 0 0 0,2 0 0 0 0,1 0 0 0 0,-3 0 0 0 0,0 0 0 0 0,0 0 0 0 0,-3 5 0 0 0,-6 2 0 0 0,1-1 0 0 0,-3 0 0 0 0,2-2 0 0 0,3-2 0 0 0,-1-1 0 0 0,-3 0 0 0 0,-4 4 0 0 0,1 2 0 0 0,-1-1 0 0 0,4-1 0 0 0,4-1 0 0 0,4 3 0 0 0,4 1 0 0 0,3-1 0 0 0,-3-1 0 0 0,-7-3 0 0 0,-1 5 0 0 0,-3 0 0 0 0,1-1 0 0 0,3-2 0 0 0,3-2 0 0 0,4-1 0 0 0,3-1 0 0 0,-4-1 0 0 0,-1 6 0 0 0,1 0 0 0 0,1 1 0 0 0,2-2 0 0 0,2-2 0 0 0,5 5 0 0 0,3 0 0 0 0,0-1 0 0 0,-1-2 0 0 0,-2-1 0 0 0,4-7 0 0 0,11-3 0 0 0,13-1 0 0 0,12-3 0 0 0,3-7 0 0 0,4-4 0 0 0,4 0 0 0 0,4-1 0 0 0,1 4 0 0 0,-3-2 0 0 0,-2 4 0 0 0,1 4 0 0 0,1-1 0 0 0,2-3 0 0 0,1-5 0 0 0,1 1 0 0 0,6 0 0 0 0,1 2 0 0 0,1 0 0 0 0,4-3 0 0 0,0 2 0 0 0,-2 5 0 0 0,3-1 0 0 0,-1-3 0 0 0,-2-4 0 0 0,7 2 0 0 0,-3-1 0 0 0,0 4 0 0 0,-1 4 0 0 0,2-1 0 0 0,4-3 0 0 0,-1 1 0 0 0,2-2 0 0 0,2-3 0 0 0,-1 2 0 0 0,-6 4 0 0 0,2 5 0 0 0,2-1 0 0 0,4-4 0 0 0,3 0 0 0 0,-3-2 0 0 0,1 1 0 0 0,-5-1 0 0 0,-4-3 0 0 0,0 1 0 0 0,3 5 0 0 0,-2 4 0 0 0,3-1 0 0 0,2 1 0 0 0,-6-3 0 0 0,-2 1 0 0 0,-7-3 0 0 0,1 1 0 0 0,4-2 0 0 0,6 1 0 0 0,0 4 0 0 0,2-2 0 0 0,-1 1 0 0 0,-10-2 0 0 0,-5 1 0 0 0,2-2 0 0 0,0 0 0 0 0,-1 4 0 0 0,0 4 0 0 0,-1-3 0 0 0,-1 1 0 0 0,-1 1 0 0 0,-5-2 0 0 0,-3 0 0 0 0,1 1 0 0 0,2 3 0 0 0,-10 2 0 0 0,-12 2 0 0 0,-12 2 0 0 0,-10-1 0 0 0,-2 7 0 0 0,-3 1 0 0 0,-3 1 0 0 0,-2-3 0 0 0,4 5 0 0 0,1-1 0 0 0,-7 4 0 0 0,-3 5 0 0 0,-6 5 0 0 0,-8-2 0 0 0,0 1 0 0 0,2-3 0 0 0,3 0 0 0 0,10 2 0 0 0,-1-2 0 0 0,0-5 0 0 0,0 1 0 0 0,1 3 0 0 0,1-1 0 0 0,-1-5 0 0 0,1 2 0 0 0,1 4 0 0 0,-1 4 0 0 0,0-3 0 0 0,0-3 0 0 0,1 0 0 0 0,-1 3 0 0 0,0 3 0 0 0,0 4 0 0 0,-5 2 0 0 0,-2 1 0 0 0,1-3 0 0 0,6-2 0 0 0,3 1 0 0 0,2-4 0 0 0,-1 0 0 0 0,5 1 0 0 0,0-3 0 0 0,0-5 0 0 0,2 1 0 0 0,6 3 0 0 0,-1 3 0 0 0,-3-1 0 0 0,-3-4 0 0 0,1-1 0 0 0,5 4 0 0 0,-1-2 0 0 0,-3 1 0 0 0,2 4 0 0 0,-1 2 0 0 0,-3 3 0 0 0,-3 2 0 0 0,2 1 0 0 0,5 1 0 0 0,1-5 0 0 0,2-1 0 0 0,9-6 0 0 0,11-5 0 0 0,9-6 0 0 0,3-9 0 0 0,3-9 0 0 0,3-4 0 0 0,3 1 0 0 0,2-2 0 0 0,1-5 0 0 0,1 2 0 0 0,1-1 0 0 0,-1-4 0 0 0,1 3 0 0 0,-1 0 0 0 0,0-3 0 0 0,5 4 0 0 0,-3-2 0 0 0,-2 4 0 0 0,-2 5 0 0 0,-5-1 0 0 0,4-4 0 0 0,2-4 0 0 0,6 1 0 0 0,3 0 0 0 0,-5-3 0 0 0,-4 3 0 0 0,-1 4 0 0 0,-1 1 0 0 0,1-4 0 0 0,0-2 0 0 0,0 1 0 0 0,1 4 0 0 0,1 0 0 0 0,0-2 0 0 0,-1-4 0 0 0,1 2 0 0 0,0-1 0 0 0,5-2 0 0 0,2 3 0 0 0,0-1 0 0 0,3-1 0 0 0,-4-3 0 0 0,-5 3 0 0 0,5 5 0 0 0,-6 1 0 0 0,-2-3 0 0 0,-1-3 0 0 0,0 2 0 0 0,1 5 0 0 0,-5-1 0 0 0,-1 3 0 0 0,1-2 0 0 0,1 1 0 0 0,2 4 0 0 0,-4-2 0 0 0,0 1 0 0 0,-5-3 0 0 0,1 1 0 0 0,-9 3 0 0 0,-11 3 0 0 0,-11 2 0 0 0,-8 3 0 0 0,-6 1 0 0 0,-4 6 0 0 0,-2 3 0 0 0,-1-1 0 0 0,0-1 0 0 0,0 4 0 0 0,1 4 0 0 0,0 1 0 0 0,1-2 0 0 0,-5 2 0 0 0,-2-3 0 0 0,6 4 0 0 0,3-3 0 0 0,-5-2 0 0 0,5 2 0 0 0,-4-2 0 0 0,-2-2 0 0 0,6 2 0 0 0,-4 0 0 0 0,5 3 0 0 0,-4-1 0 0 0,-1 2 0 0 0,-1-1 0 0 0,0-2 0 0 0,-4 1 0 0 0,4 3 0 0 0,3 0 0 0 0,-4 3 0 0 0,-7-3 0 0 0,-1 1 0 0 0,1-2 0 0 0,3 2 0 0 0,-2 3 0 0 0,-1-2 0 0 0,-2 2 0 0 0,1-4 0 0 0,7 2 0 0 0,5-3 0 0 0,2 2 0 0 0,1-2 0 0 0,0-4 0 0 0,0 1 0 0 0,-2 0 0 0 0,6 1 0 0 0,1 0 0 0 0,-1-2 0 0 0,-2 1 0 0 0,-1-1 0 0 0,-1 3 0 0 0,3 5 0 0 0,2-2 0 0 0,-2-3 0 0 0,5 1 0 0 0,5 3 0 0 0,0-1 0 0 0,2 2 0 0 0,4 2 0 0 0,3 3 0 0 0,8-2 0 0 0,9-5 0 0 0,8 0 0 0 0,5-3 0 0 0,5-5 0 0 0,2-2 0 0 0,1 2 0 0 0,1-1 0 0 0,-1-1 0 0 0,0-2 0 0 0,0-2 0 0 0,5-1 0 0 0,1-2 0 0 0,4 0 0 0 0,7 0 0 0 0,-1 0 0 0 0,8-1 0 0 0,-1 1 0 0 0,1 0 0 0 0,-4 0 0 0 0,-6 0 0 0 0,-4-6 0 0 0,-1-1 0 0 0,5-5 0 0 0,-1 0 0 0 0,-3 2 0 0 0,3 2 0 0 0,3 3 0 0 0,4-3 0 0 0,-1 0 0 0 0,6 1 0 0 0,-1-4 0 0 0,-5 1 0 0 0,-6 2 0 0 0,-5-4 0 0 0,0 1 0 0 0,5-3 0 0 0,0 1 0 0 0,2-3 0 0 0,4 2 0 0 0,-1 2 0 0 0,-5 5 0 0 0,1-3 0 0 0,-1 0 0 0 0,-5-2 0 0 0,-2-1 0 0 0,-4-2 0 0 0,4 1 0 0 0,5 3 0 0 0,7 3 0 0 0,-6-2 0 0 0,-5 1 0 0 0,1-4 0 0 0,-1 1 0 0 0,-1-3 0 0 0,-3 1 0 0 0,-1 3 0 0 0,-2 3 0 0 0,-6-2 0 0 0,-2 1 0 0 0,0-4 0 0 0,1 1 0 0 0,1 2 0 0 0,3-3 0 0 0,-5-3 0 0 0,-6-6 0 0 0,-12 2 0 0 0,-11 5 0 0 0,-11 3 0 0 0,-7 6 0 0 0,-6 2 0 0 0,-8 3 0 0 0,-3 1 0 0 0,1 0 0 0 0,0 1 0 0 0,3 0 0 0 0,2 0 0 0 0,-4-1 0 0 0,-1 1 0 0 0,-4-1 0 0 0,0 0 0 0 0,-3 0 0 0 0,-4 0 0 0 0,1 0 0 0 0,-2 0 0 0 0,3 0 0 0 0,-1 0 0 0 0,2 5 0 0 0,-1 2 0 0 0,3 5 0 0 0,-2 0 0 0 0,2-1 0 0 0,3-4 0 0 0,9 4 0 0 0,5-2 0 0 0,2-1 0 0 0,-1 3 0 0 0,1 0 0 0 0,-2-3 0 0 0,4 4 0 0 0,2-2 0 0 0,-2 4 0 0 0,-2-1 0 0 0,5 3 0 0 0,-1-1 0 0 0,-1-4 0 0 0,3 2 0 0 0,0 4 0 0 0,-2-1 0 0 0,-3-3 0 0 0,3 1 0 0 0,6 4 0 0 0,0-2 0 0 0,2 3 0 0 0,10-3 0 0 0,10-4 0 0 0,9-4 0 0 0,8-3 0 0 0,5-2 0 0 0,2-3 0 0 0,3 0 0 0 0,0-1 0 0 0,-1 0 0 0 0,1-5 0 0 0,-1-1 0 0 0,-1-5 0 0 0,1-1 0 0 0,-2 3 0 0 0,1 2 0 0 0,-5-2 0 0 0,-2 0 0 0 0,0-3 0 0 0,6 0 0 0 0,4 3 0 0 0,1-3 0 0 0,0 2 0 0 0,-1-3 0 0 0,-6-5 0 0 0,3 2 0 0 0,1 3 0 0 0,0-1 0 0 0,1 2 0 0 0,-1-3 0 0 0,0-2 0 0 0,-1 0 0 0 0,0 4 0 0 0,0 0 0 0 0,0 1 0 0 0,-6-2 0 0 0,-1 1 0 0 0,6 4 0 0 0,-3-2 0 0 0,-1 0 0 0 0,2-2 0 0 0,-6-4 0 0 0,0 1 0 0 0,1 3 0 0 0,2-1 0 0 0,-3-3 0 0 0,-1 1 0 0 0,2 4 0 0 0,-3-2 0 0 0,-5-3 0 0 0,-10 2 0 0 0,-12 3 0 0 0,-9 4 0 0 0,-7 3 0 0 0,-6 4 0 0 0,-2 0 0 0 0,-2 3 0 0 0,0-1 0 0 0,0 1 0 0 0,1 0 0 0 0,0-1 0 0 0,1 1 0 0 0,-1 4 0 0 0,2 2 0 0 0,-1 0 0 0 0,0-2 0 0 0,0-1 0 0 0,1-2 0 0 0,-6 5 0 0 0,-2 0 0 0 0,-5 5 0 0 0,0 6 0 0 0,2-1 0 0 0,2-3 0 0 0,3-4 0 0 0,3 2 0 0 0,0-2 0 0 0,2 4 0 0 0,1-2 0 0 0,5 3 0 0 0,-4-1 0 0 0,-2-3 0 0 0,0 2 0 0 0,-1-1 0 0 0,5 2 0 0 0,2-1 0 0 0,0-3 0 0 0,-1-2 0 0 0,4 1 0 0 0,0 1 0 0 0,-1 2 0 0 0,4 6 0 0 0,-1-1 0 0 0,-2-4 0 0 0,-3-3 0 0 0,4 2 0 0 0,4 3 0 0 0,1 0 0 0 0,8-3 0 0 0,10-3 0 0 0,11-4 0 0 0,7-7 0 0 0,7-4 0 0 0,3-6 0 0 0,2 0 0 0 0,1-5 0 0 0,-5-3 0 0 0,-3 0 0 0 0,1 5 0 0 0,-5-1 0 0 0,-1 3 0 0 0,2-3 0 0 0,3 3 0 0 0,-4-3 0 0 0,0 2 0 0 0,2-2 0 0 0,-3-4 0 0 0,0 2 0 0 0,3 4 0 0 0,-4-1 0 0 0,1 2 0 0 0,2-2 0 0 0,3 2 0 0 0,-4-3 0 0 0,1 2 0 0 0,-4-2 0 0 0,1 2 0 0 0,-4-3 0 0 0,2 3 0 0 0,3 3 0 0 0,3-2 0 0 0,-3-4 0 0 0,2 1 0 0 0,1 4 0 0 0,-3-3 0 0 0,-4-2 0 0 0,-1 0 0 0 0,3-1 0 0 0,-1-4 0 0 0,1 3 0 0 0,-3-1 0 0 0,-8 3 0 0 0,-11 4 0 0 0,-5-1 0 0 0,-6 3 0 0 0,-6 2 0 0 0,-4 3 0 0 0,-4 3 0 0 0,-1 1 0 0 0,-2 2 0 0 0,0 0 0 0 0,0 0 0 0 0,0 1 0 0 0,1 0 0 0 0,0-1 0 0 0,-1 0 0 0 0,2 0 0 0 0,-1 0 0 0 0,0 0 0 0 0,0 0 0 0 0,0 0 0 0 0,1 0 0 0 0,-1 0 0 0 0,0 0 0 0 0,0 0 0 0 0,0 6 0 0 0,1 1 0 0 0,-1-1 0 0 0,0 5 0 0 0,0 0 0 0 0,0 3 0 0 0,0-1 0 0 0,1-2 0 0 0,-1-3 0 0 0,0 2 0 0 0,0 0 0 0 0,5 3 0 0 0,3-1 0 0 0,-2-2 0 0 0,0-3 0 0 0,3 3 0 0 0,6 4 0 0 0,0 1 0 0 0,-2-3 0 0 0,1 2 0 0 0,-1-1 0 0 0,3 2 0 0 0,-2-2 0 0 0,2 3 0 0 0,4 4 0 0 0,3 3 0 0 0,9-2 0 0 0,9-4 0 0 0,8-6 0 0 0,7-4 0 0 0,4-3 0 0 0,2-3 0 0 0,1-1 0 0 0,1-1 0 0 0,-1 0 0 0 0,0 0 0 0 0,0 0 0 0 0,-1 1 0 0 0,1-1 0 0 0,-1 1 0 0 0,-1 0 0 0 0,6-5 0 0 0,7-2 0 0 0,2 0 0 0 0,-3 2 0 0 0,4-4 0 0 0,-2 0 0 0 0,-9-5 0 0 0,-4 2 0 0 0,-2 1 0 0 0,-1-2 0 0 0,-1 2 0 0 0,2 1 0 0 0,0 4 0 0 0,0-3 0 0 0,2 0 0 0 0,-6-4 0 0 0,-1 1 0 0 0,0 2 0 0 0,2 3 0 0 0,1-3 0 0 0,1-5 0 0 0,2 1 0 0 0,0-4 0 0 0,1 3 0 0 0,0-3 0 0 0,0-2 0 0 0,1 1 0 0 0,-1 4 0 0 0,-6 0 0 0 0,-1-3 0 0 0,-5-4 0 0 0,0 2 0 0 0,-4-1 0 0 0,1 3 0 0 0,-2 0 0 0 0,-4-3 0 0 0,-3-3 0 0 0,-8 3 0 0 0,-9 5 0 0 0,-9 5 0 0 0,-5 4 0 0 0,0-2 0 0 0,0 2 0 0 0,-2 0 0 0 0,-1 3 0 0 0,-2 1 0 0 0,0 1 0 0 0,-2 2 0 0 0,0 0 0 0 0,0 0 0 0 0,0 1 0 0 0,0-1 0 0 0,-5 0 0 0 0,-2 0 0 0 0,0 6 0 0 0,2 1 0 0 0,1 5 0 0 0,-3 0 0 0 0,-1-2 0 0 0,1-2 0 0 0,-4 2 0 0 0,-4 0 0 0 0,-1 3 0 0 0,4 0 0 0 0,-3 2 0 0 0,2 0 0 0 0,3-4 0 0 0,4-3 0 0 0,2 2 0 0 0,2-1 0 0 0,2 4 0 0 0,-5-1 0 0 0,-1 3 0 0 0,0-1 0 0 0,-4-3 0 0 0,0-3 0 0 0,1-3 0 0 0,3-3 0 0 0,2 4 0 0 0,2 1 0 0 0,-4 5 0 0 0,-1-1 0 0 0,-5 4 0 0 0,1 0 0 0 0,-5 1 0 0 0,2-1 0 0 0,3-3 0 0 0,-2-4 0 0 0,1-3 0 0 0,8 2 0 0 0,5 1 0 0 0,2-2 0 0 0,1-1 0 0 0,-1 3 0 0 0,0 1 0 0 0,-6 4 0 0 0,-3-1 0 0 0,0-2 0 0 0,1-2 0 0 0,1-3 0 0 0,7 2 0 0 0,3 1 0 0 0,5 5 0 0 0,12-2 0 0 0,12-1 0 0 0,11-2 0 0 0,8-4 0 0 0,6-1 0 0 0,2-2 0 0 0,2-1 0 0 0,0 0 0 0 0,0-1 0 0 0,0 1 0 0 0,-1-1 0 0 0,-1 1 0 0 0,0 0 0 0 0,0 0 0 0 0,0-1 0 0 0,-5-4 0 0 0,3-2 0 0 0,2 1 0 0 0,1 0 0 0 0,0 3 0 0 0,0-5 0 0 0,0 0 0 0 0,0-5 0 0 0,4 1 0 0 0,2-3 0 0 0,5 0 0 0 0,0 4 0 0 0,-7-3 0 0 0,-4 3 0 0 0,2 1 0 0 0,-4-1 0 0 0,-2 0 0 0 0,0 3 0 0 0,-1 2 0 0 0,2-3 0 0 0,0 0 0 0 0,-5-4 0 0 0,0 1 0 0 0,0 2 0 0 0,-4-3 0 0 0,0 2 0 0 0,2 2 0 0 0,3 2 0 0 0,-4-2 0 0 0,0 0 0 0 0,3-3 0 0 0,1-1 0 0 0,2-2 0 0 0,2 1 0 0 0,-4-3 0 0 0,-1-3 0 0 0,0 2 0 0 0,-3-2 0 0 0,-6-2 0 0 0,0 2 0 0 0,-2 0 0 0 0,-4-3 0 0 0,-3-1 0 0 0,-8 2 0 0 0,-9 5 0 0 0,-8 0 0 0 0,-5 4 0 0 0,-5 3 0 0 0,3-1 0 0 0,1 0 0 0 0,-1 3 0 0 0,-1 3 0 0 0,-1 1 0 0 0,-2 3 0 0 0,0 0 0 0 0,-1 1 0 0 0,1 1 0 0 0,-1-1 0 0 0,-1 0 0 0 0,-4 1 0 0 0,-2-1 0 0 0,1 0 0 0 0,0 0 0 0 0,-3 0 0 0 0,-5 0 0 0 0,-6 0 0 0 0,1 0 0 0 0,3 0 0 0 0,0 0 0 0 0,-3 0 0 0 0,1 0 0 0 0,5 0 0 0 0,-1 0 0 0 0,1 0 0 0 0,4 0 0 0 0,-2 0 0 0 0,0 0 0 0 0,3 0 0 0 0,-3 0 0 0 0,-4 0 0 0 0,-1 0 0 0 0,-1 5 0 0 0,-4 2 0 0 0,-4 5 0 0 0,-2 1 0 0 0,3-3 0 0 0,6-2 0 0 0,6-3 0 0 0,-1-2 0 0 0,-2 3 0 0 0,-5 2 0 0 0,-3 3 0 0 0,-4 1 0 0 0,-2 3 0 0 0,4-1 0 0 0,0 3 0 0 0,6 3 0 0 0,5-1 0 0 0,5-5 0 0 0,5-3 0 0 0,2-5 0 0 0,7 2 0 0 0,3 0 0 0 0,0-1 0 0 0,4 3 0 0 0,0-1 0 0 0,3 5 0 0 0,4 4 0 0 0,5 5 0 0 0,3 3 0 0 0,7 3 0 0 0,9-4 0 0 0,8 0 0 0 0,5 0 0 0 0,3-4 0 0 0,4-5 0 0 0,5-1 0 0 0,-3 3 0 0 0,-2-2 0 0 0,-1-3 0 0 0,-6 0 0 0 0,3-1 0 0 0,8 3 0 0 0,2-2 0 0 0,6-3 0 0 0,0-3 0 0 0,-2-2 0 0 0,-2 2 0 0 0,1 1 0 0 0,5-2 0 0 0,5-1 0 0 0,5 4 0 0 0,-3-1 0 0 0,1 0 0 0 0,-4-3 0 0 0,0-1 0 0 0,-3-2 0 0 0,-5-1 0 0 0,2-1 0 0 0,3 0 0 0 0,5 0 0 0 0,3-1 0 0 0,-2 1 0 0 0,1 0 0 0 0,-5-1 0 0 0,1 1 0 0 0,2 0 0 0 0,-2 0 0 0 0,0 0 0 0 0,-3 0 0 0 0,2 0 0 0 0,-3 0 0 0 0,1 0 0 0 0,-2 0 0 0 0,-3 0 0 0 0,1 0 0 0 0,5 0 0 0 0,3-5 0 0 0,0-2 0 0 0,0 1 0 0 0,3 0 0 0 0,-3 2 0 0 0,1 2 0 0 0,-4 1 0 0 0,-10-5 0 0 0,0-1 0 0 0,3 1 0 0 0,-5-5 0 0 0,1 1 0 0 0,6-4 0 0 0,6 0 0 0 0,-1 4 0 0 0,-3 2 0 0 0,-9-2 0 0 0,0 0 0 0 0,-1 3 0 0 0,-7-4 0 0 0,-2 1 0 0 0,-1 1 0 0 0,1 3 0 0 0,-5-3 0 0 0,1 0 0 0 0,0 2 0 0 0,-2-4 0 0 0,0-5 0 0 0,2 1 0 0 0,-3-3 0 0 0,-5-4 0 0 0,-4-3 0 0 0,-4-2 0 0 0,-9-3 0 0 0,-8 5 0 0 0,-8 6 0 0 0,-1 1 0 0 0,-2-1 0 0 0,-3 2 0 0 0,-2 4 0 0 0,-7 4 0 0 0,-3-1 0 0 0,0 1 0 0 0,0 2 0 0 0,2-4 0 0 0,2 1 0 0 0,0 2 0 0 0,-4-3 0 0 0,-1 0 0 0 0,1 3 0 0 0,-4 1 0 0 0,-1 4 0 0 0,-2 0 0 0 0,-6 3 0 0 0,-4 0 0 0 0,2 0 0 0 0,4 0 0 0 0,6 1 0 0 0,4-1 0 0 0,-2 1 0 0 0,1-1 0 0 0,-4 0 0 0 0,1 0 0 0 0,2 0 0 0 0,2 0 0 0 0,3 0 0 0 0,2 0 0 0 0,-4 0 0 0 0,-1 0 0 0 0,1 0 0 0 0,1 0 0 0 0,2 0 0 0 0,1 0 0 0 0,1 0 0 0 0,1 0 0 0 0,1 5 0 0 0,-1 2 0 0 0,0 5 0 0 0,1 0 0 0 0,-1-1 0 0 0,1 2 0 0 0,4 4 0 0 0,2-1 0 0 0,0-2 0 0 0,-1-5 0 0 0,3 2 0 0 0,6 5 0 0 0,0-2 0 0 0,3 4 0 0 0,-2-3 0 0 0,2 3 0 0 0,3 2 0 0 0,-2-1 0 0 0,1 0 0 0 0,-3 4 0 0 0,1 1 0 0 0,3 4 0 0 0,3 1 0 0 0,-3-4 0 0 0,1-1 0 0 0,2 0 0 0 0,1 2 0 0 0,3 2 0 0 0,1 1 0 0 0,7-5 0 0 0,7-6 0 0 0,2 0 0 0 0,3-4 0 0 0,5-5 0 0 0,-2 3 0 0 0,1-2 0 0 0,3-2 0 0 0,1-3 0 0 0,-2 3 0 0 0,-1 1 0 0 0,2-2 0 0 0,1-2 0 0 0,3-1 0 0 0,1-2 0 0 0,1-2 0 0 0,0 1 0 0 0,1-2 0 0 0,1 1 0 0 0,-1 0 0 0 0,0-1 0 0 0,0 1 0 0 0,0 0 0 0 0,0 0 0 0 0,5 0 0 0 0,2 0 0 0 0,-1 0 0 0 0,-1 0 0 0 0,-1 0 0 0 0,-2 0 0 0 0,-1 0 0 0 0,0-5 0 0 0,-2-2 0 0 0,1 0 0 0 0,5 2 0 0 0,1 1 0 0 0,-5-4 0 0 0,-3 0 0 0 0,-1 1 0 0 0,0 1 0 0 0,0 3 0 0 0,1 1 0 0 0,1 1 0 0 0,0 1 0 0 0,0 0 0 0 0,6 0 0 0 0,2 0 0 0 0,-5-4 0 0 0,1-3 0 0 0,1 0 0 0 0,0 2 0 0 0,4-4 0 0 0,1 0 0 0 0,-2 1 0 0 0,-1-3 0 0 0,-2 0 0 0 0,-2 2 0 0 0,-1 3 0 0 0,-1 2 0 0 0,0 2 0 0 0,-1 1 0 0 0,-5-5 0 0 0,-1 0 0 0 0,0 0 0 0 0,-4-5 0 0 0,-6-4 0 0 0,-4-6 0 0 0,-5-4 0 0 0,-8 1 0 0 0,-8 1 0 0 0,-9-2 0 0 0,-5 4 0 0 0,-4 5 0 0 0,-2 0 0 0 0,-7 3 0 0 0,4-1 0 0 0,2 1 0 0 0,1-3 0 0 0,1 3 0 0 0,0 2 0 0 0,-5 4 0 0 0,-2 2 0 0 0,-6-2 0 0 0,-5-1 0 0 0,-5-3 0 0 0,-4-1 0 0 0,-4-3 0 0 0,0 1 0 0 0,3 2 0 0 0,3 5 0 0 0,4 2 0 0 0,1 2 0 0 0,3 2 0 0 0,0 1 0 0 0,2-5 0 0 0,3-1 0 0 0,0 0 0 0 0,0 1 0 0 0,-3 2 0 0 0,-3 1 0 0 0,0 0 0 0 0,3 2 0 0 0,5 0 0 0 0,3 0 0 0 0,3 6 0 0 0,2 1 0 0 0,1 5 0 0 0,1 1 0 0 0,-1-3 0 0 0,1-2 0 0 0,0 2 0 0 0,0 5 0 0 0,-1 0 0 0 0,1-3 0 0 0,4 3 0 0 0,2 2 0 0 0,0 0 0 0 0,4 2 0 0 0,0-3 0 0 0,-2 2 0 0 0,-2 2 0 0 0,2 4 0 0 0,1 2 0 0 0,-2 3 0 0 0,3 1 0 0 0,5 1 0 0 0,-1-5 0 0 0,3-1 0 0 0,4 0 0 0 0,3 0 0 0 0,3 3 0 0 0,1 0 0 0 0,7-3 0 0 0,8-7 0 0 0,1-1 0 0 0,4-3 0 0 0,4-4 0 0 0,3-4 0 0 0,-2 2 0 0 0,0 0 0 0 0,2-1 0 0 0,1-2 0 0 0,1-2 0 0 0,3-2 0 0 0,0 0 0 0 0,0-1 0 0 0,-4 5 0 0 0,-2 2 0 0 0,1-1 0 0 0,1-1 0 0 0,1-1 0 0 0,2-2 0 0 0,0-1 0 0 0,2 0 0 0 0,-1-1 0 0 0,1-1 0 0 0,1 1 0 0 0,-1 0 0 0 0,0 0 0 0 0,0-1 0 0 0,-6-4 0 0 0,-1-2 0 0 0,0-5 0 0 0,2 0 0 0 0,1 1 0 0 0,1 4 0 0 0,2-4 0 0 0,0-4 0 0 0,1 0 0 0 0,-5-2 0 0 0,-2 1 0 0 0,-5-1 0 0 0,-5-4 0 0 0,-6-3 0 0 0,-9-3 0 0 0,-9 4 0 0 0,-9 4 0 0 0,-1 2 0 0 0,-2 3 0 0 0,-3-1 0 0 0,-2 1 0 0 0,-2 4 0 0 0,4-2 0 0 0,1 1 0 0 0,-1 3 0 0 0,-1 2 0 0 0,-1 2 0 0 0,-2 3 0 0 0,-1-5 0 0 0,0-1 0 0 0,-1 1 0 0 0,0 1 0 0 0,0-4 0 0 0,-1 0 0 0 0,1 2 0 0 0,0 1 0 0 0,1 2 0 0 0,-7 2 0 0 0,-6-4 0 0 0,-6-1 0 0 0,-1 0 0 0 0,3 2 0 0 0,0-3 0 0 0,-4-1 0 0 0,3 1 0 0 0,3 2 0 0 0,5-3 0 0 0,3 0 0 0 0,4 2 0 0 0,1 1 0 0 0,1 3 0 0 0,1 1 0 0 0,0 1 0 0 0,0 1 0 0 0,0 0 0 0 0,-1 0 0 0 0,1 1 0 0 0,-1-1 0 0 0,-5 0 0 0 0,-7 0 0 0 0,-1 0 0 0 0,1 0 0 0 0,3 0 0 0 0,3 0 0 0 0,2 0 0 0 0,3 0 0 0 0,0 0 0 0 0,2 0 0 0 0,5 6 0 0 0,12 1 0 0 0,8 4 0 0 0,11 2 0 0 0,9 2 0 0 0,8 0 0 0 0,4-3 0 0 0,-2 1 0 0 0,1-1 0 0 0,0-2 0 0 0,1-4 0 0 0,2-2 0 0 0,0-2 0 0 0,-4 3 0 0 0,-1 2 0 0 0,0-1 0 0 0,7 4 0 0 0,4 1 0 0 0,0-3 0 0 0,0-1 0 0 0,-1 2 0 0 0,-1 0 0 0 0,0-1 0 0 0,-2-2 0 0 0,1-3 0 0 0,-2-1 0 0 0,1-1 0 0 0,0-1 0 0 0,5 0 0 0 0,1-1 0 0 0,6 1 0 0 0,0 0 0 0 0,-2 5 0 0 0,-2 1 0 0 0,-3 1 0 0 0,-3-2 0 0 0,-1-1 0 0 0,5-2 0 0 0,0 0 0 0 0,0-2 0 0 0,-1 0 0 0 0,-2 0 0 0 0,-1 0 0 0 0,-1-1 0 0 0,-1 1 0 0 0,0 0 0 0 0,-1 0 0 0 0,1 0 0 0 0,-1 0 0 0 0,1 0 0 0 0,0 0 0 0 0,-1 0 0 0 0,1 0 0 0 0,0 0 0 0 0,0 0 0 0 0,0 0 0 0 0,0 0 0 0 0,-1 0 0 0 0,1 0 0 0 0,0 0 0 0 0,0 0 0 0 0,0 0 0 0 0,-6-5 0 0 0,-6-8 0 0 0,-7-5 0 0 0,-11-1 0 0 0,-5-2 0 0 0,-7 2 0 0 0,-8 0 0 0 0,-5 2 0 0 0,-4 5 0 0 0,3 4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17340 3872 16383 0 0,'0'-5'0'0'0,"-5"-2"0"0"0,-8 0 0 0 0,0-3 0 0 0,-4-1 0 0 0,0-3 0 0 0,-1 0 0 0 0,-3 3 0 0 0,2-2 0 0 0,-1 1 0 0 0,-3-2 0 0 0,-2 1 0 0 0,-2-3 0 0 0,-2 2 0 0 0,4-3 0 0 0,1 3 0 0 0,5-3 0 0 0,0 3 0 0 0,-2 2 0 0 0,8 5 0 0 0,11 2 0 0 0,12 3 0 0 0,9 1 0 0 0,6 2 0 0 0,5-1 0 0 0,2 1 0 0 0,1 0 0 0 0,0-1 0 0 0,0 0 0 0 0,-1 1 0 0 0,0-1 0 0 0,-1 0 0 0 0,0 0 0 0 0,0 0 0 0 0,5 0 0 0 0,2 0 0 0 0,-1 0 0 0 0,-1 5 0 0 0,-1 2 0 0 0,-2 0 0 0 0,-1-2 0 0 0,-1-1 0 0 0,0-2 0 0 0,5-1 0 0 0,-4 5 0 0 0,4 1 0 0 0,5-1 0 0 0,2 0 0 0 0,4-3 0 0 0,-2-1 0 0 0,-2-1 0 0 0,-3 0 0 0 0,-4-1 0 0 0,-3-1 0 0 0,-1 1 0 0 0,-1 0 0 0 0,0 0 0 0 0,-1-1 0 0 0,0 1 0 0 0,5 0 0 0 0,3 0 0 0 0,-1 0 0 0 0,-1 6 0 0 0,-1 0 0 0 0,-2 1 0 0 0,-1-1 0 0 0,-1-3 0 0 0,0 0 0 0 0,0-2 0 0 0,-11-1 0 0 0,-14-5 0 0 0,-13-2 0 0 0,-11-5 0 0 0,-7-1 0 0 0,-5-3 0 0 0,-3 1 0 0 0,-5 4 0 0 0,-3-3 0 0 0,1 2 0 0 0,-3-3 0 0 0,1 2 0 0 0,1-2 0 0 0,-2 0 0 0 0,1 4 0 0 0,-3-1 0 0 0,-4 0 0 0 0,-5-2 0 0 0,2 1 0 0 0,0-3 0 0 0,-8-3 0 0 0,-9-4 0 0 0,-3 1 0 0 0,-6 0 0 0 0,1 4 0 0 0,-3 4 0 0 0,2 0 0 0 0,4-3 0 0 0,-1 1 0 0 0,1-1 0 0 0,-2-4 0 0 0,-10-3 0 0 0,-5 2 0 0 0,2 0 0 0 0,1-2 0 0 0,-1 4 0 0 0,-1-1 0 0 0,-1-1 0 0 0,-5 2 0 0 0,-3 0 0 0 0,-5-2 0 0 0,9 3 0 0 0,1-1 0 0 0,-5 3 0 0 0,-7-1 0 0 0,-1 3 0 0 0,2 4 0 0 0,-2-2 0 0 0,1 2 0 0 0,4-3 0 0 0,2 2 0 0 0,3-4 0 0 0,-2 2 0 0 0,-7-2 0 0 0,5 2 0 0 0,10 2 0 0 0,-2-1 0 0 0,5 2 0 0 0,2 2 0 0 0,0-2 0 0 0,3 0 0 0 0,1 3 0 0 0,4 2 0 0 0,4-3 0 0 0,5 0 0 0 0,-2 2 0 0 0,6 1 0 0 0,3 3 0 0 0,2 1 0 0 0,6 1 0 0 0,2 1 0 0 0,-1 0 0 0 0,3 1 0 0 0,0-1 0 0 0,3 0 0 0 0,4 1 0 0 0,5-1 0 0 0,13 0 0 0 0,17 5 0 0 0,14 2 0 0 0,13 0 0 0 0,7-2 0 0 0,10 4 0 0 0,4 0 0 0 0,0-1 0 0 0,0-2 0 0 0,-3-2 0 0 0,-2-2 0 0 0,-2-1 0 0 0,-1-1 0 0 0,-1 0 0 0 0,5 0 0 0 0,1-1 0 0 0,0 1 0 0 0,-1 0 0 0 0,-2-1 0 0 0,5 1 0 0 0,-1 0 0 0 0,6 0 0 0 0,-1 0 0 0 0,-2 0 0 0 0,-3 0 0 0 0,-2 0 0 0 0,-3 0 0 0 0,-1 0 0 0 0,4 0 0 0 0,2 0 0 0 0,-1 0 0 0 0,-2 0 0 0 0,5 0 0 0 0,5 0 0 0 0,6 0 0 0 0,-1 0 0 0 0,-4 0 0 0 0,-3 0 0 0 0,-5 0 0 0 0,-4 0 0 0 0,-1 0 0 0 0,-2 0 0 0 0,-1-5 0 0 0,0-2 0 0 0,0 1 0 0 0,0 0 0 0 0,0 2 0 0 0,6 2 0 0 0,2-5 0 0 0,-1 0 0 0 0,-1 0 0 0 0,-1 2 0 0 0,-2 2 0 0 0,-1 1 0 0 0,0 1 0 0 0,-2-5 0 0 0,1-1 0 0 0,0 1 0 0 0,-1 1 0 0 0,1 1 0 0 0,-1 2 0 0 0,1 1 0 0 0,0 1 0 0 0,0 0 0 0 0,-6-5 0 0 0,-1-2 0 0 0,0 1 0 0 0,2 0 0 0 0,-4-2 0 0 0,-11-2 0 0 0,-13 2 0 0 0,-11 3 0 0 0,-3-4 0 0 0,-4-1 0 0 0,-5 3 0 0 0,-2 1 0 0 0,-2-3 0 0 0,-2 0 0 0 0,0 2 0 0 0,-1 1 0 0 0,0 3 0 0 0,1 1 0 0 0,10 1 0 0 0,14 1 0 0 0,9 5 0 0 0,8 3 0 0 0,9-1 0 0 0,6 4 0 0 0,3 0 0 0 0,3-2 0 0 0,-4 3 0 0 0,-1-1 0 0 0,0-2 0 0 0,1-3 0 0 0,1-2 0 0 0,1-1 0 0 0,0 3 0 0 0,2 1 0 0 0,0-1 0 0 0,0-1 0 0 0,0-2 0 0 0,0 4 0 0 0,5 1 0 0 0,2-1 0 0 0,5-2 0 0 0,0-1 0 0 0,-2-2 0 0 0,-2-1 0 0 0,-3-1 0 0 0,-3 0 0 0 0,-1 0 0 0 0,5 0 0 0 0,0-1 0 0 0,0 1 0 0 0,-1 0 0 0 0,-2 0 0 0 0,-1 0 0 0 0,-1 0 0 0 0,4 0 0 0 0,2 0 0 0 0,-1 0 0 0 0,-1 0 0 0 0,-2 0 0 0 0,-1 0 0 0 0,5 0 0 0 0,-5 0 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1515 16383 0 0,'13'-15'0'0'0,"7"-4"0"0"0,-5-2 0 0 0,1 3 0 0 0,-3-1 0 0 0,-3-2 0 0 0,2 2 0 0 0,-1-1 0 0 0,-3-1 0 0 0,-2-4 0 0 0,3 3 0 0 0,-1 0 0 0 0,5 4 0 0 0,-1-1 0 0 0,3 4 0 0 0,-1-2 0 0 0,-2-2 0 0 0,-5-4 0 0 0,4 2 0 0 0,-2 0 0 0 0,4-3 0 0 0,-1-1 0 0 0,-2-3 0 0 0,-3-1 0 0 0,3 4 0 0 0,-1 1 0 0 0,-7 17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9886 958 16383 0 0,'-3'12'0'0'0,"-5"11"0"0"0,-4-2 0 0 0,-1-1 0 0 0,3 3 0 0 0,2 2 0 0 0,-3 3 0 0 0,-4 0 0 0 0,0 3 0 0 0,-3-6 0 0 0,3-1 0 0 0,2 1 0 0 0,0 1 0 0 0,1-9 0 0 0,2-13 0 0 0,9-7 0 0 0,5-8 0 0 0,6-7 0 0 0,7-1 0 0 0,1-3 0 0 0,-3-2 0 0 0,-4-3 0 0 0,-4-1 0 0 0,2 3 0 0 0,0 1 0 0 0,3 5 0 0 0,0 0 0 0 0,-2-2 0 0 0,-3-3 0 0 0,2-2 0 0 0,-1 4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9909 958 16383 0 0,'-3'3'0'0'0,"-15"21"0"0"0,4 2 0 0 0,0-3 0 0 0,-4-6 0 0 0,2 0 0 0 0,-2 2 0 0 0,2 3 0 0 0,4 4 0 0 0,-1-4 0 0 0,1 0 0 0 0,-2-3 0 0 0,1 0 0 0 0,3 2 0 0 0,3 3 0 0 0,-3-3 0 0 0,-4 0 0 0 0,0 2 0 0 0,-3-3 0 0 0,1 1 0 0 0,-2-4 0 0 0,6-3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9889 958 16383 0 0,'-12'24'0'0'0,"-3"8"0"0"0,3 0 0 0 0,3 0 0 0 0,-2-1 0 0 0,1 0 0 0 0,-4-5 0 0 0,2-3 0 0 0,-3-4 0 0 0,1 0 0 0 0,3 1 0 0 0,3 3 0 0 0,3 3 0 0 0,-2-3 0 0 0,-1-1 0 0 0,1 2 0 0 0,-3-3 0 0 0,0-1 0 0 0,2-8 0 0 0,1-12 0 0 0,9-5 0 0 0,3-8 0 0 0,0-7 0 0 0,0-4 0 0 0,5-5 0 0 0,0-2 0 0 0,-2 0 0 0 0,3 4 0 0 0,0 1 0 0 0,4 1 0 0 0,-2-1 0 0 0,-2-2 0 0 0,-4 0 0 0 0,-2-2 0 0 0,3 5 0 0 0,0 1 0 0 0,-2 0 0 0 0,4 3 0 0 0,0 1 0 0 0,-8 17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9978 958 16383 0 0,'0'18'0'0'0,"-5"7"0"0"0,-3 0 0 0 0,1 1 0 0 0,1 2 0 0 0,2 1 0 0 0,-3-4 0 0 0,-2-2 0 0 0,2 1 0 0 0,-4-3 0 0 0,1-1 0 0 0,1 2 0 0 0,-2 3 0 0 0,0 1 0 0 0,2 3 0 0 0,-3-5 0 0 0,1 0 0 0 0,3 0 0 0 0,-4-3 0 0 0,1 0 0 0 0,3 1 0 0 0,2 2 0 0 0,-3-2 0 0 0,0-1 0 0 0,-4 3 0 0 0,1 1 0 0 0,-4-3 0 0 0,2 0 0 0 0,3 1 0 0 0,3 3 0 0 0,3 1 0 0 0,-3-4 0 0 0,1 0 0 0 0,-5-4 0 0 0,0 0 0 0 0,2 2 0 0 0,3 2 0 0 0,-3-2 0 0 0,1 0 0 0 0,-4-3 0 0 0,0 0 0 0 0,3 3 0 0 0,3 3 0 0 0,-3-3 0 0 0,-5-5 0 0 0,1 0 0 0 0,-3-2 0 0 0,1 1 0 0 0,-2-2 0 0 0,-2-3 0 0 0,-4-3 0 0 0,2 2 0 0 0,0 0 0 0 0,-1-2 0 0 0,20-5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1509 16383 0 0,'6'-3'0'0'0,"19"-13"0"0"0,-2 3 0 0 0,1 2 0 0 0,-3-1 0 0 0,-1 1 0 0 0,-3-3 0 0 0,0 1 0 0 0,3 3 0 0 0,-2-2 0 0 0,1 0 0 0 0,3-2 0 0 0,2-4 0 0 0,3 0 0 0 0,2-1 0 0 0,1-3 0 0 0,1 2 0 0 0,-5 0 0 0 0,-1 3 0 0 0,-1 4 0 0 0,-3-1 0 0 0,-1-3 0 0 0,2 1 0 0 0,3-1 0 0 0,-4-4 0 0 0,0 2 0 0 0,3 4 0 0 0,-4 0 0 0 0,0 2 0 0 0,-3-2 0 0 0,-10 1 0 0 0,-11 4 0 0 0,-5 8 0 0 0,-6 5 0 0 0,-6 2 0 0 0,0 5 0 0 0,-1 6 0 0 0,-2 0 0 0 0,-2-2 0 0 0,3 2 0 0 0,6 3 0 0 0,0-2 0 0 0,3 2 0 0 0,-1-3 0 0 0,2 2 0 0 0,-2-3 0 0 0,1 2 0 0 0,-2-2 0 0 0,-3-4 0 0 0,1 1 0 0 0,4 5 0 0 0,-2 4 0 0 0,-2-2 0 0 0,2 2 0 0 0,-3 2 0 0 0,-2-2 0 0 0,-3-1 0 0 0,2 3 0 0 0,0-3 0 0 0,3 0 0 0 0,1-3 0 0 0,2 1 0 0 0,5 2 0 0 0,-2-2 0 0 0,2 1 0 0 0,2 3 0 0 0,-2-3 0 0 0,6-4 0 0 0,4-10 0 0 0,7-6 0 0 0,8-8 0 0 0,2-8 0 0 0,2-6 0 0 0,5-4 0 0 0,3-3 0 0 0,-3-2 0 0 0,0 0 0 0 0,1 4 0 0 0,-3 3 0 0 0,-5 0 0 0 0,-6-1 0 0 0,1 4 0 0 0,4 0 0 0 0,-1-1 0 0 0,3 4 0 0 0,-2-1 0 0 0,2-2 0 0 0,-2-3 0 0 0,2 4 0 0 0,-2-1 0 0 0,-4-1 0 0 0,2 3 0 0 0,-2-1 0 0 0,3 4 0 0 0,-1-1 0 0 0,3-2 0 0 0,-2-3 0 0 0,-3-3 0 0 0,2 3 0 0 0,-2 0 0 0 0,-2-1 0 0 0,2 3 0 0 0,0 0 0 0 0,-8 4 0 0 0,-9 5 0 0 0,-4 9 0 0 0,-5 5 0 0 0,-1 8 0 0 0,-2 2 0 0 0,2 5 0 0 0,-2-2 0 0 0,2 3 0 0 0,-1-2 0 0 0,2 2 0 0 0,-1 2 0 0 0,1 4 0 0 0,-1-3 0 0 0,11-15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9984 979 16383 0 0,'-14'15'0'0'0,"-4"9"0"0"0,-1 1 0 0 0,2 3 0 0 0,-1-4 0 0 0,3-1 0 0 0,4 1 0 0 0,-2 2 0 0 0,-4-4 0 0 0,2 0 0 0 0,-3 1 0 0 0,2 2 0 0 0,-1 3 0 0 0,-4 0 0 0 0,3 2 0 0 0,-2 1 0 0 0,-2-5 0 0 0,2-2 0 0 0,0-5 0 0 0,3 0 0 0 0,4 2 0 0 0,0-3 0 0 0,11-15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2013 16383 0 0,'15'-11'0'0'0,"5"-6"0"0"0,3-5 0 0 0,2-3 0 0 0,2-3 0 0 0,2 3 0 0 0,-4 1 0 0 0,-1-1 0 0 0,1-1 0 0 0,0-2 0 0 0,3 5 0 0 0,-4 0 0 0 0,-2 4 0 0 0,-3 0 0 0 0,0-1 0 0 0,-4-4 0 0 0,1 3 0 0 0,4 0 0 0 0,-3-2 0 0 0,2 3 0 0 0,3 5 0 0 0,-3 0 0 0 0,-4-3 0 0 0,0 1 0 0 0,4-1 0 0 0,-3-3 0 0 0,2 2 0 0 0,-2 0 0 0 0,1 2 0 0 0,4 4 0 0 0,-3-1 0 0 0,-4-3 0 0 0,1 1 0 0 0,3-1 0 0 0,-1-4 0 0 0,1 2 0 0 0,-2-1 0 0 0,1 3 0 0 0,-1-1 0 0 0,0 2 0 0 0,-1 0 0 0 0,1 1 0 0 0,-2-1 0 0 0,3 2 0 0 0,-3-3 0 0 0,-3-2 0 0 0,2 1 0 0 0,-2 9 0 0 0,-7 6 0 0 0,-10 4 0 0 0,-4 6 0 0 0,-6 3 0 0 0,1 5 0 0 0,2 4 0 0 0,-2 0 0 0 0,-3-4 0 0 0,1 1 0 0 0,3 3 0 0 0,-1-2 0 0 0,3 2 0 0 0,-3 3 0 0 0,1 2 0 0 0,-1-2 0 0 0,1 0 0 0 0,-2 1 0 0 0,-4-2 0 0 0,2-1 0 0 0,3 3 0 0 0,0 1 0 0 0,-3-2 0 0 0,1 0 0 0 0,4 1 0 0 0,-1-3 0 0 0,-4 1 0 0 0,-3 1 0 0 0,1 2 0 0 0,-1-2 0 0 0,3 0 0 0 0,-1 1 0 0 0,-2 3 0 0 0,3 1 0 0 0,-2-3 0 0 0,4-1 0 0 0,-2-5 0 0 0,3 1 0 0 0,-2 2 0 0 0,-2-3 0 0 0,1 1 0 0 0,-1 3 0 0 0,2 2 0 0 0,-1-2 0 0 0,-2-6 0 0 0,1 1 0 0 0,5 2 0 0 0,-1-2 0 0 0,2 1 0 0 0,-1-2 0 0 0,6-5 0 0 0,10-3 0 0 0,10-8 0 0 0,2-10 0 0 0,5-3 0 0 0,4-5 0 0 0,4-4 0 0 0,-3-4 0 0 0,-1 3 0 0 0,2 0 0 0 0,1-2 0 0 0,-4-1 0 0 0,1 3 0 0 0,0 1 0 0 0,-3-2 0 0 0,0-1 0 0 0,3-2 0 0 0,1 3 0 0 0,-2 1 0 0 0,-6-1 0 0 0,0-1 0 0 0,3 2 0 0 0,-2 2 0 0 0,1-3 0 0 0,3 4 0 0 0,-2 0 0 0 0,1-2 0 0 0,-3-3 0 0 0,0 4 0 0 0,4-1 0 0 0,-3-1 0 0 0,2 3 0 0 0,-4-1 0 0 0,2-1 0 0 0,-3-3 0 0 0,2 4 0 0 0,2-1 0 0 0,-1-1 0 0 0,2 3 0 0 0,-4-1 0 0 0,2 4 0 0 0,-3 0 0 0 0,2-4 0 0 0,-3-2 0 0 0,3-3 0 0 0,2 3 0 0 0,4 0 0 0 0,-2-1 0 0 0,1 3 0 0 0,-4 0 0 0 0,1 4 0 0 0,-3-1 0 0 0,-5-2 0 0 0,2 2 0 0 0,-2-1 0 0 0,-2-3 0 0 0,2 3 0 0 0,-6 4 0 0 0,-9 11 0 0 0,-9 5 0 0 0,-8 8 0 0 0,-5 7 0 0 0,-4 2 0 0 0,4 3 0 0 0,0 2 0 0 0,0-2 0 0 0,4 1 0 0 0,1-4 0 0 0,-1 0 0 0 0,-3 3 0 0 0,-2 3 0 0 0,-1 2 0 0 0,3 3 0 0 0,2-5 0 0 0,-2-5 0 0 0,5-1 0 0 0,4 1 0 0 0,1-2 0 0 0,-3-4 0 0 0,-3 1 0 0 0,2 3 0 0 0,-2 4 0 0 0,-2-1 0 0 0,3 1 0 0 0,0 2 0 0 0,-3-3 0 0 0,-1-5 0 0 0,2 1 0 0 0,5 2 0 0 0,-5-1 0 0 0,2 1 0 0 0,-2-3 0 0 0,-2 3 0 0 0,3 2 0 0 0,0-2 0 0 0,-1 2 0 0 0,-3-4 0 0 0,3 2 0 0 0,0 3 0 0 0,-2 2 0 0 0,-1-2 0 0 0,3 1 0 0 0,0-4 0 0 0,4 1 0 0 0,0-4 0 0 0,2 2 0 0 0,0 3 0 0 0,-4-3 0 0 0,3 3 0 0 0,3 1 0 0 0,10-7 0 0 0,10-6 0 0 0,5-9 0 0 0,5-6 0 0 0,0-6 0 0 0,3 0 0 0 0,-2-5 0 0 0,1 2 0 0 0,-2-2 0 0 0,1 3 0 0 0,-2-3 0 0 0,2 3 0 0 0,2 4 0 0 0,-1-2 0 0 0,2-4 0 0 0,2-4 0 0 0,2-4 0 0 0,3-2 0 0 0,3 2 0 0 0,-5 1 0 0 0,-1-1 0 0 0,0-1 0 0 0,2-2 0 0 0,-4-1 0 0 0,0 4 0 0 0,2 2 0 0 0,-5-2 0 0 0,2 0 0 0 0,1 3 0 0 0,-3 0 0 0 0,1-1 0 0 0,2 3 0 0 0,-3 0 0 0 0,1 3 0 0 0,-3-1 0 0 0,-5-2 0 0 0,2 2 0 0 0,2-1 0 0 0,0-3 0 0 0,2 3 0 0 0,-3-1 0 0 0,3 3 0 0 0,-3-1 0 0 0,2 3 0 0 0,-3-2 0 0 0,-8 3 0 0 0,-11 3 0 0 0,-4 9 0 0 0,-6 5 0 0 0,-6 7 0 0 0,-4 7 0 0 0,-4 0 0 0 0,4 4 0 0 0,1-3 0 0 0,-2 1 0 0 0,7-3 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9965 1064 16383 0 0,'-10'10'0'0'0,"-12"12"0"0"0,-2 0 0 0 0,-1 2 0 0 0,-2-4 0 0 0,4 0 0 0 0,0 3 0 0 0,-1 1 0 0 0,-2-2 0 0 0,-1-5 0 0 0,3-1 0 0 0,7 3 0 0 0,0-3 0 0 0,-2-3 0 0 0,2 1 0 0 0,-1-1 0 0 0,6-2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9885 1109 16383 0 0,'4'-22'0'0'0,"3"-2"0"0"0,0 0 0 0 0,3 4 0 0 0,1 0 0 0 0,-2-2 0 0 0,-2-2 0 0 0,2 2 0 0 0,-5 6 0 0 0,-8 5 0 0 0,-9 5 0 0 0,-8 8 0 0 0,20-2 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2023 16383 0 0,'3'7'0'0'0,"12"1"0"0"0,7-3 0 0 0,7-2 0 0 0,2-2 0 0 0,2-1 0 0 0,0 0 0 0 0,0-1 0 0 0,-1 1 0 0 0,0-1 0 0 0,0 1 0 0 0,4 0 0 0 0,2 0 0 0 0,0 0 0 0 0,-2 0 0 0 0,-2 0 0 0 0,5 0 0 0 0,5 0 0 0 0,6 0 0 0 0,5 0 0 0 0,4 0 0 0 0,-4 0 0 0 0,0 0 0 0 0,-4 0 0 0 0,0 0 0 0 0,1 0 0 0 0,-3 0 0 0 0,2 0 0 0 0,-4 0 0 0 0,1 0 0 0 0,3 0 0 0 0,-2 0 0 0 0,6 0 0 0 0,0 0 0 0 0,0 0 0 0 0,1 0 0 0 0,-3 0 0 0 0,0 0 0 0 0,-4 0 0 0 0,0 0 0 0 0,7 0 0 0 0,0 0 0 0 0,1 0 0 0 0,0 0 0 0 0,2 0 0 0 0,-4 0 0 0 0,-1 0 0 0 0,1 0 0 0 0,-4 0 0 0 0,0 0 0 0 0,2 0 0 0 0,-3 0 0 0 0,-5 0 0 0 0,-4 0 0 0 0,-5 0 0 0 0,-2 0 0 0 0,-3 0 0 0 0,0 0 0 0 0,-1 0 0 0 0,0 0 0 0 0,0 0 0 0 0,0 0 0 0 0,0 0 0 0 0,1 0 0 0 0,-1 0 0 0 0,1 0 0 0 0,0 0 0 0 0,-11 0 0 0 0,-13 0 0 0 0,-14 0 0 0 0,-10 0 0 0 0,-9 0 0 0 0,-4 0 0 0 0,-2 0 0 0 0,-2 0 0 0 0,1 0 0 0 0,-5 0 0 0 0,-2 0 0 0 0,2 0 0 0 0,1 0 0 0 0,2 0 0 0 0,2 0 0 0 0,1 0 0 0 0,0 0 0 0 0,2 0 0 0 0,-1 0 0 0 0,-4 0 0 0 0,-3 0 0 0 0,1 0 0 0 0,-4 0 0 0 0,4 5 0 0 0,-1 2 0 0 0,1-1 0 0 0,0 0 0 0 0,-3-2 0 0 0,0-2 0 0 0,-4-1 0 0 0,0 0 0 0 0,3-1 0 0 0,2 0 0 0 0,4-1 0 0 0,-4 6 0 0 0,-5 2 0 0 0,0-1 0 0 0,-4 0 0 0 0,2-3 0 0 0,-3 0 0 0 0,-2 3 0 0 0,1 2 0 0 0,-1-2 0 0 0,3 0 0 0 0,5-3 0 0 0,4-1 0 0 0,3 4 0 0 0,-2 2 0 0 0,-6-2 0 0 0,0-1 0 0 0,-3-1 0 0 0,1-2 0 0 0,3-1 0 0 0,-2-1 0 0 0,-3 0 0 0 0,-4 0 0 0 0,-4 5 0 0 0,2 2 0 0 0,6-1 0 0 0,5-1 0 0 0,5 4 0 0 0,3 0 0 0 0,3 5 0 0 0,12-2 0 0 0,15-1 0 0 0,13-4 0 0 0,10-2 0 0 0,8-2 0 0 0,10 3 0 0 0,4 1 0 0 0,0-1 0 0 0,-1-1 0 0 0,-2-2 0 0 0,-2-1 0 0 0,-2-1 0 0 0,-1 0 0 0 0,4-1 0 0 0,2-1 0 0 0,4 1 0 0 0,1 0 0 0 0,3-1 0 0 0,-1 1 0 0 0,3 5 0 0 0,3 2 0 0 0,-2 0 0 0 0,-3-2 0 0 0,0-1 0 0 0,3-1 0 0 0,4-2 0 0 0,-2-1 0 0 0,1 0 0 0 0,2 0 0 0 0,-3 0 0 0 0,5 0 0 0 0,4-1 0 0 0,-2 1 0 0 0,3 0 0 0 0,-2 0 0 0 0,-2 0 0 0 0,1 0 0 0 0,-5 0 0 0 0,0 0 0 0 0,6 0 0 0 0,-2 0 0 0 0,0 0 0 0 0,-4 0 0 0 0,-1 0 0 0 0,1 5 0 0 0,-3 2 0 0 0,1 0 0 0 0,-4-2 0 0 0,1-1 0 0 0,3-2 0 0 0,3 0 0 0 0,-2-2 0 0 0,0 0 0 0 0,2 0 0 0 0,2 0 0 0 0,-2-1 0 0 0,-2 1 0 0 0,3 5 0 0 0,-4 2 0 0 0,-5 0 0 0 0,-5-2 0 0 0,-5-1 0 0 0,-2-2 0 0 0,-3 0 0 0 0,-1-2 0 0 0,0 0 0 0 0,0 0 0 0 0,-5 5 0 0 0,-7 7 0 0 0,-12 1 0 0 0,-12-1 0 0 0,-10-3 0 0 0,-8-3 0 0 0,-5-2 0 0 0,-2-3 0 0 0,-2 0 0 0 0,0-1 0 0 0,0 5 0 0 0,0 1 0 0 0,1 0 0 0 0,1-1 0 0 0,-6-1 0 0 0,-1-2 0 0 0,1-1 0 0 0,1-1 0 0 0,1 0 0 0 0,2 0 0 0 0,1 5 0 0 0,1 2 0 0 0,0-1 0 0 0,1 0 0 0 0,-6-3 0 0 0,-2 0 0 0 0,1-2 0 0 0,-4-1 0 0 0,-1 6 0 0 0,2 0 0 0 0,-2 1 0 0 0,0-2 0 0 0,2-2 0 0 0,-3 0 0 0 0,-4-2 0 0 0,1-1 0 0 0,-3 0 0 0 0,-3 0 0 0 0,-4 0 0 0 0,3-1 0 0 0,5 1 0 0 0,1 5 0 0 0,2 2 0 0 0,-1 0 0 0 0,2-2 0 0 0,2-1 0 0 0,0 3 0 0 0,-5 2 0 0 0,-5-2 0 0 0,-4 3 0 0 0,-2 1 0 0 0,-3-2 0 0 0,-1 2 0 0 0,5 0 0 0 0,2-2 0 0 0,9 3 0 0 0,9-1 0 0 0,-1-3 0 0 0,1-1 0 0 0,1-4 0 0 0,2-1 0 0 0,2-1 0 0 0,0 4 0 0 0,1 2 0 0 0,1-1 0 0 0,-1-1 0 0 0,6 4 0 0 0,12 0 0 0 0,13-1 0 0 0,13-3 0 0 0,8-1 0 0 0,7-2 0 0 0,3-1 0 0 0,2-1 0 0 0,0 0 0 0 0,1 0 0 0 0,-2-1 0 0 0,1 1 0 0 0,-2 0 0 0 0,1 0 0 0 0,-1 0 0 0 0,5 0 0 0 0,7 0 0 0 0,1 0 0 0 0,4 0 0 0 0,-1 0 0 0 0,2 0 0 0 0,-3 0 0 0 0,-3 0 0 0 0,2 0 0 0 0,8 0 0 0 0,1 0 0 0 0,1 0 0 0 0,2 0 0 0 0,-3 0 0 0 0,-1 0 0 0 0,2 0 0 0 0,1 0 0 0 0,-3 0 0 0 0,0 0 0 0 0,1 0 0 0 0,-3 0 0 0 0,0 0 0 0 0,2 0 0 0 0,2 0 0 0 0,-3 0 0 0 0,1 0 0 0 0,-4 0 0 0 0,-5 0 0 0 0,-5 0 0 0 0,-3 0 0 0 0,2 0 0 0 0,0 0 0 0 0,-1 0 0 0 0,3 0 0 0 0,1 0 0 0 0,3 0 0 0 0,0 0 0 0 0,3 0 0 0 0,-2 0 0 0 0,-3 0 0 0 0,-3-6 0 0 0,-3-1 0 0 0,-3 1 0 0 0,-1 0 0 0 0,-2 3 0 0 0,1 0 0 0 0,-12 2 0 0 0,-13 0 0 0 0,-13 1 0 0 0,-11 1 0 0 0,-8-1 0 0 0,-4 0 0 0 0,-2 0 0 0 0,-2 1 0 0 0,1-1 0 0 0,0 0 0 0 0,-5 0 0 0 0,-1 0 0 0 0,1 0 0 0 0,2 0 0 0 0,1 0 0 0 0,-3 0 0 0 0,-7 0 0 0 0,1 0 0 0 0,-4 0 0 0 0,1 0 0 0 0,4 0 0 0 0,-2 0 0 0 0,2 0 0 0 0,3 0 0 0 0,2 0 0 0 0,4 5 0 0 0,-4 2 0 0 0,0 0 0 0 0,0-2 0 0 0,3-1 0 0 0,1-2 0 0 0,1-1 0 0 0,-4 0 0 0 0,-6-1 0 0 0,-7 5 0 0 0,1 2 0 0 0,-3-1 0 0 0,3 4 0 0 0,5 1 0 0 0,3-2 0 0 0,5 3 0 0 0,3-1 0 0 0,1-2 0 0 0,2-3 0 0 0,-1-2 0 0 0,2-1 0 0 0,-1-3 0 0 0,-1 6 0 0 0,1 0 0 0 0,-1 0 0 0 0,6 4 0 0 0,1 1 0 0 0,0-2 0 0 0,-2 2 0 0 0,-1 0 0 0 0,-1-2 0 0 0,-2-2 0 0 0,0-3 0 0 0,-1-2 0 0 0,5 4 0 0 0,2 1 0 0 0,0-1 0 0 0,3 4 0 0 0,1 1 0 0 0,-2-3 0 0 0,3 4 0 0 0,-1-1 0 0 0,4 3 0 0 0,9 0 0 0 0,11-4 0 0 0,11-2 0 0 0,7 1 0 0 0,5 1 0 0 0,4-3 0 0 0,2-1 0 0 0,0-3 0 0 0,0-1 0 0 0,-1-1 0 0 0,0-1 0 0 0,0-1 0 0 0,-1 1 0 0 0,0-1 0 0 0,0 1 0 0 0,-1 0 0 0 0,6 0 0 0 0,2 0 0 0 0,5 0 0 0 0,0 0 0 0 0,-2 0 0 0 0,3 0 0 0 0,9 0 0 0 0,2 0 0 0 0,1 0 0 0 0,1 0 0 0 0,-2 0 0 0 0,-2 0 0 0 0,-3 0 0 0 0,-1 0 0 0 0,2 0 0 0 0,4 0 0 0 0,2 0 0 0 0,-4 0 0 0 0,6 0 0 0 0,-2 0 0 0 0,-6 0 0 0 0,-1 0 0 0 0,7 0 0 0 0,-1 0 0 0 0,0 0 0 0 0,-4 0 0 0 0,0 0 0 0 0,1 0 0 0 0,-3 0 0 0 0,1 0 0 0 0,1 5 0 0 0,-2 2 0 0 0,-4 0 0 0 0,-6-2 0 0 0,-3-1 0 0 0,2-2 0 0 0,-1-1 0 0 0,-1 0 0 0 0,-1-1 0 0 0,-3 0 0 0 0,5-1 0 0 0,0 1 0 0 0,0 0 0 0 0,-7 5 0 0 0,-4 2 0 0 0,-1-1 0 0 0,1 0 0 0 0,0-3 0 0 0,1 0 0 0 0,2-2 0 0 0,0 0 0 0 0,-5 4 0 0 0,-1 2 0 0 0,-10-1 0 0 0,-13-1 0 0 0,-6 4 0 0 0,-8 0 0 0 0,-7-1 0 0 0,-5-2 0 0 0,-4-3 0 0 0,-2 0 0 0 0,-1-2 0 0 0,0-1 0 0 0,0 5 0 0 0,0 1 0 0 0,0 1 0 0 0,1-2 0 0 0,0-2 0 0 0,0-1 0 0 0,0 0 0 0 0,0-2 0 0 0,1 0 0 0 0,-1 0 0 0 0,0 0 0 0 0,0-1 0 0 0,1 1 0 0 0,-1 0 0 0 0,0 0 0 0 0,0 0 0 0 0,0 0 0 0 0,6 5 0 0 0,1 2 0 0 0,0 0 0 0 0,-2-2 0 0 0,-1-1 0 0 0,-1-2 0 0 0,3 5 0 0 0,2 0 0 0 0,-1 0 0 0 0,-2-2 0 0 0,-1-2 0 0 0,-2 0 0 0 0,-1 3 0 0 0,0 1 0 0 0,-1 0 0 0 0,-5-2 0 0 0,-8-2 0 0 0,-1-1 0 0 0,2-1 0 0 0,3 0 0 0 0,3-1 0 0 0,3-1 0 0 0,1 1 0 0 0,2 0 0 0 0,0 0 0 0 0,1-1 0 0 0,0 1 0 0 0,-1 5 0 0 0,1 2 0 0 0,-1 0 0 0 0,1-2 0 0 0,-1-1 0 0 0,0 4 0 0 0,0 0 0 0 0,0-1 0 0 0,1-1 0 0 0,-1-3 0 0 0,0 5 0 0 0,5 5 0 0 0,13 1 0 0 0,13 3 0 0 0,12-1 0 0 0,10-4 0 0 0,0 2 0 0 0,2-2 0 0 0,3-2 0 0 0,1 1 0 0 0,1 0 0 0 0,2-3 0 0 0,-6 3 0 0 0,0 0 0 0 0,-1-3 0 0 0,2 4 0 0 0,1-2 0 0 0,-3 4 0 0 0,-1-1 0 0 0,0-2 0 0 0,3-4 0 0 0,-4 3 0 0 0,-1-1 0 0 0,-3 4 0 0 0,1 0 0 0 0,1-3 0 0 0,4-3 0 0 0,-4 2 0 0 0,2 1 0 0 0,-4 3 0 0 0,0-1 0 0 0,-2 3 0 0 0,0 0 0 0 0,4-4 0 0 0,-2 2 0 0 0,-4 4 0 0 0,0-1 0 0 0,4-3 0 0 0,-1 1 0 0 0,-4 4 0 0 0,1-2 0 0 0,-7-2 0 0 0,-10-5 0 0 0,-9-4 0 0 0,-9-2 0 0 0,-5-2 0 0 0,-4-1 0 0 0,-2-5 0 0 0,0-3 0 0 0,-1 0 0 0 0,0 2 0 0 0,6-3 0 0 0,3-1 0 0 0,-1-3 0 0 0,-6 0 0 0 0,-3-2 0 0 0,-1-5 0 0 0,0 1 0 0 0,6 0 0 0 0,3 2 0 0 0,-5 4 0 0 0,4-1 0 0 0,0-3 0 0 0,-1 1 0 0 0,1 3 0 0 0,-2 4 0 0 0,-1-1 0 0 0,5-5 0 0 0,2 0 0 0 0,-1-2 0 0 0,-2 1 0 0 0,-1 4 0 0 0,-2-1 0 0 0,0-5 0 0 0,-2-3 0 0 0,0 1 0 0 0,0 5 0 0 0,0 4 0 0 0,0-1 0 0 0,5-4 0 0 0,2 1 0 0 0,0 3 0 0 0,-2-1 0 0 0,-1 0 0 0 0,4-1 0 0 0,0 0 0 0 0,0 4 0 0 0,-3-3 0 0 0,-1-3 0 0 0,-2-5 0 0 0,0 1 0 0 0,-2 4 0 0 0,0 0 0 0 0,0-3 0 0 0,0 2 0 0 0,5-2 0 0 0,2 3 0 0 0,-1-1 0 0 0,0-3 0 0 0,8 1 0 0 0,13 5 0 0 0,12 4 0 0 0,10 4 0 0 0,2 9 0 0 0,3 8 0 0 0,3 3 0 0 0,2-1 0 0 0,1 2 0 0 0,2-1 0 0 0,-6 2 0 0 0,0-2 0 0 0,0-2 0 0 0,1 1 0 0 0,1 3 0 0 0,2 0 0 0 0,-5 2 0 0 0,-1-2 0 0 0,2-4 0 0 0,-5 2 0 0 0,0 3 0 0 0,2-1 0 0 0,3-3 0 0 0,2 1 0 0 0,1 4 0 0 0,2-2 0 0 0,1-3 0 0 0,0 2 0 0 0,0 2 0 0 0,0 0 0 0 0,-5 1 0 0 0,-2-2 0 0 0,1-3 0 0 0,0-5 0 0 0,-3 2 0 0 0,0-1 0 0 0,-5 4 0 0 0,1-1 0 0 0,3-2 0 0 0,2 2 0 0 0,3-1 0 0 0,-3 3 0 0 0,0 0 0 0 0,-4 1 0 0 0,-1 0 0 0 0,3 1 0 0 0,3-1 0 0 0,2 1 0 0 0,-3 4 0 0 0,-10-7 0 0 0,-14-6 0 0 0,-5-9 0 0 0,-8-4 0 0 0,-7-7 0 0 0,1-6 0 0 0,-2-5 0 0 0,-2 2 0 0 0,-3 4 0 0 0,4 0 0 0 0,0-2 0 0 0,-1 2 0 0 0,4 0 0 0 0,-1 2 0 0 0,4-2 0 0 0,0-2 0 0 0,-3 2 0 0 0,-4-1 0 0 0,-2 2 0 0 0,3-1 0 0 0,0 3 0 0 0,-1-2 0 0 0,-2 3 0 0 0,4-2 0 0 0,0 1 0 0 0,4-1 0 0 0,-1 2 0 0 0,4-2 0 0 0,-2-4 0 0 0,-2 2 0 0 0,-4-2 0 0 0,-3-2 0 0 0,-2 3 0 0 0,-2-1 0 0 0,-1-3 0 0 0,5-2 0 0 0,1 3 0 0 0,1 6 0 0 0,-2-1 0 0 0,4-2 0 0 0,0 2 0 0 0,-1 5 0 0 0,3-2 0 0 0,0 1 0 0 0,-2-1 0 0 0,-2-4 0 0 0,-3 0 0 0 0,-2 5 0 0 0,4-2 0 0 0,2-3 0 0 0,-2 1 0 0 0,-1 4 0 0 0,9 4 0 0 0,13 3 0 0 0,6 8 0 0 0,9 4 0 0 0,8 1 0 0 0,0 4 0 0 0,2 1 0 0 0,-2 3 0 0 0,1-1 0 0 0,-3 3 0 0 0,0-2 0 0 0,4-4 0 0 0,2 3 0 0 0,4 3 0 0 0,1-1 0 0 0,2 2 0 0 0,1 3 0 0 0,0 3 0 0 0,1-2 0 0 0,-1 0 0 0 0,0 2 0 0 0,0-3 0 0 0,0-6 0 0 0,-5 0 0 0 0,-2 4 0 0 0,0-3 0 0 0,-4 2 0 0 0,0-3 0 0 0,2 3 0 0 0,2-3 0 0 0,-2 1 0 0 0,-1-1 0 0 0,2-4 0 0 0,-3 1 0 0 0,1 5 0 0 0,1-1 0 0 0,2 2 0 0 0,3 3 0 0 0,-3 3 0 0 0,-1-2 0 0 0,-4 0 0 0 0,0-3 0 0 0,-4-1 0 0 0,2-2 0 0 0,2-4 0 0 0,-1 0 0 0 0,-4 5 0 0 0,-5 3 0 0 0,2 0 0 0 0,-1 0 0 0 0,-3 3 0 0 0,-7-2 0 0 0,-9-6 0 0 0,-8-5 0 0 0,-7-9 0 0 0,-4-5 0 0 0,-3-2 0 0 0,-1-4 0 0 0,-1-2 0 0 0,6-3 0 0 0,2 0 0 0 0,0-2 0 0 0,-1 2 0 0 0,-2 3 0 0 0,0-1 0 0 0,-2 1 0 0 0,5-2 0 0 0,1 1 0 0 0,0 3 0 0 0,-2 2 0 0 0,-1-1 0 0 0,4-6 0 0 0,0 1 0 0 0,-1 2 0 0 0,4-2 0 0 0,0 2 0 0 0,-2 2 0 0 0,-3-2 0 0 0,-2-4 0 0 0,-1 0 0 0 0,-2 4 0 0 0,-1 3 0 0 0,5-2 0 0 0,2-5 0 0 0,-1 2 0 0 0,-1 2 0 0 0,-1 3 0 0 0,4-2 0 0 0,0 1 0 0 0,5-3 0 0 0,-1 1 0 0 0,-2-4 0 0 0,-2 2 0 0 0,2-2 0 0 0,5 7 0 0 0,6 10 0 0 0,3 10 0 0 0,9 3 0 0 0,9 5 0 0 0,3 4 0 0 0,-1 3 0 0 0,-3 3 0 0 0,3-4 0 0 0,-2 0 0 0 0,3-5 0 0 0,-1-1 0 0 0,-2 2 0 0 0,1 3 0 0 0,0 2 0 0 0,2-3 0 0 0,-1-1 0 0 0,3-3 0 0 0,-2 0 0 0 0,-3 2 0 0 0,2-3 0 0 0,-2 1 0 0 0,4-2 0 0 0,-2 0 0 0 0,2-2 0 0 0,0 1 0 0 0,1 4 0 0 0,4 3 0 0 0,-2 3 0 0 0,1-2 0 0 0,4-1 0 0 0,1 1 0 0 0,-2 2 0 0 0,1-4 0 0 0,-5 1 0 0 0,1-5 0 0 0,-4 0 0 0 0,-3 3 0 0 0,0-3 0 0 0,5-4 0 0 0,-2 0 0 0 0,-3 4 0 0 0,-3-7 0 0 0,-9-5 0 0 0,-4-9 0 0 0,-7-9 0 0 0,-6-8 0 0 0,-6-1 0 0 0,0-1 0 0 0,6-3 0 0 0,-1 3 0 0 0,-2 0 0 0 0,2-1 0 0 0,-1 3 0 0 0,3 0 0 0 0,-1 2 0 0 0,2 1 0 0 0,-2 2 0 0 0,3-2 0 0 0,-2 3 0 0 0,1-2 0 0 0,-1 2 0 0 0,2-2 0 0 0,-3 2 0 0 0,3-3 0 0 0,-2-2 0 0 0,-4-5 0 0 0,-3-2 0 0 0,2-3 0 0 0,-1 4 0 0 0,4 1 0 0 0,-1 5 0 0 0,3 0 0 0 0,-1 3 0 0 0,3-1 0 0 0,-2 3 0 0 0,1 9 0 0 0,10 5 0 0 0,5 7 0 0 0,7 4 0 0 0,3 4 0 0 0,0 6 0 0 0,4-2 0 0 0,-2 2 0 0 0,4 2 0 0 0,-2 3 0 0 0,-3 2 0 0 0,2 1 0 0 0,4-4 0 0 0,-1-1 0 0 0,-3 1 0 0 0,1-4 0 0 0,-1-1 0 0 0,-4 2 0 0 0,-2 3 0 0 0,2-4 0 0 0,0 1 0 0 0,3 1 0 0 0,0 2 0 0 0,-2 2 0 0 0,-3 2 0 0 0,3-4 0 0 0,0-1 0 0 0,-3 0 0 0 0,4-3 0 0 0,-1-1 0 0 0,-1-8 0 0 0,-3-12 0 0 0,-2-11 0 0 0,-7-4 0 0 0,-4-4 0 0 0,1-4 0 0 0,-5 1 0 0 0,0 0 0 0 0,-4-2 0 0 0,1-2 0 0 0,-2-2 0 0 0,-5-2 0 0 0,3 0 0 0 0,-2 4 0 0 0,3 2 0 0 0,-1 0 0 0 0,2-2 0 0 0,0 4 0 0 0,1 0 0 0 0,-1-1 0 0 0,1-2 0 0 0,-1 3 0 0 0,-3 6 0 0 0,1 0 0 0 0,4-3 0 0 0,-1 2 0 0 0,2-1 0 0 0,-2 3 0 0 0,1-2 0 0 0,4-4 0 0 0,3 8 0 0 0,3 11 0 0 0,2 12 0 0 0,1 8 0 0 0,1 7 0 0 0,1 4 0 0 0,-1 3 0 0 0,1 1 0 0 0,-1 0 0 0 0,1 0 0 0 0,-1-1 0 0 0,0 0 0 0 0,0-1 0 0 0,5 1 0 0 0,2-2 0 0 0,0 1 0 0 0,-2 0 0 0 0,4-6 0 0 0,1-1 0 0 0,3 0 0 0 0,5-4 0 0 0,-1-10 0 0 0,-8-7 0 0 0,-11-5 0 0 0,-5-6 0 0 0,-2-8 0 0 0,1-5 0 0 0,-3-1 0 0 0,-5 5 0 0 0,0-1 0 0 0,2-2 0 0 0,-1 2 0 0 0,2-1 0 0 0,-2 3 0 0 0,1-1 0 0 0,4-4 0 0 0,-3 3 0 0 0,2-1 0 0 0,2-3 0 0 0,-2 2 0 0 0,0 0 0 0 0,-2 3 0 0 0,0-1 0 0 0,2-2 0 0 0,-1 2 0 0 0,0-2 0 0 0,3-1 0 0 0,-2 1 0 0 0,0 11 0 0 0,8 6 0 0 0,4 8 0 0 0,1 10 0 0 0,7 2 0 0 0,1 3 0 0 0,4-2 0 0 0,0 1 0 0 0,-2 3 0 0 0,-4 3 0 0 0,3-3 0 0 0,-2 0 0 0 0,4-3 0 0 0,0-1 0 0 0,2-2 0 0 0,-1-10 0 0 0,-3-11 0 0 0,-8-9 0 0 0,-5-9 0 0 0,-8 1 0 0 0,-1-2 0 0 0,0-2 0 0 0,3-2 0 0 0,-3 5 0 0 0,0 0 0 0 0,-2 4 0 0 0,0 0 0 0 0,2-2 0 0 0,4-2 0 0 0,-3 2 0 0 0,1 0 0 0 0,-4 3 0 0 0,1 0 0 0 0,-4 2 0 0 0,2 0 0 0 0,3-4 0 0 0,3-3 0 0 0,-2 2 0 0 0,-4 5 0 0 0,-1 0 0 0 0,3-3 0 0 0,4-4 0 0 0,-3 3 0 0 0,1 0 0 0 0,-3 2 0 0 0,0 0 0 0 0,-2 2 0 0 0,1-1 0 0 0,3-3 0 0 0,-2-3 0 0 0,-4 2 0 0 0,1 0 0 0 0,3-2 0 0 0,-1 2 0 0 0,-4 1 0 0 0,1-3 0 0 0,4-1 0 0 0,-1 2 0 0 0,1 0 0 0 0,-2 4 0 0 0,2-1 0 0 0,3 9 0 0 0,8 6 0 0 0,4 8 0 0 0,8 5 0 0 0,2 5 0 0 0,-2 5 0 0 0,4 0 0 0 0,-1 2 0 0 0,2-3 0 0 0,-1 1 0 0 0,2-2 0 0 0,-1 0 0 0 0,-4 3 0 0 0,2-2 0 0 0,-1 1 0 0 0,2-2 0 0 0,4 1 0 0 0,-1 2 0 0 0,2-2 0 0 0,-2 2 0 0 0,1-4 0 0 0,-2 2 0 0 0,-5 3 0 0 0,2-3 0 0 0,-1 1 0 0 0,2-2 0 0 0,-2 1 0 0 0,4-3 0 0 0,-2 1 0 0 0,2 4 0 0 0,4-2 0 0 0,-2 1 0 0 0,1 3 0 0 0,4-2 0 0 0,-4 0 0 0 0,2-3 0 0 0,-4 1 0 0 0,1-3 0 0 0,-3 2 0 0 0,2-3 0 0 0,-3 2 0 0 0,-3-7 0 0 0,-4-10 0 0 0,-8-5 0 0 0,-4-7 0 0 0,-1-7 0 0 0,-5-4 0 0 0,-5 1 0 0 0,-1 0 0 0 0,-2 3 0 0 0,2 0 0 0 0,3-1 0 0 0,0-4 0 0 0,-3 4 0 0 0,0 0 0 0 0,5-3 0 0 0,3-1 0 0 0,-2 3 0 0 0,-4 0 0 0 0,0-1 0 0 0,-2 3 0 0 0,2-1 0 0 0,3-1 0 0 0,3-3 0 0 0,-1 4 0 0 0,1-1 0 0 0,-4 4 0 0 0,1 0 0 0 0,2-3 0 0 0,3-3 0 0 0,-3-2 0 0 0,1-2 0 0 0,-4-2 0 0 0,-4-1 0 0 0,0 0 0 0 0,3 0 0 0 0,4-1 0 0 0,4 1 0 0 0,-3 5 0 0 0,1 2 0 0 0,1 0 0 0 0,2-2 0 0 0,-3-1 0 0 0,-1-1 0 0 0,2-2 0 0 0,1 0 0 0 0,3-1 0 0 0,1 0 0 0 0,1 0 0 0 0,-4 5 0 0 0,-2 2 0 0 0,1 0 0 0 0,1-2 0 0 0,1-1 0 0 0,2-1 0 0 0,1 9 0 0 0,0 13 0 0 0,1 13 0 0 0,1 10 0 0 0,-1 8 0 0 0,0 5 0 0 0,0 2 0 0 0,1 1 0 0 0,-1 1 0 0 0,5-7 0 0 0,2-1 0 0 0,0-1 0 0 0,3-4 0 0 0,1-1 0 0 0,-2 2 0 0 0,-2 2 0 0 0,2-3 0 0 0,0 1 0 0 0,-1 1 0 0 0,3-3 0 0 0,-1 0 0 0 0,4-3 0 0 0,-1 1 0 0 0,-2 2 0 0 0,-4 3 0 0 0,3-2 0 0 0,0-10 0 0 0,-3-12 0 0 0,-1-11 0 0 0,-3-9 0 0 0,-1-6 0 0 0,-1-4 0 0 0,-1-1 0 0 0,-1-2 0 0 0,1 1 0 0 0,-1 1 0 0 0,1 0 0 0 0,0 0 0 0 0,0 1 0 0 0,0 0 0 0 0,0 0 0 0 0,0 0 0 0 0,0 0 0 0 0,0 1 0 0 0,0-1 0 0 0,0 0 0 0 0,-6 5 0 0 0,-1 3 0 0 0,1-2 0 0 0,0 0 0 0 0,-3-2 0 0 0,0-1 0 0 0,1-2 0 0 0,2 0 0 0 0,-3 4 0 0 0,0 2 0 0 0,1 0 0 0 0,3-2 0 0 0,1-2 0 0 0,2 0 0 0 0,-4 3 0 0 0,-1 2 0 0 0,-5-1 0 0 0,1-2 0 0 0,1-1 0 0 0,2-2 0 0 0,-2 5 0 0 0,0 0 0 0 0,3 0 0 0 0,-4-2 0 0 0,0-1 0 0 0,-3-2 0 0 0,-4 4 0 0 0,1 2 0 0 0,-3 4 0 0 0,3 0 0 0 0,-1 4 0 0 0,-3 4 0 0 0,3 9 0 0 0,3 10 0 0 0,5 9 0 0 0,-1 2 0 0 0,1 3 0 0 0,-2 2 0 0 0,-1 3 0 0 0,4 2 0 0 0,-3-4 0 0 0,1-1 0 0 0,2 1 0 0 0,2 1 0 0 0,4 2 0 0 0,-5-5 0 0 0,1 0 0 0 0,0 1 0 0 0,-3-4 0 0 0,0 1 0 0 0,1 1 0 0 0,3-8 0 0 0,2-12 0 0 0,2-11 0 0 0,6-5 0 0 0,3-4 0 0 0,0-5 0 0 0,4-4 0 0 0,5 3 0 0 0,1 1 0 0 0,1-2 0 0 0,4-2 0 0 0,-2-1 0 0 0,1 4 0 0 0,-3 1 0 0 0,0-1 0 0 0,3-1 0 0 0,2 2 0 0 0,-1 2 0 0 0,-6-2 0 0 0,0 3 0 0 0,3-1 0 0 0,-2-1 0 0 0,1 3 0 0 0,-2-1 0 0 0,1 3 0 0 0,-2 0 0 0 0,-4-3 0 0 0,2 1 0 0 0,4 0 0 0 0,-2-3 0 0 0,3-2 0 0 0,-2-3 0 0 0,-4-2 0 0 0,2 4 0 0 0,-3 1 0 0 0,-7 5 0 0 0,-5 10 0 0 0,-7 7 0 0 0,-3 10 0 0 0,-4 2 0 0 0,0 6 0 0 0,-2-1 0 0 0,1 3 0 0 0,-1 4 0 0 0,-4 2 0 0 0,-3 4 0 0 0,3 1 0 0 0,-1 2 0 0 0,-2-5 0 0 0,-2-2 0 0 0,4 1 0 0 0,0 1 0 0 0,-2 2 0 0 0,4 0 0 0 0,0-3 0 0 0,-2-7 0 0 0,2-1 0 0 0,0 2 0 0 0,4 3 0 0 0,-2 3 0 0 0,-2 3 0 0 0,2 1 0 0 0,-2-4 0 0 0,4-1 0 0 0,-2-5 0 0 0,3 1 0 0 0,-1-5 0 0 0,1 2 0 0 0,-1 2 0 0 0,-4-1 0 0 0,2 0 0 0 0,4 4 0 0 0,-1-3 0 0 0,3 1 0 0 0,-3-3 0 0 0,1 1 0 0 0,-1-2 0 0 0,6-5 0 0 0,10-4 0 0 0,5-8 0 0 0,2-9 0 0 0,4-3 0 0 0,1-5 0 0 0,2 1 0 0 0,0-1 0 0 0,2 1 0 0 0,-2-1 0 0 0,2 2 0 0 0,3 5 0 0 0,-2-2 0 0 0,-3-4 0 0 0,0 1 0 0 0,3-2 0 0 0,4-3 0 0 0,3-3 0 0 0,3 2 0 0 0,-3 0 0 0 0,-2-2 0 0 0,2-1 0 0 0,1-3 0 0 0,2-1 0 0 0,1 4 0 0 0,-4 1 0 0 0,-7 0 0 0 0,-1 3 0 0 0,2 1 0 0 0,-2-2 0 0 0,1-3 0 0 0,3 4 0 0 0,-3-1 0 0 0,2-1 0 0 0,2 3 0 0 0,-2 0 0 0 0,0-3 0 0 0,-3-1 0 0 0,1-3 0 0 0,2-2 0 0 0,-2-1 0 0 0,2-1 0 0 0,-4 0 0 0 0,2 5 0 0 0,-3 2 0 0 0,-4-1 0 0 0,2 5 0 0 0,-2 0 0 0 0,-2-2 0 0 0,-3-2 0 0 0,-8 2 0 0 0,-8 6 0 0 0,-4 10 0 0 0,-3 7 0 0 0,-5 8 0 0 0,-3 7 0 0 0,-4 8 0 0 0,-1-2 0 0 0,4 1 0 0 0,1-3 0 0 0,6 0 0 0 0,-1-3 0 0 0,5 0 0 0 0,-2-2 0 0 0,-7 1 0 0 0,-1 4 0 0 0,0-2 0 0 0,6-9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9950 1191 16383 0 0,'-2'1'0'0'0,"-21"14"0"0"0,0-3 0 0 0,5 3 0 0 0,0 4 0 0 0,-3-2 0 0 0,-2 2 0 0 0,-3 3 0 0 0,-2-3 0 0 0,-2-4 0 0 0,4 1 0 0 0,2 2 0 0 0,-1 4 0 0 0,-1-2 0 0 0,-1-4 0 0 0,27-16 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1733 16383 0 0,'16'-8'0'0'0,"9"-8"0"0"0,0 2 0 0 0,-6-1 0 0 0,0 2 0 0 0,1-2 0 0 0,4-4 0 0 0,1-4 0 0 0,3 2 0 0 0,-3-1 0 0 0,-2-1 0 0 0,2 2 0 0 0,-4 1 0 0 0,-1 2 0 0 0,2 6 0 0 0,-2-2 0 0 0,-1-3 0 0 0,3 2 0 0 0,-2-3 0 0 0,-1 3 0 0 0,-2-3 0 0 0,1-2 0 0 0,2 2 0 0 0,-2-2 0 0 0,2 3 0 0 0,-4 0 0 0 0,2 1 0 0 0,-5 2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9975 1322 16383 0 0,'2'-2'0'0'0,"15"-13"0"0"0,2-1 0 0 0,-1-3 0 0 0,2 1 0 0 0,1-2 0 0 0,-1-1 0 0 0,0 1 0 0 0,-3 0 0 0 0,1 3 0 0 0,-3-1 0 0 0,-3-3 0 0 0,0 3 0 0 0,0-2 0 0 0,-9 9 0 0 0,-9 11 0 0 0,-5 11 0 0 0,-4 8 0 0 0,-6 7 0 0 0,-4 4 0 0 0,1 2 0 0 0,1-4 0 0 0,-2-2 0 0 0,4 0 0 0 0,0 1 0 0 0,-2-5 0 0 0,4 0 0 0 0,4 1 0 0 0,0-3 0 0 0,2 0 0 0 0,-1-3 0 0 0,-5 0 0 0 0,2 3 0 0 0,-1-2 0 0 0,-4 2 0 0 0,3 1 0 0 0,-2 4 0 0 0,-1-3 0 0 0,-3-6 0 0 0,3 1 0 0 0,5 2 0 0 0,1-2 0 0 0,-3 1 0 0 0,2 3 0 0 0,-1 3 0 0 0,-3-2 0 0 0,-3-1 0 0 0,2 3 0 0 0,0-4 0 0 0,-1-4 0 0 0,2-1 0 0 0,6 3 0 0 0,0 4 0 0 0,-3-3 0 0 0,-4-3 0 0 0,2 0 0 0 0,3-1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9608 1381 16383 0 0,'-6'9'0'0'0,"-7"16"0"0"0,3 1 0 0 0,3-7 0 0 0,3-14 0 0 0,7-12 0 0 0,3-10 0 0 0,6-7 0 0 0,1-6 0 0 0,-9 24 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9659 1381 16383 0 0,'-13'14'0'0'0,"-4"3"0"0"0,-2-4 0 0 0,-3 1 0 0 0,3 4 0 0 0,-2-2 0 0 0,-2 2 0 0 0,-2-2 0 0 0,-2 1 0 0 0,-2 4 0 0 0,4 2 0 0 0,4-4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9503 1381 16383 0 0,'-16'14'0'0'0,"-8"8"0"0"0,-1-2 0 0 0,3 1 0 0 0,4-7 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1504 16383 0 0,'5'-2'0'0'0,"18"-14"0"0"0,2 1 0 0 0,-3-4 0 0 0,0 2 0 0 0,1 5 0 0 0,-3-3 0 0 0,6-2 0 0 0,-16 7 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9572 1381 16383 0 0,'-12'14'0'0'0,"-4"1"0"0"0,1 1 0 0 0,-1-1 0 0 0,1 1 0 0 0,4 3 0 0 0,-2-1 0 0 0,-4 2 0 0 0,2 2 0 0 0,-3-3 0 0 0,-3 1 0 0 0,16-16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20141 4197 16383 0 0,'-6'0'0'0'0,"-6"0"0"0"0,-2-6 0 0 0,-3-1 0 0 0,-4 1 0 0 0,-4 0 0 0 0,-3 3 0 0 0,-2 0 0 0 0,-1 2 0 0 0,0 1 0 0 0,-1-1 0 0 0,1 2 0 0 0,4-6 0 0 0,3-2 0 0 0,0 1 0 0 0,-2-5 0 0 0,-1 1 0 0 0,-1 1 0 0 0,3-3 0 0 0,2 1 0 0 0,-1 1 0 0 0,-2 4 0 0 0,-1 2 0 0 0,-2 2 0 0 0,5-4 0 0 0,0-1 0 0 0,0 1 0 0 0,-2 1 0 0 0,-1 1 0 0 0,3-3 0 0 0,1-1 0 0 0,0 1 0 0 0,-3 2 0 0 0,-1 1 0 0 0,-2 2 0 0 0,-1 1 0 0 0,0 1 0 0 0,-1 0 0 0 0,-1 1 0 0 0,1-1 0 0 0,0 0 0 0 0,0 0 0 0 0,0 1 0 0 0,0-1 0 0 0,0 0 0 0 0,0 0 0 0 0,1 0 0 0 0,-1 0 0 0 0,0 0 0 0 0,0 0 0 0 0,0 0 0 0 0,1 0 0 0 0,-1 0 0 0 0,0 0 0 0 0,0 0 0 0 0,0 0 0 0 0,0 0 0 0 0,-5 0 0 0 0,-7 0 0 0 0,-1 0 0 0 0,-4 0 0 0 0,-4 0 0 0 0,1 0 0 0 0,5 0 0 0 0,4 0 0 0 0,4 0 0 0 0,4 0 0 0 0,2 0 0 0 0,1 0 0 0 0,-4 0 0 0 0,-2 0 0 0 0,0 0 0 0 0,-3 0 0 0 0,-1 5 0 0 0,-4 2 0 0 0,-5 0 0 0 0,2-2 0 0 0,2-1 0 0 0,0-2 0 0 0,-3-1 0 0 0,1 0 0 0 0,4-1 0 0 0,-2 0 0 0 0,3 5 0 0 0,3 1 0 0 0,2 1 0 0 0,4-2 0 0 0,1-1 0 0 0,2-2 0 0 0,-5 4 0 0 0,-6 2 0 0 0,-2-1 0 0 0,2-2 0 0 0,-3-2 0 0 0,1-1 0 0 0,3 5 0 0 0,3 0 0 0 0,3-1 0 0 0,2-1 0 0 0,2-1 0 0 0,0-2 0 0 0,-5-1 0 0 0,-6 5 0 0 0,-2 1 0 0 0,2-1 0 0 0,2-1 0 0 0,3-1 0 0 0,3-2 0 0 0,1-1 0 0 0,2-1 0 0 0,0 0 0 0 0,1 0 0 0 0,-5 0 0 0 0,-3-1 0 0 0,1 1 0 0 0,1 0 0 0 0,2 0 0 0 0,1 0 0 0 0,-5 0 0 0 0,0 0 0 0 0,1 0 0 0 0,1 0 0 0 0,1 0 0 0 0,2 0 0 0 0,1 0 0 0 0,1 0 0 0 0,0 0 0 0 0,1 0 0 0 0,-1 0 0 0 0,1 0 0 0 0,-1 0 0 0 0,1 0 0 0 0,-1 0 0 0 0,0 0 0 0 0,6 5 0 0 0,11 2 0 0 0,14 5 0 0 0,13 0 0 0 0,8-1 0 0 0,7 2 0 0 0,3-1 0 0 0,2-3 0 0 0,-5 3 0 0 0,-2-1 0 0 0,6 3 0 0 0,2-1 0 0 0,0-2 0 0 0,0-4 0 0 0,0 3 0 0 0,4-1 0 0 0,6 4 0 0 0,6 4 0 0 0,0 0 0 0 0,2 2 0 0 0,3-2 0 0 0,-4-4 0 0 0,7 1 0 0 0,2-2 0 0 0,-2-3 0 0 0,-2-3 0 0 0,1 3 0 0 0,-4 0 0 0 0,4 3 0 0 0,4 0 0 0 0,1 3 0 0 0,6 5 0 0 0,2-2 0 0 0,-6 1 0 0 0,3-1 0 0 0,4 0 0 0 0,2-3 0 0 0,-2 2 0 0 0,4-2 0 0 0,-2-4 0 0 0,-7 2 0 0 0,1-2 0 0 0,4 3 0 0 0,-4-1 0 0 0,2-3 0 0 0,5-3 0 0 0,6 2 0 0 0,-1 1 0 0 0,-3 2 0 0 0,-3 1 0 0 0,-5-3 0 0 0,-3 2 0 0 0,-1-1 0 0 0,-8-2 0 0 0,4-2 0 0 0,1 2 0 0 0,-4 0 0 0 0,-2-2 0 0 0,6 4 0 0 0,4-1 0 0 0,0-1 0 0 0,-6 2 0 0 0,-1 0 0 0 0,-6-2 0 0 0,-2-3 0 0 0,-3-2 0 0 0,-5-2 0 0 0,1-1 0 0 0,3 4 0 0 0,6 2 0 0 0,-3-1 0 0 0,-3-1 0 0 0,1 3 0 0 0,-3 1 0 0 0,3-1 0 0 0,-3 3 0 0 0,2 0 0 0 0,-1-2 0 0 0,-3-3 0 0 0,-4 3 0 0 0,-3 0 0 0 0,-2-1 0 0 0,-1-3 0 0 0,-1-1 0 0 0,-1-2 0 0 0,0-1 0 0 0,0-1 0 0 0,-5 5 0 0 0,-12 1 0 0 0,-13 0 0 0 0,-12-1 0 0 0,-10-1 0 0 0,-5-2 0 0 0,-5-1 0 0 0,-1 0 0 0 0,-5-1 0 0 0,-3 0 0 0 0,2-1 0 0 0,2 1 0 0 0,1 0 0 0 0,2 0 0 0 0,-3 0 0 0 0,-7 0 0 0 0,0 0 0 0 0,2 0 0 0 0,2 0 0 0 0,-2-6 0 0 0,-4-1 0 0 0,-5 1 0 0 0,-5 0 0 0 0,-8 3 0 0 0,-9 0 0 0 0,3 2 0 0 0,3 0 0 0 0,-4 1 0 0 0,1 1 0 0 0,1-1 0 0 0,2 0 0 0 0,2 0 0 0 0,2 1 0 0 0,-5-1 0 0 0,-1 0 0 0 0,-4 0 0 0 0,5 0 0 0 0,3 0 0 0 0,-3 0 0 0 0,0 0 0 0 0,1 0 0 0 0,-4 0 0 0 0,0 0 0 0 0,-5 0 0 0 0,2 0 0 0 0,7 0 0 0 0,-1 0 0 0 0,-4 0 0 0 0,0 0 0 0 0,-5 0 0 0 0,7 0 0 0 0,4 0 0 0 0,3 0 0 0 0,2 0 0 0 0,1 0 0 0 0,-6 0 0 0 0,4 0 0 0 0,2 0 0 0 0,0 0 0 0 0,0 0 0 0 0,0 5 0 0 0,5 2 0 0 0,1 0 0 0 0,-1-2 0 0 0,-1-1 0 0 0,4 3 0 0 0,-1 2 0 0 0,5-2 0 0 0,-1-2 0 0 0,3-1 0 0 0,-1 3 0 0 0,-4 1 0 0 0,3-1 0 0 0,-2-2 0 0 0,3-1 0 0 0,4-2 0 0 0,3-1 0 0 0,5-1 0 0 0,2 0 0 0 0,1-1 0 0 0,-3 1 0 0 0,-2 5 0 0 0,0 2 0 0 0,2-1 0 0 0,1-1 0 0 0,1-1 0 0 0,1-1 0 0 0,1-2 0 0 0,10-1 0 0 0,15 0 0 0 0,13 0 0 0 0,11 0 0 0 0,7 0 0 0 0,6-1 0 0 0,1 1 0 0 0,2 0 0 0 0,-1 0 0 0 0,0 0 0 0 0,0 0 0 0 0,4 0 0 0 0,7 0 0 0 0,0 0 0 0 0,-1 0 0 0 0,2 0 0 0 0,-1 0 0 0 0,2 0 0 0 0,-1 0 0 0 0,-3 0 0 0 0,7 0 0 0 0,0 0 0 0 0,3 0 0 0 0,2 0 0 0 0,3 0 0 0 0,2 0 0 0 0,-3 0 0 0 0,-1 0 0 0 0,5 0 0 0 0,-1 0 0 0 0,4 0 0 0 0,-3 0 0 0 0,-1 0 0 0 0,5 0 0 0 0,2 0 0 0 0,0 0 0 0 0,5 0 0 0 0,1 0 0 0 0,-2 0 0 0 0,-1 0 0 0 0,-3 0 0 0 0,-2 0 0 0 0,-1 0 0 0 0,4 0 0 0 0,1 0 0 0 0,0 0 0 0 0,-1 0 0 0 0,-2 0 0 0 0,-2 0 0 0 0,0 0 0 0 0,-1 0 0 0 0,0 0 0 0 0,-1 0 0 0 0,-5 0 0 0 0,-1 0 0 0 0,0 0 0 0 0,1 0 0 0 0,1 0 0 0 0,3 0 0 0 0,-5 0 0 0 0,-6 0 0 0 0,-6 0 0 0 0,-1 0 0 0 0,5 0 0 0 0,-2 5 0 0 0,-3 2 0 0 0,2 0 0 0 0,4-2 0 0 0,-1-1 0 0 0,-3-2 0 0 0,-4 0 0 0 0,-4-2 0 0 0,-2 5 0 0 0,-2 2 0 0 0,-1 0 0 0 0,-1-2 0 0 0,0-2 0 0 0,0-1 0 0 0,1 0 0 0 0,-6 3 0 0 0,-2 2 0 0 0,1 0 0 0 0,2-2 0 0 0,-10-2 0 0 0,-12-1 0 0 0,-12-1 0 0 0,-10 0 0 0 0,-7-1 0 0 0,-5 0 0 0 0,-2-1 0 0 0,-1 1 0 0 0,0 0 0 0 0,0 0 0 0 0,-5 0 0 0 0,-1 0 0 0 0,1-1 0 0 0,2 1 0 0 0,-4 0 0 0 0,0 1 0 0 0,1-1 0 0 0,3 0 0 0 0,-4 0 0 0 0,-5 0 0 0 0,-6 0 0 0 0,1 0 0 0 0,-2 0 0 0 0,4 0 0 0 0,3 0 0 0 0,0 0 0 0 0,2 0 0 0 0,-3 0 0 0 0,3 5 0 0 0,2 2 0 0 0,-2-1 0 0 0,1 0 0 0 0,-3-2 0 0 0,-4-2 0 0 0,1-1 0 0 0,-2 0 0 0 0,-3-1 0 0 0,-8-1 0 0 0,-4 1 0 0 0,3 0 0 0 0,3 0 0 0 0,5 0 0 0 0,7 5 0 0 0,1 2 0 0 0,-2-1 0 0 0,1 0 0 0 0,-1-3 0 0 0,2 0 0 0 0,4-2 0 0 0,-2 0 0 0 0,-4-1 0 0 0,2-1 0 0 0,2 1 0 0 0,-1 0 0 0 0,2-1 0 0 0,-3 1 0 0 0,2 0 0 0 0,3 0 0 0 0,3 0 0 0 0,3 0 0 0 0,2 0 0 0 0,1 0 0 0 0,2 0 0 0 0,10 0 0 0 0,14 0 0 0 0,13 0 0 0 0,11 0 0 0 0,8 0 0 0 0,9 0 0 0 0,5 0 0 0 0,0 0 0 0 0,-1 0 0 0 0,3 0 0 0 0,5 0 0 0 0,0 0 0 0 0,-3 0 0 0 0,1 0 0 0 0,-1 0 0 0 0,2 0 0 0 0,4 0 0 0 0,3 0 0 0 0,-1 0 0 0 0,-5 0 0 0 0,1 0 0 0 0,7 0 0 0 0,0 0 0 0 0,1 0 0 0 0,6 0 0 0 0,-1 0 0 0 0,4 0 0 0 0,2 0 0 0 0,-1-5 0 0 0,5-2 0 0 0,1 0 0 0 0,-2-3 0 0 0,3-1 0 0 0,0 2 0 0 0,3-3 0 0 0,-1 1 0 0 0,3-3 0 0 0,-2 0 0 0 0,-3-2 0 0 0,-4 2 0 0 0,3-3 0 0 0,-1 3 0 0 0,-2 2 0 0 0,3-1 0 0 0,0 2 0 0 0,3-3 0 0 0,0 1 0 0 0,-8 2 0 0 0,0 4 0 0 0,0 3 0 0 0,-2 2 0 0 0,-1-4 0 0 0,5-1 0 0 0,-5 1 0 0 0,-3-4 0 0 0,-1-1 0 0 0,-5 3 0 0 0,3-4 0 0 0,-2 1 0 0 0,-1 2 0 0 0,1-2 0 0 0,-4 0 0 0 0,-5 2 0 0 0,4 3 0 0 0,-5-3 0 0 0,-1 0 0 0 0,2 1 0 0 0,-1-2 0 0 0,-3-1 0 0 0,-4 3 0 0 0,-3 2 0 0 0,3 2 0 0 0,4 2 0 0 0,2-5 0 0 0,-3 0 0 0 0,-3 1 0 0 0,-2-4 0 0 0,-4 0 0 0 0,0 1 0 0 0,-2 3 0 0 0,-1 1 0 0 0,1 3 0 0 0,-6-4 0 0 0,-13-1 0 0 0,-12 0 0 0 0,-13 2 0 0 0,-8 2 0 0 0,-7 1 0 0 0,-3 1 0 0 0,-2 1 0 0 0,-1 0 0 0 0,1 5 0 0 0,0 8 0 0 0,-4 1 0 0 0,-2 3 0 0 0,2 0 0 0 0,0 1 0 0 0,8 3 0 0 0,3-2 0 0 0,0 1 0 0 0,-5 3 0 0 0,-3 2 0 0 0,5 2 0 0 0,1-3 0 0 0,1-1 0 0 0,-1 1 0 0 0,5 2 0 0 0,1 2 0 0 0,-1-5 0 0 0,-2 0 0 0 0,3 1 0 0 0,1 2 0 0 0,-2 1 0 0 0,3 2 0 0 0,5 1 0 0 0,0 0 0 0 0,-3-4 0 0 0,2-2 0 0 0,3 1 0 0 0,-1-5 0 0 0,2 0 0 0 0,2 2 0 0 0,4 3 0 0 0,-3-4 0 0 0,1 1 0 0 0,0 1 0 0 0,-2-3 0 0 0,0-10 0 0 0,1-13 0 0 0,9-4 0 0 0,3-8 0 0 0,1-6 0 0 0,6-4 0 0 0,1-4 0 0 0,3 4 0 0 0,0 0 0 0 0,3-1 0 0 0,-2 0 0 0 0,2-3 0 0 0,-2 0 0 0 0,2 5 0 0 0,-2 0 0 0 0,-4 0 0 0 0,2 3 0 0 0,-2 1 0 0 0,3-2 0 0 0,4-2 0 0 0,5-3 0 0 0,-3-2 0 0 0,2 0 0 0 0,2 3 0 0 0,-4 2 0 0 0,-4-1 0 0 0,-1 5 0 0 0,4-6 0 0 0,2-8 0 0 0,4-4 0 0 0,3-1 0 0 0,-4 1 0 0 0,0 2 0 0 0,1 2 0 0 0,1 1 0 0 0,-4 2 0 0 0,0 5 0 0 0,1 7 0 0 0,-3 2 0 0 0,-5-1 0 0 0,1-3 0 0 0,1 1 0 0 0,5 0 0 0 0,3-2 0 0 0,2-3 0 0 0,-3-2 0 0 0,0 3 0 0 0,-5 1 0 0 0,1 4 0 0 0,1 5 0 0 0,-3 0 0 0 0,-4-3 0 0 0,1 2 0 0 0,2 3 0 0 0,0-2 0 0 0,-5-3 0 0 0,2 0 0 0 0,-1-1 0 0 0,1 2 0 0 0,5-1 0 0 0,-2-4 0 0 0,-8 3 0 0 0,-12 9 0 0 0,-10 11 0 0 0,-8 6 0 0 0,-1 6 0 0 0,4 6 0 0 0,0 0 0 0 0,-3-3 0 0 0,2 0 0 0 0,0 3 0 0 0,-3 2 0 0 0,-3 4 0 0 0,4 3 0 0 0,-1-5 0 0 0,4 0 0 0 0,-1-5 0 0 0,4 0 0 0 0,-2-3 0 0 0,3 1 0 0 0,3 2 0 0 0,4 4 0 0 0,-3-2 0 0 0,-4 0 0 0 0,0 2 0 0 0,-3 3 0 0 0,2 1 0 0 0,-3-3 0 0 0,3-1 0 0 0,-2 1 0 0 0,2 2 0 0 0,4 2 0 0 0,-2 0 0 0 0,1 2 0 0 0,-2 1 0 0 0,1 0 0 0 0,3 0 0 0 0,-2 0 0 0 0,-5 0 0 0 0,2 0 0 0 0,-3-5 0 0 0,1-2 0 0 0,5 0 0 0 0,4 2 0 0 0,-2-4 0 0 0,0-1 0 0 0,3 2 0 0 0,2 2 0 0 0,-4-3 0 0 0,6-6 0 0 0,3-10 0 0 0,1-12 0 0 0,6-5 0 0 0,7-5 0 0 0,1-6 0 0 0,4 1 0 0 0,-2-1 0 0 0,-4-2 0 0 0,-4-2 0 0 0,2 3 0 0 0,4 1 0 0 0,5-7 0 0 0,-2-4 0 0 0,-2-1 0 0 0,0 5 0 0 0,-3-3 0 0 0,3-1 0 0 0,-3-1 0 0 0,3-4 0 0 0,-2-2 0 0 0,2 1 0 0 0,4 2 0 0 0,-2 2 0 0 0,1-3 0 0 0,-2-1 0 0 0,-4 1 0 0 0,1 2 0 0 0,-3-4 0 0 0,4 6 0 0 0,3-3 0 0 0,-1 0 0 0 0,-4-4 0 0 0,2-5 0 0 0,3-6 0 0 0,-1 1 0 0 0,1 3 0 0 0,-1 6 0 0 0,-5 4 0 0 0,-4-2 0 0 0,2 1 0 0 0,5 1 0 0 0,-1 3 0 0 0,3-4 0 0 0,3-6 0 0 0,-1 0 0 0 0,-4 2 0 0 0,-4-2 0 0 0,0 7 0 0 0,0-1 0 0 0,-4 1 0 0 0,4 7 0 0 0,-1 4 0 0 0,-2-5 0 0 0,3-7 0 0 0,0-1 0 0 0,2 4 0 0 0,1 0 0 0 0,-4-1 0 0 0,3 7 0 0 0,-2-2 0 0 0,-2-1 0 0 0,-2-1 0 0 0,-4 1 0 0 0,5 6 0 0 0,-1 3 0 0 0,0-6 0 0 0,3-3 0 0 0,0-1 0 0 0,-1 1 0 0 0,-3-1 0 0 0,-2 2 0 0 0,-2 0 0 0 0,-1 0 0 0 0,4 6 0 0 0,2 3 0 0 0,-1 9 0 0 0,-1 13 0 0 0,-6 7 0 0 0,-4 7 0 0 0,-1 7 0 0 0,-4 5 0 0 0,-1 3 0 0 0,2 3 0 0 0,-3-4 0 0 0,-5-2 0 0 0,1 1 0 0 0,-3 1 0 0 0,3 0 0 0 0,3 2 0 0 0,5 1 0 0 0,-3 1 0 0 0,2-1 0 0 0,-4 1 0 0 0,1 0 0 0 0,2 0 0 0 0,3 0 0 0 0,-2 6 0 0 0,0 1 0 0 0,-4-6 0 0 0,0 2 0 0 0,-2 7 0 0 0,-4 5 0 0 0,1 7 0 0 0,3-2 0 0 0,5-3 0 0 0,-2 0 0 0 0,2 3 0 0 0,-3-8 0 0 0,1 0 0 0 0,-3 3 0 0 0,-4 3 0 0 0,1 0 0 0 0,4-4 0 0 0,4 1 0 0 0,3-2 0 0 0,-1-3 0 0 0,0-3 0 0 0,-4-4 0 0 0,0-1 0 0 0,-3 3 0 0 0,-4 7 0 0 0,1 6 0 0 0,-2 0 0 0 0,3 2 0 0 0,-1-2 0 0 0,3-4 0 0 0,3-5 0 0 0,-1-4 0 0 0,1-2 0 0 0,-2-8 0 0 0,2-2 0 0 0,-4-1 0 0 0,2 2 0 0 0,3 1 0 0 0,-1-3 0 0 0,0-1 0 0 0,-2-4 0 0 0,1 0 0 0 0,2 3 0 0 0,-1-3 0 0 0,1-9 0 0 0,2-12 0 0 0,3-10 0 0 0,2-9 0 0 0,2-10 0 0 0,1-6 0 0 0,1-1 0 0 0,1 0 0 0 0,5 3 0 0 0,1 1 0 0 0,5-4 0 0 0,1 0 0 0 0,-2 1 0 0 0,-4 2 0 0 0,4 2 0 0 0,-1-4 0 0 0,-2-1 0 0 0,-3-4 0 0 0,-1 0 0 0 0,-3 2 0 0 0,0-2 0 0 0,4 5 0 0 0,2 0 0 0 0,-1-5 0 0 0,4 0 0 0 0,1-3 0 0 0,-2 0 0 0 0,2 4 0 0 0,1-2 0 0 0,-3-4 0 0 0,-3-5 0 0 0,3 3 0 0 0,0-2 0 0 0,-1 3 0 0 0,2 0 0 0 0,1 2 0 0 0,3 4 0 0 0,-1 0 0 0 0,2 0 0 0 0,0 4 0 0 0,-4-3 0 0 0,-3-4 0 0 0,2-5 0 0 0,-1 0 0 0 0,4 0 0 0 0,-1-3 0 0 0,4 2 0 0 0,-2 0 0 0 0,-3 4 0 0 0,2 4 0 0 0,-2 5 0 0 0,-2-1 0 0 0,3 0 0 0 0,-1-3 0 0 0,-3 0 0 0 0,-2 3 0 0 0,-2 2 0 0 0,-2 3 0 0 0,-2-4 0 0 0,6 1 0 0 0,0 0 0 0 0,0 2 0 0 0,-1 2 0 0 0,-1 2 0 0 0,-2-5 0 0 0,4 4 0 0 0,1 3 0 0 0,0-5 0 0 0,-2-6 0 0 0,-1-2 0 0 0,-2 2 0 0 0,-1 2 0 0 0,-1 2 0 0 0,0-2 0 0 0,0-1 0 0 0,0 2 0 0 0,-1 2 0 0 0,-4 2 0 0 0,-2 2 0 0 0,0 0 0 0 0,2 1 0 0 0,-5 6 0 0 0,1 1 0 0 0,-4 6 0 0 0,-5 5 0 0 0,-5 5 0 0 0,-3 9 0 0 0,2 10 0 0 0,6 8 0 0 0,0 6 0 0 0,3 4 0 0 0,5 2 0 0 0,-2-4 0 0 0,2 4 0 0 0,-4 2 0 0 0,2 6 0 0 0,2 1 0 0 0,3 5 0 0 0,3-1 0 0 0,-4-2 0 0 0,1 3 0 0 0,0 3 0 0 0,-3-1 0 0 0,0-3 0 0 0,1 2 0 0 0,3-3 0 0 0,-3 3 0 0 0,0 4 0 0 0,1 3 0 0 0,2-1 0 0 0,3 0 0 0 0,1 2 0 0 0,1-2 0 0 0,1-1 0 0 0,0 3 0 0 0,1-4 0 0 0,-6 1 0 0 0,-2-3 0 0 0,1 0 0 0 0,1 3 0 0 0,-4-2 0 0 0,-1 2 0 0 0,2 1 0 0 0,3-2 0 0 0,1 1 0 0 0,2-3 0 0 0,1 1 0 0 0,-5 2 0 0 0,-1-2 0 0 0,1-4 0 0 0,1 1 0 0 0,2-3 0 0 0,-5-3 0 0 0,0-3 0 0 0,1 3 0 0 0,2 0 0 0 0,1 3 0 0 0,2-1 0 0 0,1-1 0 0 0,1-3 0 0 0,-5-3 0 0 0,-2-1 0 0 0,1-3 0 0 0,1 0 0 0 0,-4-5 0 0 0,0-3 0 0 0,1 1 0 0 0,2 1 0 0 0,2 1 0 0 0,-3 3 0 0 0,-1 0 0 0 0,1 1 0 0 0,2 1 0 0 0,2 0 0 0 0,1-10 0 0 0,1-14 0 0 0,1-14 0 0 0,0-10 0 0 0,0-9 0 0 0,6-3 0 0 0,1-9 0 0 0,0-3 0 0 0,-2 1 0 0 0,4-3 0 0 0,6-6 0 0 0,5 1 0 0 0,0 3 0 0 0,1-1 0 0 0,-3-3 0 0 0,-4 1 0 0 0,0 4 0 0 0,4 4 0 0 0,-2 4 0 0 0,-4 2 0 0 0,2-3 0 0 0,-1-6 0 0 0,-4-1 0 0 0,3 2 0 0 0,-2 3 0 0 0,-1 2 0 0 0,2 3 0 0 0,-1-3 0 0 0,4-1 0 0 0,-1 0 0 0 0,-2 3 0 0 0,-4 1 0 0 0,3-4 0 0 0,-1-1 0 0 0,4 1 0 0 0,-1-3 0 0 0,-2 0 0 0 0,3 1 0 0 0,-2 3 0 0 0,3 2 0 0 0,0 2 0 0 0,-4-4 0 0 0,-2-1 0 0 0,-4 1 0 0 0,-2-4 0 0 0,4 5 0 0 0,1 3 0 0 0,0-2 0 0 0,3 3 0 0 0,0-2 0 0 0,-2-6 0 0 0,-1-2 0 0 0,2 7 0 0 0,0 3 0 0 0,-1-2 0 0 0,-3-2 0 0 0,-1 1 0 0 0,-2 1 0 0 0,-1-5 0 0 0,-1 0 0 0 0,0 1 0 0 0,-1 1 0 0 0,6 8 0 0 0,2 3 0 0 0,-1 0 0 0 0,-1 1 0 0 0,-1-2 0 0 0,-2-1 0 0 0,0-2 0 0 0,-2 11 0 0 0,0 13 0 0 0,0 13 0 0 0,-6 10 0 0 0,-1 8 0 0 0,-5 5 0 0 0,-1 2 0 0 0,3 1 0 0 0,-3 1 0 0 0,1-1 0 0 0,2-1 0 0 0,4 0 0 0 0,2 0 0 0 0,2-1 0 0 0,-4 5 0 0 0,-1 2 0 0 0,0-1 0 0 0,3-1 0 0 0,-5-1 0 0 0,0-2 0 0 0,2 4 0 0 0,-4 7 0 0 0,0 0 0 0 0,2-1 0 0 0,3 1 0 0 0,2 5 0 0 0,2-1 0 0 0,1 2 0 0 0,-5 3 0 0 0,0-3 0 0 0,0-4 0 0 0,1 0 0 0 0,-4-7 0 0 0,0 0 0 0 0,1-2 0 0 0,3 4 0 0 0,-5 5 0 0 0,1 6 0 0 0,2-2 0 0 0,-4-3 0 0 0,0 0 0 0 0,3-2 0 0 0,1-3 0 0 0,4-5 0 0 0,0-2 0 0 0,2-2 0 0 0,1-2 0 0 0,1-1 0 0 0,-1 0 0 0 0,1 0 0 0 0,-6 1 0 0 0,-2-1 0 0 0,1 1 0 0 0,0-1 0 0 0,3 1 0 0 0,0 0 0 0 0,-3-6 0 0 0,-2-1 0 0 0,2 0 0 0 0,0 2 0 0 0,3 1 0 0 0,1 1 0 0 0,1 2 0 0 0,0 0 0 0 0,2 1 0 0 0,-1 0 0 0 0,0-10 0 0 0,0-14 0 0 0,1-19 0 0 0,-1-13 0 0 0,5-7 0 0 0,2-3 0 0 0,0-1 0 0 0,-2-5 0 0 0,4 4 0 0 0,1-1 0 0 0,3 5 0 0 0,-1 3 0 0 0,4-4 0 0 0,-1-6 0 0 0,-4-2 0 0 0,2 1 0 0 0,-1 2 0 0 0,2 3 0 0 0,0 2 0 0 0,1 1 0 0 0,-1 2 0 0 0,-3 0 0 0 0,-3-4 0 0 0,2-3 0 0 0,4-4 0 0 0,6-1 0 0 0,-1 2 0 0 0,-4 3 0 0 0,-4-3 0 0 0,1 5 0 0 0,-1 5 0 0 0,2-5 0 0 0,5-5 0 0 0,4-7 0 0 0,-2 0 0 0 0,-4 3 0 0 0,1-2 0 0 0,2 2 0 0 0,-2-1 0 0 0,-3 1 0 0 0,0 3 0 0 0,-2 4 0 0 0,3 8 0 0 0,-2-1 0 0 0,3-1 0 0 0,-2 0 0 0 0,-3 0 0 0 0,-4 1 0 0 0,-2 0 0 0 0,2 5 0 0 0,1 2 0 0 0,-2-1 0 0 0,4 0 0 0 0,0-2 0 0 0,-1-1 0 0 0,-3-2 0 0 0,-2 0 0 0 0,-2-1 0 0 0,-1 10 0 0 0,-1 15 0 0 0,0 12 0 0 0,0 12 0 0 0,-6 2 0 0 0,-1 2 0 0 0,0 4 0 0 0,1 2 0 0 0,2 2 0 0 0,-4 1 0 0 0,0 0 0 0 0,1 0 0 0 0,-3 1 0 0 0,-1-1 0 0 0,2 0 0 0 0,-2-5 0 0 0,0-2 0 0 0,2 0 0 0 0,3 2 0 0 0,2 1 0 0 0,2 1 0 0 0,-5-4 0 0 0,0 0 0 0 0,1 0 0 0 0,1 2 0 0 0,2 1 0 0 0,1 2 0 0 0,-4-5 0 0 0,-1 0 0 0 0,0 0 0 0 0,2 2 0 0 0,1 1 0 0 0,2 2 0 0 0,1 1 0 0 0,1 0 0 0 0,0 1 0 0 0,0 0 0 0 0,0 0 0 0 0,1 0 0 0 0,-1 0 0 0 0,0-10 0 0 0,0-15 0 0 0,0-12 0 0 0,0-12 0 0 0,0-7 0 0 0,0-5 0 0 0,0-3 0 0 0,6 0 0 0 0,0-1 0 0 0,1-4 0 0 0,-2-7 0 0 0,-1 0 0 0 0,4 1 0 0 0,0 4 0 0 0,-1 3 0 0 0,4-3 0 0 0,-1 1 0 0 0,-1 1 0 0 0,-3 2 0 0 0,4 7 0 0 0,-1 4 0 0 0,-1-5 0 0 0,-3-3 0 0 0,-1 0 0 0 0,-3-1 0 0 0,0 1 0 0 0,-1 1 0 0 0,0 0 0 0 0,0 1 0 0 0,-1 0 0 0 0,6 0 0 0 0,2 0 0 0 0,-1 0 0 0 0,0 1 0 0 0,-2-1 0 0 0,-2 0 0 0 0,-1-5 0 0 0,0-2 0 0 0,-1 1 0 0 0,-1 1 0 0 0,1 1 0 0 0,0 2 0 0 0,0 1 0 0 0,0 0 0 0 0,-1 2 0 0 0,1-1 0 0 0,0 0 0 0 0,0 1 0 0 0,0-1 0 0 0,0 11 0 0 0,0 14 0 0 0,-5 8 0 0 0,-2 8 0 0 0,-5 9 0 0 0,0 5 0 0 0,-4 5 0 0 0,2 2 0 0 0,2 1 0 0 0,4 1 0 0 0,-3-6 0 0 0,2-2 0 0 0,-4 0 0 0 0,1 1 0 0 0,2 2 0 0 0,3 0 0 0 0,-3-3 0 0 0,1-2 0 0 0,-4 1 0 0 0,0 2 0 0 0,3 1 0 0 0,3 2 0 0 0,-3-5 0 0 0,1 0 0 0 0,1 0 0 0 0,-2-4 0 0 0,-1 1 0 0 0,3 1 0 0 0,-4 2 0 0 0,2 3 0 0 0,1 2 0 0 0,-3 0 0 0 0,2 2 0 0 0,1 0 0 0 0,-2-5 0 0 0,0-2 0 0 0,2 1 0 0 0,3 1 0 0 0,2 1 0 0 0,-3-4 0 0 0,-1 0 0 0 0,1 1 0 0 0,2 1 0 0 0,-3-3 0 0 0,-1 0 0 0 0,1 1 0 0 0,3 2 0 0 0,-4-3 0 0 0,0 0 0 0 0,1 1 0 0 0,3 2 0 0 0,1 3 0 0 0,2 1 0 0 0,1 0 0 0 0,6-3 0 0 0,8-12 0 0 0,1-14 0 0 0,4-12 0 0 0,3-4 0 0 0,-1-4 0 0 0,-4-5 0 0 0,0-2 0 0 0,-2-3 0 0 0,1 4 0 0 0,-1 2 0 0 0,2 4 0 0 0,-3 1 0 0 0,-2-2 0 0 0,2-3 0 0 0,3-2 0 0 0,0-2 0 0 0,-3-2 0 0 0,1 0 0 0 0,-1-1 0 0 0,2-1 0 0 0,-2 1 0 0 0,-2 0 0 0 0,-4 0 0 0 0,2 5 0 0 0,0 2 0 0 0,-1 0 0 0 0,2-2 0 0 0,1-1 0 0 0,-3-1 0 0 0,3 3 0 0 0,0 2 0 0 0,-2-1 0 0 0,-3-2 0 0 0,-2-1 0 0 0,-2-2 0 0 0,4 5 0 0 0,1 0 0 0 0,-1 0 0 0 0,4-2 0 0 0,1-1 0 0 0,-3-2 0 0 0,-1-1 0 0 0,-3 0 0 0 0,-2-1 0 0 0,-1 10 0 0 0,-1 14 0 0 0,0 14 0 0 0,0 10 0 0 0,-1 8 0 0 0,1 5 0 0 0,-6-2 0 0 0,-1-2 0 0 0,0 1 0 0 0,2 1 0 0 0,1 0 0 0 0,-4 2 0 0 0,0 0 0 0 0,1 1 0 0 0,-3 5 0 0 0,-1 2 0 0 0,2-1 0 0 0,-2-6 0 0 0,0 3 0 0 0,2-1 0 0 0,3 6 0 0 0,-4-5 0 0 0,1-2 0 0 0,2-1 0 0 0,-4 4 0 0 0,1 7 0 0 0,1 1 0 0 0,3 4 0 0 0,-3-1 0 0 0,0-2 0 0 0,1-5 0 0 0,-2-2 0 0 0,-1-4 0 0 0,-3-1 0 0 0,1-1 0 0 0,3 0 0 0 0,2-1 0 0 0,4 0 0 0 0,-4 5 0 0 0,0 3 0 0 0,-4-6 0 0 0,0 2 0 0 0,-3 1 0 0 0,1-1 0 0 0,3 0 0 0 0,3-1 0 0 0,-2 4 0 0 0,-5 7 0 0 0,-5 6 0 0 0,1-1 0 0 0,-1-7 0 0 0,2-2 0 0 0,4-2 0 0 0,0-1 0 0 0,2-3 0 0 0,-2-2 0 0 0,1 0 0 0 0,2-2 0 0 0,5 1 0 0 0,-4-1 0 0 0,1 1 0 0 0,-4-6 0 0 0,1-2 0 0 0,-3 2 0 0 0,1 0 0 0 0,3 2 0 0 0,3 1 0 0 0,-2-3 0 0 0,-5-2 0 0 0,1 1 0 0 0,2-9 0 0 0,3-12 0 0 0,4-12 0 0 0,2-9 0 0 0,1-13 0 0 0,2-6 0 0 0,1-7 0 0 0,-1-1 0 0 0,1-4 0 0 0,0-4 0 0 0,4 2 0 0 0,2 4 0 0 0,0 0 0 0 0,4 3 0 0 0,0-3 0 0 0,-2 3 0 0 0,-3-2 0 0 0,-2 1 0 0 0,-1-2 0 0 0,-2 2 0 0 0,-1 3 0 0 0,0-1 0 0 0,-1 0 0 0 0,1-2 0 0 0,-1-4 0 0 0,1 1 0 0 0,0-2 0 0 0,5-2 0 0 0,2 1 0 0 0,0 0 0 0 0,-2 3 0 0 0,-1-6 0 0 0,-2 0 0 0 0,0 6 0 0 0,-2-1 0 0 0,0-8 0 0 0,0 2 0 0 0,5-2 0 0 0,1 5 0 0 0,1 0 0 0 0,-2-2 0 0 0,-1 4 0 0 0,-2-1 0 0 0,-1 4 0 0 0,0-1 0 0 0,-1-3 0 0 0,0 2 0 0 0,-1-1 0 0 0,1 3 0 0 0,0-2 0 0 0,0-2 0 0 0,0 2 0 0 0,0-1 0 0 0,-1 2 0 0 0,1 5 0 0 0,6-1 0 0 0,1 1 0 0 0,-1 3 0 0 0,0-2 0 0 0,-2 1 0 0 0,-2 2 0 0 0,-1 3 0 0 0,0 1 0 0 0,-1-3 0 0 0,-1-5 0 0 0,1-2 0 0 0,0 3 0 0 0,0 2 0 0 0,-1 4 0 0 0,1 1 0 0 0,0 3 0 0 0,0 1 0 0 0,0 0 0 0 0,0 1 0 0 0,0 0 0 0 0,0 0 0 0 0,0-1 0 0 0,0 1 0 0 0,0 9 0 0 0,-5 10 0 0 0,-2 11 0 0 0,0 11 0 0 0,2 9 0 0 0,-4 6 0 0 0,0 4 0 0 0,-4 2 0 0 0,0 6 0 0 0,-3-3 0 0 0,2 3 0 0 0,2 0 0 0 0,-1 4 0 0 0,1 5 0 0 0,-2-5 0 0 0,1 1 0 0 0,-3 3 0 0 0,2 5 0 0 0,3 4 0 0 0,-2 2 0 0 0,1-2 0 0 0,3 0 0 0 0,-2-5 0 0 0,0 0 0 0 0,-2 2 0 0 0,0-2 0 0 0,3 0 0 0 0,-3 2 0 0 0,2-2 0 0 0,-4 1 0 0 0,2 2 0 0 0,3-3 0 0 0,2 1 0 0 0,4 7 0 0 0,2 0 0 0 0,-5-1 0 0 0,1-4 0 0 0,-1 0 0 0 0,-3 5 0 0 0,0 0 0 0 0,2-1 0 0 0,-4 6 0 0 0,-4-7 0 0 0,0 2 0 0 0,3-4 0 0 0,-2 0 0 0 0,2 1 0 0 0,4-3 0 0 0,2-1 0 0 0,3 2 0 0 0,-3-3 0 0 0,-1 1 0 0 0,2 2 0 0 0,-4-3 0 0 0,0 1 0 0 0,-4 1 0 0 0,1-1 0 0 0,2 0 0 0 0,-2 1 0 0 0,2-1 0 0 0,1-6 0 0 0,-1-4 0 0 0,0 1 0 0 0,2-1 0 0 0,3-3 0 0 0,3-2 0 0 0,-5-2 0 0 0,1-2 0 0 0,0 4 0 0 0,-3 2 0 0 0,0-1 0 0 0,1-1 0 0 0,3-2 0 0 0,-3-1 0 0 0,-1-1 0 0 0,3-1 0 0 0,1 0 0 0 0,3-1 0 0 0,1 1 0 0 0,1-1 0 0 0,1-10 0 0 0,0-13 0 0 0,1-14 0 0 0,-1-11 0 0 0,0-7 0 0 0,6-5 0 0 0,1-3 0 0 0,5 5 0 0 0,0 2 0 0 0,-1-1 0 0 0,-4 0 0 0 0,4-1 0 0 0,-1-1 0 0 0,3-1 0 0 0,-1 0 0 0 0,4-6 0 0 0,-2-2 0 0 0,-3 0 0 0 0,2 2 0 0 0,-1 1 0 0 0,2 2 0 0 0,-1 0 0 0 0,-2 2 0 0 0,1 0 0 0 0,-1 1 0 0 0,-2-1 0 0 0,-3 1 0 0 0,-2-1 0 0 0,3-5 0 0 0,6 4 0 0 0,1 1 0 0 0,-3-3 0 0 0,3-3 0 0 0,-1 1 0 0 0,-3-4 0 0 0,-3-1 0 0 0,2-4 0 0 0,0 1 0 0 0,4 3 0 0 0,-1 2 0 0 0,-2 3 0 0 0,2-2 0 0 0,0-1 0 0 0,-3-4 0 0 0,-3 0 0 0 0,3 2 0 0 0,0-2 0 0 0,4 1 0 0 0,-1 2 0 0 0,-2 3 0 0 0,-3 2 0 0 0,3 2 0 0 0,0 1 0 0 0,-3 2 0 0 0,-1-1 0 0 0,-3-4 0 0 0,-1-3 0 0 0,4 7 0 0 0,1-4 0 0 0,-1 1 0 0 0,-1-1 0 0 0,4 2 0 0 0,0 0 0 0 0,-2-4 0 0 0,-1-2 0 0 0,-2 2 0 0 0,-2 0 0 0 0,-1 3 0 0 0,-1 1 0 0 0,0 1 0 0 0,0 1 0 0 0,-1 0 0 0 0,1 0 0 0 0,0 1 0 0 0,-1-1 0 0 0,1 1 0 0 0,0 10 0 0 0,0 13 0 0 0,0 14 0 0 0,0 11 0 0 0,0 7 0 0 0,0 5 0 0 0,-5 8 0 0 0,-2 2 0 0 0,-5 0 0 0 0,0 4 0 0 0,2 5 0 0 0,2-2 0 0 0,-3-2 0 0 0,2-4 0 0 0,1-4 0 0 0,2-3 0 0 0,-3 4 0 0 0,0 5 0 0 0,-3 6 0 0 0,-6 5 0 0 0,1-1 0 0 0,3-5 0 0 0,4 1 0 0 0,4-4 0 0 0,-3 2 0 0 0,1-2 0 0 0,-4-4 0 0 0,0 2 0 0 0,-3 4 0 0 0,1-1 0 0 0,-2 3 0 0 0,1 3 0 0 0,-2 3 0 0 0,3 3 0 0 0,2-3 0 0 0,-1-1 0 0 0,-3 1 0 0 0,0-3 0 0 0,-2 0 0 0 0,2-4 0 0 0,-2-5 0 0 0,3 1 0 0 0,4-2 0 0 0,-2 3 0 0 0,1 3 0 0 0,-2-5 0 0 0,1-1 0 0 0,-2 4 0 0 0,-5 4 0 0 0,3 5 0 0 0,-3 2 0 0 0,3-2 0 0 0,-1-6 0 0 0,3-5 0 0 0,-2-6 0 0 0,2-4 0 0 0,4-2 0 0 0,4-1 0 0 0,-3 4 0 0 0,1 2 0 0 0,-3-6 0 0 0,0-3 0 0 0,2 0 0 0 0,-2-1 0 0 0,0 1 0 0 0,3 1 0 0 0,-2 1 0 0 0,0 0 0 0 0,2 0 0 0 0,-2-4 0 0 0,0-13 0 0 0,3-13 0 0 0,2-12 0 0 0,2-9 0 0 0,7-12 0 0 0,3-5 0 0 0,1-2 0 0 0,-1-4 0 0 0,3 6 0 0 0,1-3 0 0 0,3 2 0 0 0,0-3 0 0 0,3 0 0 0 0,-1 2 0 0 0,-4 2 0 0 0,-3 3 0 0 0,2-3 0 0 0,0-1 0 0 0,3-4 0 0 0,-1-5 0 0 0,3 0 0 0 0,-1 4 0 0 0,2-2 0 0 0,-1-4 0 0 0,-4 2 0 0 0,2-1 0 0 0,-1-4 0 0 0,2 3 0 0 0,5-1 0 0 0,-2-2 0 0 0,-3 3 0 0 0,1-2 0 0 0,-2-1 0 0 0,2 3 0 0 0,-2-1 0 0 0,-2-7 0 0 0,1 1 0 0 0,-1 4 0 0 0,-2 2 0 0 0,2 3 0 0 0,0 1 0 0 0,3-4 0 0 0,4-2 0 0 0,-1 1 0 0 0,2 0 0 0 0,-2 4 0 0 0,-4-2 0 0 0,1-1 0 0 0,-2 1 0 0 0,-3 0 0 0 0,-3-2 0 0 0,3 7 0 0 0,-1 1 0 0 0,-1 3 0 0 0,4-3 0 0 0,4-3 0 0 0,1 0 0 0 0,-4 4 0 0 0,3-3 0 0 0,-2 3 0 0 0,-3-3 0 0 0,-4 2 0 0 0,-2 3 0 0 0,4-3 0 0 0,-1 2 0 0 0,5-3 0 0 0,0-4 0 0 0,3 1 0 0 0,-1 3 0 0 0,-3 5 0 0 0,-3 3 0 0 0,-3 3 0 0 0,-2 2 0 0 0,-3 1 0 0 0,6 1 0 0 0,0 0 0 0 0,0 0 0 0 0,-1 10 0 0 0,-2 14 0 0 0,-1 13 0 0 0,-1 11 0 0 0,0 7 0 0 0,-1 5 0 0 0,-6-3 0 0 0,-1 0 0 0 0,-5 5 0 0 0,-6 8 0 0 0,0 2 0 0 0,4-1 0 0 0,-2-1 0 0 0,3-3 0 0 0,-3-3 0 0 0,2 4 0 0 0,-2 1 0 0 0,2-2 0 0 0,3-1 0 0 0,-2 3 0 0 0,-3 1 0 0 0,0-2 0 0 0,-2 4 0 0 0,-3 5 0 0 0,-4 4 0 0 0,3 0 0 0 0,6 1 0 0 0,-1 2 0 0 0,3-2 0 0 0,-1 0 0 0 0,-4 1 0 0 0,-3-2 0 0 0,1 5 0 0 0,0 4 0 0 0,-2 8 0 0 0,-3 2 0 0 0,4-5 0 0 0,-1 2 0 0 0,0 0 0 0 0,-3-7 0 0 0,4-2 0 0 0,0 0 0 0 0,-1-6 0 0 0,3 4 0 0 0,0 4 0 0 0,-8 2 0 0 0,2-5 0 0 0,-1-1 0 0 0,0 0 0 0 0,4-4 0 0 0,6 0 0 0 0,0 6 0 0 0,-1-1 0 0 0,-4 0 0 0 0,-3-4 0 0 0,-2-7 0 0 0,3 6 0 0 0,0 4 0 0 0,-5 3 0 0 0,1 1 0 0 0,1-3 0 0 0,4-7 0 0 0,2-1 0 0 0,-2-3 0 0 0,-1 0 0 0 0,2 3 0 0 0,1-7 0 0 0,3 1 0 0 0,5-3 0 0 0,0-2 0 0 0,-4-3 0 0 0,2-2 0 0 0,-3-1 0 0 0,2-1 0 0 0,5-1 0 0 0,2 1 0 0 0,-1-1 0 0 0,1 0 0 0 0,-3-4 0 0 0,-1-3 0 0 0,4 1 0 0 0,2 2 0 0 0,-3-4 0 0 0,1-1 0 0 0,-4-3 0 0 0,1 0 0 0 0,2 2 0 0 0,2-7 0 0 0,4-11 0 0 0,7-12 0 0 0,3-8 0 0 0,0-8 0 0 0,5-3 0 0 0,0-3 0 0 0,4-1 0 0 0,5 0 0 0 0,-2 0 0 0 0,-4-5 0 0 0,2 5 0 0 0,-3 2 0 0 0,3 1 0 0 0,2 1 0 0 0,0-1 0 0 0,-4-4 0 0 0,0 2 0 0 0,-1 2 0 0 0,2-5 0 0 0,-1-1 0 0 0,-4 0 0 0 0,2-4 0 0 0,5-6 0 0 0,4-6 0 0 0,4-4 0 0 0,3 2 0 0 0,-4 5 0 0 0,-5 0 0 0 0,-1 4 0 0 0,-4-2 0 0 0,2 3 0 0 0,-3 2 0 0 0,3 0 0 0 0,2-5 0 0 0,0 0 0 0 0,-4-1 0 0 0,-5-4 0 0 0,2 7 0 0 0,-1 1 0 0 0,3-8 0 0 0,5-5 0 0 0,4-5 0 0 0,-2 5 0 0 0,-3 0 0 0 0,-1 5 0 0 0,-2 1 0 0 0,-3-1 0 0 0,-5 3 0 0 0,3-1 0 0 0,0-3 0 0 0,3 9 0 0 0,0 0 0 0 0,-2-2 0 0 0,2 1 0 0 0,0-2 0 0 0,2 2 0 0 0,-1 3 0 0 0,-2-2 0 0 0,-4-4 0 0 0,3-4 0 0 0,-1 2 0 0 0,4 3 0 0 0,-1 5 0 0 0,-2 5 0 0 0,3-3 0 0 0,-2-4 0 0 0,-2 0 0 0 0,-3 1 0 0 0,-2 4 0 0 0,-2 3 0 0 0,4 2 0 0 0,1 2 0 0 0,-1 1 0 0 0,-1 1 0 0 0,4 0 0 0 0,0-1 0 0 0,-2 1 0 0 0,-1 0 0 0 0,3 4 0 0 0,0 3 0 0 0,-1-2 0 0 0,-3 0 0 0 0,-1-2 0 0 0,-2 9 0 0 0,-7 13 0 0 0,-1 12 0 0 0,-6 11 0 0 0,-1 7 0 0 0,2 4 0 0 0,-2-2 0 0 0,-5 5 0 0 0,-4 2 0 0 0,2 5 0 0 0,-1 2 0 0 0,-3-1 0 0 0,3 3 0 0 0,1-6 0 0 0,2 2 0 0 0,0-1 0 0 0,-2-2 0 0 0,-4 4 0 0 0,3 6 0 0 0,5-1 0 0 0,0 4 0 0 0,-3 3 0 0 0,-3-7 0 0 0,-3-1 0 0 0,-3 3 0 0 0,4-1 0 0 0,0 1 0 0 0,0 10 0 0 0,-3 4 0 0 0,0-7 0 0 0,-2-3 0 0 0,4 6 0 0 0,1-2 0 0 0,0 1 0 0 0,-2 6 0 0 0,-1-2 0 0 0,-2-1 0 0 0,0 0 0 0 0,3 1 0 0 0,2 0 0 0 0,0 1 0 0 0,-2 0 0 0 0,-1 5 0 0 0,-2-7 0 0 0,0-5 0 0 0,3 0 0 0 0,2 1 0 0 0,0 1 0 0 0,-2 2 0 0 0,-1-3 0 0 0,-2-2 0 0 0,0 2 0 0 0,3-4 0 0 0,8 1 0 0 0,0 1 0 0 0,-1 2 0 0 0,-3-3 0 0 0,3 1 0 0 0,-2-5 0 0 0,4-4 0 0 0,-1 1 0 0 0,-3 3 0 0 0,3-2 0 0 0,-1-3 0 0 0,-3-3 0 0 0,2-4 0 0 0,6 3 0 0 0,4 5 0 0 0,-2 0 0 0 0,-3 3 0 0 0,1 0 0 0 0,-3-4 0 0 0,2-4 0 0 0,3-3 0 0 0,4-3 0 0 0,3-1 0 0 0,2-1 0 0 0,8-11 0 0 0,7-15 0 0 0,2-12 0 0 0,10-11 0 0 0,-1-8 0 0 0,3-4 0 0 0,0-3 0 0 0,3 0 0 0 0,1-1 0 0 0,-5 1 0 0 0,-1 1 0 0 0,5 0 0 0 0,-1 0 0 0 0,-1-4 0 0 0,5 3 0 0 0,4-2 0 0 0,-6-2 0 0 0,-2 2 0 0 0,5 0 0 0 0,1 2 0 0 0,1-5 0 0 0,5-1 0 0 0,1 2 0 0 0,-2 1 0 0 0,-2 1 0 0 0,-2 2 0 0 0,4 1 0 0 0,0-4 0 0 0,-1-2 0 0 0,3-4 0 0 0,0 4 0 0 0,-1-1 0 0 0,-3 0 0 0 0,-3 2 0 0 0,5 2 0 0 0,5-4 0 0 0,0 0 0 0 0,-1-4 0 0 0,-4 5 0 0 0,-2 4 0 0 0,2-3 0 0 0,6 0 0 0 0,0-4 0 0 0,-3 4 0 0 0,-3 4 0 0 0,3-3 0 0 0,-1-1 0 0 0,-2 6 0 0 0,3-3 0 0 0,4 0 0 0 0,0 1 0 0 0,-2 5 0 0 0,-4-3 0 0 0,-4-1 0 0 0,4-1 0 0 0,-1 1 0 0 0,4-1 0 0 0,-6 2 0 0 0,2-1 0 0 0,-1 6 0 0 0,-6 2 0 0 0,1 0 0 0 0,0-1 0 0 0,1 3 0 0 0,-2 0 0 0 0,1 0 0 0 0,3-3 0 0 0,3 3 0 0 0,-7 0 0 0 0,-3-1 0 0 0,-1 3 0 0 0,-5 0 0 0 0,-2 3 0 0 0,1-1 0 0 0,2 3 0 0 0,3-1 0 0 0,1 2 0 0 0,-4-3 0 0 0,-1-2 0 0 0,2 1 0 0 0,-5 9 0 0 0,-10 12 0 0 0,-7 10 0 0 0,-9 8 0 0 0,-9 1 0 0 0,-2 1 0 0 0,2 3 0 0 0,-2 2 0 0 0,-3-4 0 0 0,2-1 0 0 0,-1 6 0 0 0,-3 4 0 0 0,2 1 0 0 0,0 0 0 0 0,-8 5 0 0 0,2 1 0 0 0,4-1 0 0 0,1-2 0 0 0,0-2 0 0 0,-4-2 0 0 0,4-1 0 0 0,0 5 0 0 0,-7 6 0 0 0,-4 6 0 0 0,3 0 0 0 0,2-8 0 0 0,0 0 0 0 0,-6 2 0 0 0,-2 1 0 0 0,4 1 0 0 0,2 0 0 0 0,2-3 0 0 0,-1-3 0 0 0,5 2 0 0 0,1-1 0 0 0,-1 3 0 0 0,-2 6 0 0 0,-2-2 0 0 0,-2-2 0 0 0,5 1 0 0 0,1-2 0 0 0,-2-3 0 0 0,-1 1 0 0 0,-1 0 0 0 0,4 3 0 0 0,0-2 0 0 0,-1-2 0 0 0,-2-3 0 0 0,4 3 0 0 0,0-1 0 0 0,-1-2 0 0 0,-2 4 0 0 0,-2 4 0 0 0,-2 0 0 0 0,-1-2 0 0 0,5-4 0 0 0,1-4 0 0 0,4-2 0 0 0,2-1 0 0 0,-3-2 0 0 0,3-1 0 0 0,-1 0 0 0 0,3 0 0 0 0,-2-5 0 0 0,-2-1 0 0 0,2 0 0 0 0,-1 1 0 0 0,2 2 0 0 0,0 1 0 0 0,-4 2 0 0 0,3 0 0 0 0,-2-4 0 0 0,4-2 0 0 0,-2-5 0 0 0,3 0 0 0 0,3-9 0 0 0,10-11 0 0 0,10-11 0 0 0,4-8 0 0 0,4-1 0 0 0,6-3 0 0 0,-1-1 0 0 0,0 2 0 0 0,-2 1 0 0 0,0-1 0 0 0,2 2 0 0 0,-2 1 0 0 0,1-2 0 0 0,2-3 0 0 0,2-2 0 0 0,9-1 0 0 0,2-2 0 0 0,2-1 0 0 0,-1 0 0 0 0,-1-1 0 0 0,-1 6 0 0 0,-7 2 0 0 0,-2 5 0 0 0,0 0 0 0 0,0-1 0 0 0,2-3 0 0 0,1 2 0 0 0,1 0 0 0 0,2-2 0 0 0,-1-2 0 0 0,1 3 0 0 0,0 0 0 0 0,0-1 0 0 0,0 3 0 0 0,0-1 0 0 0,0-1 0 0 0,-5-3 0 0 0,-2 4 0 0 0,0-1 0 0 0,-4-1 0 0 0,0 2 0 0 0,2 6 0 0 0,2 0 0 0 0,-2-3 0 0 0,-1-3 0 0 0,2 1 0 0 0,2-1 0 0 0,3-2 0 0 0,1 3 0 0 0,1 0 0 0 0,0-3 0 0 0,-4-1 0 0 0,-1 2 0 0 0,-1 0 0 0 0,2 4 0 0 0,-4-1 0 0 0,-6-2 0 0 0,-10 3 0 0 0,-12 4 0 0 0,-10 5 0 0 0,-8 3 0 0 0,-4 3 0 0 0,-4 3 0 0 0,-1 0 0 0 0,0 1 0 0 0,-5 5 0 0 0,-1 7 0 0 0,0 1 0 0 0,2 4 0 0 0,2-2 0 0 0,2-3 0 0 0,1 1 0 0 0,1-1 0 0 0,0 2 0 0 0,0-2 0 0 0,-4 3 0 0 0,-8 3 0 0 0,4 4 0 0 0,-2 3 0 0 0,1-2 0 0 0,2-6 0 0 0,-3 0 0 0 0,5 1 0 0 0,4 3 0 0 0,-4-1 0 0 0,0-6 0 0 0,0 1 0 0 0,-3 2 0 0 0,-2 4 0 0 0,2 3 0 0 0,2-2 0 0 0,2-6 0 0 0,2 0 0 0 0,-4 3 0 0 0,-6 2 0 0 0,-2 3 0 0 0,8 3 0 0 0,-1-4 0 0 0,1-5 0 0 0,2-2 0 0 0,1 3 0 0 0,1 2 0 0 0,2-2 0 0 0,0 0 0 0 0,5 3 0 0 0,2-3 0 0 0,1 0 0 0 0,-3-3 0 0 0,5 1 0 0 0,-1 2 0 0 0,0-1 0 0 0,2 0 0 0 0,0 3 0 0 0,-2-3 0 0 0,3 1 0 0 0,9-3 0 0 0,7-10 0 0 0,10-5 0 0 0,7-10 0 0 0,8-2 0 0 0,5-5 0 0 0,3-5 0 0 0,-3-5 0 0 0,-1 2 0 0 0,-1 0 0 0 0,8-2 0 0 0,2 4 0 0 0,-5 0 0 0 0,4-2 0 0 0,1-1 0 0 0,-1 2 0 0 0,0 0 0 0 0,-1 4 0 0 0,-1 0 0 0 0,0-3 0 0 0,-1 3 0 0 0,0-1 0 0 0,4-3 0 0 0,3-2 0 0 0,-1 2 0 0 0,-1 0 0 0 0,4-1 0 0 0,-5-3 0 0 0,2 4 0 0 0,0 5 0 0 0,-6 1 0 0 0,2-3 0 0 0,5-8 0 0 0,3 0 0 0 0,4 0 0 0 0,-6-1 0 0 0,2-1 0 0 0,-2 4 0 0 0,-7 2 0 0 0,2-1 0 0 0,-1-2 0 0 0,6 4 0 0 0,1 1 0 0 0,-7-3 0 0 0,-3 5 0 0 0,-1-2 0 0 0,-2 5 0 0 0,-4-2 0 0 0,-1-2 0 0 0,1 2 0 0 0,2 4 0 0 0,1-1 0 0 0,-3-3 0 0 0,0 2 0 0 0,-4-2 0 0 0,-1 2 0 0 0,3 4 0 0 0,-3-2 0 0 0,1-3 0 0 0,3 2 0 0 0,-3-3 0 0 0,-10 2 0 0 0,-11 4 0 0 0,-11 3 0 0 0,-8 5 0 0 0,-6 1 0 0 0,-4 3 0 0 0,-2 0 0 0 0,0 0 0 0 0,0 1 0 0 0,1 0 0 0 0,0 5 0 0 0,0 1 0 0 0,1 5 0 0 0,0 1 0 0 0,0 2 0 0 0,0 0 0 0 0,0-3 0 0 0,1-4 0 0 0,-1 2 0 0 0,0 0 0 0 0,0 3 0 0 0,-5-1 0 0 0,-7-2 0 0 0,-1 2 0 0 0,1 5 0 0 0,-2 4 0 0 0,1-1 0 0 0,3 1 0 0 0,3-3 0 0 0,3 1 0 0 0,-4 2 0 0 0,1 3 0 0 0,1-3 0 0 0,-4-4 0 0 0,-6-1 0 0 0,1 3 0 0 0,3 3 0 0 0,2-2 0 0 0,5 1 0 0 0,-4-4 0 0 0,-4 2 0 0 0,4 1 0 0 0,0 4 0 0 0,-5 2 0 0 0,-5-2 0 0 0,-4-1 0 0 0,6 1 0 0 0,2 2 0 0 0,3 1 0 0 0,3-3 0 0 0,-1-6 0 0 0,0-1 0 0 0,3 2 0 0 0,2-2 0 0 0,2 1 0 0 0,-4-3 0 0 0,0 2 0 0 0,0 3 0 0 0,-3-2 0 0 0,0 2 0 0 0,2-4 0 0 0,7 2 0 0 0,4-3 0 0 0,1-3 0 0 0,6 1 0 0 0,1-2 0 0 0,9-2 0 0 0,6-9 0 0 0,10-9 0 0 0,9-3 0 0 0,7 1 0 0 0,0-4 0 0 0,2-4 0 0 0,2 2 0 0 0,8-8 0 0 0,3 1 0 0 0,0-1 0 0 0,6-1 0 0 0,-1-2 0 0 0,0-1 0 0 0,-3 5 0 0 0,-3 0 0 0 0,-2 0 0 0 0,5-2 0 0 0,0 4 0 0 0,-1 0 0 0 0,4-1 0 0 0,0-2 0 0 0,4-2 0 0 0,4-2 0 0 0,5-1 0 0 0,3 0 0 0 0,-2-1 0 0 0,-1-1 0 0 0,2 6 0 0 0,-4 2 0 0 0,-6-5 0 0 0,1 1 0 0 0,2 1 0 0 0,8 0 0 0 0,-5-1 0 0 0,-1-1 0 0 0,2 0 0 0 0,1-2 0 0 0,-2 1 0 0 0,-6-1 0 0 0,-4 5 0 0 0,0 2 0 0 0,-1 0 0 0 0,2 3 0 0 0,-5 1 0 0 0,-5-2 0 0 0,-2-2 0 0 0,-1 3 0 0 0,-1-1 0 0 0,0 5 0 0 0,-4-2 0 0 0,-2 4 0 0 0,0 3 0 0 0,-3 0 0 0 0,0-4 0 0 0,-3-5 0 0 0,0 2 0 0 0,3 3 0 0 0,-2 0 0 0 0,-5-3 0 0 0,-8 2 0 0 0,-12 4 0 0 0,-9 4 0 0 0,-7 3 0 0 0,-6 4 0 0 0,-2 1 0 0 0,-6 1 0 0 0,-3 1 0 0 0,-5-1 0 0 0,0 1 0 0 0,3 0 0 0 0,-3-1 0 0 0,-3 0 0 0 0,1 0 0 0 0,3 6 0 0 0,-2 1 0 0 0,-3-1 0 0 0,-3 5 0 0 0,1 0 0 0 0,-1 3 0 0 0,3-1 0 0 0,0 4 0 0 0,2-3 0 0 0,5 3 0 0 0,-2 3 0 0 0,-4-1 0 0 0,-8-5 0 0 0,-2 1 0 0 0,0-2 0 0 0,4 2 0 0 0,7 4 0 0 0,-1-2 0 0 0,-1 2 0 0 0,-4 3 0 0 0,-2-3 0 0 0,2-4 0 0 0,5 1 0 0 0,-5 2 0 0 0,1 4 0 0 0,0-2 0 0 0,-3 1 0 0 0,3 2 0 0 0,0-3 0 0 0,-2-5 0 0 0,9 1 0 0 0,1-3 0 0 0,-2 1 0 0 0,1 5 0 0 0,-2 3 0 0 0,-4-2 0 0 0,2-3 0 0 0,-1-1 0 0 0,2-2 0 0 0,5 1 0 0 0,-2 4 0 0 0,3-2 0 0 0,2 2 0 0 0,-2-3 0 0 0,1-3 0 0 0,2 0 0 0 0,2-1 0 0 0,3-3 0 0 0,1 2 0 0 0,-4 5 0 0 0,-1-1 0 0 0,1-2 0 0 0,2-4 0 0 0,0 2 0 0 0,3-1 0 0 0,0 3 0 0 0,1-1 0 0 0,0-2 0 0 0,6 2 0 0 0,12 0 0 0 0,13-3 0 0 0,12-3 0 0 0,10-2 0 0 0,6-2 0 0 0,3-2 0 0 0,2 0 0 0 0,6 0 0 0 0,1-1 0 0 0,-1-4 0 0 0,4-3 0 0 0,5-4 0 0 0,-1 0 0 0 0,-3 1 0 0 0,2 3 0 0 0,3-2 0 0 0,-1 0 0 0 0,7 2 0 0 0,4 3 0 0 0,8 1 0 0 0,-2 2 0 0 0,-1-4 0 0 0,3-1 0 0 0,-4 1 0 0 0,-2-4 0 0 0,-1 0 0 0 0,-5 1 0 0 0,3 3 0 0 0,-3-4 0 0 0,5 1 0 0 0,3 1 0 0 0,-4-3 0 0 0,-2 1 0 0 0,1 1 0 0 0,-6 3 0 0 0,6-3 0 0 0,2 0 0 0 0,2 1 0 0 0,1-2 0 0 0,-6-1 0 0 0,-1 3 0 0 0,0 2 0 0 0,1 2 0 0 0,-4 2 0 0 0,-6 1 0 0 0,-5-5 0 0 0,-5 0 0 0 0,-4-1 0 0 0,-1 3 0 0 0,-2-5 0 0 0,0 0 0 0 0,0 1 0 0 0,-1 2 0 0 0,-9 3 0 0 0,-14 0 0 0 0,-13 2 0 0 0,-11 1 0 0 0,-7 0 0 0 0,-5 1 0 0 0,-3-1 0 0 0,0 1 0 0 0,0-1 0 0 0,-1 0 0 0 0,2 0 0 0 0,0 0 0 0 0,1 0 0 0 0,-6 0 0 0 0,0 0 0 0 0,-6 0 0 0 0,0 0 0 0 0,2 0 0 0 0,-3 0 0 0 0,1 0 0 0 0,-8 5 0 0 0,-5 2 0 0 0,1 0 0 0 0,-6-2 0 0 0,-3 4 0 0 0,5 1 0 0 0,-5-2 0 0 0,0-3 0 0 0,-1-1 0 0 0,0 4 0 0 0,-4 0 0 0 0,5-2 0 0 0,-9 0 0 0 0,-2-3 0 0 0,2-1 0 0 0,-3-1 0 0 0,-5-1 0 0 0,8 5 0 0 0,4 2 0 0 0,-1-1 0 0 0,-5-1 0 0 0,1 4 0 0 0,-4 0 0 0 0,1-1 0 0 0,-1-2 0 0 0,1 3 0 0 0,-1 0 0 0 0,6-1 0 0 0,-4 2 0 0 0,-1 1 0 0 0,3-2 0 0 0,3 2 0 0 0,-2 0 0 0 0,7-2 0 0 0,3-3 0 0 0,-3 3 0 0 0,0 0 0 0 0,5-1 0 0 0,2-3 0 0 0,2-2 0 0 0,4 5 0 0 0,7-1 0 0 0,0 0 0 0 0,3 3 0 0 0,-2 1 0 0 0,-4 3 0 0 0,2-1 0 0 0,-2-2 0 0 0,7 2 0 0 0,6-2 0 0 0,3-2 0 0 0,3-2 0 0 0,0 2 0 0 0,1 0 0 0 0,11-2 0 0 0,12-2 0 0 0,14-1 0 0 0,10-2 0 0 0,8-2 0 0 0,9 0 0 0 0,10 0 0 0 0,2 0 0 0 0,-2-6 0 0 0,2-1 0 0 0,4 0 0 0 0,4-4 0 0 0,-3 0 0 0 0,0-3 0 0 0,3-5 0 0 0,1 1 0 0 0,-2-1 0 0 0,-1 1 0 0 0,1 5 0 0 0,8 0 0 0 0,3-5 0 0 0,1 2 0 0 0,5-2 0 0 0,2-3 0 0 0,3 2 0 0 0,-1-1 0 0 0,4-2 0 0 0,2 2 0 0 0,0 0 0 0 0,0-3 0 0 0,-2 4 0 0 0,1 4 0 0 0,-3 0 0 0 0,7 2 0 0 0,4-2 0 0 0,-1-3 0 0 0,-6-5 0 0 0,-1 3 0 0 0,-3-1 0 0 0,-5 3 0 0 0,2-1 0 0 0,4-2 0 0 0,-2 2 0 0 0,3 0 0 0 0,-7 2 0 0 0,-5 5 0 0 0,-4 4 0 0 0,-2-2 0 0 0,-1-5 0 0 0,1 1 0 0 0,-1-3 0 0 0,-5 2 0 0 0,-6 3 0 0 0,-2-1 0 0 0,-3 1 0 0 0,2-3 0 0 0,-3 2 0 0 0,3-2 0 0 0,4 0 0 0 0,3 4 0 0 0,-1 4 0 0 0,-10-3 0 0 0,-7 1 0 0 0,-4 1 0 0 0,-7-2 0 0 0,-3 0 0 0 0,1 1 0 0 0,-10 3 0 0 0,-10 3 0 0 0,-13 1 0 0 0,-8 1 0 0 0,-7 1 0 0 0,-4 0 0 0 0,-7 0 0 0 0,-9 1 0 0 0,0-1 0 0 0,-4 0 0 0 0,1 1 0 0 0,-1-1 0 0 0,3 0 0 0 0,4 0 0 0 0,-7 5 0 0 0,-5 2 0 0 0,2 0 0 0 0,-1 3 0 0 0,-2 1 0 0 0,4 3 0 0 0,0 0 0 0 0,-7-3 0 0 0,-4 2 0 0 0,-1-2 0 0 0,-6 4 0 0 0,-2 3 0 0 0,7 0 0 0 0,-2-4 0 0 0,6-4 0 0 0,-3 1 0 0 0,-12-1 0 0 0,3 3 0 0 0,2 5 0 0 0,-2-1 0 0 0,1 1 0 0 0,2-1 0 0 0,3 1 0 0 0,-3 3 0 0 0,4-3 0 0 0,-1 2 0 0 0,0-3 0 0 0,6-4 0 0 0,-3 0 0 0 0,0 4 0 0 0,0 4 0 0 0,0-1 0 0 0,1 0 0 0 0,6-2 0 0 0,1 0 0 0 0,1 3 0 0 0,-1-2 0 0 0,-2 1 0 0 0,-1-4 0 0 0,-1 2 0 0 0,-1 2 0 0 0,4-2 0 0 0,8 2 0 0 0,0-4 0 0 0,5 2 0 0 0,3-3 0 0 0,4-3 0 0 0,3-5 0 0 0,3 3 0 0 0,0 4 0 0 0,1 0 0 0 0,0-2 0 0 0,-1-4 0 0 0,7 3 0 0 0,0 4 0 0 0,0 5 0 0 0,4 4 0 0 0,11-1 0 0 0,11 0 0 0 0,12-4 0 0 0,8-5 0 0 0,5-5 0 0 0,4-4 0 0 0,2-3 0 0 0,0-1 0 0 0,0-2 0 0 0,0 0 0 0 0,-1 0 0 0 0,-1 0 0 0 0,6 1 0 0 0,6-1 0 0 0,7 1 0 0 0,5 0 0 0 0,-2 0 0 0 0,1 0 0 0 0,2 0 0 0 0,-4 0 0 0 0,1 0 0 0 0,0 0 0 0 0,3 0 0 0 0,-3 0 0 0 0,5 0 0 0 0,-3 0 0 0 0,1 0 0 0 0,1 0 0 0 0,-4 0 0 0 0,5 0 0 0 0,2 0 0 0 0,-3-5 0 0 0,0-2 0 0 0,-6 0 0 0 0,0 2 0 0 0,1 1 0 0 0,-3 2 0 0 0,1-5 0 0 0,3 0 0 0 0,-4 0 0 0 0,2 2 0 0 0,-3 2 0 0 0,0-5 0 0 0,3 0 0 0 0,4 1 0 0 0,2 2 0 0 0,-3 1 0 0 0,-6 2 0 0 0,0 1 0 0 0,-3 1 0 0 0,-9-5 0 0 0,-1-2 0 0 0,0 1 0 0 0,-2 1 0 0 0,0 1 0 0 0,-1-3 0 0 0,-1-1 0 0 0,0 1 0 0 0,-1 1 0 0 0,1-2 0 0 0,0-1 0 0 0,-11 1 0 0 0,-14 2 0 0 0,-13 3 0 0 0,-11 1 0 0 0,-7 1 0 0 0,-5 0 0 0 0,-2 2 0 0 0,-2-1 0 0 0,1 0 0 0 0,0 1 0 0 0,-5-1 0 0 0,-1 0 0 0 0,1 0 0 0 0,-4 0 0 0 0,1 0 0 0 0,1 0 0 0 0,3 0 0 0 0,2 6 0 0 0,-4 0 0 0 0,0 1 0 0 0,-3-2 0 0 0,-7-1 0 0 0,2 4 0 0 0,-3 0 0 0 0,-3-1 0 0 0,2 4 0 0 0,-1-1 0 0 0,4-1 0 0 0,-1-2 0 0 0,-8 2 0 0 0,1 0 0 0 0,4-1 0 0 0,1-3 0 0 0,4-1 0 0 0,-1-2 0 0 0,-3-2 0 0 0,3 0 0 0 0,4 5 0 0 0,3 2 0 0 0,0-1 0 0 0,-5-1 0 0 0,6 4 0 0 0,-1 0 0 0 0,1-1 0 0 0,3 3 0 0 0,2 0 0 0 0,1-2 0 0 0,2-3 0 0 0,-4-2 0 0 0,-2-2 0 0 0,1-1 0 0 0,7 4 0 0 0,2 2 0 0 0,2-1 0 0 0,0 4 0 0 0,-2 1 0 0 0,5 3 0 0 0,1-1 0 0 0,9-2 0 0 0,12 2 0 0 0,12-1 0 0 0,9-3 0 0 0,6-3 0 0 0,4-2 0 0 0,3-2 0 0 0,0-1 0 0 0,0-1 0 0 0,0-1 0 0 0,-1 1 0 0 0,0-1 0 0 0,-1 1 0 0 0,0 0 0 0 0,0-1 0 0 0,5 1 0 0 0,1 0 0 0 0,1 0 0 0 0,3 0 0 0 0,11 0 0 0 0,2 0 0 0 0,-3-5 0 0 0,5-2 0 0 0,-1 0 0 0 0,-5 2 0 0 0,-1 1 0 0 0,2 2 0 0 0,4-5 0 0 0,1 0 0 0 0,3 0 0 0 0,1-3 0 0 0,2-1 0 0 0,-6 3 0 0 0,0-4 0 0 0,4 1 0 0 0,-1 2 0 0 0,-1-3 0 0 0,5 2 0 0 0,8-4 0 0 0,-2 0 0 0 0,-4 4 0 0 0,-1-3 0 0 0,-7 2 0 0 0,-3 2 0 0 0,-4 2 0 0 0,-7 4 0 0 0,1 1 0 0 0,-8-4 0 0 0,1-1 0 0 0,5 1 0 0 0,5-4 0 0 0,0-1 0 0 0,3-2 0 0 0,-2-1 0 0 0,-5 4 0 0 0,-3 2 0 0 0,-4 3 0 0 0,-2-3 0 0 0,-3 0 0 0 0,-5-4 0 0 0,-3 0 0 0 0,-5-3 0 0 0,-11 1 0 0 0,-11-2 0 0 0,-11 1 0 0 0,-8 3 0 0 0,-5 4 0 0 0,-4 4 0 0 0,-1-4 0 0 0,0 0 0 0 0,0 2 0 0 0,1 1 0 0 0,0 2 0 0 0,0 1 0 0 0,1 2 0 0 0,0-1 0 0 0,0 2 0 0 0,1-1 0 0 0,-1 0 0 0 0,-5 1 0 0 0,-2-1 0 0 0,1 0 0 0 0,-5 0 0 0 0,1 0 0 0 0,-4 0 0 0 0,-5 0 0 0 0,-4 0 0 0 0,2 0 0 0 0,-1 0 0 0 0,3 0 0 0 0,1 0 0 0 0,-4 0 0 0 0,4 0 0 0 0,-1 0 0 0 0,2 0 0 0 0,0 0 0 0 0,-3 5 0 0 0,2 2 0 0 0,-2 0 0 0 0,4-2 0 0 0,-1 4 0 0 0,-4 1 0 0 0,3-3 0 0 0,-1-1 0 0 0,-3 3 0 0 0,-2 1 0 0 0,-8 2 0 0 0,1 1 0 0 0,1-3 0 0 0,6 3 0 0 0,2-2 0 0 0,4-1 0 0 0,5-4 0 0 0,1-2 0 0 0,-5-2 0 0 0,3-1 0 0 0,-3-2 0 0 0,-4 6 0 0 0,-3 2 0 0 0,3 4 0 0 0,4 1 0 0 0,6-2 0 0 0,4-2 0 0 0,-1 2 0 0 0,0 0 0 0 0,2-2 0 0 0,1-3 0 0 0,3-1 0 0 0,6 3 0 0 0,2 1 0 0 0,-4-2 0 0 0,-3-1 0 0 0,-2-1 0 0 0,1-2 0 0 0,0-1 0 0 0,0-1 0 0 0,12 0 0 0 0,14-1 0 0 0,14 1 0 0 0,10 0 0 0 0,8 0 0 0 0,5-1 0 0 0,-2-4 0 0 0,-2-2 0 0 0,7 0 0 0 0,1 2 0 0 0,2-4 0 0 0,-1 0 0 0 0,-1 1 0 0 0,4-3 0 0 0,1 0 0 0 0,-1-3 0 0 0,-2 1 0 0 0,-1 2 0 0 0,3 3 0 0 0,6-1 0 0 0,1-1 0 0 0,3-3 0 0 0,-1 1 0 0 0,6-3 0 0 0,1 1 0 0 0,-5-3 0 0 0,6 3 0 0 0,9-3 0 0 0,4-3 0 0 0,1 2 0 0 0,-1 3 0 0 0,4 0 0 0 0,-5 2 0 0 0,-4-2 0 0 0,4-3 0 0 0,0-5 0 0 0,0 2 0 0 0,-1 0 0 0 0,3-2 0 0 0,7-3 0 0 0,-5 3 0 0 0,1 1 0 0 0,-6 4 0 0 0,-4-1 0 0 0,-2 4 0 0 0,-6-2 0 0 0,3-2 0 0 0,8-4 0 0 0,9-3 0 0 0,2-3 0 0 0,4 5 0 0 0,-7 0 0 0 0,-4-1 0 0 0,-5-1 0 0 0,-2-2 0 0 0,-6-1 0 0 0,-8 5 0 0 0,-1 5 0 0 0,-4 2 0 0 0,-3 3 0 0 0,1-1 0 0 0,0-3 0 0 0,-3-4 0 0 0,-2 2 0 0 0,-2 4 0 0 0,4 0 0 0 0,-5-3 0 0 0,-3 2 0 0 0,5-1 0 0 0,1 2 0 0 0,-6-2 0 0 0,3 3 0 0 0,1-1 0 0 0,-5-4 0 0 0,-3 2 0 0 0,0 4 0 0 0,-5-1 0 0 0,-5-3 0 0 0,-1 1 0 0 0,-3-1 0 0 0,-3-3 0 0 0,-3-3 0 0 0,-3-3 0 0 0,-7 3 0 0 0,-8 0 0 0 0,-8 5 0 0 0,-5 6 0 0 0,-3 4 0 0 0,-3 4 0 0 0,-1 3 0 0 0,-1 2 0 0 0,1-5 0 0 0,0-1 0 0 0,0 1 0 0 0,1 0 0 0 0,0 2 0 0 0,-5 1 0 0 0,-2 1 0 0 0,-5-5 0 0 0,0-1 0 0 0,2 1 0 0 0,-8 1 0 0 0,-6 1 0 0 0,1 2 0 0 0,-6 1 0 0 0,-3 0 0 0 0,4 1 0 0 0,1 1 0 0 0,5-1 0 0 0,-3 0 0 0 0,-4 1 0 0 0,-1-1 0 0 0,-2 0 0 0 0,1 0 0 0 0,-1 0 0 0 0,1 0 0 0 0,-1 5 0 0 0,1 2 0 0 0,0 0 0 0 0,-5 3 0 0 0,4 1 0 0 0,2-2 0 0 0,-5 3 0 0 0,4-1 0 0 0,3-2 0 0 0,-6-2 0 0 0,4-3 0 0 0,2 3 0 0 0,5 1 0 0 0,2 4 0 0 0,-2 0 0 0 0,5 3 0 0 0,-1-1 0 0 0,-3 3 0 0 0,4-3 0 0 0,-2-2 0 0 0,-1 1 0 0 0,1-1 0 0 0,1 2 0 0 0,2-1 0 0 0,5-3 0 0 0,4-2 0 0 0,-2 1 0 0 0,-4 6 0 0 0,0-1 0 0 0,3-2 0 0 0,2 2 0 0 0,4-2 0 0 0,3-2 0 0 0,1 2 0 0 0,1-1 0 0 0,0 3 0 0 0,1-1 0 0 0,0 2 0 0 0,-1 0 0 0 0,11-4 0 0 0,14-4 0 0 0,13-2 0 0 0,11-3 0 0 0,7-1 0 0 0,5-1 0 0 0,3 0 0 0 0,0-1 0 0 0,1 0 0 0 0,4 1 0 0 0,7-1 0 0 0,0-4 0 0 0,-2-2 0 0 0,-2 0 0 0 0,-4-3 0 0 0,2-1 0 0 0,6 2 0 0 0,0-3 0 0 0,3 1 0 0 0,-2 2 0 0 0,-3 2 0 0 0,7 3 0 0 0,5 2 0 0 0,-1-4 0 0 0,0-1 0 0 0,-3 1 0 0 0,5 1 0 0 0,3-3 0 0 0,3-1 0 0 0,1 1 0 0 0,5-3 0 0 0,-3 0 0 0 0,-3 3 0 0 0,5 1 0 0 0,-5-2 0 0 0,3 0 0 0 0,2 1 0 0 0,-1-2 0 0 0,-7-1 0 0 0,4 3 0 0 0,-5 1 0 0 0,-1-2 0 0 0,-6 0 0 0 0,5 2 0 0 0,3 1 0 0 0,2 3 0 0 0,2 1 0 0 0,-6 1 0 0 0,-1-4 0 0 0,-6-2 0 0 0,0 1 0 0 0,-3 1 0 0 0,-5-4 0 0 0,1 0 0 0 0,-2 1 0 0 0,4 2 0 0 0,-2 3 0 0 0,-8-5 0 0 0,1 0 0 0 0,0 1 0 0 0,-2 2 0 0 0,-1 2 0 0 0,-1 1 0 0 0,0 1 0 0 0,-1 1 0 0 0,-11 0 0 0 0,-14 0 0 0 0,-13 0 0 0 0,-11 1 0 0 0,-7-1 0 0 0,-5 0 0 0 0,-3 0 0 0 0,-5 0 0 0 0,-3 0 0 0 0,2 0 0 0 0,1 0 0 0 0,2 0 0 0 0,-3 0 0 0 0,0 0 0 0 0,1 0 0 0 0,-4 0 0 0 0,1 0 0 0 0,-4 0 0 0 0,-9 0 0 0 0,-2 0 0 0 0,0 0 0 0 0,-3 0 0 0 0,5 0 0 0 0,-5 0 0 0 0,2 0 0 0 0,-4 0 0 0 0,-8 0 0 0 0,2 5 0 0 0,3 2 0 0 0,-4 0 0 0 0,-1-2 0 0 0,-4-1 0 0 0,-6-1 0 0 0,1-2 0 0 0,-3-1 0 0 0,2 0 0 0 0,4 0 0 0 0,0 0 0 0 0,1 0 0 0 0,3-1 0 0 0,-2 1 0 0 0,-5 5 0 0 0,7 2 0 0 0,-2 0 0 0 0,2-2 0 0 0,3-1 0 0 0,-4-2 0 0 0,6 0 0 0 0,4-2 0 0 0,1 0 0 0 0,7 0 0 0 0,-4 0 0 0 0,-3-1 0 0 0,5 1 0 0 0,0 0 0 0 0,5 5 0 0 0,1 2 0 0 0,3 0 0 0 0,5-2 0 0 0,4-1 0 0 0,3-2 0 0 0,-2 0 0 0 0,-1 3 0 0 0,1 2 0 0 0,2 0 0 0 0,1-2 0 0 0,1-2 0 0 0,2-1 0 0 0,10 0 0 0 0,15-2 0 0 0,13 0 0 0 0,11 0 0 0 0,8-1 0 0 0,4 1 0 0 0,8 0 0 0 0,2 0 0 0 0,0 0 0 0 0,-1 0 0 0 0,-3-1 0 0 0,4 1 0 0 0,10 1 0 0 0,2-1 0 0 0,8 0 0 0 0,4 0 0 0 0,-3 0 0 0 0,-2 0 0 0 0,0 0 0 0 0,5 0 0 0 0,8 0 0 0 0,7 0 0 0 0,0 0 0 0 0,-1 0 0 0 0,5 0 0 0 0,0 0 0 0 0,2 0 0 0 0,6 0 0 0 0,0 0 0 0 0,4 0 0 0 0,-3 0 0 0 0,-2 0 0 0 0,0 0 0 0 0,5 0 0 0 0,8 0 0 0 0,-3 0 0 0 0,2 0 0 0 0,5-6 0 0 0,-11-1 0 0 0,0 1 0 0 0,4 0 0 0 0,1 3 0 0 0,-2-5 0 0 0,0 0 0 0 0,-3 1 0 0 0,-7 1 0 0 0,-2 3 0 0 0,4-5 0 0 0,3 0 0 0 0,-4 1 0 0 0,-2 2 0 0 0,0-4 0 0 0,-9 1 0 0 0,-4 0 0 0 0,-2 2 0 0 0,-5-3 0 0 0,-2 0 0 0 0,2 2 0 0 0,-4 1 0 0 0,-3-3 0 0 0,-1 0 0 0 0,-6 2 0 0 0,-1 1 0 0 0,-5 3 0 0 0,0-4 0 0 0,3-1 0 0 0,2 1 0 0 0,-2-3 0 0 0,-4-1 0 0 0,-5 3 0 0 0,-5 1 0 0 0,-3 3 0 0 0,-2 2 0 0 0,-2 1 0 0 0,0 1 0 0 0,-5-5 0 0 0,-7-7 0 0 0,-12-1 0 0 0,-12 1 0 0 0,-11 3 0 0 0,-7 3 0 0 0,-5 3 0 0 0,-2 1 0 0 0,-2 2 0 0 0,-6 0 0 0 0,-1 0 0 0 0,-4 1 0 0 0,0-6 0 0 0,-4-1 0 0 0,-3-1 0 0 0,2 2 0 0 0,-2 1 0 0 0,-8 2 0 0 0,2 1 0 0 0,-1 0 0 0 0,-6 1 0 0 0,-3 0 0 0 0,5 1 0 0 0,-2-1 0 0 0,-2 0 0 0 0,1 0 0 0 0,0 0 0 0 0,-4 1 0 0 0,-6-1 0 0 0,4 0 0 0 0,-1 0 0 0 0,-9 0 0 0 0,3 0 0 0 0,0-1 0 0 0,-9 1 0 0 0,7 0 0 0 0,0 0 0 0 0,-2 0 0 0 0,3 0 0 0 0,-7 0 0 0 0,2 0 0 0 0,4 0 0 0 0,-1 0 0 0 0,-1 0 0 0 0,8 0 0 0 0,0 6 0 0 0,-2 1 0 0 0,-5-1 0 0 0,2 0 0 0 0,-2 3 0 0 0,2 0 0 0 0,5-1 0 0 0,-2-2 0 0 0,8-2 0 0 0,-1-2 0 0 0,-4-1 0 0 0,4 4 0 0 0,0 2 0 0 0,5-1 0 0 0,3-1 0 0 0,2-1 0 0 0,-5 3 0 0 0,-2 1 0 0 0,5-1 0 0 0,2-2 0 0 0,6-1 0 0 0,2 3 0 0 0,-2 1 0 0 0,-1-1 0 0 0,2-2 0 0 0,6-1 0 0 0,-1 3 0 0 0,-2 1 0 0 0,2-1 0 0 0,3-2 0 0 0,5-1 0 0 0,3-2 0 0 0,2-1 0 0 0,8 4 0 0 0,2 2 0 0 0,0-1 0 0 0,0-1 0 0 0,8-1 0 0 0,13-2 0 0 0,11-6 0 0 0,10-8 0 0 0,13-2 0 0 0,6 2 0 0 0,7-2 0 0 0,1 0 0 0 0,-1-2 0 0 0,-3 2 0 0 0,1-2 0 0 0,5 1 0 0 0,5 4 0 0 0,-2-2 0 0 0,-4 2 0 0 0,7-3 0 0 0,-2 1 0 0 0,2-3 0 0 0,8 2 0 0 0,-2-2 0 0 0,5 1 0 0 0,-4 4 0 0 0,0 3 0 0 0,-1-2 0 0 0,0 1 0 0 0,7-3 0 0 0,6-1 0 0 0,8-2 0 0 0,-5 1 0 0 0,1-2 0 0 0,2-4 0 0 0,0 2 0 0 0,1-2 0 0 0,4-2 0 0 0,3 2 0 0 0,-8 0 0 0 0,-2 2 0 0 0,8 0 0 0 0,-5 3 0 0 0,4 4 0 0 0,5-2 0 0 0,-3-3 0 0 0,-11 0 0 0 0,-1-1 0 0 0,1-4 0 0 0,0 1 0 0 0,2 0 0 0 0,0-2 0 0 0,1 2 0 0 0,-6 0 0 0 0,-5 3 0 0 0,-4-1 0 0 0,-1 2 0 0 0,0 5 0 0 0,-1-1 0 0 0,-5-5 0 0 0,-7 2 0 0 0,-1-3 0 0 0,-3 2 0 0 0,2-1 0 0 0,2-4 0 0 0,5 3 0 0 0,-2 4 0 0 0,-10-2 0 0 0,-6 3 0 0 0,1-1 0 0 0,0-5 0 0 0,-1 2 0 0 0,-1 3 0 0 0,-7-1 0 0 0,-2 3 0 0 0,-1-3 0 0 0,-3-4 0 0 0,-7-4 0 0 0,-10 3 0 0 0,-11 3 0 0 0,-4 1 0 0 0,-6 2 0 0 0,-5 4 0 0 0,-4 3 0 0 0,-3 4 0 0 0,-2 1 0 0 0,0 2 0 0 0,-7 0 0 0 0,-6-4 0 0 0,-6-3 0 0 0,-6 1 0 0 0,2 1 0 0 0,0 2 0 0 0,-7 1 0 0 0,-9 1 0 0 0,2 0 0 0 0,3 1 0 0 0,-4 0 0 0 0,-1 0 0 0 0,2 1 0 0 0,-4-1 0 0 0,0 0 0 0 0,2 0 0 0 0,2 0 0 0 0,-3 0 0 0 0,-5 0 0 0 0,0 0 0 0 0,-9 0 0 0 0,-4 0 0 0 0,6 0 0 0 0,3 0 0 0 0,-7 0 0 0 0,-4 0 0 0 0,3 0 0 0 0,-4 0 0 0 0,-3 0 0 0 0,10 0 0 0 0,-2 0 0 0 0,-2 0 0 0 0,5 0 0 0 0,-1 0 0 0 0,-5 0 0 0 0,-4 5 0 0 0,8 2 0 0 0,5 0 0 0 0,4-2 0 0 0,0 5 0 0 0,-3-1 0 0 0,-3 4 0 0 0,7 0 0 0 0,6-3 0 0 0,-1-2 0 0 0,1-3 0 0 0,3-3 0 0 0,-4-1 0 0 0,0 5 0 0 0,1 0 0 0 0,8 0 0 0 0,4 4 0 0 0,-4 1 0 0 0,-3 2 0 0 0,6 1 0 0 0,2-3 0 0 0,5 2 0 0 0,6-2 0 0 0,1-1 0 0 0,3 1 0 0 0,2 0 0 0 0,-1-2 0 0 0,0 2 0 0 0,3 0 0 0 0,2-3 0 0 0,1-2 0 0 0,8 3 0 0 0,3 0 0 0 0,-1-1 0 0 0,5 2 0 0 0,1 1 0 0 0,8-3 0 0 0,6 4 0 0 0,10-1 0 0 0,8-3 0 0 0,8-1 0 0 0,6-4 0 0 0,3 0 0 0 0,1-3 0 0 0,2 0 0 0 0,-1 0 0 0 0,1-1 0 0 0,-1 1 0 0 0,-1 0 0 0 0,1-1 0 0 0,-1 1 0 0 0,5 0 0 0 0,2 0 0 0 0,-1 0 0 0 0,10 0 0 0 0,1 0 0 0 0,-1 0 0 0 0,-5 0 0 0 0,8 0 0 0 0,4-5 0 0 0,5-2 0 0 0,2 0 0 0 0,7 2 0 0 0,-4-4 0 0 0,4 0 0 0 0,6 1 0 0 0,1 2 0 0 0,3 2 0 0 0,4 2 0 0 0,-1-4 0 0 0,-5-2 0 0 0,2 2 0 0 0,-3 1 0 0 0,2 2 0 0 0,4 1 0 0 0,3-5 0 0 0,3 0 0 0 0,3 0 0 0 0,-3 2 0 0 0,-7 2 0 0 0,5 1 0 0 0,3 1 0 0 0,-2 0 0 0 0,-1-4 0 0 0,-4-1 0 0 0,0-1 0 0 0,2 2 0 0 0,2 2 0 0 0,-2 0 0 0 0,0 2 0 0 0,2 1 0 0 0,-9 0 0 0 0,-1 0 0 0 0,3-5 0 0 0,-8-2 0 0 0,1 1 0 0 0,4 1 0 0 0,-6 1 0 0 0,-4 2 0 0 0,-8 0 0 0 0,3 2 0 0 0,6-5 0 0 0,-3-2 0 0 0,-7 1 0 0 0,4 0 0 0 0,1 3 0 0 0,0 1 0 0 0,-3 1 0 0 0,-8 0 0 0 0,-7 1 0 0 0,-5 0 0 0 0,-4 1 0 0 0,-2-1 0 0 0,-2 0 0 0 0,0 0 0 0 0,-1 0 0 0 0,-4-5 0 0 0,-2-2 0 0 0,0 1 0 0 0,-8 0 0 0 0,-13 2 0 0 0,-11 2 0 0 0,-10 1 0 0 0,-7 0 0 0 0,-3 1 0 0 0,-4 0 0 0 0,0 1 0 0 0,0-1 0 0 0,0 0 0 0 0,-4 0 0 0 0,-2 1 0 0 0,1-1 0 0 0,-4 0 0 0 0,1 0 0 0 0,-5 0 0 0 0,2 0 0 0 0,-8 0 0 0 0,0 0 0 0 0,-3 0 0 0 0,-1 0 0 0 0,-7 0 0 0 0,1 0 0 0 0,-4 0 0 0 0,-1 0 0 0 0,0 0 0 0 0,-4 0 0 0 0,-6 0 0 0 0,-6 0 0 0 0,-4 0 0 0 0,-3 0 0 0 0,-2 0 0 0 0,-1 0 0 0 0,5 0 0 0 0,1 0 0 0 0,0 5 0 0 0,-6 2 0 0 0,3-1 0 0 0,0 5 0 0 0,0 0 0 0 0,-1-2 0 0 0,5-3 0 0 0,-3 4 0 0 0,-4-1 0 0 0,5-1 0 0 0,1 3 0 0 0,0-1 0 0 0,9-1 0 0 0,2-3 0 0 0,-6-2 0 0 0,-6 3 0 0 0,7 1 0 0 0,2-1 0 0 0,-2 3 0 0 0,8 0 0 0 0,1 4 0 0 0,2-1 0 0 0,2 3 0 0 0,2-1 0 0 0,-2 2 0 0 0,3-3 0 0 0,4-2 0 0 0,-4 1 0 0 0,3-2 0 0 0,3 4 0 0 0,0-2 0 0 0,5 2 0 0 0,2-1 0 0 0,3-3 0 0 0,1-3 0 0 0,2-4 0 0 0,5 4 0 0 0,-2 0 0 0 0,1-2 0 0 0,-2 4 0 0 0,1 0 0 0 0,2-1 0 0 0,3 2 0 0 0,3 0 0 0 0,2-2 0 0 0,12-3 0 0 0,14-2 0 0 0,15-2 0 0 0,10-6 0 0 0,8-3 0 0 0,4 0 0 0 0,3 1 0 0 0,0-3 0 0 0,1-1 0 0 0,-1-4 0 0 0,0 1 0 0 0,-1-2 0 0 0,-1 0 0 0 0,0 4 0 0 0,5-3 0 0 0,2 3 0 0 0,4-4 0 0 0,7 2 0 0 0,-1-2 0 0 0,2-5 0 0 0,4 2 0 0 0,2 4 0 0 0,3 4 0 0 0,1-1 0 0 0,1 1 0 0 0,1-4 0 0 0,1-3 0 0 0,-1 0 0 0 0,0-2 0 0 0,5 3 0 0 0,7-2 0 0 0,-3 2 0 0 0,-5-1 0 0 0,4 3 0 0 0,-6-3 0 0 0,2 3 0 0 0,1 3 0 0 0,-1-2 0 0 0,4 2 0 0 0,-4-3 0 0 0,-4 1 0 0 0,4-3 0 0 0,-4 2 0 0 0,3 3 0 0 0,1-1 0 0 0,-5 0 0 0 0,-3 3 0 0 0,-1-2 0 0 0,-4 0 0 0 0,-2-3 0 0 0,7 1 0 0 0,-1 3 0 0 0,0 3 0 0 0,-5 2 0 0 0,-5 3 0 0 0,-6 1 0 0 0,-4-4 0 0 0,1-2 0 0 0,0 1 0 0 0,-1 1 0 0 0,-2 2 0 0 0,-1 1 0 0 0,-2-4 0 0 0,-1-2 0 0 0,0 2 0 0 0,0 1 0 0 0,-1 1 0 0 0,1 2 0 0 0,-1 1 0 0 0,1 1 0 0 0,-6 5 0 0 0,-11 2 0 0 0,-9 5 0 0 0,-5 6 0 0 0,-8 0 0 0 0,-8-4 0 0 0,-6 2 0 0 0,1 3 0 0 0,-2-2 0 0 0,-7 2 0 0 0,-4 3 0 0 0,-1 2 0 0 0,-1 3 0 0 0,2-3 0 0 0,1-1 0 0 0,0 2 0 0 0,1 1 0 0 0,1-4 0 0 0,0 0 0 0 0,-5 1 0 0 0,-1 3 0 0 0,0-4 0 0 0,-5 5 0 0 0,1 3 0 0 0,1 2 0 0 0,3-5 0 0 0,-4 4 0 0 0,1 2 0 0 0,-4 0 0 0 0,-4 0 0 0 0,0 0 0 0 0,3-1 0 0 0,-1 4 0 0 0,2-3 0 0 0,3 3 0 0 0,-2 1 0 0 0,-4 4 0 0 0,1-5 0 0 0,3-3 0 0 0,3 4 0 0 0,-2 0 0 0 0,2-1 0 0 0,-4-1 0 0 0,1-1 0 0 0,2 3 0 0 0,3-3 0 0 0,-3-4 0 0 0,1 5 0 0 0,2 1 0 0 0,2-5 0 0 0,-4 2 0 0 0,6 1 0 0 0,3-6 0 0 0,-4-1 0 0 0,4 4 0 0 0,2 3 0 0 0,-4-5 0 0 0,3-2 0 0 0,2 5 0 0 0,0-3 0 0 0,0-7 0 0 0,4 4 0 0 0,1 3 0 0 0,0-4 0 0 0,-2-1 0 0 0,3 1 0 0 0,1 1 0 0 0,-2 2 0 0 0,3 1 0 0 0,0 1 0 0 0,-2 0 0 0 0,2 1 0 0 0,6 0 0 0 0,4 0 0 0 0,9-5 0 0 0,11-7 0 0 0,8-7 0 0 0,6-5 0 0 0,5-4 0 0 0,3-3 0 0 0,0-6 0 0 0,1-2 0 0 0,0 0 0 0 0,4-4 0 0 0,-3-5 0 0 0,2-5 0 0 0,1 2 0 0 0,-7-2 0 0 0,3-2 0 0 0,1-2 0 0 0,0 4 0 0 0,-1-1 0 0 0,5-1 0 0 0,-5-1 0 0 0,4 3 0 0 0,4 0 0 0 0,-3-7 0 0 0,2-3 0 0 0,4-2 0 0 0,0 0 0 0 0,4 5 0 0 0,3-2 0 0 0,4-2 0 0 0,-2-5 0 0 0,0-2 0 0 0,-4 7 0 0 0,-4-3 0 0 0,0 1 0 0 0,8-5 0 0 0,6-1 0 0 0,-2 1 0 0 0,0 3 0 0 0,5-3 0 0 0,-2-6 0 0 0,0 1 0 0 0,-6 7 0 0 0,-2 0 0 0 0,-3 1 0 0 0,-6 2 0 0 0,0-4 0 0 0,4 4 0 0 0,4-1 0 0 0,-1-6 0 0 0,1-1 0 0 0,3 2 0 0 0,-3 8 0 0 0,0-1 0 0 0,-2 0 0 0 0,-1-5 0 0 0,-2 4 0 0 0,2 4 0 0 0,-3 0 0 0 0,-3-3 0 0 0,1 2 0 0 0,4 3 0 0 0,0 1 0 0 0,1-1 0 0 0,4-5 0 0 0,-2-3 0 0 0,-4 6 0 0 0,0 2 0 0 0,-2 1 0 0 0,-3 0 0 0 0,-4 5 0 0 0,-2 1 0 0 0,-3-1 0 0 0,-1 4 0 0 0,0-1 0 0 0,-1 3 0 0 0,0 0 0 0 0,0-3 0 0 0,1 2 0 0 0,-6-1 0 0 0,-1 2 0 0 0,0 5 0 0 0,-4-1 0 0 0,0 1 0 0 0,2-2 0 0 0,2 1 0 0 0,3 3 0 0 0,-4-2 0 0 0,0 1 0 0 0,-10 2 0 0 0,-11 3 0 0 0,-8 7 0 0 0,-1 10 0 0 0,-5 2 0 0 0,-6 4 0 0 0,0 5 0 0 0,-2 3 0 0 0,-3-2 0 0 0,-3 1 0 0 0,3 0 0 0 0,1-3 0 0 0,-2-5 0 0 0,3 5 0 0 0,6 4 0 0 0,-6-2 0 0 0,-4 0 0 0 0,2 2 0 0 0,0 1 0 0 0,-2 2 0 0 0,-1 1 0 0 0,3 2 0 0 0,-4-6 0 0 0,-4 5 0 0 0,4 1 0 0 0,1-4 0 0 0,1 4 0 0 0,-8 2 0 0 0,4 6 0 0 0,0-4 0 0 0,-5 2 0 0 0,-2 1 0 0 0,-5 4 0 0 0,-1 0 0 0 0,6-1 0 0 0,-1-4 0 0 0,1 4 0 0 0,-4-1 0 0 0,-1 4 0 0 0,2-1 0 0 0,2-2 0 0 0,2-3 0 0 0,2-2 0 0 0,1-3 0 0 0,6-1 0 0 0,-3-1 0 0 0,-1-6 0 0 0,3-2 0 0 0,-3 6 0 0 0,-3-2 0 0 0,6-1 0 0 0,1 1 0 0 0,0 1 0 0 0,-1-4 0 0 0,4-2 0 0 0,-4 2 0 0 0,2 1 0 0 0,0-3 0 0 0,5 0 0 0 0,-5 1 0 0 0,-4-3 0 0 0,4 0 0 0 0,0 2 0 0 0,-1 3 0 0 0,0-4 0 0 0,3 1 0 0 0,1 1 0 0 0,-2-2 0 0 0,4-1 0 0 0,5 2 0 0 0,5-8 0 0 0,10-6 0 0 0,5-10 0 0 0,6-5 0 0 0,7-5 0 0 0,5-2 0 0 0,0-4 0 0 0,0 2 0 0 0,2-2 0 0 0,-4-3 0 0 0,1 2 0 0 0,1 4 0 0 0,2 0 0 0 0,-3-3 0 0 0,0 1 0 0 0,6-1 0 0 0,-1-4 0 0 0,0 3 0 0 0,1-1 0 0 0,0 3 0 0 0,1-1 0 0 0,1-2 0 0 0,1 2 0 0 0,-1-2 0 0 0,1 3 0 0 0,0 0 0 0 0,0-4 0 0 0,0-2 0 0 0,0 2 0 0 0,5-1 0 0 0,2-1 0 0 0,0-3 0 0 0,-2 4 0 0 0,-2 0 0 0 0,0-1 0 0 0,-2 2 0 0 0,-6 1 0 0 0,3 3 0 0 0,2-1 0 0 0,1-2 0 0 0,0 2 0 0 0,-5-1 0 0 0,-3-3 0 0 0,1 3 0 0 0,1-1 0 0 0,1 3 0 0 0,2-1 0 0 0,0 3 0 0 0,2-2 0 0 0,-6-2 0 0 0,-1-4 0 0 0,1 2 0 0 0,0 4 0 0 0,-3 1 0 0 0,0-3 0 0 0,1 2 0 0 0,2 4 0 0 0,-3-1 0 0 0,-11 2 0 0 0,-12 2 0 0 0,-12 4 0 0 0,-8 2 0 0 0,-6 8 0 0 0,-4 8 0 0 0,-1 2 0 0 0,-2-2 0 0 0,1 3 0 0 0,0 4 0 0 0,1-1 0 0 0,1 1 0 0 0,-1-2 0 0 0,1 1 0 0 0,1-3 0 0 0,-1 2 0 0 0,0 3 0 0 0,-5-2 0 0 0,4 1 0 0 0,-4 3 0 0 0,-6 3 0 0 0,-6-3 0 0 0,5 0 0 0 0,-1 1 0 0 0,-3 3 0 0 0,1 2 0 0 0,3-5 0 0 0,-1 6 0 0 0,-5 2 0 0 0,-3 1 0 0 0,-4 1 0 0 0,8-1 0 0 0,1 1 0 0 0,-2-1 0 0 0,-2-1 0 0 0,1 0 0 0 0,5 0 0 0 0,-1 0 0 0 0,-3 0 0 0 0,1-1 0 0 0,4 1 0 0 0,4-5 0 0 0,4-3 0 0 0,3 2 0 0 0,1-5 0 0 0,-4 0 0 0 0,4 2 0 0 0,2-3 0 0 0,2 0 0 0 0,-1-2 0 0 0,5 0 0 0 0,2 3 0 0 0,-2 4 0 0 0,-1-3 0 0 0,-1 0 0 0 0,-3-3 0 0 0,5 1 0 0 0,0-4 0 0 0,5 2 0 0 0,1-2 0 0 0,2 1 0 0 0,10-2 0 0 0,11-3 0 0 0,10-4 0 0 0,8-3 0 0 0,-1-7 0 0 0,2-3 0 0 0,2-1 0 0 0,2-4 0 0 0,1-1 0 0 0,1-3 0 0 0,6-4 0 0 0,2 1 0 0 0,0 3 0 0 0,3 0 0 0 0,1-4 0 0 0,4-3 0 0 0,-2 1 0 0 0,3 6 0 0 0,4-1 0 0 0,4-3 0 0 0,-3-3 0 0 0,1-4 0 0 0,1 4 0 0 0,-2-1 0 0 0,-1-1 0 0 0,3 3 0 0 0,-4 0 0 0 0,1 4 0 0 0,2 0 0 0 0,-3-4 0 0 0,1 3 0 0 0,7-1 0 0 0,-1-3 0 0 0,1-2 0 0 0,0-3 0 0 0,1 3 0 0 0,2 1 0 0 0,-6 4 0 0 0,0 0 0 0 0,0-2 0 0 0,1-2 0 0 0,-3 2 0 0 0,-6 5 0 0 0,-5 0 0 0 0,-5 2 0 0 0,2-1 0 0 0,-1-3 0 0 0,-1 1 0 0 0,4-2 0 0 0,-1 2 0 0 0,-1 5 0 0 0,-2-1 0 0 0,-3 1 0 0 0,-1-2 0 0 0,-1 1 0 0 0,-6-3 0 0 0,-3 2 0 0 0,1 3 0 0 0,1-1 0 0 0,2 0 0 0 0,-4-2 0 0 0,-1 1 0 0 0,-9 2 0 0 0,-12 4 0 0 0,-11 3 0 0 0,-10 7 0 0 0,-6 3 0 0 0,-4 1 0 0 0,-3-1 0 0 0,5 3 0 0 0,2 1 0 0 0,-5 4 0 0 0,-3 4 0 0 0,0 0 0 0 0,-6-4 0 0 0,-1 1 0 0 0,7 4 0 0 0,-1-2 0 0 0,-1 2 0 0 0,1-3 0 0 0,2-4 0 0 0,0 2 0 0 0,1 3 0 0 0,-4 4 0 0 0,-2-2 0 0 0,1-3 0 0 0,-5 0 0 0 0,-4 3 0 0 0,-6 3 0 0 0,-4 3 0 0 0,-3 3 0 0 0,3-3 0 0 0,6-1 0 0 0,6-5 0 0 0,5 0 0 0 0,-1 2 0 0 0,2-3 0 0 0,0 2 0 0 0,3 1 0 0 0,2-2 0 0 0,1-4 0 0 0,1 0 0 0 0,0 3 0 0 0,0 4 0 0 0,-4-2 0 0 0,-3 0 0 0 0,-4-2 0 0 0,4 0 0 0 0,4-2 0 0 0,2-4 0 0 0,2 0 0 0 0,0 0 0 0 0,0 1 0 0 0,0 5 0 0 0,0-1 0 0 0,0-3 0 0 0,4 1 0 0 0,3-2 0 0 0,-1 2 0 0 0,-2-2 0 0 0,-1-2 0 0 0,9-4 0 0 0,8-8 0 0 0,10-4 0 0 0,11-1 0 0 0,3-4 0 0 0,5-7 0 0 0,4 0 0 0 0,4 4 0 0 0,-3-3 0 0 0,-1 3 0 0 0,2-3 0 0 0,-4-3 0 0 0,0 1 0 0 0,2 4 0 0 0,1-1 0 0 0,3-3 0 0 0,2 2 0 0 0,6-3 0 0 0,3-2 0 0 0,-6-3 0 0 0,-2 2 0 0 0,3 5 0 0 0,8 0 0 0 0,1-2 0 0 0,4-3 0 0 0,0 2 0 0 0,-3-1 0 0 0,2-1 0 0 0,-2-4 0 0 0,-2 4 0 0 0,-4 0 0 0 0,-2 4 0 0 0,-3-1 0 0 0,0 4 0 0 0,-2-2 0 0 0,1-2 0 0 0,-1 1 0 0 0,0-1 0 0 0,1 2 0 0 0,-6 0 0 0 0,-1 2 0 0 0,-6-2 0 0 0,1 3 0 0 0,1 2 0 0 0,-7 5 0 0 0,-12 3 0 0 0,-10 2 0 0 0,-10 1 0 0 0,-7 7 0 0 0,-3 1 0 0 0,-3 1 0 0 0,-1-2 0 0 0,5 3 0 0 0,-3 1 0 0 0,-2 3 0 0 0,5 5 0 0 0,-3 0 0 0 0,-2-4 0 0 0,-5 1 0 0 0,3 4 0 0 0,-2-2 0 0 0,-1-4 0 0 0,1 2 0 0 0,-3 3 0 0 0,-1-2 0 0 0,7 2 0 0 0,-1 4 0 0 0,0-3 0 0 0,1 1 0 0 0,-5-3 0 0 0,0 1 0 0 0,0 3 0 0 0,-2 2 0 0 0,-1 4 0 0 0,2 1 0 0 0,-2-3 0 0 0,5-1 0 0 0,4-5 0 0 0,-2 0 0 0 0,3 2 0 0 0,-2-3 0 0 0,-1 2 0 0 0,1 1 0 0 0,0 3 0 0 0,1-2 0 0 0,1-6 0 0 0,-5 1 0 0 0,4 2 0 0 0,3 3 0 0 0,-5-2 0 0 0,4 0 0 0 0,2-2 0 0 0,1 0 0 0 0,0 3 0 0 0,-1-3 0 0 0,-1 2 0 0 0,0-4 0 0 0,5 2 0 0 0,2-3 0 0 0,-2-3 0 0 0,5 0 0 0 0,0 5 0 0 0,-2 4 0 0 0,-2-2 0 0 0,-3 2 0 0 0,-1 2 0 0 0,-2-3 0 0 0,4 1 0 0 0,13-4 0 0 0,13-4 0 0 0,6-10 0 0 0,8-5 0 0 0,2-8 0 0 0,2-2 0 0 0,5 1 0 0 0,-3-3 0 0 0,1 1 0 0 0,3-2 0 0 0,-4-5 0 0 0,1 2 0 0 0,6 4 0 0 0,0-1 0 0 0,0 1 0 0 0,0-1 0 0 0,2 2 0 0 0,0-3 0 0 0,1 2 0 0 0,1 3 0 0 0,-1-1 0 0 0,1-5 0 0 0,0 1 0 0 0,0-2 0 0 0,0 2 0 0 0,0-1 0 0 0,0 1 0 0 0,0 0 0 0 0,0 1 0 0 0,0 4 0 0 0,5-2 0 0 0,-4-4 0 0 0,-1 2 0 0 0,-2-3 0 0 0,1 2 0 0 0,-1 4 0 0 0,6-2 0 0 0,2-3 0 0 0,0-4 0 0 0,4 1 0 0 0,1 5 0 0 0,-8-1 0 0 0,-3 2 0 0 0,-3-1 0 0 0,0 1 0 0 0,0 4 0 0 0,1 3 0 0 0,-5-3 0 0 0,4 1 0 0 0,3-3 0 0 0,-4-6 0 0 0,-2 2 0 0 0,1 2 0 0 0,0 4 0 0 0,2 4 0 0 0,-4-3 0 0 0,-1 1 0 0 0,1 1 0 0 0,-9 2 0 0 0,-12 2 0 0 0,-12 7 0 0 0,-10 7 0 0 0,-7 3 0 0 0,-3 3 0 0 0,-9 0 0 0 0,3 1 0 0 0,-3 4 0 0 0,0 3 0 0 0,0 2 0 0 0,3-3 0 0 0,0-1 0 0 0,3-4 0 0 0,0 0 0 0 0,1 2 0 0 0,0 3 0 0 0,1-3 0 0 0,-1 0 0 0 0,1 2 0 0 0,-1 3 0 0 0,1 1 0 0 0,-1-3 0 0 0,5-1 0 0 0,2-4 0 0 0,0-1 0 0 0,4 3 0 0 0,0-3 0 0 0,-2 2 0 0 0,-2 1 0 0 0,-3 3 0 0 0,-1-2 0 0 0,3 0 0 0 0,2 1 0 0 0,-2-2 0 0 0,5-1 0 0 0,-1 2 0 0 0,-1-2 0 0 0,-3 0 0 0 0,4 2 0 0 0,-1 2 0 0 0,-1-2 0 0 0,3 0 0 0 0,0-4 0 0 0,3 1 0 0 0,-1-4 0 0 0,3 2 0 0 0,-1-3 0 0 0,1 2 0 0 0,5 3 0 0 0,-3-1 0 0 0,2 1 0 0 0,-3-2 0 0 0,7-5 0 0 0,9-3 0 0 0,9-4 0 0 0,9-3 0 0 0,6-2 0 0 0,4-5 0 0 0,1-8 0 0 0,2-7 0 0 0,0 0 0 0 0,-1 4 0 0 0,6-1 0 0 0,-5-3 0 0 0,3-3 0 0 0,1 2 0 0 0,-1 0 0 0 0,-1-2 0 0 0,-2-3 0 0 0,5 4 0 0 0,5 0 0 0 0,7-2 0 0 0,0-1 0 0 0,-4-2 0 0 0,2 3 0 0 0,-3 1 0 0 0,1-1 0 0 0,4-2 0 0 0,-6-1 0 0 0,-1-2 0 0 0,3-1 0 0 0,4-1 0 0 0,4 1 0 0 0,-2-7 0 0 0,-4 4 0 0 0,0 2 0 0 0,-4 2 0 0 0,-2-1 0 0 0,0 1 0 0 0,5-1 0 0 0,4 0 0 0 0,-6 0 0 0 0,-1 4 0 0 0,-2 3 0 0 0,-8-2 0 0 0,0 0 0 0 0,0 3 0 0 0,-1 0 0 0 0,0-1 0 0 0,-1-2 0 0 0,4-2 0 0 0,2 4 0 0 0,-6 0 0 0 0,-3 4 0 0 0,-1 1 0 0 0,0 2 0 0 0,-5 0 0 0 0,-6-4 0 0 0,-1 3 0 0 0,2 3 0 0 0,-2-1 0 0 0,1 3 0 0 0,-1-3 0 0 0,1 2 0 0 0,-8 2 0 0 0,-10 4 0 0 0,-10 3 0 0 0,-9 2 0 0 0,-6 1 0 0 0,-4 1 0 0 0,-2 6 0 0 0,-1 2 0 0 0,0 4 0 0 0,1 1 0 0 0,0-2 0 0 0,0 2 0 0 0,1 4 0 0 0,-6 5 0 0 0,0-2 0 0 0,-1 2 0 0 0,-3-4 0 0 0,5 1 0 0 0,-3 2 0 0 0,-3-2 0 0 0,-2 0 0 0 0,-2 3 0 0 0,-5 3 0 0 0,-4 2 0 0 0,7 1 0 0 0,-3-3 0 0 0,1-1 0 0 0,-1 1 0 0 0,3 1 0 0 0,-2 1 0 0 0,-1 2 0 0 0,1-4 0 0 0,5-2 0 0 0,-1 1 0 0 0,-2 2 0 0 0,0 2 0 0 0,-1-5 0 0 0,-3 0 0 0 0,3 1 0 0 0,3 1 0 0 0,0 2 0 0 0,2-3 0 0 0,4-1 0 0 0,-3 1 0 0 0,2 1 0 0 0,2 3 0 0 0,2-5 0 0 0,3 0 0 0 0,-4 1 0 0 0,0-4 0 0 0,0 1 0 0 0,2-4 0 0 0,2 0 0 0 0,2-2 0 0 0,0 1 0 0 0,1 4 0 0 0,0-2 0 0 0,1 1 0 0 0,-1-3 0 0 0,6 2 0 0 0,1-3 0 0 0,0-4 0 0 0,-1-3 0 0 0,3 2 0 0 0,11-1 0 0 0,13-2 0 0 0,10-2 0 0 0,10-2 0 0 0,5-1 0 0 0,4-2 0 0 0,2-5 0 0 0,0-2 0 0 0,0-6 0 0 0,0 1 0 0 0,-1 1 0 0 0,5 3 0 0 0,-4-3 0 0 0,3 2 0 0 0,0-5 0 0 0,5-4 0 0 0,6 1 0 0 0,0-2 0 0 0,3 2 0 0 0,-3 5 0 0 0,-3 3 0 0 0,6-1 0 0 0,6-5 0 0 0,-2 1 0 0 0,0-3 0 0 0,2-4 0 0 0,-4 2 0 0 0,0-1 0 0 0,2 3 0 0 0,2-2 0 0 0,1-1 0 0 0,3 1 0 0 0,-4 5 0 0 0,-7-1 0 0 0,-1 2 0 0 0,2-2 0 0 0,3-3 0 0 0,3 1 0 0 0,-3-2 0 0 0,0-3 0 0 0,-4 3 0 0 0,-4 4 0 0 0,-1 4 0 0 0,4 0 0 0 0,-1-4 0 0 0,-4 0 0 0 0,2-2 0 0 0,-8-3 0 0 0,2 1 0 0 0,-2 4 0 0 0,-1-1 0 0 0,-2 3 0 0 0,-1-2 0 0 0,-1 2 0 0 0,-1-3 0 0 0,-1 2 0 0 0,1-2 0 0 0,-1 2 0 0 0,-4-3 0 0 0,-3 3 0 0 0,1 3 0 0 0,2 3 0 0 0,-4-2 0 0 0,-1-4 0 0 0,2 0 0 0 0,-3-3 0 0 0,0 1 0 0 0,-4-1 0 0 0,2 2 0 0 0,-3-2 0 0 0,-4-4 0 0 0,-4-2 0 0 0,-8 2 0 0 0,-4-1 0 0 0,-6 4 0 0 0,-2-1 0 0 0,-3 3 0 0 0,-5 5 0 0 0,-4 3 0 0 0,-2 4 0 0 0,2-3 0 0 0,1 0 0 0 0,0 0 0 0 0,-3 3 0 0 0,0 1 0 0 0,-3 1 0 0 0,0 1 0 0 0,0 1 0 0 0,-6 0 0 0 0,-2 1 0 0 0,0-1 0 0 0,-4 0 0 0 0,-5 1 0 0 0,-5-1 0 0 0,-5 0 0 0 0,-2 0 0 0 0,-2 0 0 0 0,4 0 0 0 0,1 0 0 0 0,5 0 0 0 0,6 0 0 0 0,6 0 0 0 0,3 0 0 0 0,-2 0 0 0 0,-5 0 0 0 0,0 0 0 0 0,-4 0 0 0 0,-4 5 0 0 0,-4 7 0 0 0,2 2 0 0 0,5 3 0 0 0,0-1 0 0 0,3-3 0 0 0,-1-4 0 0 0,1 2 0 0 0,4-1 0 0 0,4 3 0 0 0,2 4 0 0 0,-3 0 0 0 0,-6-3 0 0 0,5 1 0 0 0,-1-2 0 0 0,0 2 0 0 0,2 4 0 0 0,-2 3 0 0 0,-1-1 0 0 0,2-4 0 0 0,-3-1 0 0 0,6 3 0 0 0,3 4 0 0 0,3-3 0 0 0,-5-5 0 0 0,4 1 0 0 0,2 3 0 0 0,1-2 0 0 0,0 1 0 0 0,4 3 0 0 0,2-2 0 0 0,-2 1 0 0 0,-1 2 0 0 0,4 3 0 0 0,-1-3 0 0 0,4 0 0 0 0,0 2 0 0 0,-2 1 0 0 0,-4 3 0 0 0,4 1 0 0 0,3 1 0 0 0,6 0 0 0 0,5 2 0 0 0,3-1 0 0 0,2 0 0 0 0,6-5 0 0 0,8-7 0 0 0,2-2 0 0 0,3-3 0 0 0,4-5 0 0 0,4-3 0 0 0,2-3 0 0 0,2-2 0 0 0,1-1 0 0 0,0-1 0 0 0,1 0 0 0 0,5 1 0 0 0,1-1 0 0 0,0 1 0 0 0,4-1 0 0 0,-1 1 0 0 0,-1 0 0 0 0,-2 0 0 0 0,-3 0 0 0 0,-2 0 0 0 0,-1-5 0 0 0,-1-2 0 0 0,-1-5 0 0 0,6 0 0 0 0,1-4 0 0 0,0 2 0 0 0,4 2 0 0 0,1 4 0 0 0,3-3 0 0 0,-6-4 0 0 0,1 1 0 0 0,4-3 0 0 0,5 1 0 0 0,0-1 0 0 0,-4 1 0 0 0,-4-1 0 0 0,-3-3 0 0 0,-4 2 0 0 0,3 4 0 0 0,-4-1 0 0 0,-3 2 0 0 0,4-2 0 0 0,-4-4 0 0 0,4 2 0 0 0,1 3 0 0 0,-6 0 0 0 0,-1 1 0 0 0,3-2 0 0 0,3 1 0 0 0,1-1 0 0 0,-6-4 0 0 0,-3-5 0 0 0,5 3 0 0 0,3 5 0 0 0,-5-1 0 0 0,3-2 0 0 0,-4-3 0 0 0,-1 2 0 0 0,0 4 0 0 0,1 0 0 0 0,-5-3 0 0 0,-1 2 0 0 0,1 4 0 0 0,-3-1 0 0 0,-5-3 0 0 0,0 0 0 0 0,-3-1 0 0 0,3 2 0 0 0,3 4 0 0 0,-1-1 0 0 0,-4-4 0 0 0,2 1 0 0 0,-2-2 0 0 0,-4-3 0 0 0,-2-4 0 0 0,-9-2 0 0 0,-8 4 0 0 0,-9 4 0 0 0,0 2 0 0 0,-3 3 0 0 0,-2 4 0 0 0,-3 3 0 0 0,-2 4 0 0 0,-1 2 0 0 0,0 0 0 0 0,-7 2 0 0 0,-1 0 0 0 0,0 0 0 0 0,1-1 0 0 0,2 1 0 0 0,2-1 0 0 0,1 0 0 0 0,-5 0 0 0 0,-6 0 0 0 0,-6 0 0 0 0,-1 0 0 0 0,4 0 0 0 0,4 0 0 0 0,-2 0 0 0 0,-3 0 0 0 0,1 0 0 0 0,-2 0 0 0 0,1 0 0 0 0,4 0 0 0 0,-1 0 0 0 0,2 0 0 0 0,-4 0 0 0 0,-3 0 0 0 0,1 5 0 0 0,-1 2 0 0 0,1 0 0 0 0,5 3 0 0 0,-2 1 0 0 0,8 3 0 0 0,-2 0 0 0 0,-3 2 0 0 0,-6-1 0 0 0,1-4 0 0 0,2 3 0 0 0,4-3 0 0 0,-2 4 0 0 0,7 3 0 0 0,-1-1 0 0 0,1-3 0 0 0,0 1 0 0 0,2-2 0 0 0,6 2 0 0 0,4-1 0 0 0,-1-4 0 0 0,5 2 0 0 0,0 0 0 0 0,-1 2 0 0 0,-3-1 0 0 0,3 2 0 0 0,-1-1 0 0 0,-1 3 0 0 0,3 3 0 0 0,0-2 0 0 0,3 1 0 0 0,10-2 0 0 0,11-4 0 0 0,10-5 0 0 0,8-8 0 0 0,6-5 0 0 0,-2-6 0 0 0,-1-2 0 0 0,7-3 0 0 0,2-5 0 0 0,2-4 0 0 0,4-2 0 0 0,1 2 0 0 0,-6 1 0 0 0,0 0 0 0 0,1 3 0 0 0,-1 0 0 0 0,-2-2 0 0 0,5-1 0 0 0,6-3 0 0 0,-4-2 0 0 0,1-1 0 0 0,4 5 0 0 0,0 1 0 0 0,3-1 0 0 0,-2-1 0 0 0,-3-1 0 0 0,-4 4 0 0 0,2 0 0 0 0,-1-1 0 0 0,4-7 0 0 0,-1-3 0 0 0,-2 4 0 0 0,2 2 0 0 0,-1 0 0 0 0,-2 0 0 0 0,-3 5 0 0 0,3 0 0 0 0,0 0 0 0 0,-2-2 0 0 0,-2 3 0 0 0,-2-4 0 0 0,-1-4 0 0 0,-2 3 0 0 0,0 2 0 0 0,0-1 0 0 0,-1-1 0 0 0,1 4 0 0 0,-1 1 0 0 0,1-2 0 0 0,-1-1 0 0 0,1-2 0 0 0,0-1 0 0 0,0-2 0 0 0,0-1 0 0 0,-6 0 0 0 0,-1 5 0 0 0,0 2 0 0 0,2 0 0 0 0,-4-2 0 0 0,-1 4 0 0 0,-3 0 0 0 0,0 5 0 0 0,-3-1 0 0 0,-4-3 0 0 0,-4-2 0 0 0,-3-3 0 0 0,-7 3 0 0 0,-9 5 0 0 0,-8 6 0 0 0,-4 6 0 0 0,-5 2 0 0 0,-2 3 0 0 0,-2 2 0 0 0,1 0 0 0 0,0 0 0 0 0,0 0 0 0 0,-5-1 0 0 0,4 6 0 0 0,2 7 0 0 0,1 0 0 0 0,1 0 0 0 0,-6 1 0 0 0,-6 4 0 0 0,-3 5 0 0 0,2 3 0 0 0,-3-3 0 0 0,1 0 0 0 0,3 7 0 0 0,-3-2 0 0 0,-3-1 0 0 0,6 1 0 0 0,-1 1 0 0 0,-4 0 0 0 0,-4 1 0 0 0,1 6 0 0 0,4-4 0 0 0,-2-2 0 0 0,-2 0 0 0 0,1 5 0 0 0,-7 1 0 0 0,1 1 0 0 0,-6-2 0 0 0,7-1 0 0 0,2-1 0 0 0,0 5 0 0 0,2-5 0 0 0,0 3 0 0 0,-3 0 0 0 0,-8 5 0 0 0,1 0 0 0 0,6-6 0 0 0,0 1 0 0 0,5 0 0 0 0,0 3 0 0 0,-8 7 0 0 0,0-5 0 0 0,0-4 0 0 0,4-3 0 0 0,5-3 0 0 0,1 0 0 0 0,-3-1 0 0 0,-4 5 0 0 0,3 2 0 0 0,4-6 0 0 0,0-2 0 0 0,1 4 0 0 0,-1 2 0 0 0,-3 0 0 0 0,1-6 0 0 0,9-3 0 0 0,0 0 0 0 0,2 0 0 0 0,2-3 0 0 0,2-2 0 0 0,0 2 0 0 0,-3 2 0 0 0,-2 2 0 0 0,1-4 0 0 0,6 0 0 0 0,4-5 0 0 0,1 1 0 0 0,-1-3 0 0 0,5 0 0 0 0,11-2 0 0 0,13-3 0 0 0,11-4 0 0 0,14-8 0 0 0,2-9 0 0 0,2-4 0 0 0,0-3 0 0 0,1 0 0 0 0,0-2 0 0 0,-1-3 0 0 0,1 3 0 0 0,4-2 0 0 0,2 4 0 0 0,0-1 0 0 0,3-3 0 0 0,1-2 0 0 0,-2 1 0 0 0,2 1 0 0 0,11-2 0 0 0,6-3 0 0 0,-2-7 0 0 0,1-3 0 0 0,-5 5 0 0 0,-7 2 0 0 0,6 0 0 0 0,4 1 0 0 0,-3 0 0 0 0,1-2 0 0 0,1-5 0 0 0,2 3 0 0 0,-3 7 0 0 0,-1-3 0 0 0,7-1 0 0 0,3-2 0 0 0,-9 0 0 0 0,-3 4 0 0 0,6-3 0 0 0,3-7 0 0 0,2-2 0 0 0,-4 0 0 0 0,-2 6 0 0 0,-5 4 0 0 0,-5 2 0 0 0,-1 0 0 0 0,-3-1 0 0 0,-3 0 0 0 0,3 4 0 0 0,-2 1 0 0 0,-1-1 0 0 0,-3-2 0 0 0,4 4 0 0 0,-1 1 0 0 0,-6-2 0 0 0,2-2 0 0 0,-1 3 0 0 0,-5 0 0 0 0,-3-1 0 0 0,0-2 0 0 0,1 3 0 0 0,-5 0 0 0 0,-1 4 0 0 0,2-1 0 0 0,2-1 0 0 0,2-4 0 0 0,-4-2 0 0 0,0 3 0 0 0,-4 0 0 0 0,-6-1 0 0 0,1 3 0 0 0,-3 1 0 0 0,3 3 0 0 0,-1-1 0 0 0,-4-2 0 0 0,-7 2 0 0 0,-10 4 0 0 0,-9 4 0 0 0,-7 5 0 0 0,-4 2 0 0 0,-3 2 0 0 0,-1 2 0 0 0,-1-1 0 0 0,1 1 0 0 0,0 0 0 0 0,0 5 0 0 0,0 1 0 0 0,1 5 0 0 0,0 1 0 0 0,0-3 0 0 0,1-2 0 0 0,-1 2 0 0 0,5 5 0 0 0,-3 0 0 0 0,3 3 0 0 0,-4-3 0 0 0,-3 3 0 0 0,0 3 0 0 0,-6 3 0 0 0,-6-3 0 0 0,-1 1 0 0 0,2 2 0 0 0,3 1 0 0 0,4-2 0 0 0,8-1 0 0 0,-2-4 0 0 0,0 1 0 0 0,-1 1 0 0 0,0-2 0 0 0,-5 2 0 0 0,4 1 0 0 0,2-2 0 0 0,-4 1 0 0 0,4 2 0 0 0,-3 3 0 0 0,-1-3 0 0 0,0 0 0 0 0,0-4 0 0 0,2 1 0 0 0,1 1 0 0 0,0-1 0 0 0,1 0 0 0 0,0-2 0 0 0,0 0 0 0 0,1 3 0 0 0,-1-1 0 0 0,1 0 0 0 0,-1 3 0 0 0,0-3 0 0 0,0 1 0 0 0,0-3 0 0 0,6 1 0 0 0,-4-3 0 0 0,-8 2 0 0 0,4 3 0 0 0,-5-3 0 0 0,0 3 0 0 0,1 1 0 0 0,2 4 0 0 0,1-3 0 0 0,1-5 0 0 0,1-1 0 0 0,7 3 0 0 0,1-2 0 0 0,0-4 0 0 0,4 1 0 0 0,0-2 0 0 0,4 3 0 0 0,-1-2 0 0 0,2 2 0 0 0,10-1 0 0 0,4-8 0 0 0,9-5 0 0 0,8-9 0 0 0,6-2 0 0 0,5-5 0 0 0,3-5 0 0 0,7-4 0 0 0,2 1 0 0 0,6 0 0 0 0,-6-1 0 0 0,2 3 0 0 0,-2 0 0 0 0,-7-2 0 0 0,2-2 0 0 0,5-2 0 0 0,7-2 0 0 0,6-1 0 0 0,-6 0 0 0 0,-6 4 0 0 0,1 7 0 0 0,-1 1 0 0 0,3-1 0 0 0,5-8 0 0 0,4-5 0 0 0,-1-2 0 0 0,-4 5 0 0 0,-5 7 0 0 0,-4 2 0 0 0,2-6 0 0 0,4-3 0 0 0,6-3 0 0 0,-1 4 0 0 0,-3 2 0 0 0,-5 1 0 0 0,2-2 0 0 0,4-1 0 0 0,-1 4 0 0 0,-3 1 0 0 0,1 0 0 0 0,0-3 0 0 0,-4 4 0 0 0,-3 1 0 0 0,-2-3 0 0 0,-2-1 0 0 0,3 3 0 0 0,2 1 0 0 0,-1-3 0 0 0,-2-1 0 0 0,-1 3 0 0 0,-1 0 0 0 0,-1-1 0 0 0,-1 3 0 0 0,-5 0 0 0 0,-3 3 0 0 0,1 4 0 0 0,-4 0 0 0 0,0-4 0 0 0,2 2 0 0 0,2 2 0 0 0,-3 0 0 0 0,0-5 0 0 0,3-4 0 0 0,1 2 0 0 0,-3-1 0 0 0,-11 3 0 0 0,-12 5 0 0 0,-16 4 0 0 0,-17 9 0 0 0,-1 10 0 0 0,-1 4 0 0 0,1 3 0 0 0,1 0 0 0 0,1-3 0 0 0,1 1 0 0 0,0 3 0 0 0,1 4 0 0 0,-5-1 0 0 0,-1 0 0 0 0,-6 2 0 0 0,0 3 0 0 0,2 1 0 0 0,3-3 0 0 0,-3-1 0 0 0,0 2 0 0 0,-3 6 0 0 0,-5 3 0 0 0,1-4 0 0 0,4-1 0 0 0,-2-2 0 0 0,-4 7 0 0 0,3 1 0 0 0,-3-4 0 0 0,-2 2 0 0 0,7 2 0 0 0,-4-1 0 0 0,1 0 0 0 0,3-1 0 0 0,-1 4 0 0 0,-3 1 0 0 0,-4 5 0 0 0,-4 1 0 0 0,-1 2 0 0 0,-3-1 0 0 0,5 3 0 0 0,0-7 0 0 0,1-1 0 0 0,3 0 0 0 0,6-4 0 0 0,0 4 0 0 0,-3-5 0 0 0,2 2 0 0 0,-1-1 0 0 0,-4 5 0 0 0,2 1 0 0 0,5-8 0 0 0,-1 2 0 0 0,-3-1 0 0 0,1 5 0 0 0,-1 1 0 0 0,3-8 0 0 0,3-2 0 0 0,4-3 0 0 0,-2 0 0 0 0,1 0 0 0 0,2 1 0 0 0,-3 0 0 0 0,0 1 0 0 0,-3 0 0 0 0,5 1 0 0 0,5-5 0 0 0,-3-2 0 0 0,5 0 0 0 0,3 1 0 0 0,1-3 0 0 0,0 0 0 0 0,-1 1 0 0 0,0-3 0 0 0,5 0 0 0 0,1 2 0 0 0,-1 2 0 0 0,9-2 0 0 0,7-11 0 0 0,10-7 0 0 0,5-9 0 0 0,6-5 0 0 0,7 1 0 0 0,-1-4 0 0 0,2-6 0 0 0,3 2 0 0 0,-3-3 0 0 0,5-2 0 0 0,4-3 0 0 0,2-3 0 0 0,1-1 0 0 0,-6-2 0 0 0,4 0 0 0 0,1 0 0 0 0,1-1 0 0 0,5 1 0 0 0,2 0 0 0 0,-2-5 0 0 0,4-2 0 0 0,-5 0 0 0 0,-4 7 0 0 0,-2 3 0 0 0,-1-3 0 0 0,-1 2 0 0 0,6 2 0 0 0,1-5 0 0 0,-4-3 0 0 0,-4 5 0 0 0,5-3 0 0 0,-3-1 0 0 0,-2 0 0 0 0,5 0 0 0 0,2-4 0 0 0,0-1 0 0 0,5 1 0 0 0,1-4 0 0 0,-1 5 0 0 0,-3-1 0 0 0,3-4 0 0 0,1-2 0 0 0,2-2 0 0 0,1-5 0 0 0,2 2 0 0 0,-1-2 0 0 0,-2 2 0 0 0,0 5 0 0 0,0 5 0 0 0,-8 3 0 0 0,0-2 0 0 0,5-6 0 0 0,-4 0 0 0 0,-3 2 0 0 0,-3 8 0 0 0,-5 0 0 0 0,-2-1 0 0 0,0 7 0 0 0,1-3 0 0 0,3-1 0 0 0,1-1 0 0 0,-4 1 0 0 0,-1 5 0 0 0,-4 2 0 0 0,0 0 0 0 0,1 4 0 0 0,-1 1 0 0 0,-6-1 0 0 0,2-4 0 0 0,3 4 0 0 0,-2 0 0 0 0,-3-2 0 0 0,1 3 0 0 0,-2-1 0 0 0,3 4 0 0 0,-2 0 0 0 0,-3 7 0 0 0,-8 6 0 0 0,-5 8 0 0 0,-6 10 0 0 0,-8 1 0 0 0,-1 4 0 0 0,-2 5 0 0 0,-8 2 0 0 0,0 2 0 0 0,0 3 0 0 0,-1 0 0 0 0,0-5 0 0 0,4 4 0 0 0,2 2 0 0 0,-1-5 0 0 0,-1-1 0 0 0,-3 5 0 0 0,0-3 0 0 0,-2 5 0 0 0,0 2 0 0 0,-1-1 0 0 0,0-4 0 0 0,0 1 0 0 0,0 7 0 0 0,-1-3 0 0 0,-4 3 0 0 0,4 0 0 0 0,1-6 0 0 0,1 1 0 0 0,-4 7 0 0 0,-8 6 0 0 0,-1 6 0 0 0,-4 4 0 0 0,0 4 0 0 0,-1-3 0 0 0,-4-7 0 0 0,7-1 0 0 0,1 2 0 0 0,2-2 0 0 0,4-5 0 0 0,3-5 0 0 0,-4 2 0 0 0,0 5 0 0 0,-3-1 0 0 0,-1-3 0 0 0,2 3 0 0 0,3-7 0 0 0,3 0 0 0 0,1 5 0 0 0,-3-5 0 0 0,-1 1 0 0 0,-4 0 0 0 0,-1 3 0 0 0,3 0 0 0 0,1-2 0 0 0,-1-3 0 0 0,4-2 0 0 0,0-1 0 0 0,-1-3 0 0 0,1 6 0 0 0,2-5 0 0 0,1-2 0 0 0,6-1 0 0 0,-2 0 0 0 0,-3 0 0 0 0,6 0 0 0 0,-5 1 0 0 0,-1 1 0 0 0,4-1 0 0 0,2 1 0 0 0,0-5 0 0 0,-1-3 0 0 0,5 2 0 0 0,0-5 0 0 0,-1 0 0 0 0,3 2 0 0 0,0 2 0 0 0,-2-2 0 0 0,-2-1 0 0 0,2 2 0 0 0,1-3 0 0 0,3 0 0 0 0,-1 3 0 0 0,4 1 0 0 0,-2-2 0 0 0,3-11 0 0 0,8-12 0 0 0,11-6 0 0 0,5-7 0 0 0,5-6 0 0 0,6-6 0 0 0,4 3 0 0 0,-1-1 0 0 0,-1-7 0 0 0,2 3 0 0 0,2 0 0 0 0,1-1 0 0 0,1 1 0 0 0,1-2 0 0 0,-4 0 0 0 0,-2 0 0 0 0,6-1 0 0 0,-3 1 0 0 0,0-1 0 0 0,1 0 0 0 0,0 0 0 0 0,1 0 0 0 0,0 5 0 0 0,2-3 0 0 0,-1-7 0 0 0,1 2 0 0 0,5-4 0 0 0,-3 1 0 0 0,-2 5 0 0 0,4-2 0 0 0,1-6 0 0 0,0-6 0 0 0,-1 5 0 0 0,4-2 0 0 0,-4 2 0 0 0,1 2 0 0 0,1 3 0 0 0,-1 2 0 0 0,4-4 0 0 0,0 0 0 0 0,-1-5 0 0 0,3 1 0 0 0,0 1 0 0 0,-2 3 0 0 0,-3 2 0 0 0,3-2 0 0 0,0-1 0 0 0,-2 1 0 0 0,-1-3 0 0 0,-3 0 0 0 0,-1 1 0 0 0,-2 3 0 0 0,5-3 0 0 0,2 0 0 0 0,-1 2 0 0 0,-1 2 0 0 0,-2-4 0 0 0,4 0 0 0 0,-4 2 0 0 0,-3 2 0 0 0,4-4 0 0 0,1 0 0 0 0,-1 2 0 0 0,0 2 0 0 0,-6 1 0 0 0,-4 2 0 0 0,0 2 0 0 0,1 0 0 0 0,-4 0 0 0 0,-1 6 0 0 0,2 1 0 0 0,-4 1 0 0 0,-4-3 0 0 0,0 5 0 0 0,-3-1 0 0 0,3-1 0 0 0,3 4 0 0 0,-1-1 0 0 0,-3-2 0 0 0,0-3 0 0 0,-6 9 0 0 0,-6 12 0 0 0,-7 6 0 0 0,-9 4 0 0 0,-1 5 0 0 0,-5 6 0 0 0,-2 1 0 0 0,1 2 0 0 0,-1 8 0 0 0,-1 0 0 0 0,-3-1 0 0 0,4 2 0 0 0,-1 0 0 0 0,-5 1 0 0 0,-5 0 0 0 0,4 1 0 0 0,2-1 0 0 0,-5 1 0 0 0,-3 5 0 0 0,0 8 0 0 0,0-5 0 0 0,1-3 0 0 0,2 3 0 0 0,0-1 0 0 0,0-1 0 0 0,1 4 0 0 0,-5 5 0 0 0,-1 0 0 0 0,5-2 0 0 0,-3 1 0 0 0,0-6 0 0 0,1 0 0 0 0,0 4 0 0 0,2 0 0 0 0,-5 3 0 0 0,-2 0 0 0 0,7 1 0 0 0,-3-1 0 0 0,1 1 0 0 0,-6 4 0 0 0,0 4 0 0 0,-5-3 0 0 0,6 1 0 0 0,4 1 0 0 0,-2-3 0 0 0,0-4 0 0 0,0 4 0 0 0,-3 0 0 0 0,0-4 0 0 0,1 0 0 0 0,2 3 0 0 0,2-1 0 0 0,2 0 0 0 0,-4 4 0 0 0,-1-3 0 0 0,1-5 0 0 0,1 1 0 0 0,2-2 0 0 0,1-4 0 0 0,1 3 0 0 0,6-2 0 0 0,2-2 0 0 0,-5 3 0 0 0,-3-1 0 0 0,-1 4 0 0 0,-1-2 0 0 0,1-7 0 0 0,5 1 0 0 0,3-2 0 0 0,1-5 0 0 0,3-4 0 0 0,6 0 0 0 0,0 0 0 0 0,-2 1 0 0 0,-4 1 0 0 0,2 2 0 0 0,-2 0 0 0 0,4 0 0 0 0,-1-4 0 0 0,2-2 0 0 0,4 1 0 0 0,5-10 0 0 0,8-7 0 0 0,4-10 0 0 0,1-11 0 0 0,5-7 0 0 0,6-6 0 0 0,5-4 0 0 0,4-2 0 0 0,3-1 0 0 0,-4 0 0 0 0,0 6 0 0 0,0 2 0 0 0,2-5 0 0 0,1-3 0 0 0,1-1 0 0 0,-4 0 0 0 0,-2 6 0 0 0,1-3 0 0 0,2-1 0 0 0,-4-1 0 0 0,0 1 0 0 0,1-1 0 0 0,2 1 0 0 0,-3 1 0 0 0,0 0 0 0 0,1 5 0 0 0,2-3 0 0 0,2-7 0 0 0,2 2 0 0 0,1 2 0 0 0,-4-4 0 0 0,-2 4 0 0 0,0 2 0 0 0,2-4 0 0 0,2-2 0 0 0,-5 0 0 0 0,5-4 0 0 0,3 5 0 0 0,-4-3 0 0 0,3-5 0 0 0,3 0 0 0 0,-4 2 0 0 0,-3-3 0 0 0,0 1 0 0 0,1 8 0 0 0,-4-1 0 0 0,-1 0 0 0 0,1 2 0 0 0,2-4 0 0 0,-3-1 0 0 0,-1 1 0 0 0,2 1 0 0 0,2 3 0 0 0,-3 1 0 0 0,0 1 0 0 0,-4-5 0 0 0,1 5 0 0 0,1 2 0 0 0,-2 1 0 0 0,-4 0 0 0 0,1 0 0 0 0,3-1 0 0 0,3 0 0 0 0,-1 0 0 0 0,-4-1 0 0 0,0 6 0 0 0,-3 1 0 0 0,2-1 0 0 0,-1 0 0 0 0,-4-2 0 0 0,-3-2 0 0 0,3 5 0 0 0,-1 1 0 0 0,3-2 0 0 0,0 0 0 0 0,-2-3 0 0 0,-3 0 0 0 0,3 3 0 0 0,-1 2 0 0 0,-1 9 0 0 0,-8 7 0 0 0,-3 11 0 0 0,-8 9 0 0 0,0 8 0 0 0,-5 5 0 0 0,-4-1 0 0 0,1 0 0 0 0,4 1 0 0 0,-1-4 0 0 0,-3 5 0 0 0,-4 3 0 0 0,3 2 0 0 0,-1 0 0 0 0,-2 0 0 0 0,-3-5 0 0 0,4 4 0 0 0,0 0 0 0 0,-2 7 0 0 0,-1 2 0 0 0,-2-1 0 0 0,3-2 0 0 0,1-2 0 0 0,-1 4 0 0 0,-2 0 0 0 0,-1-1 0 0 0,-2 4 0 0 0,4 4 0 0 0,2-5 0 0 0,-2 1 0 0 0,0 4 0 0 0,-3-1 0 0 0,5-2 0 0 0,0 1 0 0 0,-1-1 0 0 0,-1-3 0 0 0,3 2 0 0 0,0 0 0 0 0,-1 3 0 0 0,-3 4 0 0 0,-1-1 0 0 0,-7 2 0 0 0,3-3 0 0 0,5-3 0 0 0,-2 1 0 0 0,-2 3 0 0 0,-1 4 0 0 0,0-2 0 0 0,-1 2 0 0 0,6-3 0 0 0,1-5 0 0 0,1-5 0 0 0,-2 2 0 0 0,4-1 0 0 0,0 4 0 0 0,0-2 0 0 0,-3-1 0 0 0,3-4 0 0 0,0 4 0 0 0,-1-1 0 0 0,-2 3 0 0 0,-2 6 0 0 0,-2 4 0 0 0,-1-7 0 0 0,4-5 0 0 0,2-5 0 0 0,5-4 0 0 0,0-1 0 0 0,3-1 0 0 0,0-6 0 0 0,2-1 0 0 0,4 0 0 0 0,-3-4 0 0 0,3 1 0 0 0,1 2 0 0 0,-2-4 0 0 0,1-8 0 0 0,6-8 0 0 0,6-13 0 0 0,6-6 0 0 0,2-5 0 0 0,5-3 0 0 0,5-4 0 0 0,-1-1 0 0 0,2-2 0 0 0,2 1 0 0 0,-3-1 0 0 0,-4 0 0 0 0,0 1 0 0 0,2-1 0 0 0,4 1 0 0 0,-2 0 0 0 0,-5 1 0 0 0,1-1 0 0 0,3 0 0 0 0,3 0 0 0 0,-2 0 0 0 0,-4 1 0 0 0,0-1 0 0 0,2 0 0 0 0,4 0 0 0 0,-1-5 0 0 0,-6-2 0 0 0,1 1 0 0 0,3-5 0 0 0,-2 1 0 0 0,1 6 0 0 0,-2 0 0 0 0,1-6 0 0 0,4 5 0 0 0,2-3 0 0 0,-2-4 0 0 0,1-6 0 0 0,1-5 0 0 0,3-4 0 0 0,1 3 0 0 0,3 0 0 0 0,-6 5 0 0 0,-5 5 0 0 0,-1 5 0 0 0,1-2 0 0 0,3 3 0 0 0,-2-4 0 0 0,-5 0 0 0 0,0-2 0 0 0,4-5 0 0 0,3-4 0 0 0,-2-3 0 0 0,0-3 0 0 0,-2 4 0 0 0,0 11 0 0 0,-2 3 0 0 0,1 4 0 0 0,-3 2 0 0 0,3-2 0 0 0,-3-1 0 0 0,-3 1 0 0 0,-4 3 0 0 0,3 1 0 0 0,-1 1 0 0 0,3 2 0 0 0,0 0 0 0 0,-2 0 0 0 0,-3 0 0 0 0,3 1 0 0 0,-1-1 0 0 0,4 6 0 0 0,-1 1 0 0 0,-2 0 0 0 0,3-1 0 0 0,-2-2 0 0 0,-2-2 0 0 0,-2 10 0 0 0,-3 13 0 0 0,-8 13 0 0 0,-2 11 0 0 0,-6 7 0 0 0,-1 4 0 0 0,2 3 0 0 0,3 2 0 0 0,-3-1 0 0 0,-4 0 0 0 0,0 5 0 0 0,-3 1 0 0 0,3 4 0 0 0,-3-5 0 0 0,3-3 0 0 0,-2-3 0 0 0,2-2 0 0 0,3 0 0 0 0,5-1 0 0 0,-3 1 0 0 0,-4 5 0 0 0,-6 8 0 0 0,2 1 0 0 0,3-1 0 0 0,4-3 0 0 0,-1 2 0 0 0,-4-1 0 0 0,1-1 0 0 0,-2-4 0 0 0,1-1 0 0 0,-1 3 0 0 0,2 5 0 0 0,-2 7 0 0 0,-3 0 0 0 0,2-4 0 0 0,-2 1 0 0 0,4-2 0 0 0,-2-4 0 0 0,2-3 0 0 0,5-3 0 0 0,3 3 0 0 0,-1 0 0 0 0,0-1 0 0 0,-4-2 0 0 0,1-1 0 0 0,3 4 0 0 0,-3 1 0 0 0,0-2 0 0 0,-2-1 0 0 0,1-1 0 0 0,-3-2 0 0 0,2-2 0 0 0,2 1 0 0 0,5-2 0 0 0,-3 6 0 0 0,-5 2 0 0 0,1-1 0 0 0,-3-1 0 0 0,1 3 0 0 0,4 1 0 0 0,4-1 0 0 0,-3-7 0 0 0,2-5 0 0 0,-4 0 0 0 0,1-1 0 0 0,2 1 0 0 0,3 2 0 0 0,3 0 0 0 0,-4-5 0 0 0,0 0 0 0 0,1-10 0 0 0,3-13 0 0 0,0-12 0 0 0,8-9 0 0 0,2-6 0 0 0,0-4 0 0 0,5-3 0 0 0,0 0 0 0 0,-1 0 0 0 0,-4 0 0 0 0,-1 1 0 0 0,3-5 0 0 0,0-1 0 0 0,4 0 0 0 0,0 2 0 0 0,-2 1 0 0 0,2 2 0 0 0,0 1 0 0 0,-3 1 0 0 0,-2 0 0 0 0,-3 0 0 0 0,3 1 0 0 0,1-1 0 0 0,-2 1 0 0 0,4-6 0 0 0,1-7 0 0 0,-3-1 0 0 0,-2 1 0 0 0,4-2 0 0 0,-1 1 0 0 0,-2 2 0 0 0,4 5 0 0 0,0 1 0 0 0,3 3 0 0 0,-1-3 0 0 0,3-7 0 0 0,-2-1 0 0 0,-3 1 0 0 0,-3 4 0 0 0,-3 3 0 0 0,3 1 0 0 0,-1-2 0 0 0,5-1 0 0 0,0 0 0 0 0,-2 3 0 0 0,-3 1 0 0 0,-3-4 0 0 0,4-6 0 0 0,0-1 0 0 0,-1 2 0 0 0,3-2 0 0 0,0 2 0 0 0,-1 2 0 0 0,2 3 0 0 0,0-2 0 0 0,-2 0 0 0 0,-3 2 0 0 0,-2 2 0 0 0,-1 2 0 0 0,-3 1 0 0 0,0 2 0 0 0,0 0 0 0 0,0 0 0 0 0,-1 1 0 0 0,1-1 0 0 0,-1 11 0 0 0,1 14 0 0 0,0 13 0 0 0,0 11 0 0 0,0 7 0 0 0,-5 5 0 0 0,-2 3 0 0 0,0 0 0 0 0,2 1 0 0 0,-4-1 0 0 0,0-1 0 0 0,-5 0 0 0 0,2-1 0 0 0,1 0 0 0 0,-2 0 0 0 0,2 0 0 0 0,1 0 0 0 0,4-1 0 0 0,-3 1 0 0 0,0 5 0 0 0,-4-3 0 0 0,1-3 0 0 0,2 5 0 0 0,-2 1 0 0 0,0 0 0 0 0,3 5 0 0 0,3-1 0 0 0,-4 0 0 0 0,2-3 0 0 0,-5-2 0 0 0,1 3 0 0 0,-4 1 0 0 0,2 4 0 0 0,-2 6 0 0 0,1 4 0 0 0,3-2 0 0 0,-1-3 0 0 0,2 0 0 0 0,-3-3 0 0 0,0 1 0 0 0,-1-1 0 0 0,1-4 0 0 0,3-3 0 0 0,3-3 0 0 0,-2 3 0 0 0,1 5 0 0 0,-3 2 0 0 0,-1-3 0 0 0,3 2 0 0 0,-2-5 0 0 0,1 0 0 0 0,-4 4 0 0 0,2 5 0 0 0,3 5 0 0 0,-3-1 0 0 0,2-4 0 0 0,-4-5 0 0 0,2 0 0 0 0,3 4 0 0 0,-3-1 0 0 0,2-3 0 0 0,2 1 0 0 0,3-1 0 0 0,2-3 0 0 0,-3-8 0 0 0,-1-4 0 0 0,2-2 0 0 0,1 0 0 0 0,1 1 0 0 0,3 1 0 0 0,-6-4 0 0 0,0-2 0 0 0,1 2 0 0 0,1 1 0 0 0,1-8 0 0 0,2-13 0 0 0,1-12 0 0 0,1-9 0 0 0,5-3 0 0 0,2-3 0 0 0,0-8 0 0 0,4-4 0 0 0,0-6 0 0 0,4 3 0 0 0,-2 4 0 0 0,4-4 0 0 0,-3-5 0 0 0,-2-1 0 0 0,1 2 0 0 0,-1 3 0 0 0,2 2 0 0 0,-1 3 0 0 0,3-3 0 0 0,3-7 0 0 0,-1 0 0 0 0,-4 2 0 0 0,-4-3 0 0 0,1 2 0 0 0,0 2 0 0 0,2 3 0 0 0,4 3 0 0 0,0-8 0 0 0,-4-3 0 0 0,-3 2 0 0 0,1-2 0 0 0,5-4 0 0 0,4-4 0 0 0,-1-3 0 0 0,1 3 0 0 0,-2 0 0 0 0,-4-2 0 0 0,0 10 0 0 0,-2 1 0 0 0,2-2 0 0 0,4 3 0 0 0,-1 2 0 0 0,2 4 0 0 0,3-3 0 0 0,-3-4 0 0 0,-4 0 0 0 0,-4 2 0 0 0,0-1 0 0 0,4 0 0 0 0,0-1 0 0 0,2-5 0 0 0,4 1 0 0 0,-3 5 0 0 0,-3-2 0 0 0,-5 2 0 0 0,2-2 0 0 0,-2 2 0 0 0,3 3 0 0 0,-1-3 0 0 0,3 2 0 0 0,-1 3 0 0 0,2 2 0 0 0,-1 2 0 0 0,-4 3 0 0 0,-3-5 0 0 0,-4-1 0 0 0,4 1 0 0 0,0 2 0 0 0,3 6 0 0 0,1-2 0 0 0,-2-1 0 0 0,-3-6 0 0 0,3-7 0 0 0,-1 0 0 0 0,-1 1 0 0 0,3 9 0 0 0,-1 5 0 0 0,-1 2 0 0 0,2 0 0 0 0,0 1 0 0 0,-2-1 0 0 0,-3 9 0 0 0,-2 14 0 0 0,-2 12 0 0 0,-1 11 0 0 0,-7 2 0 0 0,-1 3 0 0 0,0 3 0 0 0,1 2 0 0 0,-3 1 0 0 0,-1 2 0 0 0,-3 0 0 0 0,0 1 0 0 0,2-1 0 0 0,-1 0 0 0 0,0 0 0 0 0,3 0 0 0 0,-3 0 0 0 0,1 6 0 0 0,-3-5 0 0 0,1 4 0 0 0,-2 6 0 0 0,0 6 0 0 0,-1 5 0 0 0,-4 0 0 0 0,2-5 0 0 0,-2-5 0 0 0,3 1 0 0 0,-1 3 0 0 0,-2 4 0 0 0,1-1 0 0 0,5 1 0 0 0,-1-2 0 0 0,2-5 0 0 0,-2 0 0 0 0,-3 4 0 0 0,1 4 0 0 0,-2 4 0 0 0,-3 2 0 0 0,3 3 0 0 0,-2 6 0 0 0,-1-3 0 0 0,2-2 0 0 0,0-1 0 0 0,-3-6 0 0 0,-1-1 0 0 0,2 0 0 0 0,0-3 0 0 0,4-1 0 0 0,5 2 0 0 0,-1-2 0 0 0,2 0 0 0 0,-2 3 0 0 0,-4 2 0 0 0,2-2 0 0 0,-3-1 0 0 0,-3 3 0 0 0,3-4 0 0 0,4 0 0 0 0,4-3 0 0 0,5-5 0 0 0,-2 1 0 0 0,0-1 0 0 0,-4-4 0 0 0,1 3 0 0 0,1-1 0 0 0,-2-2 0 0 0,1-3 0 0 0,-4-1 0 0 0,2-3 0 0 0,2 0 0 0 0,4-1 0 0 0,3-1 0 0 0,1 1 0 0 0,2-1 0 0 0,-4 0 0 0 0,-1 1 0 0 0,0 0 0 0 0,1-1 0 0 0,1 1 0 0 0,-3 0 0 0 0,-1 0 0 0 0,1-11 0 0 0,2-13 0 0 0,1-14 0 0 0,2-11 0 0 0,6-7 0 0 0,3-10 0 0 0,0-10 0 0 0,-2-7 0 0 0,0-6 0 0 0,3-3 0 0 0,0 3 0 0 0,-1 7 0 0 0,-1 6 0 0 0,3 11 0 0 0,0 1 0 0 0,-2 1 0 0 0,-1 0 0 0 0,-2 1 0 0 0,-2 0 0 0 0,4-5 0 0 0,1-2 0 0 0,-1 1 0 0 0,-1 1 0 0 0,4-4 0 0 0,0 0 0 0 0,-1-4 0 0 0,-3 1 0 0 0,-1 1 0 0 0,-2-1 0 0 0,-1 0 0 0 0,-1-2 0 0 0,0-5 0 0 0,0-3 0 0 0,-1 1 0 0 0,1 5 0 0 0,0-1 0 0 0,5 3 0 0 0,2-1 0 0 0,-1-4 0 0 0,0 2 0 0 0,-3 4 0 0 0,0 4 0 0 0,-2-2 0 0 0,0-4 0 0 0,-1 0 0 0 0,5 4 0 0 0,1 2 0 0 0,1-1 0 0 0,-2 0 0 0 0,-2 3 0 0 0,0-4 0 0 0,-2 1 0 0 0,-1-3 0 0 0,0-5 0 0 0,0-5 0 0 0,0 2 0 0 0,0 5 0 0 0,-1-1 0 0 0,1-2 0 0 0,0 2 0 0 0,0 4 0 0 0,0 4 0 0 0,0 4 0 0 0,0-3 0 0 0,0 0 0 0 0,0-3 0 0 0,0-1 0 0 0,0 3 0 0 0,0-3 0 0 0,0 1 0 0 0,0 2 0 0 0,0 2 0 0 0,0 4 0 0 0,0 1 0 0 0,0 1 0 0 0,0 1 0 0 0,0 1 0 0 0,0 0 0 0 0,0 10 0 0 0,0 14 0 0 0,0 13 0 0 0,0 11 0 0 0,0 12 0 0 0,-5 2 0 0 0,-2 0 0 0 0,0 0 0 0 0,-3 0 0 0 0,-1 0 0 0 0,-3 4 0 0 0,0 3 0 0 0,-2 3 0 0 0,1 7 0 0 0,4 4 0 0 0,3-1 0 0 0,-2-4 0 0 0,0-5 0 0 0,3-5 0 0 0,-4 2 0 0 0,1-1 0 0 0,-3 4 0 0 0,0 5 0 0 0,2-1 0 0 0,-1 3 0 0 0,0-3 0 0 0,3-3 0 0 0,3 0 0 0 0,-4 5 0 0 0,2-2 0 0 0,-5 7 0 0 0,1-1 0 0 0,2-3 0 0 0,-3 5 0 0 0,2-2 0 0 0,-4 1 0 0 0,2 2 0 0 0,3-4 0 0 0,-3 0 0 0 0,1 2 0 0 0,-2-3 0 0 0,1 0 0 0 0,3 2 0 0 0,-3 2 0 0 0,2 3 0 0 0,2 1 0 0 0,3 7 0 0 0,2-2 0 0 0,2-3 0 0 0,1-5 0 0 0,-4-3 0 0 0,-1 1 0 0 0,0-3 0 0 0,1-1 0 0 0,1 2 0 0 0,2-2 0 0 0,1 0 0 0 0,1 3 0 0 0,0 2 0 0 0,-5-8 0 0 0,-2-1 0 0 0,1-4 0 0 0,0 2 0 0 0,3-1 0 0 0,1-4 0 0 0,0-2 0 0 0,2-2 0 0 0,0-3 0 0 0,0 0 0 0 0,0-1 0 0 0,1 4 0 0 0,-1 2 0 0 0,0 0 0 0 0,0-1 0 0 0,0-2 0 0 0,0-1 0 0 0,0-1 0 0 0,5-5 0 0 0,2-14 0 0 0,0-14 0 0 0,4-6 0 0 0,-1-8 0 0 0,5-6 0 0 0,-2-5 0 0 0,-2-3 0 0 0,-3-2 0 0 0,2-1 0 0 0,0 0 0 0 0,2-6 0 0 0,6 5 0 0 0,-1 1 0 0 0,-3 2 0 0 0,-4 1 0 0 0,1-1 0 0 0,-1 1 0 0 0,3-1 0 0 0,0-1 0 0 0,2-4 0 0 0,-1-3 0 0 0,-3 0 0 0 0,-3 2 0 0 0,-4-4 0 0 0,4 0 0 0 0,5 1 0 0 0,0-3 0 0 0,4 1 0 0 0,-1 1 0 0 0,-4-2 0 0 0,-4 0 0 0 0,-2-3 0 0 0,2-4 0 0 0,-1 0 0 0 0,0-1 0 0 0,3-8 0 0 0,5-5 0 0 0,1-7 0 0 0,2-2 0 0 0,-2 5 0 0 0,-4-1 0 0 0,-3 1 0 0 0,2 6 0 0 0,-2-3 0 0 0,4 0 0 0 0,-1-5 0 0 0,-2-2 0 0 0,-3 7 0 0 0,-3 3 0 0 0,-2 2 0 0 0,5 5 0 0 0,0 2 0 0 0,-1 4 0 0 0,4-5 0 0 0,0-5 0 0 0,-1 4 0 0 0,-3-1 0 0 0,3 4 0 0 0,1 0 0 0 0,-3-1 0 0 0,4 3 0 0 0,0-7 0 0 0,-3-3 0 0 0,-2 2 0 0 0,-2 6 0 0 0,-2 1 0 0 0,-1 4 0 0 0,-1 0 0 0 0,5-4 0 0 0,2 2 0 0 0,-1-1 0 0 0,-1 2 0 0 0,-1 4 0 0 0,3-2 0 0 0,1 3 0 0 0,-1-3 0 0 0,-1 1 0 0 0,2 3 0 0 0,1 3 0 0 0,-1-2 0 0 0,-2 0 0 0 0,3-3 0 0 0,0 0 0 0 0,-2 2 0 0 0,-1 3 0 0 0,-3 3 0 0 0,-1 1 0 0 0,-1 3 0 0 0,-1 0 0 0 0,0 0 0 0 0,5 6 0 0 0,2 12 0 0 0,-1 14 0 0 0,-1 12 0 0 0,-1 8 0 0 0,-2 12 0 0 0,-1 5 0 0 0,0 2 0 0 0,-7-1 0 0 0,-1-2 0 0 0,0 3 0 0 0,-4-5 0 0 0,0 3 0 0 0,2-2 0 0 0,3 0 0 0 0,-4 4 0 0 0,1 5 0 0 0,1 6 0 0 0,2 0 0 0 0,-2 1 0 0 0,-1-3 0 0 0,1-5 0 0 0,-2 2 0 0 0,-1-3 0 0 0,2 2 0 0 0,-2 4 0 0 0,0-1 0 0 0,-3 2 0 0 0,1-3 0 0 0,2-4 0 0 0,-1 2 0 0 0,0 3 0 0 0,3-2 0 0 0,3 8 0 0 0,-3 0 0 0 0,0-4 0 0 0,1-1 0 0 0,3-2 0 0 0,2 5 0 0 0,1 6 0 0 0,1-3 0 0 0,-4 0 0 0 0,-2 1 0 0 0,1-3 0 0 0,1-1 0 0 0,-4-4 0 0 0,0 1 0 0 0,1 2 0 0 0,3-2 0 0 0,1 1 0 0 0,-4 2 0 0 0,1-2 0 0 0,0 1 0 0 0,1-3 0 0 0,3 0 0 0 0,-4 4 0 0 0,-1-3 0 0 0,1-4 0 0 0,2 0 0 0 0,1-1 0 0 0,2 1 0 0 0,-4 5 0 0 0,-1-2 0 0 0,0 1 0 0 0,2-1 0 0 0,2-5 0 0 0,1-4 0 0 0,1-3 0 0 0,0-3 0 0 0,2-1 0 0 0,-1-2 0 0 0,0 0 0 0 0,0 0 0 0 0,1 0 0 0 0,-1 1 0 0 0,0-1 0 0 0,0 1 0 0 0,0-1 0 0 0,0 1 0 0 0,0 0 0 0 0,0 0 0 0 0,0 0 0 0 0,0 0 0 0 0,0-11 0 0 0,5-8 0 0 0,2-12 0 0 0,5-11 0 0 0,0-9 0 0 0,-1-11 0 0 0,2-7 0 0 0,-1 0 0 0 0,-3-6 0 0 0,3 5 0 0 0,-1 5 0 0 0,3-4 0 0 0,-1 1 0 0 0,-2-5 0 0 0,-4 0 0 0 0,3-4 0 0 0,4-4 0 0 0,1 1 0 0 0,2-1 0 0 0,-1 2 0 0 0,1 4 0 0 0,-2-1 0 0 0,-3 2 0 0 0,-4-2 0 0 0,-3 1 0 0 0,2 3 0 0 0,1 4 0 0 0,4-4 0 0 0,-1-4 0 0 0,4-5 0 0 0,-1-5 0 0 0,-3-3 0 0 0,-3-3 0 0 0,2 4 0 0 0,0 7 0 0 0,-3 6 0 0 0,-1 0 0 0 0,2-2 0 0 0,1 1 0 0 0,4 2 0 0 0,-1-1 0 0 0,-2-4 0 0 0,3-4 0 0 0,-2 1 0 0 0,-2 0 0 0 0,3 2 0 0 0,-1 5 0 0 0,-2-1 0 0 0,-3-3 0 0 0,-3-4 0 0 0,-1 1 0 0 0,4 5 0 0 0,1 4 0 0 0,0 5 0 0 0,-3-2 0 0 0,5 5 0 0 0,0-2 0 0 0,-1 1 0 0 0,-3 0 0 0 0,-1 1 0 0 0,-2-4 0 0 0,-1-1 0 0 0,5 1 0 0 0,0-4 0 0 0,1-5 0 0 0,3 1 0 0 0,0 2 0 0 0,-1 4 0 0 0,3 8 0 0 0,-1 5 0 0 0,-2 1 0 0 0,-3 1 0 0 0,-2 8 0 0 0,-2 14 0 0 0,-1 12 0 0 0,-1 10 0 0 0,0 6 0 0 0,-1 5 0 0 0,1 3 0 0 0,0 5 0 0 0,-1 2 0 0 0,-4 0 0 0 0,-2-2 0 0 0,0-3 0 0 0,2-1 0 0 0,-4-2 0 0 0,-1 0 0 0 0,2 4 0 0 0,3 1 0 0 0,1 0 0 0 0,2 4 0 0 0,-5 6 0 0 0,0 5 0 0 0,1 4 0 0 0,1-2 0 0 0,-4 0 0 0 0,0-4 0 0 0,2-4 0 0 0,-4-1 0 0 0,0 3 0 0 0,2-1 0 0 0,3 1 0 0 0,2 4 0 0 0,-4-3 0 0 0,1-3 0 0 0,0-5 0 0 0,2 1 0 0 0,-4 4 0 0 0,0-1 0 0 0,2 3 0 0 0,1 4 0 0 0,3 3 0 0 0,1-3 0 0 0,1-4 0 0 0,0 0 0 0 0,2-4 0 0 0,-1 3 0 0 0,-5-3 0 0 0,-1-3 0 0 0,-1 2 0 0 0,2-1 0 0 0,1 2 0 0 0,2 0 0 0 0,1-3 0 0 0,0-3 0 0 0,1-3 0 0 0,-5-2 0 0 0,-2 4 0 0 0,1 1 0 0 0,1-1 0 0 0,1-1 0 0 0,2-2 0 0 0,1-2 0 0 0,0 0 0 0 0,1-1 0 0 0,0 0 0 0 0,1 5 0 0 0,-1 7 0 0 0,0 1 0 0 0,0-2 0 0 0,1-2 0 0 0,-1-3 0 0 0,0-2 0 0 0,0-3 0 0 0,0-1 0 0 0,0-10 0 0 0,0-15 0 0 0,0-14 0 0 0,0-10 0 0 0,5-2 0 0 0,2-9 0 0 0,-1-4 0 0 0,0-7 0 0 0,-2-7 0 0 0,-2-1 0 0 0,-1-3 0 0 0,5 2 0 0 0,1 4 0 0 0,-1 5 0 0 0,-1 4 0 0 0,-1 2 0 0 0,-2 2 0 0 0,-1 2 0 0 0,0-1 0 0 0,4-4 0 0 0,1-2 0 0 0,1 0 0 0 0,-2 2 0 0 0,-1-5 0 0 0,-2 0 0 0 0,-1 1 0 0 0,-1-3 0 0 0,0 1 0 0 0,0-4 0 0 0,5 1 0 0 0,2 2 0 0 0,-1-1 0 0 0,-1 0 0 0 0,-1-2 0 0 0,-2-4 0 0 0,0-5 0 0 0,-2 2 0 0 0,0 0 0 0 0,0-3 0 0 0,0-1 0 0 0,-1-3 0 0 0,1-1 0 0 0,0 4 0 0 0,0 1 0 0 0,0 0 0 0 0,0 3 0 0 0,0 1 0 0 0,0 3 0 0 0,0 5 0 0 0,0 5 0 0 0,0 3 0 0 0,0-3 0 0 0,0 0 0 0 0,0 1 0 0 0,0 2 0 0 0,0 1 0 0 0,0-4 0 0 0,0 0 0 0 0,0 0 0 0 0,0 2 0 0 0,0 2 0 0 0,0 1 0 0 0,0 1 0 0 0,0 1 0 0 0,0 0 0 0 0,0 1 0 0 0,0-1 0 0 0,0 1 0 0 0,0-1 0 0 0,0 0 0 0 0,0 1 0 0 0,-5 4 0 0 0,-2 2 0 0 0,0 0 0 0 0,2-1 0 0 0,-4 3 0 0 0,-6 6 0 0 0,-5 5 0 0 0,0 10 0 0 0,5 10 0 0 0,-2 10 0 0 0,3 5 0 0 0,-2 0 0 0 0,2 1 0 0 0,4 6 0 0 0,-3-2 0 0 0,2 0 0 0 0,-3-1 0 0 0,-4 1 0 0 0,1 1 0 0 0,3 5 0 0 0,-1-3 0 0 0,2 3 0 0 0,-2-3 0 0 0,2-3 0 0 0,-3 4 0 0 0,2 2 0 0 0,3 6 0 0 0,-2 1 0 0 0,2-2 0 0 0,-3 3 0 0 0,-5 0 0 0 0,2-3 0 0 0,-2 3 0 0 0,2 4 0 0 0,-1 5 0 0 0,-2 4 0 0 0,-4 3 0 0 0,2-4 0 0 0,1 0 0 0 0,-3 1 0 0 0,4 1 0 0 0,5-3 0 0 0,4-1 0 0 0,5-4 0 0 0,-2 0 0 0 0,1 2 0 0 0,-5-2 0 0 0,1 1 0 0 0,-4 2 0 0 0,-4 4 0 0 0,1 1 0 0 0,4-2 0 0 0,-2-1 0 0 0,3 1 0 0 0,3-4 0 0 0,3-5 0 0 0,-2 1 0 0 0,1-4 0 0 0,1 2 0 0 0,-4-6 0 0 0,1 0 0 0 0,2 4 0 0 0,2 5 0 0 0,-3-5 0 0 0,-1 0 0 0 0,3 4 0 0 0,2 3 0 0 0,1 0 0 0 0,2-4 0 0 0,1-5 0 0 0,1-4 0 0 0,0-3 0 0 0,1-2 0 0 0,-1-1 0 0 0,0-1 0 0 0,1 0 0 0 0,-1 0 0 0 0,0 1 0 0 0,0-1 0 0 0,0 0 0 0 0,0-9 0 0 0,0-15 0 0 0,0-13 0 0 0,0-11 0 0 0,0-7 0 0 0,0-5 0 0 0,0-2 0 0 0,5-2 0 0 0,2 1 0 0 0,0-5 0 0 0,-2-2 0 0 0,-1 2 0 0 0,-2 1 0 0 0,5 2 0 0 0,0-4 0 0 0,0 0 0 0 0,-2 2 0 0 0,4 1 0 0 0,0 1 0 0 0,-1 2 0 0 0,3-4 0 0 0,-1-6 0 0 0,-1-1 0 0 0,-3 1 0 0 0,3-1 0 0 0,1 0 0 0 0,-3-2 0 0 0,-1 1 0 0 0,-3 3 0 0 0,-1-1 0 0 0,-1 0 0 0 0,-1-2 0 0 0,0 1 0 0 0,-1 3 0 0 0,6-2 0 0 0,2-4 0 0 0,-1-5 0 0 0,-1 1 0 0 0,-1-1 0 0 0,4-2 0 0 0,0-2 0 0 0,-1-3 0 0 0,-2 4 0 0 0,-1 1 0 0 0,-2 4 0 0 0,4 0 0 0 0,2 4 0 0 0,-2 4 0 0 0,-1-2 0 0 0,-1 3 0 0 0,3 1 0 0 0,1-1 0 0 0,-1 0 0 0 0,-2 2 0 0 0,-1-3 0 0 0,-2 0 0 0 0,-1-2 0 0 0,-1-5 0 0 0,0-5 0 0 0,-1 2 0 0 0,1 0 0 0 0,0 2 0 0 0,0 6 0 0 0,-1 4 0 0 0,1 4 0 0 0,0 3 0 0 0,0 2 0 0 0,0 0 0 0 0,0 1 0 0 0,0 0 0 0 0,0 0 0 0 0,6 0 0 0 0,1 0 0 0 0,-1-1 0 0 0,0 0 0 0 0,-3 1 0 0 0,0-1 0 0 0,-2 0 0 0 0,0 11 0 0 0,-1 13 0 0 0,-1 14 0 0 0,1 11 0 0 0,0 7 0 0 0,-1 5 0 0 0,1 8 0 0 0,0 2 0 0 0,0 5 0 0 0,-5-4 0 0 0,-2 0 0 0 0,0-1 0 0 0,-3-3 0 0 0,-1-1 0 0 0,2-2 0 0 0,2 3 0 0 0,3 1 0 0 0,2-1 0 0 0,1 4 0 0 0,0 1 0 0 0,-4-3 0 0 0,-1 3 0 0 0,-6 6 0 0 0,1-2 0 0 0,0 3 0 0 0,4 4 0 0 0,-3-3 0 0 0,0 1 0 0 0,2 3 0 0 0,2-3 0 0 0,3 0 0 0 0,-4-3 0 0 0,-1 1 0 0 0,1-3 0 0 0,2-4 0 0 0,2 1 0 0 0,-4 4 0 0 0,-1 0 0 0 0,1 1 0 0 0,2-1 0 0 0,1 1 0 0 0,2 3 0 0 0,1 4 0 0 0,1 2 0 0 0,0-3 0 0 0,0 0 0 0 0,-5-4 0 0 0,-1 0 0 0 0,-1-3 0 0 0,2-5 0 0 0,1 2 0 0 0,2-3 0 0 0,1 4 0 0 0,0 4 0 0 0,1 4 0 0 0,0 3 0 0 0,-4-7 0 0 0,-3-2 0 0 0,0 2 0 0 0,2-3 0 0 0,2 2 0 0 0,0-2 0 0 0,2-4 0 0 0,0-4 0 0 0,1-2 0 0 0,1-3 0 0 0,-1-2 0 0 0,0-1 0 0 0,0 1 0 0 0,1-1 0 0 0,-1 0 0 0 0,0 0 0 0 0,0 1 0 0 0,0-1 0 0 0,0-9 0 0 0,0-15 0 0 0,0-13 0 0 0,0-11 0 0 0,0-7 0 0 0,0-5 0 0 0,0-2 0 0 0,0-7 0 0 0,0-7 0 0 0,0 0 0 0 0,0-4 0 0 0,0 2 0 0 0,0 4 0 0 0,0 4 0 0 0,0 3 0 0 0,0 4 0 0 0,0 1 0 0 0,0 1 0 0 0,0 1 0 0 0,0 0 0 0 0,0-5 0 0 0,0-2 0 0 0,5-1 0 0 0,2 3 0 0 0,0-5 0 0 0,-2 0 0 0 0,-1-4 0 0 0,-2 0 0 0 0,-1-3 0 0 0,0-3 0 0 0,-1-5 0 0 0,0 3 0 0 0,-1-1 0 0 0,1-2 0 0 0,0 4 0 0 0,0 4 0 0 0,0 1 0 0 0,0 2 0 0 0,0-1 0 0 0,0 1 0 0 0,0-2 0 0 0,0 1 0 0 0,0 4 0 0 0,0-3 0 0 0,0-3 0 0 0,0 0 0 0 0,0 4 0 0 0,0-2 0 0 0,0-4 0 0 0,0-4 0 0 0,0 2 0 0 0,0-1 0 0 0,0 4 0 0 0,0 3 0 0 0,0 1 0 0 0,0 1 0 0 0,0 3 0 0 0,0 3 0 0 0,0 3 0 0 0,0-3 0 0 0,0-2 0 0 0,5 2 0 0 0,2 2 0 0 0,-1 1 0 0 0,0 1 0 0 0,-2 1 0 0 0,-2 1 0 0 0,-1 0 0 0 0,0 1 0 0 0,-1-1 0 0 0,0 1 0 0 0,-1-6 0 0 0,1-2 0 0 0,0 1 0 0 0,0 1 0 0 0,-1 1 0 0 0,1 2 0 0 0,0 1 0 0 0,0 1 0 0 0,0 10 0 0 0,0 15 0 0 0,0 13 0 0 0,0 11 0 0 0,-5 13 0 0 0,-2 11 0 0 0,-5-1 0 0 0,0-2 0 0 0,2-3 0 0 0,2-2 0 0 0,3 3 0 0 0,-3-4 0 0 0,-1-3 0 0 0,2 5 0 0 0,-3 1 0 0 0,0-1 0 0 0,1 5 0 0 0,-2 1 0 0 0,0-2 0 0 0,2-2 0 0 0,-2-2 0 0 0,0 4 0 0 0,2 0 0 0 0,3 3 0 0 0,2 7 0 0 0,-3-1 0 0 0,-1-4 0 0 0,1 2 0 0 0,-3-1 0 0 0,0 1 0 0 0,1-2 0 0 0,-2 3 0 0 0,0 3 0 0 0,-3 4 0 0 0,0 4 0 0 0,-1-4 0 0 0,0 0 0 0 0,4 1 0 0 0,-2-3 0 0 0,1-6 0 0 0,3-5 0 0 0,3 1 0 0 0,2 4 0 0 0,3-1 0 0 0,-5 3 0 0 0,-1 3 0 0 0,1-2 0 0 0,-4-3 0 0 0,-1 0 0 0 0,3-2 0 0 0,1-3 0 0 0,-2-4 0 0 0,0 3 0 0 0,1 5 0 0 0,3 5 0 0 0,1-1 0 0 0,2-3 0 0 0,1 1 0 0 0,1 3 0 0 0,0-2 0 0 0,-4-4 0 0 0,-3-4 0 0 0,1-3 0 0 0,1-3 0 0 0,1-3 0 0 0,2 0 0 0 0,0-1 0 0 0,2 0 0 0 0,0 0 0 0 0,0 0 0 0 0,0 1 0 0 0,1-1 0 0 0,-1 1 0 0 0,0-16 0 0 0,0-15 0 0 0,0-14 0 0 0,0-9 0 0 0,0-6 0 0 0,0-3 0 0 0,0-7 0 0 0,0-7 0 0 0,5 4 0 0 0,2-1 0 0 0,0 1 0 0 0,4-2 0 0 0,-1-5 0 0 0,-1 1 0 0 0,3 4 0 0 0,0 4 0 0 0,-3-2 0 0 0,-3 1 0 0 0,-2 2 0 0 0,-2 3 0 0 0,-1-4 0 0 0,-1-4 0 0 0,0-7 0 0 0,-1-3 0 0 0,6 0 0 0 0,1 1 0 0 0,1 2 0 0 0,-2-4 0 0 0,-1 1 0 0 0,3 5 0 0 0,1-1 0 0 0,0 5 0 0 0,-3-2 0 0 0,-1-9 0 0 0,3 1 0 0 0,1 4 0 0 0,-1 0 0 0 0,-2-1 0 0 0,-1-3 0 0 0,-2-2 0 0 0,-2 3 0 0 0,1 0 0 0 0,-1-6 0 0 0,5-3 0 0 0,1 3 0 0 0,0 2 0 0 0,0 5 0 0 0,-3 2 0 0 0,0-2 0 0 0,-2-2 0 0 0,-1 4 0 0 0,0-1 0 0 0,0-2 0 0 0,0 3 0 0 0,0 0 0 0 0,-1 4 0 0 0,1-2 0 0 0,0 3 0 0 0,0 4 0 0 0,0-1 0 0 0,0 1 0 0 0,0-3 0 0 0,0-3 0 0 0,0 0 0 0 0,0 3 0 0 0,0 5 0 0 0,0 3 0 0 0,0 3 0 0 0,0 2 0 0 0,0 1 0 0 0,0 1 0 0 0,0 0 0 0 0,0 10 0 0 0,0 14 0 0 0,0 14 0 0 0,0 9 0 0 0,0 9 0 0 0,0 4 0 0 0,0 2 0 0 0,0 7 0 0 0,-5 2 0 0 0,-7 3 0 0 0,-2 1 0 0 0,2-2 0 0 0,3-4 0 0 0,3-3 0 0 0,2-2 0 0 0,2 3 0 0 0,-4 6 0 0 0,0 6 0 0 0,0 6 0 0 0,-4-2 0 0 0,-1-5 0 0 0,3 1 0 0 0,1-4 0 0 0,-2-3 0 0 0,0-5 0 0 0,1-2 0 0 0,2 8 0 0 0,3 7 0 0 0,1 1 0 0 0,1 1 0 0 0,-4 4 0 0 0,-2 1 0 0 0,1 3 0 0 0,-4-5 0 0 0,-1-5 0 0 0,2-2 0 0 0,3-3 0 0 0,-4-4 0 0 0,1-4 0 0 0,1 2 0 0 0,3 5 0 0 0,-4 1 0 0 0,0 2 0 0 0,2-1 0 0 0,1-3 0 0 0,3 2 0 0 0,1 3 0 0 0,1 4 0 0 0,1-1 0 0 0,-5-5 0 0 0,-2-4 0 0 0,1-4 0 0 0,1 1 0 0 0,1 0 0 0 0,-3-1 0 0 0,-1-3 0 0 0,1-1 0 0 0,1-2 0 0 0,3 0 0 0 0,1-2 0 0 0,-5 6 0 0 0,0 2 0 0 0,1 4 0 0 0,1 1 0 0 0,1-2 0 0 0,2-3 0 0 0,1-2 0 0 0,1-2 0 0 0,0-2 0 0 0,0-1 0 0 0,0 0 0 0 0,1-1 0 0 0,-1 0 0 0 0,0 1 0 0 0,0-11 0 0 0,0-14 0 0 0,0-13 0 0 0,0-11 0 0 0,0-7 0 0 0,0-5 0 0 0,0-3 0 0 0,0 0 0 0 0,0 0 0 0 0,0-6 0 0 0,0 0 0 0 0,0 0 0 0 0,0 2 0 0 0,0 3 0 0 0,0 0 0 0 0,0-3 0 0 0,0-1 0 0 0,5-5 0 0 0,2 0 0 0 0,0-3 0 0 0,-2 1 0 0 0,-1 3 0 0 0,-2 3 0 0 0,0 3 0 0 0,3 3 0 0 0,2 1 0 0 0,0 1 0 0 0,-2-4 0 0 0,-2-3 0 0 0,0 2 0 0 0,-2-5 0 0 0,-1-1 0 0 0,0-2 0 0 0,0-1 0 0 0,0 4 0 0 0,-1-3 0 0 0,1 1 0 0 0,0 3 0 0 0,0 3 0 0 0,0 2 0 0 0,0-3 0 0 0,0 0 0 0 0,0 0 0 0 0,0 3 0 0 0,0-5 0 0 0,0 1 0 0 0,0 0 0 0 0,0 3 0 0 0,0-4 0 0 0,0 0 0 0 0,0 2 0 0 0,0 2 0 0 0,0 1 0 0 0,0-3 0 0 0,0-6 0 0 0,0-1 0 0 0,0-2 0 0 0,0 0 0 0 0,0-1 0 0 0,0 1 0 0 0,0 4 0 0 0,0 4 0 0 0,0 4 0 0 0,0 2 0 0 0,0 1 0 0 0,0 2 0 0 0,0-1 0 0 0,0 1 0 0 0,0 0 0 0 0,0 0 0 0 0,0-1 0 0 0,0 1 0 0 0,0-1 0 0 0,0 0 0 0 0,0 1 0 0 0,-6 4 0 0 0,0 13 0 0 0,-1 13 0 0 0,2 12 0 0 0,1 9 0 0 0,1 7 0 0 0,2 3 0 0 0,-5 2 0 0 0,-1 1 0 0 0,1-1 0 0 0,1 0 0 0 0,-4 4 0 0 0,0 7 0 0 0,1 1 0 0 0,3-2 0 0 0,1 2 0 0 0,-4-6 0 0 0,0 0 0 0 0,2-1 0 0 0,0 4 0 0 0,-2 4 0 0 0,-1 1 0 0 0,1-3 0 0 0,3 1 0 0 0,1-1 0 0 0,2 2 0 0 0,1 4 0 0 0,1-2 0 0 0,0-3 0 0 0,0-4 0 0 0,1 1 0 0 0,-1 4 0 0 0,-5-1 0 0 0,-2 9 0 0 0,1 4 0 0 0,0 4 0 0 0,-3 6 0 0 0,0-2 0 0 0,1-3 0 0 0,2-6 0 0 0,2-3 0 0 0,2 1 0 0 0,1-5 0 0 0,-4 0 0 0 0,-2-3 0 0 0,1 1 0 0 0,1 8 0 0 0,1-1 0 0 0,2-4 0 0 0,-4 0 0 0 0,-1-4 0 0 0,0 1 0 0 0,2-2 0 0 0,1 1 0 0 0,2 3 0 0 0,-4-2 0 0 0,-1 2 0 0 0,0-3 0 0 0,2 2 0 0 0,2 2 0 0 0,0 4 0 0 0,2-3 0 0 0,1-5 0 0 0,0 0 0 0 0,0 3 0 0 0,1 3 0 0 0,-1 3 0 0 0,0-3 0 0 0,0-5 0 0 0,0 0 0 0 0,1-3 0 0 0,-1-4 0 0 0,0-4 0 0 0,0-3 0 0 0,0-1 0 0 0,0-2 0 0 0,-1-1 0 0 0,1 0 0 0 0,6-5 0 0 0,1-18 0 0 0,5-19 0 0 0,0-15 0 0 0,-2-11 0 0 0,-2-6 0 0 0,-3 0 0 0 0,3-3 0 0 0,1-5 0 0 0,3 3 0 0 0,0 3 0 0 0,-2 4 0 0 0,-3 5 0 0 0,3-2 0 0 0,-1 0 0 0 0,-1 1 0 0 0,-3 3 0 0 0,-1 1 0 0 0,-2 2 0 0 0,-2-5 0 0 0,1-6 0 0 0,-2-1 0 0 0,1-4 0 0 0,-1-4 0 0 0,1-3 0 0 0,5-4 0 0 0,2 4 0 0 0,-1 6 0 0 0,0 5 0 0 0,-2 1 0 0 0,-2-4 0 0 0,-1-4 0 0 0,0 2 0 0 0,-1-2 0 0 0,0-2 0 0 0,-1 2 0 0 0,1 5 0 0 0,0 5 0 0 0,0 4 0 0 0,-1-2 0 0 0,1 0 0 0 0,0-3 0 0 0,0-1 0 0 0,0-2 0 0 0,0 0 0 0 0,0 3 0 0 0,0 4 0 0 0,0 2 0 0 0,0-3 0 0 0,0-5 0 0 0,0-5 0 0 0,0-1 0 0 0,0 4 0 0 0,0 5 0 0 0,0 3 0 0 0,0 3 0 0 0,0-2 0 0 0,0-7 0 0 0,0 1 0 0 0,0-5 0 0 0,0-3 0 0 0,0 1 0 0 0,0 4 0 0 0,0 5 0 0 0,0 3 0 0 0,0 4 0 0 0,0 2 0 0 0,0 1 0 0 0,0 1 0 0 0,0 0 0 0 0,0 0 0 0 0,-5 5 0 0 0,-2 2 0 0 0,1-1 0 0 0,0-1 0 0 0,-3-2 0 0 0,0 9 0 0 0,1 13 0 0 0,2 12 0 0 0,2 10 0 0 0,-3 8 0 0 0,-1 5 0 0 0,1 2 0 0 0,-3 1 0 0 0,-1 6 0 0 0,3 1 0 0 0,-4-1 0 0 0,1-2 0 0 0,2-1 0 0 0,3-3 0 0 0,2-1 0 0 0,2 5 0 0 0,1 0 0 0 0,1 1 0 0 0,-5-3 0 0 0,-1 0 0 0 0,0-3 0 0 0,1 0 0 0 0,1 0 0 0 0,2 9 0 0 0,-5 9 0 0 0,0 0 0 0 0,0-2 0 0 0,2 1 0 0 0,2-3 0 0 0,-5 2 0 0 0,0 8 0 0 0,1 5 0 0 0,-3 2 0 0 0,-1 2 0 0 0,3 0 0 0 0,1-1 0 0 0,3-1 0 0 0,2-5 0 0 0,1-8 0 0 0,1-2 0 0 0,0-3 0 0 0,-5 0 0 0 0,-1 4 0 0 0,0-2 0 0 0,1 2 0 0 0,-4-2 0 0 0,-1-4 0 0 0,3 1 0 0 0,1-1 0 0 0,2 2 0 0 0,2-2 0 0 0,-5 4 0 0 0,0 3 0 0 0,1 4 0 0 0,1-2 0 0 0,1-5 0 0 0,2 1 0 0 0,1-4 0 0 0,-4-3 0 0 0,-2-3 0 0 0,1-4 0 0 0,1-2 0 0 0,1 5 0 0 0,2 0 0 0 0,1 0 0 0 0,0-2 0 0 0,1-1 0 0 0,1-1 0 0 0,-1-1 0 0 0,0-1 0 0 0,0 0 0 0 0,1-1 0 0 0,-1 1 0 0 0,0 0 0 0 0,0-1 0 0 0,0 1 0 0 0,0 0 0 0 0,0-11 0 0 0,0-14 0 0 0,0-13 0 0 0,5-10 0 0 0,2-8 0 0 0,0-5 0 0 0,-2-8 0 0 0,-1-3 0 0 0,3 7 0 0 0,2 2 0 0 0,-2 2 0 0 0,3 2 0 0 0,1-7 0 0 0,-2-6 0 0 0,2-2 0 0 0,0-5 0 0 0,-2 2 0 0 0,-3-3 0 0 0,-2 3 0 0 0,-2 2 0 0 0,-1 0 0 0 0,4-4 0 0 0,2-4 0 0 0,-1 1 0 0 0,-1 5 0 0 0,-1 4 0 0 0,3 5 0 0 0,1-3 0 0 0,-1 1 0 0 0,-2-3 0 0 0,-1-1 0 0 0,3-2 0 0 0,1 0 0 0 0,-1 3 0 0 0,-2-2 0 0 0,-1-4 0 0 0,-2 2 0 0 0,-1-3 0 0 0,4 2 0 0 0,2 3 0 0 0,-1-5 0 0 0,-1-1 0 0 0,-1-2 0 0 0,-2 3 0 0 0,-1-1 0 0 0,0-2 0 0 0,-1-4 0 0 0,-1 4 0 0 0,1-1 0 0 0,0-1 0 0 0,0 3 0 0 0,-1 0 0 0 0,1 3 0 0 0,0-1 0 0 0,0-2 0 0 0,0 2 0 0 0,0-1 0 0 0,0 3 0 0 0,0 4 0 0 0,0-2 0 0 0,0 3 0 0 0,0-3 0 0 0,0-4 0 0 0,0-4 0 0 0,0 2 0 0 0,0 4 0 0 0,0 5 0 0 0,0-1 0 0 0,0 1 0 0 0,0-2 0 0 0,0 1 0 0 0,0 3 0 0 0,0 2 0 0 0,0 3 0 0 0,0 2 0 0 0,-5 1 0 0 0,-2 2 0 0 0,0-1 0 0 0,2 1 0 0 0,1 0 0 0 0,2-1 0 0 0,1 1 0 0 0,-5 4 0 0 0,-1 3 0 0 0,0-1 0 0 0,2-2 0 0 0,2-1 0 0 0,1-1 0 0 0,-5 3 0 0 0,-5 12 0 0 0,-2 14 0 0 0,3 11 0 0 0,2 9 0 0 0,-2 11 0 0 0,0 6 0 0 0,3 2 0 0 0,-3-2 0 0 0,0-1 0 0 0,3-1 0 0 0,-3-3 0 0 0,0-1 0 0 0,2-1 0 0 0,3 0 0 0 0,2 0 0 0 0,2-1 0 0 0,1 6 0 0 0,1 7 0 0 0,-5 6 0 0 0,-1 6 0 0 0,0 4 0 0 0,1-3 0 0 0,1-1 0 0 0,-3-4 0 0 0,-1-5 0 0 0,1-6 0 0 0,1-4 0 0 0,-3 2 0 0 0,0 5 0 0 0,2 1 0 0 0,1-2 0 0 0,2 2 0 0 0,2-1 0 0 0,1-2 0 0 0,1-4 0 0 0,0 3 0 0 0,1 5 0 0 0,-6 6 0 0 0,-2-2 0 0 0,1-2 0 0 0,1 0 0 0 0,1-3 0 0 0,2-2 0 0 0,-5 0 0 0 0,0 5 0 0 0,0 0 0 0 0,2-4 0 0 0,1 2 0 0 0,-3-7 0 0 0,-1-5 0 0 0,1 3 0 0 0,2 0 0 0 0,1 0 0 0 0,2-2 0 0 0,1 0 0 0 0,1-2 0 0 0,0-1 0 0 0,0 0 0 0 0,1 0 0 0 0,-1 0 0 0 0,0-1 0 0 0,0 1 0 0 0,1-1 0 0 0,-1 1 0 0 0,0 0 0 0 0,0 0 0 0 0,0 0 0 0 0,0-1 0 0 0,0 1 0 0 0,0 0 0 0 0,0 0 0 0 0,0 0 0 0 0,0 0 0 0 0,0-1 0 0 0,0-9 0 0 0,0-15 0 0 0,0-13 0 0 0,0-16 0 0 0,0-9 0 0 0,0-4 0 0 0,0-8 0 0 0,0 0 0 0 0,0 2 0 0 0,0-3 0 0 0,0 1 0 0 0,0 3 0 0 0,0-2 0 0 0,0 1 0 0 0,0 2 0 0 0,0 3 0 0 0,0 3 0 0 0,0-4 0 0 0,0-1 0 0 0,0 2 0 0 0,0 1 0 0 0,0 2 0 0 0,0 1 0 0 0,0-3 0 0 0,0-2 0 0 0,0-5 0 0 0,0 0 0 0 0,0 2 0 0 0,0 3 0 0 0,0 2 0 0 0,0 3 0 0 0,5 1 0 0 0,2 1 0 0 0,-1 0 0 0 0,0-4 0 0 0,-2-8 0 0 0,-2-6 0 0 0,-1-1 0 0 0,0-1 0 0 0,-1 1 0 0 0,0 6 0 0 0,-1 3 0 0 0,1 5 0 0 0,0-3 0 0 0,0 1 0 0 0,-1-5 0 0 0,1 1 0 0 0,0 1 0 0 0,0 4 0 0 0,0 1 0 0 0,0 3 0 0 0,0 1 0 0 0,0-4 0 0 0,0-7 0 0 0,0-1 0 0 0,0 2 0 0 0,0 2 0 0 0,0 4 0 0 0,0 1 0 0 0,0 3 0 0 0,0 1 0 0 0,0 0 0 0 0,0 1 0 0 0,0 0 0 0 0,0-1 0 0 0,0 1 0 0 0,0 10 0 0 0,0 19 0 0 0,0 15 0 0 0,0 10 0 0 0,0 6 0 0 0,0 4 0 0 0,-5 1 0 0 0,-2 0 0 0 0,1-1 0 0 0,0-1 0 0 0,2 4 0 0 0,2 2 0 0 0,1 4 0 0 0,0 5 0 0 0,1 0 0 0 0,0-3 0 0 0,-4-3 0 0 0,-3-5 0 0 0,0-3 0 0 0,2 4 0 0 0,2 0 0 0 0,-5-1 0 0 0,0 3 0 0 0,1 7 0 0 0,1-1 0 0 0,3 3 0 0 0,-5 3 0 0 0,0-2 0 0 0,1 2 0 0 0,2-4 0 0 0,-3-4 0 0 0,-1 1 0 0 0,1-2 0 0 0,2 1 0 0 0,3 5 0 0 0,1-1 0 0 0,1 2 0 0 0,0-3 0 0 0,2-4 0 0 0,-1 2 0 0 0,0-2 0 0 0,-4 2 0 0 0,-3 4 0 0 0,0-1 0 0 0,2-4 0 0 0,1-3 0 0 0,2 1 0 0 0,1 4 0 0 0,0 0 0 0 0,1 2 0 0 0,-5 3 0 0 0,-2 4 0 0 0,1-2 0 0 0,1-5 0 0 0,1-1 0 0 0,2-2 0 0 0,-4 1 0 0 0,-2-1 0 0 0,1 1 0 0 0,2-1 0 0 0,2-4 0 0 0,1 2 0 0 0,1 0 0 0 0,-5 1 0 0 0,-1 0 0 0 0,1-3 0 0 0,1-3 0 0 0,1-2 0 0 0,2-3 0 0 0,1-2 0 0 0,1 0 0 0 0,0-1 0 0 0,0 1 0 0 0,0-1 0 0 0,0 0 0 0 0,1 1 0 0 0,-1-1 0 0 0,0-9 0 0 0,0-15 0 0 0,0-13 0 0 0,0-11 0 0 0,0-7 0 0 0,0-5 0 0 0,0-2 0 0 0,5-2 0 0 0,2-4 0 0 0,0-2 0 0 0,-2 0 0 0 0,-1 3 0 0 0,-2-3 0 0 0,0-1 0 0 0,-2-3 0 0 0,0 1 0 0 0,5-4 0 0 0,2-3 0 0 0,-1 1 0 0 0,-1 3 0 0 0,-1 0 0 0 0,-2-3 0 0 0,-1 1 0 0 0,0 4 0 0 0,-1 4 0 0 0,0 4 0 0 0,5-3 0 0 0,1-5 0 0 0,1 0 0 0 0,-2 2 0 0 0,-1 2 0 0 0,-2 4 0 0 0,-1-3 0 0 0,0 0 0 0 0,-1-4 0 0 0,5-5 0 0 0,1-5 0 0 0,1 1 0 0 0,-2 5 0 0 0,-1-1 0 0 0,-2 3 0 0 0,-1-1 0 0 0,0 1 0 0 0,-1 4 0 0 0,-1-2 0 0 0,1 1 0 0 0,0-3 0 0 0,0 1 0 0 0,-1 3 0 0 0,1-2 0 0 0,0-4 0 0 0,0 0 0 0 0,0-2 0 0 0,0-3 0 0 0,0-3 0 0 0,0 2 0 0 0,0 5 0 0 0,0 0 0 0 0,0 4 0 0 0,0 3 0 0 0,0-2 0 0 0,0 2 0 0 0,0 2 0 0 0,0-3 0 0 0,0 1 0 0 0,0 2 0 0 0,0 2 0 0 0,0-2 0 0 0,0-1 0 0 0,0 2 0 0 0,0 1 0 0 0,0 3 0 0 0,0 1 0 0 0,0 2 0 0 0,0 0 0 0 0,0 0 0 0 0,0 1 0 0 0,0-1 0 0 0,0 1 0 0 0,0-1 0 0 0,0 1 0 0 0,0-1 0 0 0,0 11 0 0 0,0 13 0 0 0,0 14 0 0 0,0 11 0 0 0,0 7 0 0 0,-5 0 0 0 0,-2 0 0 0 0,0 2 0 0 0,2 1 0 0 0,1 1 0 0 0,2 1 0 0 0,1 1 0 0 0,0 0 0 0 0,1 0 0 0 0,0 0 0 0 0,1 0 0 0 0,-1 0 0 0 0,0 5 0 0 0,0 7 0 0 0,0 2 0 0 0,-5-2 0 0 0,-2 2 0 0 0,1 4 0 0 0,0-1 0 0 0,-3 2 0 0 0,0-2 0 0 0,1-5 0 0 0,2 2 0 0 0,2 3 0 0 0,2-2 0 0 0,1 3 0 0 0,-4-2 0 0 0,-2-4 0 0 0,1 1 0 0 0,1-1 0 0 0,1 2 0 0 0,2 4 0 0 0,1-1 0 0 0,1-4 0 0 0,0-3 0 0 0,0-5 0 0 0,0-2 0 0 0,0-2 0 0 0,1-1 0 0 0,-1-1 0 0 0,0 0 0 0 0,0 1 0 0 0,0 4 0 0 0,0 2 0 0 0,0 1 0 0 0,0-2 0 0 0,0-2 0 0 0,0 5 0 0 0,0 0 0 0 0,0-1 0 0 0,0-2 0 0 0,0-2 0 0 0,0-1 0 0 0,0-1 0 0 0,0-1 0 0 0,0 0 0 0 0,0-1 0 0 0,0 1 0 0 0,0-1 0 0 0,0 1 0 0 0,0 0 0 0 0,0-1 0 0 0,0 1 0 0 0,0 0 0 0 0,0-11 0 0 0,0-13 0 0 0,0-14 0 0 0,0-11 0 0 0,0-7 0 0 0,5-5 0 0 0,2-2 0 0 0,0-2 0 0 0,-2 1 0 0 0,-1 0 0 0 0,-2 0 0 0 0,0 1 0 0 0,-2 1 0 0 0,0 0 0 0 0,0 0 0 0 0,0 0 0 0 0,-1 0 0 0 0,1 1 0 0 0,0-1 0 0 0,0 0 0 0 0,0 0 0 0 0,5 1 0 0 0,2-1 0 0 0,0 0 0 0 0,-2 0 0 0 0,-1-5 0 0 0,-2-7 0 0 0,-1-1 0 0 0,0 1 0 0 0,-1-3 0 0 0,0-3 0 0 0,-1-4 0 0 0,1-4 0 0 0,0-2 0 0 0,0-2 0 0 0,0 4 0 0 0,0 7 0 0 0,0 6 0 0 0,0 1 0 0 0,0 2 0 0 0,0 2 0 0 0,-6-1 0 0 0,-1-6 0 0 0,1 0 0 0 0,0-2 0 0 0,3 2 0 0 0,-5-3 0 0 0,0-2 0 0 0,1 1 0 0 0,1 0 0 0 0,3-3 0 0 0,-5-3 0 0 0,0 3 0 0 0,1 0 0 0 0,-3-1 0 0 0,0-3 0 0 0,1 4 0 0 0,3 1 0 0 0,2 3 0 0 0,1-1 0 0 0,2 4 0 0 0,1 4 0 0 0,-5-1 0 0 0,-1 1 0 0 0,0 3 0 0 0,1-3 0 0 0,-4 6 0 0 0,0-1 0 0 0,1 0 0 0 0,2 1 0 0 0,2 2 0 0 0,-3 1 0 0 0,-1-4 0 0 0,1-2 0 0 0,2 2 0 0 0,1 1 0 0 0,2 2 0 0 0,2 1 0 0 0,-1 1 0 0 0,1 1 0 0 0,1 0 0 0 0,-1 0 0 0 0,0 1 0 0 0,1-1 0 0 0,-1 1 0 0 0,-5 4 0 0 0,-2 13 0 0 0,0 13 0 0 0,2 13 0 0 0,-4 8 0 0 0,-1 7 0 0 0,2 3 0 0 0,2 2 0 0 0,3 0 0 0 0,1 0 0 0 0,1 5 0 0 0,0 2 0 0 0,2-2 0 0 0,-1-1 0 0 0,-5-3 0 0 0,-2 0 0 0 0,1 3 0 0 0,1 1 0 0 0,1 5 0 0 0,2-1 0 0 0,1-1 0 0 0,0-2 0 0 0,1-4 0 0 0,0-1 0 0 0,1-2 0 0 0,-1-1 0 0 0,0-1 0 0 0,0 6 0 0 0,0 1 0 0 0,0 0 0 0 0,0-1 0 0 0,0 4 0 0 0,0 5 0 0 0,0 1 0 0 0,0 2 0 0 0,0-1 0 0 0,0-3 0 0 0,0-5 0 0 0,0 2 0 0 0,0 0 0 0 0,0-3 0 0 0,0 4 0 0 0,0-1 0 0 0,0-2 0 0 0,0-3 0 0 0,0 4 0 0 0,0 0 0 0 0,0-2 0 0 0,0-1 0 0 0,0-3 0 0 0,0-1 0 0 0,0-2 0 0 0,0 0 0 0 0,0 0 0 0 0,0-1 0 0 0,0 1 0 0 0,0-1 0 0 0,0 1 0 0 0,0-1 0 0 0,0 1 0 0 0,0 0 0 0 0,0 0 0 0 0,0 0 0 0 0,6-6 0 0 0,6-6 0 0 0,7-12 0 0 0,5-8 0 0 0,-1-8 0 0 0,-5-8 0 0 0,0-6 0 0 0,2-5 0 0 0,-2-3 0 0 0,1 4 0 0 0,-3 2 0 0 0,-4-1 0 0 0,1 4 0 0 0,-1 1 0 0 0,1-1 0 0 0,0-3 0 0 0,-3-1 0 0 0,3-3 0 0 0,-2-1 0 0 0,3 0 0 0 0,-1-1 0 0 0,3 5 0 0 0,-2 2 0 0 0,-3-1 0 0 0,-3-1 0 0 0,1-1 0 0 0,1-1 0 0 0,2-2 0 0 0,1 0 0 0 0,-3-1 0 0 0,-3 0 0 0 0,2 0 0 0 0,6-6 0 0 0,-1-1 0 0 0,4 6 0 0 0,-3 3 0 0 0,-2 1 0 0 0,-5 0 0 0 0,-3-1 0 0 0,3 0 0 0 0,0 0 0 0 0,4-1 0 0 0,-1-1 0 0 0,4 1 0 0 0,-1-1 0 0 0,-2 0 0 0 0,-5-5 0 0 0,4 3 0 0 0,-2 2 0 0 0,-1 2 0 0 0,2-1 0 0 0,0 1 0 0 0,-1-1 0 0 0,-3 0 0 0 0,-2 0 0 0 0,-2-1 0 0 0,4 1 0 0 0,1-1 0 0 0,4 0 0 0 0,1 0 0 0 0,-2 0 0 0 0,3 5 0 0 0,-7 8 0 0 0,-3 11 0 0 0,-9 7 0 0 0,-2 9 0 0 0,-5 9 0 0 0,-1 5 0 0 0,-3 0 0 0 0,1 0 0 0 0,4 3 0 0 0,-2-4 0 0 0,2-1 0 0 0,-3-3 0 0 0,-3 1 0 0 0,0 1 0 0 0,-1-2 0 0 0,3 1 0 0 0,-2-2 0 0 0,-3 0 0 0 0,3 3 0 0 0,-2-1 0 0 0,-2-5 0 0 0,2 1 0 0 0,0-3 0 0 0,3 3 0 0 0,-1-2 0 0 0,-2 3 0 0 0,-4-2 0 0 0,3 2 0 0 0,0-2 0 0 0,3 3 0 0 0,-1-3 0 0 0,-1-3 0 0 0,1 2 0 0 0,5 4 0 0 0,-1-1 0 0 0,8-4 0 0 0,10-3 0 0 0,9-3 0 0 0,9-3 0 0 0,5-2 0 0 0,5-1 0 0 0,0-1 0 0 0,2 1 0 0 0,0-1 0 0 0,0 0 0 0 0,-1 1 0 0 0,-1 0 0 0 0,-5-6 0 0 0,4-1 0 0 0,1 1 0 0 0,1 0 0 0 0,0 3 0 0 0,0 0 0 0 0,0 2 0 0 0,0 1 0 0 0,-1 0 0 0 0,0 0 0 0 0,0 0 0 0 0,5 0 0 0 0,2 1 0 0 0,-1-1 0 0 0,-1 0 0 0 0,-1 0 0 0 0,-2 0 0 0 0,-1 0 0 0 0,-6-5 0 0 0,-2-2 0 0 0,0 0 0 0 0,1 2 0 0 0,2 1 0 0 0,1 2 0 0 0,-4-5 0 0 0,-6-6 0 0 0,-11 0 0 0 0,-12 1 0 0 0,-11 3 0 0 0,-8 3 0 0 0,-4 3 0 0 0,-4 1 0 0 0,4-3 0 0 0,2-2 0 0 0,0 1 0 0 0,-1 1 0 0 0,-1 2 0 0 0,-1-5 0 0 0,-1 1 0 0 0,-1 0 0 0 0,0 1 0 0 0,0 3 0 0 0,-5 1 0 0 0,-7 1 0 0 0,4-5 0 0 0,3-1 0 0 0,2 1 0 0 0,2 1 0 0 0,2 1 0 0 0,0 2 0 0 0,0-4 0 0 0,-1-2 0 0 0,-4 2 0 0 0,-3-4 0 0 0,1-1 0 0 0,-4 2 0 0 0,-1 3 0 0 0,3 2 0 0 0,1 1 0 0 0,3 2 0 0 0,2 1 0 0 0,1 1 0 0 0,1-1 0 0 0,0 0 0 0 0,-4-4 0 0 0,-3-3 0 0 0,-4 0 0 0 0,-1 2 0 0 0,2 1 0 0 0,3 2 0 0 0,2 1 0 0 0,2 0 0 0 0,7-4 0 0 0,3-2 0 0 0,0 1 0 0 0,10 1 0 0 0,11 1 0 0 0,13 2 0 0 0,9 1 0 0 0,7 0 0 0 0,4 1 0 0 0,3 1 0 0 0,0-1 0 0 0,0 0 0 0 0,-5 6 0 0 0,-3 1 0 0 0,0 0 0 0 0,1-2 0 0 0,1-1 0 0 0,2-2 0 0 0,0-1 0 0 0,2 0 0 0 0,-1-1 0 0 0,1 0 0 0 0,0-1 0 0 0,0 1 0 0 0,0 0 0 0 0,0 0 0 0 0,0 0 0 0 0,0 0 0 0 0,-10-1 0 0 0,-15 1 0 0 0,-13 0 0 0 0,-10 1 0 0 0,-9-1 0 0 0,-4 0 0 0 0,-2 0 0 0 0,-2 0 0 0 0,1 0 0 0 0,0 0 0 0 0,0 0 0 0 0,1 0 0 0 0,1 0 0 0 0,0 0 0 0 0,0 0 0 0 0,0 0 0 0 0,1 0 0 0 0,-1 0 0 0 0,0 0 0 0 0,0 0 0 0 0,1 0 0 0 0,-1 0 0 0 0,0 0 0 0 0,0 0 0 0 0,6 5 0 0 0,1 2 0 0 0,0-1 0 0 0,-2 0 0 0 0,-1-2 0 0 0,4 3 0 0 0,0 1 0 0 0,0 0 0 0 0,-3 2 0 0 0,-1 1 0 0 0,9-3 0 0 0,12-1 0 0 0,13-3 0 0 0,11-2 0 0 0,7-1 0 0 0,4-1 0 0 0,3 0 0 0 0,2-1 0 0 0,-1 1 0 0 0,0 0 0 0 0,-1-1 0 0 0,0 1 0 0 0,0 0 0 0 0,-1 0 0 0 0,0 0 0 0 0,0 0 0 0 0,-1 0 0 0 0,1 0 0 0 0,0 0 0 0 0,-1 0 0 0 0,1 0 0 0 0,0 0 0 0 0,0 0 0 0 0,0 0 0 0 0,-1 0 0 0 0,1 0 0 0 0,0 0 0 0 0,-11 0 0 0 0,-13 0 0 0 0,-14 0 0 0 0,-11 0 0 0 0,-7 0 0 0 0,-5 0 0 0 0,-2 0 0 0 0,-2-5 0 0 0,1-2 0 0 0,0 0 0 0 0,-5 2 0 0 0,4-4 0 0 0,3-1 0 0 0,1 3 0 0 0,1 1 0 0 0,0 2 0 0 0,-1 2 0 0 0,0 1 0 0 0,0-5 0 0 0,-1 0 0 0 0,-4-1 0 0 0,2-3 0 0 0,2 0 0 0 0,-3 1 0 0 0,-3 2 0 0 0,1 3 0 0 0,-4 2 0 0 0,-6 1 0 0 0,-1-5 0 0 0,4 0 0 0 0,-8-1 0 0 0,-6-3 0 0 0,3 0 0 0 0,4 1 0 0 0,1-2 0 0 0,3-1 0 0 0,-6 3 0 0 0,0 3 0 0 0,4-3 0 0 0,5 0 0 0 0,-1 1 0 0 0,2 3 0 0 0,-2 1 0 0 0,0 2 0 0 0,4 2 0 0 0,2 0 0 0 0,3 0 0 0 0,-3 0 0 0 0,-1 1 0 0 0,2-1 0 0 0,1 0 0 0 0,2 0 0 0 0,2 0 0 0 0,0-5 0 0 0,1-2 0 0 0,0 1 0 0 0,1 0 0 0 0,-1 2 0 0 0,1 2 0 0 0,-1 1 0 0 0,1 0 0 0 0,-1 1 0 0 0,0 0 0 0 0,0 1 0 0 0,0-6 0 0 0,0-2 0 0 0,1 1 0 0 0,-1 0 0 0 0,0 3 0 0 0,0 0 0 0 0,0 2 0 0 0,0-5 0 0 0,11-1 0 0 0,14 1 0 0 0,13 1 0 0 0,10 1 0 0 0,3-3 0 0 0,3-1 0 0 0,3 1 0 0 0,2 1 0 0 0,2 3 0 0 0,1 1 0 0 0,0 1 0 0 0,0 1 0 0 0,1 0 0 0 0,-1 0 0 0 0,0 0 0 0 0,5 1 0 0 0,2-1 0 0 0,5 0 0 0 0,5 0 0 0 0,1 0 0 0 0,1 0 0 0 0,-2 0 0 0 0,-4 0 0 0 0,-4 0 0 0 0,-4 0 0 0 0,-2 0 0 0 0,3 0 0 0 0,5 5 0 0 0,2 2 0 0 0,-2 0 0 0 0,-3-2 0 0 0,-2-1 0 0 0,-3-1 0 0 0,-2-2 0 0 0,-1 5 0 0 0,0 0 0 0 0,5 1 0 0 0,1-2 0 0 0,0-2 0 0 0,-1 0 0 0 0,-2-2 0 0 0,-1 4 0 0 0,-1 2 0 0 0,-1 0 0 0 0,0-2 0 0 0,0-2 0 0 0,5 5 0 0 0,1 0 0 0 0,0-1 0 0 0,-1-2 0 0 0,-1-1 0 0 0,-2-2 0 0 0,-1-1 0 0 0,-1-1 0 0 0,0 0 0 0 0,0 0 0 0 0,-1-1 0 0 0,-4 6 0 0 0,-3 2 0 0 0,1-1 0 0 0,-9 0 0 0 0,-12-3 0 0 0,-12 0 0 0 0,-10-2 0 0 0,-7 0 0 0 0,-4-1 0 0 0,-2-1 0 0 0,-1 1 0 0 0,-1 0 0 0 0,1 0 0 0 0,1-1 0 0 0,-5 1 0 0 0,-1 0 0 0 0,-5 0 0 0 0,0 0 0 0 0,1 0 0 0 0,4 0 0 0 0,2 0 0 0 0,-3 0 0 0 0,-5 0 0 0 0,-1 0 0 0 0,-2 0 0 0 0,0 0 0 0 0,4 0 0 0 0,-1-5 0 0 0,1-2 0 0 0,2 0 0 0 0,4 2 0 0 0,3 1 0 0 0,-4 2 0 0 0,-6 1 0 0 0,-5 0 0 0 0,0 1 0 0 0,2 0 0 0 0,6 1 0 0 0,3-1 0 0 0,-2 0 0 0 0,0 0 0 0 0,-2 0 0 0 0,-6 0 0 0 0,-5 0 0 0 0,-4 0 0 0 0,-2 0 0 0 0,3 0 0 0 0,1 0 0 0 0,-1 0 0 0 0,4 0 0 0 0,5 0 0 0 0,1-5 0 0 0,3-2 0 0 0,-3 1 0 0 0,3 0 0 0 0,2 2 0 0 0,3 2 0 0 0,-2 1 0 0 0,-5 0 0 0 0,0 1 0 0 0,3 0 0 0 0,2 1 0 0 0,4-1 0 0 0,2 0 0 0 0,2 0 0 0 0,1 1 0 0 0,0-1 0 0 0,1 0 0 0 0,0-6 0 0 0,0-1 0 0 0,-1 1 0 0 0,1 0 0 0 0,-1 3 0 0 0,0 0 0 0 0,0 2 0 0 0,0 0 0 0 0,1 1 0 0 0,4-5 0 0 0,13-1 0 0 0,13-1 0 0 0,12 2 0 0 0,10 2 0 0 0,5-5 0 0 0,4 0 0 0 0,2 1 0 0 0,1 1 0 0 0,4 3 0 0 0,2 1 0 0 0,-1 1 0 0 0,3 1 0 0 0,0 0 0 0 0,-2 0 0 0 0,-2 0 0 0 0,-3 1 0 0 0,-2-1 0 0 0,-1 0 0 0 0,4 0 0 0 0,1 0 0 0 0,5 0 0 0 0,1 0 0 0 0,3 0 0 0 0,-1 0 0 0 0,-2 0 0 0 0,-4 0 0 0 0,-3 0 0 0 0,2 0 0 0 0,6 0 0 0 0,6 0 0 0 0,-1 0 0 0 0,-3 0 0 0 0,1 0 0 0 0,-2 0 0 0 0,1 0 0 0 0,-1 0 0 0 0,-3 0 0 0 0,1 0 0 0 0,4 0 0 0 0,0 0 0 0 0,1 0 0 0 0,4 0 0 0 0,-2 0 0 0 0,1 0 0 0 0,-2 0 0 0 0,-1 0 0 0 0,-1 0 0 0 0,0 5 0 0 0,-1 2 0 0 0,-5 0 0 0 0,-2-2 0 0 0,-4-1 0 0 0,-3-1 0 0 0,0-2 0 0 0,-2-1 0 0 0,0 0 0 0 0,1 0 0 0 0,-1 0 0 0 0,0-1 0 0 0,1 1 0 0 0,-1 0 0 0 0,1 5 0 0 0,0 2 0 0 0,0 0 0 0 0,-1-2 0 0 0,1-1 0 0 0,-5 4 0 0 0,-13 0 0 0 0,-13-1 0 0 0,-12-2 0 0 0,-10-1 0 0 0,-5-2 0 0 0,-4-1 0 0 0,-2-1 0 0 0,-1 0 0 0 0,1 0 0 0 0,0-1 0 0 0,1 1 0 0 0,0 0 0 0 0,-4 0 0 0 0,-2 0 0 0 0,0 0 0 0 0,2 0 0 0 0,2 0 0 0 0,1 0 0 0 0,-5 0 0 0 0,0 0 0 0 0,1 0 0 0 0,1 0 0 0 0,-4 0 0 0 0,-5-6 0 0 0,0-1 0 0 0,-4 1 0 0 0,2 0 0 0 0,-1 3 0 0 0,-4-5 0 0 0,2 0 0 0 0,5 1 0 0 0,-1 1 0 0 0,2 3 0 0 0,-7 1 0 0 0,0 1 0 0 0,-2 0 0 0 0,3 1 0 0 0,-6 1 0 0 0,1-1 0 0 0,5-5 0 0 0,1-2 0 0 0,-8 1 0 0 0,1 1 0 0 0,0 1 0 0 0,4 2 0 0 0,0-5 0 0 0,-1 0 0 0 0,2 0 0 0 0,1 2 0 0 0,-3 1 0 0 0,3 2 0 0 0,-1 1 0 0 0,-1 1 0 0 0,-4 0 0 0 0,4 0 0 0 0,-1-5 0 0 0,4-1 0 0 0,5-1 0 0 0,4 2 0 0 0,5 1 0 0 0,-3 2 0 0 0,0 1 0 0 0,-4 0 0 0 0,-1 1 0 0 0,3 0 0 0 0,2 1 0 0 0,3-1 0 0 0,2 0 0 0 0,1 0 0 0 0,1 0 0 0 0,0 1 0 0 0,6-7 0 0 0,2-1 0 0 0,-1 1 0 0 0,9 0 0 0 0,13 2 0 0 0,11 2 0 0 0,10 1 0 0 0,7 0 0 0 0,4 1 0 0 0,7 1 0 0 0,4-1 0 0 0,-2 0 0 0 0,0 0 0 0 0,-3 1 0 0 0,-2-1 0 0 0,-2 0 0 0 0,0 0 0 0 0,4 0 0 0 0,2 0 0 0 0,-1 0 0 0 0,4 0 0 0 0,0 0 0 0 0,-1 0 0 0 0,2 0 0 0 0,0 0 0 0 0,-2 0 0 0 0,-3 0 0 0 0,-2 0 0 0 0,-2 0 0 0 0,4 0 0 0 0,1 0 0 0 0,-1 0 0 0 0,-1 0 0 0 0,-2 0 0 0 0,-2 0 0 0 0,0 0 0 0 0,-1 0 0 0 0,5 0 0 0 0,2 0 0 0 0,-1 0 0 0 0,-1 0 0 0 0,4 0 0 0 0,5 0 0 0 0,1 0 0 0 0,-3 0 0 0 0,2 0 0 0 0,-1 0 0 0 0,-3 0 0 0 0,-4 0 0 0 0,-2 0 0 0 0,-2 0 0 0 0,-1 0 0 0 0,3 0 0 0 0,3 0 0 0 0,-1 0 0 0 0,-2 0 0 0 0,-1 0 0 0 0,-1 0 0 0 0,-1 0 0 0 0,-1 0 0 0 0,0 0 0 0 0,-11 0 0 0 0,-14 0 0 0 0,-13 0 0 0 0,-11 0 0 0 0,-7 0 0 0 0,-5 0 0 0 0,-2 0 0 0 0,-2 0 0 0 0,0 0 0 0 0,1 0 0 0 0,1 5 0 0 0,0 2 0 0 0,1 0 0 0 0,0-2 0 0 0,0-1 0 0 0,-5-2 0 0 0,-2-1 0 0 0,1 0 0 0 0,1 4 0 0 0,1 2 0 0 0,2-1 0 0 0,1-1 0 0 0,1-1 0 0 0,0-2 0 0 0,0-1 0 0 0,1 0 0 0 0,-1-1 0 0 0,0-1 0 0 0,1 1 0 0 0,-1 5 0 0 0,0 2 0 0 0,0-1 0 0 0,1 0 0 0 0,-1-3 0 0 0,0 0 0 0 0,0 3 0 0 0,0 2 0 0 0,0-2 0 0 0,1-1 0 0 0,-1-1 0 0 0,0-2 0 0 0,0-1 0 0 0,0-1 0 0 0,1 0 0 0 0,-1 5 0 0 0,0 2 0 0 0,0-1 0 0 0,11-1 0 0 0,13-1 0 0 0,14-2 0 0 0,11 0 0 0 0,7-2 0 0 0,5 0 0 0 0,2 0 0 0 0,2 0 0 0 0,-1-1 0 0 0,1 1 0 0 0,-2 0 0 0 0,0 0 0 0 0,-1 0 0 0 0,0 0 0 0 0,0 0 0 0 0,5 0 0 0 0,2 5 0 0 0,-1 2 0 0 0,-1 0 0 0 0,-1-2 0 0 0,-2-1 0 0 0,-1-2 0 0 0,5-1 0 0 0,1 0 0 0 0,-1-1 0 0 0,-1 0 0 0 0,-2-1 0 0 0,-1 1 0 0 0,-1 0 0 0 0,-1 0 0 0 0,0 0 0 0 0,-1 0 0 0 0,1 0 0 0 0,-6 5 0 0 0,-1 2 0 0 0,0-1 0 0 0,1 0 0 0 0,2-2 0 0 0,2-2 0 0 0,0-1 0 0 0,2 0 0 0 0,-11-1 0 0 0,-13 0 0 0 0,-14-1 0 0 0,-10 1 0 0 0,-8 0 0 0 0,-5 0 0 0 0,-2-1 0 0 0,-2 1 0 0 0,1 0 0 0 0,0 0 0 0 0,0 0 0 0 0,-4 0 0 0 0,-1 0 0 0 0,0 0 0 0 0,2 0 0 0 0,1 0 0 0 0,-3 0 0 0 0,-1 0 0 0 0,-4 0 0 0 0,0 0 0 0 0,2 0 0 0 0,2 0 0 0 0,4 0 0 0 0,1 0 0 0 0,-3 0 0 0 0,-1 0 0 0 0,1 0 0 0 0,1 0 0 0 0,2 0 0 0 0,-4 0 0 0 0,-1 0 0 0 0,2 0 0 0 0,-5 0 0 0 0,1 0 0 0 0,2 0 0 0 0,-4 0 0 0 0,1 0 0 0 0,3 0 0 0 0,-4 0 0 0 0,1 0 0 0 0,3 0 0 0 0,2 0 0 0 0,2 0 0 0 0,2 0 0 0 0,2 0 0 0 0,5-5 0 0 0,-3-2 0 0 0,-1 1 0 0 0,-2 0 0 0 0,0 2 0 0 0,0 2 0 0 0,0 1 0 0 0,1 0 0 0 0,10 1 0 0 0,14 0 0 0 0,14 1 0 0 0,11-1 0 0 0,7 0 0 0 0,5-5 0 0 0,3-2 0 0 0,0 1 0 0 0,1 0 0 0 0,-1 3 0 0 0,-1 0 0 0 0,5 2 0 0 0,2 0 0 0 0,-1 1 0 0 0,-2 1 0 0 0,4-1 0 0 0,5 0 0 0 0,1 0 0 0 0,-3 1 0 0 0,-3-1 0 0 0,-4 0 0 0 0,-1 0 0 0 0,-3 0 0 0 0,-1 0 0 0 0,-1 0 0 0 0,1 0 0 0 0,-1 0 0 0 0,0 0 0 0 0,0 0 0 0 0,1 0 0 0 0,0 0 0 0 0,-1 0 0 0 0,1 0 0 0 0,0 0 0 0 0,0 0 0 0 0,0 0 0 0 0,0 0 0 0 0,0 0 0 0 0,-1 0 0 0 0,1 0 0 0 0,0 0 0 0 0,0 0 0 0 0,0 0 0 0 0,-1 0 0 0 0,1 0 0 0 0,-5 5 0 0 0,-2 2 0 0 0,0 0 0 0 0,1-2 0 0 0,2-1 0 0 0,-3 3 0 0 0,-2 2 0 0 0,-9-2 0 0 0,-12-2 0 0 0,-11-1 0 0 0,-10-2 0 0 0,-6-1 0 0 0,-4-1 0 0 0,-2 0 0 0 0,-2 0 0 0 0,1-1 0 0 0,0 1 0 0 0,1 0 0 0 0,0 0 0 0 0,1-1 0 0 0,0 1 0 0 0,0 6 0 0 0,0 1 0 0 0,1-1 0 0 0,-1 0 0 0 0,-5-3 0 0 0,-2 0 0 0 0,1-2 0 0 0,1 0 0 0 0,1-1 0 0 0,-3-1 0 0 0,-1 1 0 0 0,1 0 0 0 0,1 0 0 0 0,3-1 0 0 0,1 1 0 0 0,7 5 0 0 0,1 2 0 0 0,1 0 0 0 0,-1-2 0 0 0,-1-1 0 0 0,-3-1 0 0 0,0-2 0 0 0,-1-1 0 0 0,-1 0 0 0 0,0 0 0 0 0,0 0 0 0 0,0 0 0 0 0,0 5 0 0 0,0 1 0 0 0,0 1 0 0 0,0-2 0 0 0,11-1 0 0 0,13-2 0 0 0,14 0 0 0 0,11-2 0 0 0,7 0 0 0 0,5 0 0 0 0,3 0 0 0 0,0-1 0 0 0,1 1 0 0 0,-1 0 0 0 0,-1 0 0 0 0,5 0 0 0 0,2 0 0 0 0,-2 0 0 0 0,0 0 0 0 0,-3 0 0 0 0,-1 0 0 0 0,4 0 0 0 0,7 0 0 0 0,0 0 0 0 0,4 0 0 0 0,-1 0 0 0 0,1 0 0 0 0,-1 0 0 0 0,-4 0 0 0 0,-4 0 0 0 0,-4 0 0 0 0,4 0 0 0 0,4 0 0 0 0,2 0 0 0 0,-3 0 0 0 0,-3 0 0 0 0,3 0 0 0 0,-2 0 0 0 0,-1 0 0 0 0,3 0 0 0 0,-1 0 0 0 0,4 0 0 0 0,4 0 0 0 0,-1 0 0 0 0,-3 0 0 0 0,-4 0 0 0 0,1 0 0 0 0,-1 0 0 0 0,8 0 0 0 0,2 0 0 0 0,-4 0 0 0 0,1 5 0 0 0,4 2 0 0 0,2 0 0 0 0,-2-2 0 0 0,-5-1 0 0 0,-5 4 0 0 0,1 0 0 0 0,-2-1 0 0 0,-3-2 0 0 0,-2-1 0 0 0,-2-2 0 0 0,-2-1 0 0 0,-1-1 0 0 0,0 0 0 0 0,-1 0 0 0 0,0-1 0 0 0,1 1 0 0 0,-6 5 0 0 0,-7 7 0 0 0,-11 2 0 0 0,-13-2 0 0 0,-10-3 0 0 0,-7-3 0 0 0,-6-2 0 0 0,-3-3 0 0 0,-1 0 0 0 0,0-1 0 0 0,0-1 0 0 0,0 1 0 0 0,1-1 0 0 0,1 1 0 0 0,-6-1 0 0 0,0 1 0 0 0,-1 0 0 0 0,2 0 0 0 0,2 0 0 0 0,0 0 0 0 0,2 0 0 0 0,-4 0 0 0 0,-7 0 0 0 0,-1 0 0 0 0,1 0 0 0 0,3 0 0 0 0,4 0 0 0 0,-4 0 0 0 0,1 0 0 0 0,-5 0 0 0 0,2 0 0 0 0,1 0 0 0 0,-2 0 0 0 0,0 0 0 0 0,3 5 0 0 0,3 2 0 0 0,-3 0 0 0 0,-5-2 0 0 0,-5-1 0 0 0,0 4 0 0 0,-2 0 0 0 0,-2-1 0 0 0,3-1 0 0 0,4-3 0 0 0,6-1 0 0 0,4-1 0 0 0,3 5 0 0 0,2 1 0 0 0,2-1 0 0 0,0-1 0 0 0,0-2 0 0 0,0-1 0 0 0,-5 0 0 0 0,-3-2 0 0 0,1 0 0 0 0,-4 0 0 0 0,-1 5 0 0 0,2 1 0 0 0,3 1 0 0 0,2 3 0 0 0,2 1 0 0 0,1-2 0 0 0,1 3 0 0 0,11-1 0 0 0,14-2 0 0 0,13-3 0 0 0,11-2 0 0 0,7-1 0 0 0,6-3 0 0 0,6 0 0 0 0,4 0 0 0 0,-1 0 0 0 0,-1-1 0 0 0,-3 1 0 0 0,-2-1 0 0 0,-1 1 0 0 0,4 0 0 0 0,0 0 0 0 0,1 0 0 0 0,-3 0 0 0 0,0 0 0 0 0,-3 0 0 0 0,5 0 0 0 0,2 0 0 0 0,-2 0 0 0 0,-1 0 0 0 0,-2 0 0 0 0,4 0 0 0 0,1 0 0 0 0,-1 0 0 0 0,-2 0 0 0 0,4 0 0 0 0,0 0 0 0 0,-2 0 0 0 0,-1 0 0 0 0,-3 0 0 0 0,-1 0 0 0 0,4 0 0 0 0,1 0 0 0 0,-1 0 0 0 0,4 0 0 0 0,0 0 0 0 0,-1 0 0 0 0,-3 0 0 0 0,-2 0 0 0 0,-2 0 0 0 0,-1 0 0 0 0,-1 0 0 0 0,0 0 0 0 0,4 0 0 0 0,3 0 0 0 0,-1 0 0 0 0,-1 0 0 0 0,-2 0 0 0 0,4 0 0 0 0,1 0 0 0 0,-1 0 0 0 0,-1 0 0 0 0,-3 0 0 0 0,-1 0 0 0 0,-1 0 0 0 0,-1 0 0 0 0,-1 0 0 0 0,1 0 0 0 0,-11 0 0 0 0,-14 0 0 0 0,-13 0 0 0 0,-11 0 0 0 0,-7 0 0 0 0,-5 0 0 0 0,-3 0 0 0 0,0 0 0 0 0,-1 0 0 0 0,1 0 0 0 0,1 0 0 0 0,-5 0 0 0 0,-2 0 0 0 0,2 0 0 0 0,0 0 0 0 0,3 0 0 0 0,1 0 0 0 0,-4 0 0 0 0,-2 0 0 0 0,-3 0 0 0 0,-1 0 0 0 0,2 0 0 0 0,-3 0 0 0 0,-4 0 0 0 0,1 0 0 0 0,3 0 0 0 0,-1 0 0 0 0,1 0 0 0 0,-2 0 0 0 0,-3 0 0 0 0,-10 0 0 0 0,-5 0 0 0 0,3 0 0 0 0,2 0 0 0 0,0 0 0 0 0,5 0 0 0 0,1 0 0 0 0,-6 0 0 0 0,-4 0 0 0 0,-1 0 0 0 0,0 0 0 0 0,-1 0 0 0 0,7 0 0 0 0,2 0 0 0 0,-10 0 0 0 0,-10 0 0 0 0,3 0 0 0 0,3 0 0 0 0,9 0 0 0 0,3 0 0 0 0,-3 0 0 0 0,-2 0 0 0 0,-1 0 0 0 0,0 0 0 0 0,6 0 0 0 0,7 0 0 0 0,2 0 0 0 0,4 0 0 0 0,-1 0 0 0 0,3 0 0 0 0,-3 0 0 0 0,2 0 0 0 0,3 0 0 0 0,3 0 0 0 0,3 0 0 0 0,2 0 0 0 0,2 0 0 0 0,0 0 0 0 0,1 0 0 0 0,-1 0 0 0 0,1 0 0 0 0,0 5 0 0 0,5 8 0 0 0,11 0 0 0 0,10 4 0 0 0,9 0 0 0 0,10-5 0 0 0,7-3 0 0 0,5-3 0 0 0,4-3 0 0 0,1-2 0 0 0,1-1 0 0 0,0-1 0 0 0,-1 1 0 0 0,0-1 0 0 0,-1 6 0 0 0,6 1 0 0 0,1 1 0 0 0,-1-2 0 0 0,5-1 0 0 0,-1-2 0 0 0,-1 4 0 0 0,3 2 0 0 0,-1-1 0 0 0,8-2 0 0 0,6-2 0 0 0,-1-1 0 0 0,-4-1 0 0 0,-1 0 0 0 0,1-1 0 0 0,3 5 0 0 0,3 1 0 0 0,2 1 0 0 0,-4-2 0 0 0,5-2 0 0 0,-3 0 0 0 0,-1-2 0 0 0,1-1 0 0 0,2 0 0 0 0,0 0 0 0 0,1 0 0 0 0,1 0 0 0 0,-5-1 0 0 0,-1 1 0 0 0,0 0 0 0 0,2 0 0 0 0,-4 0 0 0 0,-1 0 0 0 0,-3 0 0 0 0,-6 0 0 0 0,2 0 0 0 0,-3 0 0 0 0,2 0 0 0 0,0 0 0 0 0,-4 0 0 0 0,3 0 0 0 0,4 0 0 0 0,0 0 0 0 0,-4 0 0 0 0,-3 0 0 0 0,-3 0 0 0 0,-3 0 0 0 0,-2 0 0 0 0,-1 0 0 0 0,4 0 0 0 0,2 0 0 0 0,0 0 0 0 0,-1 0 0 0 0,-2 0 0 0 0,-1 0 0 0 0,-1 0 0 0 0,-1 0 0 0 0,-11 0 0 0 0,-13 0 0 0 0,-14 0 0 0 0,-11 0 0 0 0,-8 0 0 0 0,-4 0 0 0 0,-2 0 0 0 0,-2 0 0 0 0,0 0 0 0 0,1 0 0 0 0,1 0 0 0 0,0 0 0 0 0,1 0 0 0 0,0 0 0 0 0,0 0 0 0 0,0 0 0 0 0,0 0 0 0 0,1 0 0 0 0,-1 0 0 0 0,0 0 0 0 0,0 0 0 0 0,0 0 0 0 0,1 0 0 0 0,-1 5 0 0 0,0 2 0 0 0,0 0 0 0 0,0-2 0 0 0,1-1 0 0 0,4 4 0 0 0,2 0 0 0 0,-5-1 0 0 0,-4-2 0 0 0,0-1 0 0 0,-7-2 0 0 0,0 4 0 0 0,1 2 0 0 0,1-2 0 0 0,8 4 0 0 0,4 1 0 0 0,0-3 0 0 0,0-1 0 0 0,-1 2 0 0 0,-1 1 0 0 0,-1-3 0 0 0,-1-1 0 0 0,0-3 0 0 0,4 4 0 0 0,2 1 0 0 0,0-1 0 0 0,3 3 0 0 0,1 1 0 0 0,-2-3 0 0 0,-2-1 0 0 0,2 2 0 0 0,1 5 0 0 0,8 1 0 0 0,12-3 0 0 0,12 2 0 0 0,8-1 0 0 0,7-3 0 0 0,5-4 0 0 0,1-2 0 0 0,1-2 0 0 0,0-1 0 0 0,0-1 0 0 0,-1-1 0 0 0,0 1 0 0 0,-1-1 0 0 0,0 1 0 0 0,0 0 0 0 0,0-1 0 0 0,-1 1 0 0 0,1 0 0 0 0,0 0 0 0 0,0 0 0 0 0,5 0 0 0 0,7 0 0 0 0,6 0 0 0 0,6 0 0 0 0,4 0 0 0 0,-3 0 0 0 0,0 6 0 0 0,-5 1 0 0 0,-6-1 0 0 0,-5 0 0 0 0,1-3 0 0 0,5 0 0 0 0,-2-2 0 0 0,-2 0 0 0 0,-3-1 0 0 0,-3-1 0 0 0,-2 1 0 0 0,3 0 0 0 0,1-1 0 0 0,-1 1 0 0 0,-2 0 0 0 0,5 0 0 0 0,-6 5 0 0 0,-2 2 0 0 0,3 0 0 0 0,1-2 0 0 0,-1-1 0 0 0,0-1 0 0 0,-1-2 0 0 0,-2-1 0 0 0,0 0 0 0 0,-1 0 0 0 0,-10 0 0 0 0,-15 0 0 0 0,-13-1 0 0 0,-11 1 0 0 0,-8 0 0 0 0,-4 0 0 0 0,-2 0 0 0 0,-2 0 0 0 0,1 0 0 0 0,0 0 0 0 0,0 0 0 0 0,1 0 0 0 0,1 0 0 0 0,0 0 0 0 0,-5 0 0 0 0,-7 0 0 0 0,-7 0 0 0 0,0 0 0 0 0,4 0 0 0 0,4 0 0 0 0,3 0 0 0 0,-1-5 0 0 0,-5-2 0 0 0,1 0 0 0 0,1 2 0 0 0,4 1 0 0 0,3 2 0 0 0,-3 0 0 0 0,0 2 0 0 0,-4 0 0 0 0,0 0 0 0 0,-3 0 0 0 0,1 1 0 0 0,3-1 0 0 0,4 0 0 0 0,-3 0 0 0 0,1 0 0 0 0,-4 0 0 0 0,1 0 0 0 0,-3 0 0 0 0,-4 0 0 0 0,6-5 0 0 0,1-2 0 0 0,1 0 0 0 0,-1 2 0 0 0,-5 1 0 0 0,1 2 0 0 0,-2 1 0 0 0,-4 0 0 0 0,-2 1 0 0 0,2-5 0 0 0,0-2 0 0 0,3 1 0 0 0,1 1 0 0 0,2 1 0 0 0,5 2 0 0 0,4 1 0 0 0,-3 0 0 0 0,2 1 0 0 0,1 0 0 0 0,2 1 0 0 0,3-1 0 0 0,0 0 0 0 0,-4 0 0 0 0,0 1 0 0 0,0-1 0 0 0,1 0 0 0 0,2 0 0 0 0,1 0 0 0 0,1 0 0 0 0,11 0 0 0 0,15 0 0 0 0,13 0 0 0 0,11 0 0 0 0,7 0 0 0 0,5 0 0 0 0,8 0 0 0 0,3 0 0 0 0,-1 0 0 0 0,4 0 0 0 0,-1 0 0 0 0,3 0 0 0 0,4 0 0 0 0,5 0 0 0 0,-3 0 0 0 0,-5 0 0 0 0,1 0 0 0 0,-3 0 0 0 0,-4 0 0 0 0,2 0 0 0 0,-2 0 0 0 0,3 0 0 0 0,0 0 0 0 0,2 0 0 0 0,-1 0 0 0 0,2 0 0 0 0,-2 0 0 0 0,-3 0 0 0 0,2 0 0 0 0,4 0 0 0 0,-2 0 0 0 0,3 0 0 0 0,3 0 0 0 0,4 0 0 0 0,-4 0 0 0 0,-4 0 0 0 0,-6 0 0 0 0,-4 0 0 0 0,2 0 0 0 0,-2 0 0 0 0,0 0 0 0 0,-3 0 0 0 0,-2 0 0 0 0,0 0 0 0 0,-2 0 0 0 0,0 0 0 0 0,-1 0 0 0 0,6 0 0 0 0,7 0 0 0 0,1 0 0 0 0,-1 0 0 0 0,-4 0 0 0 0,-2 0 0 0 0,-2 0 0 0 0,-8-6 0 0 0,-2-1 0 0 0,-1 1 0 0 0,1 0 0 0 0,1 3 0 0 0,2 0 0 0 0,-9 2 0 0 0,-14 0 0 0 0,-12 1 0 0 0,-10 1 0 0 0,-8-1 0 0 0,-5-5 0 0 0,-2-2 0 0 0,-1 1 0 0 0,-1 0 0 0 0,1 3 0 0 0,-5 0 0 0 0,0 2 0 0 0,-6 1 0 0 0,1-6 0 0 0,2 0 0 0 0,-3-1 0 0 0,-4 2 0 0 0,-5 2 0 0 0,-3 0 0 0 0,-3 2 0 0 0,3 1 0 0 0,1 0 0 0 0,0-5 0 0 0,-3-2 0 0 0,5 1 0 0 0,5 1 0 0 0,1 1 0 0 0,3 2 0 0 0,-2 0 0 0 0,3 2 0 0 0,-3 0 0 0 0,1 0 0 0 0,4 0 0 0 0,3 1 0 0 0,-3-1 0 0 0,1 0 0 0 0,-3 0 0 0 0,-5 0 0 0 0,0 0 0 0 0,-2 0 0 0 0,3 0 0 0 0,-2 0 0 0 0,2 0 0 0 0,5 0 0 0 0,3 0 0 0 0,4 0 0 0 0,2 0 0 0 0,1 0 0 0 0,-3 0 0 0 0,-3 0 0 0 0,2 0 0 0 0,0 5 0 0 0,-3 2 0 0 0,-1 0 0 0 0,2-2 0 0 0,1 4 0 0 0,2 1 0 0 0,2-2 0 0 0,2-2 0 0 0,-1-3 0 0 0,2 0 0 0 0,10-2 0 0 0,14-1 0 0 0,13 0 0 0 0,11-1 0 0 0,7 1 0 0 0,5-1 0 0 0,3 1 0 0 0,0 0 0 0 0,1 0 0 0 0,-1 0 0 0 0,-1 0 0 0 0,0 0 0 0 0,5 0 0 0 0,1 0 0 0 0,0 0 0 0 0,3 0 0 0 0,0 0 0 0 0,4 0 0 0 0,0 0 0 0 0,2 0 0 0 0,-2 0 0 0 0,-3 0 0 0 0,2 0 0 0 0,-1 0 0 0 0,2 0 0 0 0,-1 0 0 0 0,2 0 0 0 0,5 0 0 0 0,-3 0 0 0 0,3-5 0 0 0,2-2 0 0 0,8 0 0 0 0,-1 2 0 0 0,-1 1 0 0 0,-4 1 0 0 0,-2 2 0 0 0,1-5 0 0 0,2-1 0 0 0,7 1 0 0 0,-2 1 0 0 0,-1 1 0 0 0,-5 2 0 0 0,-2 1 0 0 0,-5-4 0 0 0,-4-2 0 0 0,0 0 0 0 0,-3 2 0 0 0,4 2 0 0 0,3 1 0 0 0,-1 0 0 0 0,-2 2 0 0 0,0 0 0 0 0,4 0 0 0 0,-1 1 0 0 0,-4-1 0 0 0,1 0 0 0 0,-2-5 0 0 0,-2-2 0 0 0,1 1 0 0 0,0 0 0 0 0,-3 2 0 0 0,-3 2 0 0 0,-1 1 0 0 0,-8-5 0 0 0,-2-1 0 0 0,-1 1 0 0 0,1 1 0 0 0,-4-4 0 0 0,-10 0 0 0 0,-13 1 0 0 0,-11 2 0 0 0,-9 2 0 0 0,-5 2 0 0 0,-4 1 0 0 0,-7-4 0 0 0,-2-2 0 0 0,0 1 0 0 0,2 1 0 0 0,2 1 0 0 0,2 2 0 0 0,2-4 0 0 0,0-1 0 0 0,-4 0 0 0 0,-7 2 0 0 0,-6 1 0 0 0,-6-3 0 0 0,-3-1 0 0 0,2 1 0 0 0,1 2 0 0 0,-2 1 0 0 0,5 2 0 0 0,0 1 0 0 0,-1 1 0 0 0,2 0 0 0 0,1 0 0 0 0,2 1 0 0 0,0-1 0 0 0,-3-5 0 0 0,2-2 0 0 0,-1 1 0 0 0,2 0 0 0 0,-5 2 0 0 0,-5 2 0 0 0,2 1 0 0 0,6 0 0 0 0,0 1 0 0 0,-1-5 0 0 0,-3-1 0 0 0,3-1 0 0 0,-1 2 0 0 0,-2 1 0 0 0,4 2 0 0 0,-1 1 0 0 0,3 1 0 0 0,-1 0 0 0 0,-2 0 0 0 0,2 0 0 0 0,-1 0 0 0 0,-3 1 0 0 0,3-1 0 0 0,5 0 0 0 0,4 0 0 0 0,4 0 0 0 0,3 0 0 0 0,3 0 0 0 0,0-5 0 0 0,1-2 0 0 0,-5 0 0 0 0,-2 2 0 0 0,0 1 0 0 0,1 1 0 0 0,2 2 0 0 0,1 1 0 0 0,1 0 0 0 0,6-5 0 0 0,12-2 0 0 0,15 1 0 0 0,11 0 0 0 0,10 3 0 0 0,6 1 0 0 0,3 0 0 0 0,2 2 0 0 0,1 0 0 0 0,4 0 0 0 0,7 0 0 0 0,1 1 0 0 0,3-1 0 0 0,-1 0 0 0 0,-5 0 0 0 0,2 0 0 0 0,-1 0 0 0 0,1 0 0 0 0,-1 0 0 0 0,-3 0 0 0 0,3 0 0 0 0,-2 0 0 0 0,2-5 0 0 0,6-2 0 0 0,-2 0 0 0 0,-4 2 0 0 0,-3 1 0 0 0,1 2 0 0 0,10 0 0 0 0,0 2 0 0 0,3 0 0 0 0,-3 0 0 0 0,-6 0 0 0 0,1 1 0 0 0,2-1 0 0 0,4 0 0 0 0,3 0 0 0 0,-3 0 0 0 0,0 0 0 0 0,2 0 0 0 0,2 0 0 0 0,-4 0 0 0 0,-5 0 0 0 0,-6 0 0 0 0,0 0 0 0 0,-1 0 0 0 0,3 0 0 0 0,-2 0 0 0 0,-1 0 0 0 0,-4 0 0 0 0,-2-5 0 0 0,3-2 0 0 0,1 0 0 0 0,-2 2 0 0 0,-1 1 0 0 0,-2 2 0 0 0,-6-5 0 0 0,-4 0 0 0 0,1 0 0 0 0,0 2 0 0 0,2 2 0 0 0,1 1 0 0 0,-4-5 0 0 0,-12-5 0 0 0,-12-2 0 0 0,-12-3 0 0 0,-9 1 0 0 0,-7 4 0 0 0,-3 3 0 0 0,-1 4 0 0 0,-2 2 0 0 0,1 2 0 0 0,-5 1 0 0 0,-1 1 0 0 0,1-6 0 0 0,-4-1 0 0 0,-5 0 0 0 0,0 1 0 0 0,-2 1 0 0 0,1-3 0 0 0,5-2 0 0 0,-2 2 0 0 0,2 2 0 0 0,-2 1 0 0 0,1 2 0 0 0,3 1 0 0 0,-2 1 0 0 0,1 0 0 0 0,-3 0 0 0 0,1 1 0 0 0,-3-6 0 0 0,2-2 0 0 0,4 1 0 0 0,-3 0 0 0 0,-9 3 0 0 0,-1 0 0 0 0,-1 2 0 0 0,2 0 0 0 0,7 1 0 0 0,-6 1 0 0 0,1-1 0 0 0,-2 0 0 0 0,-1-5 0 0 0,2-2 0 0 0,0 1 0 0 0,4 1 0 0 0,-1 1 0 0 0,-2 1 0 0 0,2 2 0 0 0,-2 1 0 0 0,4 0 0 0 0,-1 0 0 0 0,-3 0 0 0 0,-4 0 0 0 0,3 1 0 0 0,5-1 0 0 0,0 0 0 0 0,3 0 0 0 0,3 0 0 0 0,4 0 0 0 0,28 0 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9457 1720 16383 0 0,'-11'2'0'0'0,"-12"5"0"0"0,4 5 0 0 0,13-2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9349 1741 16383 0 0,'-18'14'0'0'0,"7"-4"0"0"0,11-4 0 0 0,4-8 0 0 0,8-4 0 0 0,2-7 0 0 0,-2 4 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1804 16383 0 0,'-9'6'0'0'0,"-11"4"0"0"0,-2-1 0 0 0,-3-3 0 0 0,-2 4 0 0 0,-2-1 0 0 0,-1 3 0 0 0,3-1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1920 16383 0 0,'22'0'0'0'0,"12"-6"0"0"0,-18 2 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9308 1910 16383 0 0,'-3'1'0'0'0,"-21"8"0"0"0,0 0 0 0 0,-1-1 0 0 0,-1-2 0 0 0,6 2 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2040 16383 0 0,'24'0'0'0'0,"8"-1"0"0"0,1 1 0 0 0,-1-1 0 0 0,-1 1 0 0 0,0-1 0 0 0,0 1 0 0 0,0 0 0 0 0,0 0 0 0 0,0 0 0 0 0,-1 0 0 0 0,-4-5 0 0 0,-2-2 0 0 0,0 0 0 0 0,1 2 0 0 0,2 1 0 0 0,2 2 0 0 0,-10 1 0 0 0,-13 0 0 0 0,-13 1 0 0 0,-11 0 0 0 0,-7 1 0 0 0,-4-1 0 0 0,-3 0 0 0 0,30 0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9335 2628 16383 0 0,'0'0'0'0'0,"33"0"0"0"0,0-1 0 0 0,0 1 0 0 0,-1-1 0 0 0,1 1 0 0 0,-1 0 0 0 0,-1 0 0 0 0,0 0 0 0 0,0 0 0 0 0,0 0 0 0 0,-1 0 0 0 0,1 0 0 0 0,0 0 0 0 0,0 0 0 0 0,-1 0 0 0 0,1 0 0 0 0,0 0 0 0 0,-11 0 0 0 0,-8 5 0 0 0,-12 2 0 0 0,-11 0 0 0 0,-9-2 0 0 0,-6-1 0 0 0,-4-1 0 0 0,3 3 0 0 0,1 2 0 0 0,0-2 0 0 0,-2-1 0 0 0,0-1 0 0 0,-2-2 0 0 0,0-1 0 0 0,0-1 0 0 0,-1 0 0 0 0,0 0 0 0 0,0 0 0 0 0,0-1 0 0 0,0 1 0 0 0,0 0 0 0 0,11 0 0 0 0,13 0 0 0 0,14 0 0 0 0,11 0 0 0 0,7 0 0 0 0,5 0 0 0 0,2 0 0 0 0,2 0 0 0 0,-1 0 0 0 0,1 0 0 0 0,-2 0 0 0 0,0 0 0 0 0,-1 0 0 0 0,0 0 0 0 0,0 0 0 0 0,0 0 0 0 0,0 0 0 0 0,-1 0 0 0 0,1 0 0 0 0,0 0 0 0 0,0 0 0 0 0,-6 5 0 0 0,-1 2 0 0 0,-5 5 0 0 0,0 0 0 0 0,-4 4 0 0 0,1-1 0 0 0,-2 2 0 0 0,1-2 0 0 0,-1 2 0 0 0,2-2 0 0 0,-2 2 0 0 0,2-3 0 0 0,-1 3 0 0 0,-4 2 0 0 0,2-1 0 0 0,3-3 0 0 0,0 0 0 0 0,2 3 0 0 0,3-2 0 0 0,4-3 0 0 0,2-4 0 0 0,2-3 0 0 0,1-3 0 0 0,-4 3 0 0 0,-1 1 0 0 0,-6 4 0 0 0,0 1 0 0 0,2-3 0 0 0,-3 4 0 0 0,1-2 0 0 0,-3 4 0 0 0,2-2 0 0 0,-4 3 0 0 0,3-1 0 0 0,-3 1 0 0 0,2-1 0 0 0,4 1 0 0 0,3 4 0 0 0,3-2 0 0 0,3-3 0 0 0,-4 0 0 0 0,-1-2 0 0 0,1-4 0 0 0,-5 3 0 0 0,-4 4 0 0 0,-1-1 0 0 0,-2 3 0 0 0,1-2 0 0 0,4-4 0 0 0,-1 2 0 0 0,-3 3 0 0 0,0-1 0 0 0,-1 2 0 0 0,2-2 0 0 0,-2 1 0 0 0,3 4 0 0 0,3-3 0 0 0,-1 2 0 0 0,1-3 0 0 0,-2 0 0 0 0,-4 4 0 0 0,1-3 0 0 0,-2 2 0 0 0,2-4 0 0 0,-1 2 0 0 0,-3 2 0 0 0,2-1 0 0 0,-1 0 0 0 0,-2 3 0 0 0,-3 3 0 0 0,-2 2 0 0 0,-2 2 0 0 0,-2 1 0 0 0,0 1 0 0 0,0 0 0 0 0,-1 0 0 0 0,1 1 0 0 0,5-1 0 0 0,1 0 0 0 0,1 0 0 0 0,3 0 0 0 0,1 0 0 0 0,-2 0 0 0 0,-2-1 0 0 0,-3 1 0 0 0,-2 0 0 0 0,-1 0 0 0 0,0 0 0 0 0,-2-1 0 0 0,1 1 0 0 0,-1 0 0 0 0,1 0 0 0 0,0 0 0 0 0,0 0 0 0 0,-6-1 0 0 0,-1 1 0 0 0,1-10 0 0 0,0-15 0 0 0,2-13 0 0 0,2-11 0 0 0,1-7 0 0 0,0-5 0 0 0,1-2 0 0 0,1-2 0 0 0,-1 1 0 0 0,0 0 0 0 0,0 0 0 0 0,1 1 0 0 0,-1 1 0 0 0,0 0 0 0 0,0 0 0 0 0,0 0 0 0 0,0 1 0 0 0,0-1 0 0 0,0 0 0 0 0,0 0 0 0 0,0 1 0 0 0,0-1 0 0 0,0 0 0 0 0,0 0 0 0 0,0 0 0 0 0,0 0 0 0 0,-6 6 0 0 0,-1 1 0 0 0,1 0 0 0 0,0-2 0 0 0,3-1 0 0 0,0-1 0 0 0,2-2 0 0 0,1 0 0 0 0,0-1 0 0 0,-6 5 0 0 0,0 2 0 0 0,-1 0 0 0 0,-3 3 0 0 0,-1 1 0 0 0,3-2 0 0 0,1-2 0 0 0,-2 3 0 0 0,-1-1 0 0 0,2-1 0 0 0,-2 3 0 0 0,-6 5 0 0 0,0 0 0 0 0,4-3 0 0 0,-3 1 0 0 0,2-1 0 0 0,-2 3 0 0 0,1-3 0 0 0,4-2 0 0 0,-3 2 0 0 0,-3-1 0 0 0,0-3 0 0 0,-2 2 0 0 0,2 0 0 0 0,-2 3 0 0 0,3-1 0 0 0,3-3 0 0 0,-1 3 0 0 0,-3-1 0 0 0,0-3 0 0 0,-2 3 0 0 0,-3 4 0 0 0,2 0 0 0 0,4-4 0 0 0,-1 3 0 0 0,3-2 0 0 0,-2 2 0 0 0,-3-1 0 0 0,0-4 0 0 0,0 3 0 0 0,-4 4 0 0 0,2-1 0 0 0,0-3 0 0 0,-2-4 0 0 0,-3-3 0 0 0,-2-3 0 0 0,3-2 0 0 0,1 5 0 0 0,4 0 0 0 0,0 6 0 0 0,3-1 0 0 0,0 5 0 0 0,1-2 0 0 0,-1 3 0 0 0,2-2 0 0 0,-2 2 0 0 0,2-1 0 0 0,-2-5 0 0 0,2-3 0 0 0,-2 2 0 0 0,-4 5 0 0 0,2-1 0 0 0,4-2 0 0 0,-2 2 0 0 0,4-1 0 0 0,-3 2 0 0 0,1-2 0 0 0,4-2 0 0 0,-2 2 0 0 0,0-1 0 0 0,-2 2 0 0 0,1-1 0 0 0,-2 3 0 0 0,1-2 0 0 0,3-2 0 0 0,3-5 0 0 0,3-2 0 0 0,3-2 0 0 0,-4 3 0 0 0,-1 1 0 0 0,1-1 0 0 0,-4 4 0 0 0,0 1 0 0 0,2-3 0 0 0,1-1 0 0 0,3-3 0 0 0,2-2 0 0 0,1 0 0 0 0,1-2 0 0 0,0 0 0 0 0,0 0 0 0 0,1-1 0 0 0,4 6 0 0 0,3 2 0 0 0,-2 0 0 0 0,0-2 0 0 0,-2-1 0 0 0,3-1 0 0 0,2-2 0 0 0,-2 0 0 0 0,3 4 0 0 0,1 2 0 0 0,-2 0 0 0 0,-3-2 0 0 0,3 4 0 0 0,0 1 0 0 0,-1-2 0 0 0,-3-3 0 0 0,-1-1 0 0 0,-2-1 0 0 0,-1-2 0 0 0,-1-1 0 0 0,0 0 0 0 0,-1 0 0 0 0,1 0 0 0 0,-1 0 0 0 0,1 11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9477 2016 16383 0 0,'-20'5'0'0'0,"-7"1"0"0"0,-1-2 0 0 0,9-2 0 0 0,14-1 0 0 0,12 0 0 0 0,11-1 0 0 0,7-1 0 0 0,5 1 0 0 0,2 0 0 0 0,1 0 0 0 0,1-1 0 0 0,-1 1 0 0 0,-1 0 0 0 0,0 0 0 0 0,-1 0 0 0 0,0 0 0 0 0,0 0 0 0 0,0 0 0 0 0,0 0 0 0 0,-1 0 0 0 0,-4 6 0 0 0,-13 6 0 0 0,-13 1 0 0 0,-12-1 0 0 0,-10 3 0 0 0,-5-2 0 0 0,-5-3 0 0 0,-1-3 0 0 0,0-2 0 0 0,0-3 0 0 0,0-1 0 0 0,1 4 0 0 0,0 1 0 0 0,1 0 0 0 0,5 4 0 0 0,2 1 0 0 0,0-3 0 0 0,-1-1 0 0 0,-2 2 0 0 0,-2 0 0 0 0,5 4 0 0 0,1 0 0 0 0,2-4 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11539 2399 16383 0 0,'5'0'0'0'0,"6"0"0"0"0,7 0 0 0 0,4 0 0 0 0,5 0 0 0 0,1 0 0 0 0,2 0 0 0 0,0 0 0 0 0,0 0 0 0 0,0 0 0 0 0,0 0 0 0 0,-1 0 0 0 0,0 0 0 0 0,0 0 0 0 0,0 0 0 0 0,-10 0 0 0 0,-13 0 0 0 0,-13 0 0 0 0,-9 0 0 0 0,-3-5 0 0 0,-2-2 0 0 0,-4 1 0 0 0,-1-4 0 0 0,-2 0 0 0 0,-1 1 0 0 0,0 3 0 0 0,0-3 0 0 0,-1 1 0 0 0,1-5 0 0 0,0 2 0 0 0,0 1 0 0 0,0 3 0 0 0,0 3 0 0 0,5-3 0 0 0,2-1 0 0 0,-1 2 0 0 0,-1 1 0 0 0,-1-3 0 0 0,-2 0 0 0 0,0 1 0 0 0,-2 2 0 0 0,5-3 0 0 0,2-1 0 0 0,-1 2 0 0 0,9 2 0 0 0,11 2 0 0 0,11 1 0 0 0,10 1 0 0 0,6 1 0 0 0,4 0 0 0 0,2 5 0 0 0,1 2 0 0 0,1 5 0 0 0,-2-1 0 0 0,1-1 0 0 0,-2-2 0 0 0,1-4 0 0 0,-1 4 0 0 0,0 0 0 0 0,-1-2 0 0 0,-4 4 0 0 0,-1-1 0 0 0,-1-1 0 0 0,2-2 0 0 0,1-2 0 0 0,2-2 0 0 0,-9-1 0 0 0,-13-1 0 0 0,-6 5 0 0 0,-9 1 0 0 0,-7-1 0 0 0,-1 5 0 0 0,-2 0 0 0 0,2 3 0 0 0,9 0 0 0 0,11-3 0 0 0,11-3 0 0 0,7-2 0 0 0,0-3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11654 2576 16383 0 0,'-5'0'0'0'0,"-2"-5"0"0"0,1-6 0 0 0,1-7 0 0 0,6 0 0 0 0,4-1 0 0 0,4 1 0 0 0,7 5 0 0 0,6 4 0 0 0,3 4 0 0 0,2 2 0 0 0,3 3 0 0 0,0 0 0 0 0,0 1 0 0 0,0 0 0 0 0,-11-1 0 0 0,-12-4 0 0 0,-13-2 0 0 0,-10-5 0 0 0,-8 0 0 0 0,-4 1 0 0 0,2-2 0 0 0,2 0 0 0 0,-2 3 0 0 0,0 3 0 0 0,-1 2 0 0 0,0 2 0 0 0,3-3 0 0 0,2-2 0 0 0,0 1 0 0 0,-2-3 0 0 0,-2-1 0 0 0,-1 2 0 0 0,0 2 0 0 0,-2 3 0 0 0,0 0 0 0 0,0 2 0 0 0,0 1 0 0 0,5-4 0 0 0,1-2 0 0 0,0 0 0 0 0,-1 1 0 0 0,-1 2 0 0 0,-2 1 0 0 0,5-4 0 0 0,5-6 0 0 0,10-1 0 0 0,8-3 0 0 0,7 1 0 0 0,3-1 0 0 0,4 1 0 0 0,5 4 0 0 0,-2-2 0 0 0,2 2 0 0 0,2-2 0 0 0,2 1 0 0 0,2 2 0 0 0,2 3 0 0 0,-4-2 0 0 0,-2 1 0 0 0,-4-4 0 0 0,0 1 0 0 0,1 1 0 0 0,-2-1 0 0 0,1 0 0 0 0,2 2 0 0 0,3 4 0 0 0,-3 6 0 0 0,-4 8 0 0 0,-6 8 0 0 0,-4 6 0 0 0,-3 4 0 0 0,-2 2 0 0 0,-6-4 0 0 0,-2-1 0 0 0,-1 0 0 0 0,3 1 0 0 0,0 1 0 0 0,3 1 0 0 0,0 1 0 0 0,6-4 0 0 0,3-12 0 0 0,4-12 0 0 0,1-11 0 0 0,-2-9 0 0 0,3 0 0 0 0,-2-3 0 0 0,3 3 0 0 0,-1 0 0 0 0,-3-1 0 0 0,2 3 0 0 0,-1-1 0 0 0,-3-2 0 0 0,3-2 0 0 0,-1-2 0 0 0,-2-2 0 0 0,2 4 0 0 0,0 0 0 0 0,-2 0 0 0 0,-2-1 0 0 0,2 3 0 0 0,1 1 0 0 0,-2-2 0 0 0,-2-1 0 0 0,3 2 0 0 0,0 1 0 0 0,-1-2 0 0 0,-2-2 0 0 0,-1-1 0 0 0,-3 8 0 0 0,0 11 0 0 0,-6 8 0 0 0,-1 8 0 0 0,-1 7 0 0 0,2 6 0 0 0,1 3 0 0 0,-3 3 0 0 0,-1 1 0 0 0,-4 1 0 0 0,0-1 0 0 0,3 0 0 0 0,2 0 0 0 0,2-1 0 0 0,3 0 0 0 0,1 0 0 0 0,1 0 0 0 0,-5 0 0 0 0,-1 0 0 0 0,0-1 0 0 0,2 1 0 0 0,1 0 0 0 0,1 0 0 0 0,1 0 0 0 0,0 0 0 0 0,1-10 0 0 0,0-13 0 0 0,1-13 0 0 0,-1-9 0 0 0,0-8 0 0 0,0-4 0 0 0,0-2 0 0 0,0-2 0 0 0,0 1 0 0 0,0 0 0 0 0,0 1 0 0 0,0 0 0 0 0,0 0 0 0 0,0 1 0 0 0,0 0 0 0 0,0 0 0 0 0,0 1 0 0 0,0-1 0 0 0,0 0 0 0 0,0 0 0 0 0,0 1 0 0 0,0-1 0 0 0,0 10 0 0 0,0 13 0 0 0,0 12 0 0 0,0 11 0 0 0,0 6 0 0 0,-5 0 0 0 0,-1 1 0 0 0,-5 1 0 0 0,-1 2 0 0 0,2 0 0 0 0,3 1 0 0 0,-3-4 0 0 0,1-1 0 0 0,2-1 0 0 0,-3-2 0 0 0,0-1 0 0 0,2 1 0 0 0,-3 3 0 0 0,1 2 0 0 0,-3 2 0 0 0,1 0 0 0 0,-3-3 0 0 0,2-1 0 0 0,2 0 0 0 0,4 1 0 0 0,2-8 0 0 0,3-12 0 0 0,1-11 0 0 0,6-5 0 0 0,2-5 0 0 0,0-5 0 0 0,4-3 0 0 0,-1-3 0 0 0,-1-1 0 0 0,2 5 0 0 0,0 0 0 0 0,-2 1 0 0 0,1 3 0 0 0,1 1 0 0 0,-3-2 0 0 0,-2-2 0 0 0,2-2 0 0 0,1-1 0 0 0,-3-2 0 0 0,4-1 0 0 0,0 0 0 0 0,3 5 0 0 0,-1 1 0 0 0,-2 0 0 0 0,-3-1 0 0 0,-2-2 0 0 0,2 0 0 0 0,0-2 0 0 0,4 4 0 0 0,0 2 0 0 0,-1 9 0 0 0,-4 12 0 0 0,-1 11 0 0 0,-3 8 0 0 0,-1 7 0 0 0,-1 3 0 0 0,0 2 0 0 0,-1 2 0 0 0,1-1 0 0 0,0-1 0 0 0,-1 1 0 0 0,1-2 0 0 0,-5 1 0 0 0,-2-1 0 0 0,1 0 0 0 0,1-1 0 0 0,2 1 0 0 0,0 0 0 0 0,2 0 0 0 0,1 0 0 0 0,0-1 0 0 0,0 1 0 0 0,0 0 0 0 0,1 0 0 0 0,-1 0 0 0 0,0 0 0 0 0,0 0 0 0 0,0-10 0 0 0,5-13 0 0 0,2-13 0 0 0,-1-9 0 0 0,-1-8 0 0 0,-2-4 0 0 0,0-2 0 0 0,3-2 0 0 0,1 1 0 0 0,-1 0 0 0 0,4-4 0 0 0,-1-2 0 0 0,0 1 0 0 0,-3 2 0 0 0,-3 2 0 0 0,0 1 0 0 0,-2 1 0 0 0,4 6 0 0 0,1 1 0 0 0,0 1 0 0 0,-2-2 0 0 0,-1 9 0 0 0,-1 12 0 0 0,-1 11 0 0 0,0 9 0 0 0,-1 6 0 0 0,0 5 0 0 0,-1 2 0 0 0,6-4 0 0 0,1-1 0 0 0,0 0 0 0 0,-1 0 0 0 0,4 1 0 0 0,-1-4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12294 1540 16383 0 0,'-5'0'0'0'0,"-7"5"0"0"0,-5 1 0 0 0,-1 5 0 0 0,-2 1 0 0 0,3 3 0 0 0,-1-2 0 0 0,-3-2 0 0 0,-2 2 0 0 0,-2-2 0 0 0,3 3 0 0 0,1-2 0 0 0,-2-2 0 0 0,-1-3 0 0 0,3 2 0 0 0,0 0 0 0 0,-1 2 0 0 0,-1 1 0 0 0,2 2 0 0 0,1-1 0 0 0,-2-2 0 0 0,-2 1 0 0 0,-1 4 0 0 0,-2-1 0 0 0,-1-3 0 0 0,-1 1 0 0 0,0-1 0 0 0,5 2 0 0 0,1-1 0 0 0,5 1 0 0 0,0 0 0 0 0,-1-4 0 0 0,-2 2 0 0 0,-4 4 0 0 0,-1-2 0 0 0,-1-2 0 0 0,3 2 0 0 0,1 2 0 0 0,5 5 0 0 0,0-2 0 0 0,-1-5 0 0 0,2 2 0 0 0,4 1 0 0 0,-1-1 0 0 0,-2-3 0 0 0,1 0 0 0 0,3 4 0 0 0,4 3 0 0 0,7-2 0 0 0,10-3 0 0 0,8-5 0 0 0,6 1 0 0 0,4-1 0 0 0,2-3 0 0 0,1-2 0 0 0,1-2 0 0 0,-1 3 0 0 0,0 1 0 0 0,0-1 0 0 0,0-1 0 0 0,-1-2 0 0 0,0-1 0 0 0,4-1 0 0 0,3-1 0 0 0,4 5 0 0 0,0 1 0 0 0,-1 0 0 0 0,-3-1 0 0 0,-3-2 0 0 0,-6 4 0 0 0,1 1 0 0 0,2-2 0 0 0,-1-1 0 0 0,1-1 0 0 0,0 2 0 0 0,0 2 0 0 0,-1-2 0 0 0,5-1 0 0 0,1-1 0 0 0,5 2 0 0 0,6 2 0 0 0,-1-2 0 0 0,-3-1 0 0 0,-3-2 0 0 0,-4-1 0 0 0,-3-1 0 0 0,-2-1 0 0 0,-1 0 0 0 0,0 0 0 0 0,-1 0 0 0 0,0-1 0 0 0,-5-4 0 0 0,-6-6 0 0 0,-11-2 0 0 0,-11 2 0 0 0,-5-3 0 0 0,-6-3 0 0 0,-5 1 0 0 0,-3 3 0 0 0,1-1 0 0 0,1 2 0 0 0,-2-2 0 0 0,-1-4 0 0 0,-1 2 0 0 0,-1 3 0 0 0,-2 4 0 0 0,1-2 0 0 0,-1 2 0 0 0,-1-3 0 0 0,1 0 0 0 0,0 3 0 0 0,0 3 0 0 0,5-3 0 0 0,2 0 0 0 0,-1 2 0 0 0,4-3 0 0 0,0 1 0 0 0,-1-4 0 0 0,-3 0 0 0 0,-2 4 0 0 0,-1 2 0 0 0,-2 2 0 0 0,-1 3 0 0 0,0 1 0 0 0,5 6 0 0 0,6 7 0 0 0,6 6 0 0 0,6 5 0 0 0,3 4 0 0 0,7 2 0 0 0,4 1 0 0 0,4-5 0 0 0,6-2 0 0 0,4 1 0 0 0,4-4 0 0 0,2-6 0 0 0,1 0 0 0 0,-4-2 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14658 3466 16383 0 0,'5'0'0'0'0,"1"0"0"0"0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14679 3487 16383 0 0,'0'5'0'0'0,"0"2"0"0"0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3376 7382 16383 0 0,'0'0'0'0'0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1916 9499 16383 0 0,'0'0'0'0'0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15021 2685 16383 0 0,'-5'0'0'0'0,"-7"0"0"0"0,-7 0 0 0 0,-5 0 0 0 0,-4 0 0 0 0,-3 0 0 0 0,0 0 0 0 0,-2 0 0 0 0,6-5 0 0 0,2-2 0 0 0,0 0 0 0 0,-1 2 0 0 0,-1 1 0 0 0,-1 1 0 0 0,-2 2 0 0 0,0 1 0 0 0,-1 0 0 0 0,0 0 0 0 0,0 0 0 0 0,5-5 0 0 0,2-2 0 0 0,0 1 0 0 0,-2 1 0 0 0,-1 1 0 0 0,-1-4 0 0 0,-2 0 0 0 0,0 1 0 0 0,-1 2 0 0 0,0 1 0 0 0,0 2 0 0 0,0 1 0 0 0,0-5 0 0 0,0 0 0 0 0,0-1 0 0 0,0 2 0 0 0,0 2 0 0 0,0 1 0 0 0,0 1 0 0 0,0 0 0 0 0,1 1 0 0 0,-1 0 0 0 0,0 1 0 0 0,0-1 0 0 0,0 0 0 0 0,0 0 0 0 0,6-5 0 0 0,1-2 0 0 0,0 1 0 0 0,-2 0 0 0 0,-1 3 0 0 0,4-5 0 0 0,1 0 0 0 0,-2 0 0 0 0,-2 3 0 0 0,-1 2 0 0 0,-2-5 0 0 0,5-5 0 0 0,0-1 0 0 0,5-3 0 0 0,6-4 0 0 0,4-4 0 0 0,10 3 0 0 0,9 5 0 0 0,4 0 0 0 0,4 2 0 0 0,4 5 0 0 0,4 4 0 0 0,-2-3 0 0 0,-1 0 0 0 0,2 3 0 0 0,1 1 0 0 0,2 2 0 0 0,1 1 0 0 0,1 1 0 0 0,1 1 0 0 0,0 1 0 0 0,0-1 0 0 0,0 0 0 0 0,0 1 0 0 0,0-1 0 0 0,0 0 0 0 0,0 0 0 0 0,0 0 0 0 0,0 0 0 0 0,0 0 0 0 0,0 0 0 0 0,-1 0 0 0 0,1 0 0 0 0,5 0 0 0 0,2 0 0 0 0,0 0 0 0 0,3 0 0 0 0,1 0 0 0 0,-3 0 0 0 0,-1 0 0 0 0,-3 0 0 0 0,-2 0 0 0 0,4 0 0 0 0,1 0 0 0 0,5 0 0 0 0,-1 0 0 0 0,4 0 0 0 0,0 0 0 0 0,1 0 0 0 0,-1 0 0 0 0,-4 0 0 0 0,-3 0 0 0 0,2 0 0 0 0,-1 0 0 0 0,-2 0 0 0 0,-2 0 0 0 0,-2 0 0 0 0,-1 0 0 0 0,-2 0 0 0 0,0 0 0 0 0,0 0 0 0 0,-1 0 0 0 0,0-5 0 0 0,1-2 0 0 0,0 0 0 0 0,-1 2 0 0 0,1 1 0 0 0,0 2 0 0 0,0 0 0 0 0,-1-3 0 0 0,1-2 0 0 0,0-5 0 0 0,0 0 0 0 0,-5 2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14912 2196 16383 0 0,'0'0'0'0'0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15563 2582 16383 0 0,'-5'0'0'0'0,"-8"0"0"0"0,-5 0 0 0 0,-7 0 0 0 0,-3 0 0 0 0,-2 0 0 0 0,-2-5 0 0 0,0-2 0 0 0,0-5 0 0 0,0 0 0 0 0,0 2 0 0 0,6-3 0 0 0,2 1 0 0 0,0 2 0 0 0,-2-2 0 0 0,-1 1 0 0 0,-1-3 0 0 0,-2 1 0 0 0,0 3 0 0 0,-1 2 0 0 0,0 4 0 0 0,5-4 0 0 0,2 0 0 0 0,0-3 0 0 0,-2-1 0 0 0,-1 2 0 0 0,-1 3 0 0 0,-2 2 0 0 0,0 2 0 0 0,-1-3 0 0 0,0-1 0 0 0,0 1 0 0 0,0 1 0 0 0,5-4 0 0 0,2 0 0 0 0,0 2 0 0 0,-2 1 0 0 0,-1-3 0 0 0,-1 0 0 0 0,-2 2 0 0 0,0 1 0 0 0,-1 2 0 0 0,0 2 0 0 0,0 1 0 0 0,0 1 0 0 0,0 1 0 0 0,0-1 0 0 0,0 0 0 0 0,0 1 0 0 0,0-1 0 0 0,0 0 0 0 0,0 0 0 0 0,0-5 0 0 0,1-2 0 0 0,-1 0 0 0 0,0 2 0 0 0,0 1 0 0 0,0 2 0 0 0,0 0 0 0 0,1 2 0 0 0,-1 0 0 0 0,0 0 0 0 0,0 0 0 0 0,0 1 0 0 0,1-1 0 0 0,-1 0 0 0 0,0 0 0 0 0,11 0 0 0 0,13 0 0 0 0,14 0 0 0 0,11 0 0 0 0,7 0 0 0 0,5 0 0 0 0,2 0 0 0 0,2 6 0 0 0,-1 1 0 0 0,0-1 0 0 0,0 5 0 0 0,-1 0 0 0 0,-1-2 0 0 0,0-3 0 0 0,5 4 0 0 0,7-1 0 0 0,2-1 0 0 0,3 3 0 0 0,-2-1 0 0 0,3-1 0 0 0,3-3 0 0 0,-2-2 0 0 0,1 3 0 0 0,2 1 0 0 0,3-1 0 0 0,-3 3 0 0 0,0 0 0 0 0,1-1 0 0 0,3 2 0 0 0,1 0 0 0 0,7-2 0 0 0,3 3 0 0 0,-5-1 0 0 0,-3-3 0 0 0,-1-2 0 0 0,0-2 0 0 0,6 4 0 0 0,2-1 0 0 0,0 0 0 0 0,-6-2 0 0 0,-2-2 0 0 0,-2-1 0 0 0,6-1 0 0 0,-3-1 0 0 0,4 0 0 0 0,2 0 0 0 0,5-1 0 0 0,-4 6 0 0 0,-2 2 0 0 0,2 0 0 0 0,-4-2 0 0 0,-3-1 0 0 0,-6-2 0 0 0,-2-1 0 0 0,1 0 0 0 0,-3-1 0 0 0,0 0 0 0 0,-4-1 0 0 0,2 1 0 0 0,3 0 0 0 0,3 0 0 0 0,8 0 0 0 0,-1 0 0 0 0,-6 0 0 0 0,-2 0 0 0 0,-4 0 0 0 0,-6 0 0 0 0,-4 0 0 0 0,-4 0 0 0 0,2 0 0 0 0,1 0 0 0 0,-1 0 0 0 0,-2 0 0 0 0,-2 0 0 0 0,5 0 0 0 0,1 0 0 0 0,3 0 0 0 0,7 0 0 0 0,-1 0 0 0 0,-4 0 0 0 0,-3 0 0 0 0,-3 0 0 0 0,-4 0 0 0 0,-2 0 0 0 0,-1 0 0 0 0,0 0 0 0 0,-12 0 0 0 0,-13 0 0 0 0,-14 0 0 0 0,-10 0 0 0 0,-7 0 0 0 0,-5 0 0 0 0,-3 0 0 0 0,0 0 0 0 0,-1 0 0 0 0,1 0 0 0 0,1 0 0 0 0,0 0 0 0 0,0 0 0 0 0,1 0 0 0 0,1 0 0 0 0,-1 0 0 0 0,0 0 0 0 0,-5 0 0 0 0,-2 0 0 0 0,1 0 0 0 0,1 5 0 0 0,1 2 0 0 0,2-1 0 0 0,1 0 0 0 0,1-2 0 0 0,0-2 0 0 0,0-1 0 0 0,-5 0 0 0 0,4 4 0 0 0,-3 2 0 0 0,-7-1 0 0 0,-1-1 0 0 0,-3-1 0 0 0,0-2 0 0 0,3-1 0 0 0,-2 0 0 0 0,2-1 0 0 0,3-1 0 0 0,3 1 0 0 0,-3 0 0 0 0,-5-1 0 0 0,0 1 0 0 0,-3 0 0 0 0,2 0 0 0 0,3 0 0 0 0,-2 0 0 0 0,2 0 0 0 0,-2 0 0 0 0,1 0 0 0 0,-8 0 0 0 0,0 0 0 0 0,4 0 0 0 0,-1 0 0 0 0,-3 0 0 0 0,3 0 0 0 0,-1 0 0 0 0,3 0 0 0 0,-7 0 0 0 0,1 0 0 0 0,5 0 0 0 0,-1 0 0 0 0,3 0 0 0 0,-1 0 0 0 0,-3 0 0 0 0,1 0 0 0 0,0 0 0 0 0,1 0 0 0 0,0 0 0 0 0,-3 0 0 0 0,1-5 0 0 0,5-2 0 0 0,0 0 0 0 0,1 2 0 0 0,-2 1 0 0 0,2 2 0 0 0,3 1 0 0 0,-2 0 0 0 0,-4-4 0 0 0,-5-2 0 0 0,2 1 0 0 0,3 1 0 0 0,5 1 0 0 0,-1 2 0 0 0,-3 1 0 0 0,0 0 0 0 0,3 1 0 0 0,-1 1 0 0 0,1-6 0 0 0,2-2 0 0 0,4 0 0 0 0,3 2 0 0 0,1 2 0 0 0,7-5 0 0 0,2 0 0 0 0,0 1 0 0 0,-1 1 0 0 0,-1-3 0 0 0,-2 0 0 0 0,-1 2 0 0 0,-1 1 0 0 0,-1 2 0 0 0,5-3 0 0 0,2-1 0 0 0,-1 1 0 0 0,5-3 0 0 0,0 0 0 0 0,3-4 0 0 0,5-5 0 0 0,9 2 0 0 0,11-3 0 0 0,10 3 0 0 0,6 4 0 0 0,4 4 0 0 0,3 4 0 0 0,2 3 0 0 0,0 1 0 0 0,0 1 0 0 0,-1 1 0 0 0,0 0 0 0 0,-1 0 0 0 0,-5-6 0 0 0,-2-1 0 0 0,0-1 0 0 0,2 2 0 0 0,0 1 0 0 0,3 2 0 0 0,6 0 0 0 0,2 2 0 0 0,0 0 0 0 0,0 0 0 0 0,-2 0 0 0 0,-2 1 0 0 0,-1-1 0 0 0,0 0 0 0 0,4 0 0 0 0,2 0 0 0 0,-1 0 0 0 0,-1 0 0 0 0,-2 0 0 0 0,4 0 0 0 0,7 0 0 0 0,5 0 0 0 0,0 0 0 0 0,1 0 0 0 0,-2 0 0 0 0,-4 0 0 0 0,-5 0 0 0 0,1 0 0 0 0,0 5 0 0 0,2 2 0 0 0,0 0 0 0 0,-3-2 0 0 0,-2-1 0 0 0,-3-1 0 0 0,4 3 0 0 0,4 1 0 0 0,2 0 0 0 0,-3-2 0 0 0,-2-1 0 0 0,-4-2 0 0 0,4 4 0 0 0,-1 1 0 0 0,4 0 0 0 0,0-2 0 0 0,-3-1 0 0 0,-2-2 0 0 0,-2-1 0 0 0,-3-1 0 0 0,4 5 0 0 0,1 2 0 0 0,-1-1 0 0 0,-1-1 0 0 0,-2-1 0 0 0,-1-2 0 0 0,-1-1 0 0 0,-1 0 0 0 0,5-1 0 0 0,6 0 0 0 0,8 4 0 0 0,5 3 0 0 0,-2 0 0 0 0,-4-2 0 0 0,-6-2 0 0 0,-4 0 0 0 0,-4-2 0 0 0,-3 0 0 0 0,-1-1 0 0 0,-1-1 0 0 0,0 1 0 0 0,0 0 0 0 0,0 0 0 0 0,0-1 0 0 0,1 1 0 0 0,-11 0 0 0 0,-14 0 0 0 0,-13 0 0 0 0,-10 0 0 0 0,-9 0 0 0 0,-3 0 0 0 0,-4-5 0 0 0,0-2 0 0 0,-1 0 0 0 0,6-3 0 0 0,-2-1 0 0 0,-3 2 0 0 0,1 2 0 0 0,-6 3 0 0 0,-2-4 0 0 0,2 0 0 0 0,1 2 0 0 0,-3 1 0 0 0,0-4 0 0 0,1 0 0 0 0,2 2 0 0 0,3 1 0 0 0,-4-3 0 0 0,-6 0 0 0 0,-1 2 0 0 0,-3-4 0 0 0,-4 0 0 0 0,2 3 0 0 0,-1 1 0 0 0,2 3 0 0 0,0 2 0 0 0,-3 1 0 0 0,-2-4 0 0 0,-4-2 0 0 0,4 1 0 0 0,6 1 0 0 0,5-3 0 0 0,0-2 0 0 0,-4 3 0 0 0,-3 1 0 0 0,-5-3 0 0 0,2 0 0 0 0,6 1 0 0 0,4 3 0 0 0,0 1 0 0 0,1 2 0 0 0,4-4 0 0 0,-4-1 0 0 0,2 0 0 0 0,1 2 0 0 0,-3 2 0 0 0,1 1 0 0 0,1 1 0 0 0,3 1 0 0 0,3 0 0 0 0,-4 0 0 0 0,-6 0 0 0 0,-1 1 0 0 0,3-1 0 0 0,2 0 0 0 0,4-5 0 0 0,2-2 0 0 0,-4 0 0 0 0,-5 2 0 0 0,-1 1 0 0 0,1-4 0 0 0,-1 0 0 0 0,-5 1 0 0 0,1 2 0 0 0,4 1 0 0 0,4 2 0 0 0,3 1 0 0 0,-2 1 0 0 0,0 0 0 0 0,1 0 0 0 0,3-5 0 0 0,1-1 0 0 0,1-1 0 0 0,2 2 0 0 0,0 1 0 0 0,6-3 0 0 0,1-1 0 0 0,0 0 0 0 0,-1 3 0 0 0,4-4 0 0 0,-1 0 0 0 0,-1 1 0 0 0,-2 3 0 0 0,9 1 0 0 0,12 2 0 0 0,11 1 0 0 0,11 1 0 0 0,7 0 0 0 0,5 1 0 0 0,7-1 0 0 0,3 0 0 0 0,0 1 0 0 0,-2-1 0 0 0,4 5 0 0 0,-1 2 0 0 0,4 0 0 0 0,-1 3 0 0 0,2 1 0 0 0,5 3 0 0 0,8 0 0 0 0,6-3 0 0 0,-4-3 0 0 0,4 2 0 0 0,-4-1 0 0 0,-2 4 0 0 0,-1 0 0 0 0,1-3 0 0 0,1 2 0 0 0,5 5 0 0 0,8-1 0 0 0,-3 2 0 0 0,1-2 0 0 0,1-4 0 0 0,-8 2 0 0 0,1 3 0 0 0,5-1 0 0 0,2-3 0 0 0,-2-4 0 0 0,4 2 0 0 0,-6-1 0 0 0,1-3 0 0 0,0 4 0 0 0,-2-1 0 0 0,4 4 0 0 0,0-2 0 0 0,-2-1 0 0 0,4 1 0 0 0,-6 0 0 0 0,-4 2 0 0 0,4 0 0 0 0,0-4 0 0 0,0 3 0 0 0,-2-2 0 0 0,5-2 0 0 0,-5 2 0 0 0,-3 0 0 0 0,4-2 0 0 0,-4-3 0 0 0,-3-3 0 0 0,0-1 0 0 0,0-1 0 0 0,1-1 0 0 0,-5 0 0 0 0,-1 4 0 0 0,0 3 0 0 0,-3-1 0 0 0,5-1 0 0 0,4-1 0 0 0,2-2 0 0 0,-5-1 0 0 0,-1 5 0 0 0,1 1 0 0 0,-5 0 0 0 0,-6-2 0 0 0,0-2 0 0 0,-2-1 0 0 0,1 0 0 0 0,4-2 0 0 0,-2 0 0 0 0,-2 0 0 0 0,-5-1 0 0 0,-4 1 0 0 0,-2 5 0 0 0,3 2 0 0 0,1-1 0 0 0,-1 0 0 0 0,-2-2 0 0 0,-1-2 0 0 0,-1-1 0 0 0,-2 0 0 0 0,0-1 0 0 0,0 0 0 0 0,0-1 0 0 0,-1 6 0 0 0,1 2 0 0 0,-1-1 0 0 0,1 0 0 0 0,-11-3 0 0 0,-13 0 0 0 0,-14-2 0 0 0,-11-1 0 0 0,-2-5 0 0 0,-3-2 0 0 0,-3 0 0 0 0,-2 2 0 0 0,-1-5 0 0 0,-2 1 0 0 0,-6 1 0 0 0,-1 2 0 0 0,0 2 0 0 0,1 2 0 0 0,2 1 0 0 0,2 1 0 0 0,1 0 0 0 0,0 0 0 0 0,-4 1 0 0 0,-7-1 0 0 0,-1-5 0 0 0,-3-2 0 0 0,0 1 0 0 0,3 0 0 0 0,-6 3 0 0 0,0 0 0 0 0,-2 2 0 0 0,-3 0 0 0 0,3 1 0 0 0,0 1 0 0 0,3-1 0 0 0,0 0 0 0 0,-8 0 0 0 0,1-5 0 0 0,-6-1 0 0 0,-3-1 0 0 0,4 2 0 0 0,-2 1 0 0 0,3 1 0 0 0,2 2 0 0 0,-5 1 0 0 0,-3 0 0 0 0,0 0 0 0 0,-4 0 0 0 0,-7 0 0 0 0,5 1 0 0 0,-1-1 0 0 0,1-5 0 0 0,3-2 0 0 0,2 0 0 0 0,2 2 0 0 0,8 1 0 0 0,-4 2 0 0 0,5 0 0 0 0,-5 2 0 0 0,-2 0 0 0 0,-6 0 0 0 0,3 0 0 0 0,3 1 0 0 0,-4-1 0 0 0,4 0 0 0 0,2 0 0 0 0,7 0 0 0 0,7 0 0 0 0,-4 0 0 0 0,1 0 0 0 0,4 0 0 0 0,-6-5 0 0 0,1-2 0 0 0,3 0 0 0 0,0 2 0 0 0,3 1 0 0 0,-2 2 0 0 0,2 0 0 0 0,4 2 0 0 0,-2 0 0 0 0,-5 0 0 0 0,2 0 0 0 0,3 1 0 0 0,-2-1 0 0 0,-4 0 0 0 0,-4-5 0 0 0,3-2 0 0 0,3 0 0 0 0,5 2 0 0 0,4 1 0 0 0,4 2 0 0 0,2 1 0 0 0,1 0 0 0 0,1 1 0 0 0,0 0 0 0 0,0 1 0 0 0,0-1 0 0 0,0 0 0 0 0,0 0 0 0 0,-1-5 0 0 0,0-2 0 0 0,0 1 0 0 0,0 0 0 0 0,6-3 0 0 0,1 0 0 0 0,0 1 0 0 0,3-3 0 0 0,7-5 0 0 0,9 0 0 0 0,12 3 0 0 0,10 4 0 0 0,6 3 0 0 0,6 2 0 0 0,3 3 0 0 0,0 1 0 0 0,7 0 0 0 0,0 1 0 0 0,6 0 0 0 0,-1-1 0 0 0,-2 1 0 0 0,2-1 0 0 0,4 0 0 0 0,5 0 0 0 0,-2 0 0 0 0,1 0 0 0 0,-3 0 0 0 0,-5 0 0 0 0,6 0 0 0 0,0 5 0 0 0,2 2 0 0 0,-3 0 0 0 0,-5 4 0 0 0,2-1 0 0 0,7-1 0 0 0,1-2 0 0 0,2-3 0 0 0,6-1 0 0 0,-6 3 0 0 0,-4 1 0 0 0,2 0 0 0 0,0 3 0 0 0,3 0 0 0 0,-4-1 0 0 0,5 2 0 0 0,-2 0 0 0 0,0-2 0 0 0,1 3 0 0 0,1-1 0 0 0,-4-3 0 0 0,0-1 0 0 0,5 2 0 0 0,5 0 0 0 0,-5 3 0 0 0,-1 1 0 0 0,0-3 0 0 0,-5-3 0 0 0,-1-2 0 0 0,1-3 0 0 0,3-1 0 0 0,-4 4 0 0 0,0 2 0 0 0,2-1 0 0 0,-3-1 0 0 0,-5-2 0 0 0,-6-1 0 0 0,-3-1 0 0 0,2 5 0 0 0,-1 1 0 0 0,-1-1 0 0 0,4 0 0 0 0,-1-3 0 0 0,5-1 0 0 0,-2 5 0 0 0,4 0 0 0 0,-2 0 0 0 0,-3-2 0 0 0,-3-2 0 0 0,-3-1 0 0 0,-3-1 0 0 0,-1 0 0 0 0,-2-1 0 0 0,1-1 0 0 0,-1 1 0 0 0,0 0 0 0 0,-5 5 0 0 0,-1 2 0 0 0,0-1 0 0 0,-9-1 0 0 0,-13-1 0 0 0,-11-1 0 0 0,-10-7 0 0 0,-7-3 0 0 0,-4 1 0 0 0,-2 0 0 0 0,-6-3 0 0 0,-3-1 0 0 0,2 2 0 0 0,-4 2 0 0 0,1 2 0 0 0,1-4 0 0 0,3 0 0 0 0,3 2 0 0 0,2 0 0 0 0,-4-2 0 0 0,-1-1 0 0 0,-4 1 0 0 0,-6-2 0 0 0,0-1 0 0 0,-2 2 0 0 0,2-2 0 0 0,4 0 0 0 0,-1 2 0 0 0,-3 3 0 0 0,-4-3 0 0 0,-4-1 0 0 0,-3 3 0 0 0,-1 2 0 0 0,-2 1 0 0 0,5 2 0 0 0,2 2 0 0 0,-6-6 0 0 0,2 0 0 0 0,-4-1 0 0 0,-7 2 0 0 0,7-3 0 0 0,0-2 0 0 0,5 3 0 0 0,-3 1 0 0 0,-2 2 0 0 0,-1-3 0 0 0,0-1 0 0 0,6 1 0 0 0,2 2 0 0 0,-5 1 0 0 0,3-3 0 0 0,-5-1 0 0 0,-2 1 0 0 0,-1 2 0 0 0,7 2 0 0 0,1 1 0 0 0,2-5 0 0 0,-2 0 0 0 0,0 1 0 0 0,4 1 0 0 0,-5 1 0 0 0,3 2 0 0 0,6 1 0 0 0,0 1 0 0 0,4 0 0 0 0,-1 0 0 0 0,3 0 0 0 0,-3 1 0 0 0,3-1 0 0 0,2 0 0 0 0,4 0 0 0 0,-2 0 0 0 0,0 0 0 0 0,2 0 0 0 0,2 0 0 0 0,-3 0 0 0 0,-1 0 0 0 0,2 0 0 0 0,2-5 0 0 0,2-2 0 0 0,1 0 0 0 0,1 2 0 0 0,1 1 0 0 0,1 2 0 0 0,-1 0 0 0 0,1 2 0 0 0,-1 0 0 0 0,1 0 0 0 0,4-5 0 0 0,2-1 0 0 0,6-6 0 0 0,10-5 0 0 0,12-1 0 0 0,10-1 0 0 0,9 1 0 0 0,5 5 0 0 0,3 4 0 0 0,7 4 0 0 0,2 2 0 0 0,0 2 0 0 0,-2 1 0 0 0,-2 1 0 0 0,-2 0 0 0 0,3 0 0 0 0,2-1 0 0 0,3 1 0 0 0,1-1 0 0 0,3 0 0 0 0,5 0 0 0 0,-2 0 0 0 0,2 0 0 0 0,2 0 0 0 0,3 0 0 0 0,2 0 0 0 0,3 0 0 0 0,5 0 0 0 0,3 5 0 0 0,5 2 0 0 0,0 0 0 0 0,4 3 0 0 0,-1 1 0 0 0,-3-2 0 0 0,6 3 0 0 0,1-1 0 0 0,-4-2 0 0 0,2-2 0 0 0,8 2 0 0 0,-1 0 0 0 0,1 4 0 0 0,7-1 0 0 0,-2-2 0 0 0,-1 3 0 0 0,-1-2 0 0 0,1 4 0 0 0,6-2 0 0 0,-4 3 0 0 0,4-2 0 0 0,-4-3 0 0 0,-3-3 0 0 0,0-3 0 0 0,5 2 0 0 0,8 1 0 0 0,-4 4 0 0 0,3-1 0 0 0,-1-1 0 0 0,-1-3 0 0 0,-8 3 0 0 0,2 0 0 0 0,1 3 0 0 0,-6-1 0 0 0,3-2 0 0 0,2-3 0 0 0,-4 3 0 0 0,-3 0 0 0 0,0-3 0 0 0,2-1 0 0 0,-5 2 0 0 0,-1 1 0 0 0,7-2 0 0 0,-7-1 0 0 0,-1-3 0 0 0,0 5 0 0 0,-3-1 0 0 0,1 0 0 0 0,3-2 0 0 0,-3-1 0 0 0,-4 3 0 0 0,0 1 0 0 0,4-1 0 0 0,-2-2 0 0 0,-3 4 0 0 0,0 0 0 0 0,-1-2 0 0 0,-3-1 0 0 0,-8-2 0 0 0,1-2 0 0 0,0-1 0 0 0,-6-1 0 0 0,3 0 0 0 0,2-1 0 0 0,-5 1 0 0 0,-2 0 0 0 0,1 5 0 0 0,-5 1 0 0 0,0 1 0 0 0,-5-2 0 0 0,2-1 0 0 0,-4-2 0 0 0,-3 5 0 0 0,1 0 0 0 0,-1 0 0 0 0,-3-2 0 0 0,3-1 0 0 0,-1-2 0 0 0,-2 4 0 0 0,-2 1 0 0 0,-3 0 0 0 0,-1-2 0 0 0,-2-2 0 0 0,0 0 0 0 0,0-2 0 0 0,-1-1 0 0 0,0 0 0 0 0,-10 0 0 0 0,-13-1 0 0 0,-15 1 0 0 0,-9 0 0 0 0,-8 0 0 0 0,-5 0 0 0 0,-3-1 0 0 0,0 1 0 0 0,-1 0 0 0 0,1 0 0 0 0,1 0 0 0 0,0 0 0 0 0,0 1 0 0 0,1-1 0 0 0,-5 0 0 0 0,-7 0 0 0 0,-1-6 0 0 0,-4-1 0 0 0,1 1 0 0 0,3 0 0 0 0,-6 2 0 0 0,0 2 0 0 0,-2 1 0 0 0,-8-5 0 0 0,1-1 0 0 0,0 1 0 0 0,-6 1 0 0 0,3 1 0 0 0,-3 2 0 0 0,-7 1 0 0 0,4 1 0 0 0,-3 0 0 0 0,7 0 0 0 0,-3 0 0 0 0,-5-5 0 0 0,-1-2 0 0 0,-4 1 0 0 0,-4 1 0 0 0,1 1 0 0 0,-2 2 0 0 0,3 0 0 0 0,4 2 0 0 0,-1 0 0 0 0,-3 0 0 0 0,2 0 0 0 0,-3 1 0 0 0,-3-1 0 0 0,8 0 0 0 0,0 0 0 0 0,-2-5 0 0 0,1-2 0 0 0,-2 0 0 0 0,-4 2 0 0 0,-8 1 0 0 0,5 2 0 0 0,2 0 0 0 0,4 2 0 0 0,0 0 0 0 0,-2 0 0 0 0,2 0 0 0 0,-2 1 0 0 0,4-1 0 0 0,3 0 0 0 0,-1 0 0 0 0,-3 0 0 0 0,-5 0 0 0 0,2 0 0 0 0,-2 0 0 0 0,9 0 0 0 0,1 0 0 0 0,-3 0 0 0 0,-4-5 0 0 0,1-2 0 0 0,3 0 0 0 0,5 2 0 0 0,3 1 0 0 0,-2-3 0 0 0,0-2 0 0 0,-4 2 0 0 0,-4 2 0 0 0,-6-4 0 0 0,7 0 0 0 0,1 1 0 0 0,7 3 0 0 0,1-4 0 0 0,1 0 0 0 0,1 1 0 0 0,-4 3 0 0 0,0-4 0 0 0,7 0 0 0 0,2 1 0 0 0,-2-2 0 0 0,2-1 0 0 0,3 2 0 0 0,0 3 0 0 0,4-3 0 0 0,-3 0 0 0 0,1 1 0 0 0,7-2 0 0 0,-1-1 0 0 0,5 3 0 0 0,-2 2 0 0 0,-3 2 0 0 0,-3-4 0 0 0,2 0 0 0 0,4 2 0 0 0,0-5 0 0 0,3 1 0 0 0,3-4 0 0 0,4 1 0 0 0,2 2 0 0 0,3-1 0 0 0,1 0 0 0 0,0 3 0 0 0,1 2 0 0 0,-5 3 0 0 0,3-3 0 0 0,2 0 0 0 0,0 0 0 0 0,6-3 0 0 0,2 0 0 0 0,-1 1 0 0 0,-2 3 0 0 0,4-3 0 0 0,0 0 0 0 0,-2 1 0 0 0,3-3 0 0 0,5-5 0 0 0,11 1 0 0 0,5-3 0 0 0,8 2 0 0 0,8 3 0 0 0,6 4 0 0 0,-1-1 0 0 0,2 0 0 0 0,6 3 0 0 0,4 2 0 0 0,1 2 0 0 0,0 1 0 0 0,0 2 0 0 0,-2 0 0 0 0,-1 0 0 0 0,5 0 0 0 0,1 1 0 0 0,5-1 0 0 0,0 0 0 0 0,9 1 0 0 0,5-1 0 0 0,10 0 0 0 0,-2 0 0 0 0,3 0 0 0 0,7 0 0 0 0,6 0 0 0 0,-6 0 0 0 0,1 0 0 0 0,2 0 0 0 0,-1 0 0 0 0,2 0 0 0 0,3 5 0 0 0,-1 2 0 0 0,0-1 0 0 0,3 5 0 0 0,-2 0 0 0 0,0-2 0 0 0,7 3 0 0 0,4-1 0 0 0,3-2 0 0 0,0 3 0 0 0,-1-1 0 0 0,-5-3 0 0 0,2 4 0 0 0,2-1 0 0 0,5 2 0 0 0,3 0 0 0 0,-2-2 0 0 0,-1 2 0 0 0,-2-2 0 0 0,-2 3 0 0 0,4 0 0 0 0,1-4 0 0 0,4 3 0 0 0,-4-2 0 0 0,-5-2 0 0 0,-1 2 0 0 0,-8 0 0 0 0,4 3 0 0 0,1-1 0 0 0,7-3 0 0 0,-3 3 0 0 0,-2-2 0 0 0,-1-2 0 0 0,-5-3 0 0 0,-3 4 0 0 0,1-2 0 0 0,7 0 0 0 0,-2-3 0 0 0,-1-2 0 0 0,-4-1 0 0 0,-7-1 0 0 0,0-1 0 0 0,1 0 0 0 0,-1 5 0 0 0,1 1 0 0 0,3 1 0 0 0,-7-2 0 0 0,-6 4 0 0 0,1 0 0 0 0,-6-1 0 0 0,2-2 0 0 0,5-3 0 0 0,-4 0 0 0 0,-3-2 0 0 0,-7 4 0 0 0,-3 2 0 0 0,6-1 0 0 0,-3-1 0 0 0,-1-2 0 0 0,2 0 0 0 0,-5-2 0 0 0,-1 4 0 0 0,-3 2 0 0 0,0 0 0 0 0,2-2 0 0 0,-3-2 0 0 0,-3-1 0 0 0,-5 0 0 0 0,-3-2 0 0 0,1 0 0 0 0,1 5 0 0 0,-2 2 0 0 0,4-1 0 0 0,5-1 0 0 0,0-1 0 0 0,-3-2 0 0 0,-3-1 0 0 0,-3 0 0 0 0,-3-1 0 0 0,-2-1 0 0 0,-1 1 0 0 0,0 0 0 0 0,-1 0 0 0 0,0 0 0 0 0,-10-1 0 0 0,-14 1 0 0 0,-13 0 0 0 0,-11 0 0 0 0,-12 0 0 0 0,-7 0 0 0 0,-3 0 0 0 0,2 0 0 0 0,6-5 0 0 0,3-2 0 0 0,-3 1 0 0 0,-2-5 0 0 0,0 0 0 0 0,0 2 0 0 0,1 3 0 0 0,-5 1 0 0 0,-1 3 0 0 0,1 1 0 0 0,-3-5 0 0 0,-11 0 0 0 0,-7-6 0 0 0,-4 0 0 0 0,4 2 0 0 0,1-2 0 0 0,0 0 0 0 0,-1 2 0 0 0,-5-1 0 0 0,-3 0 0 0 0,-1 2 0 0 0,2 3 0 0 0,0-3 0 0 0,-3 0 0 0 0,-6-4 0 0 0,-1 1 0 0 0,-3-4 0 0 0,-4 2 0 0 0,-4 3 0 0 0,8 3 0 0 0,-3 3 0 0 0,-4-2 0 0 0,2-1 0 0 0,-5 1 0 0 0,-4-3 0 0 0,-6 0 0 0 0,8 2 0 0 0,-2 1 0 0 0,0-2 0 0 0,-1 0 0 0 0,-4 2 0 0 0,-2-4 0 0 0,-5 0 0 0 0,10 3 0 0 0,1-4 0 0 0,0 1 0 0 0,-5 3 0 0 0,-1 1 0 0 0,1-2 0 0 0,-4 0 0 0 0,10 2 0 0 0,0 1 0 0 0,-5-2 0 0 0,-1-1 0 0 0,-1 1 0 0 0,3 3 0 0 0,-5 1 0 0 0,11-3 0 0 0,-1-1 0 0 0,0 2 0 0 0,0 0 0 0 0,5 3 0 0 0,1 1 0 0 0,0 1 0 0 0,10 1 0 0 0,1 0 0 0 0,-2-5 0 0 0,2-2 0 0 0,2 1 0 0 0,10 1 0 0 0,-1 1 0 0 0,5 2 0 0 0,2 1 0 0 0,1 0 0 0 0,4 1 0 0 0,0 0 0 0 0,0 1 0 0 0,2-1 0 0 0,5 0 0 0 0,4 0 0 0 0,5 1 0 0 0,3-1 0 0 0,1 0 0 0 0,2 0 0 0 0,0 0 0 0 0,0 0 0 0 0,0 0 0 0 0,0 0 0 0 0,0 0 0 0 0,-1 0 0 0 0,0 0 0 0 0,11 0 0 0 0,14 0 0 0 0,12 0 0 0 0,12 0 0 0 0,7 0 0 0 0,10 0 0 0 0,5 0 0 0 0,0 0 0 0 0,4 0 0 0 0,0 0 0 0 0,3 0 0 0 0,-2 0 0 0 0,3 0 0 0 0,-3 0 0 0 0,3 0 0 0 0,3 0 0 0 0,3 0 0 0 0,4 0 0 0 0,6 0 0 0 0,4 0 0 0 0,-4 0 0 0 0,2 0 0 0 0,0 0 0 0 0,10 0 0 0 0,9 0 0 0 0,-1 0 0 0 0,7 0 0 0 0,-2 0 0 0 0,-6 0 0 0 0,5 0 0 0 0,8 0 0 0 0,-2 0 0 0 0,4 0 0 0 0,6 0 0 0 0,-9 0 0 0 0,1 0 0 0 0,4 0 0 0 0,6 0 0 0 0,-4 0 0 0 0,1 0 0 0 0,5 0 0 0 0,-1 0 0 0 0,-3 0 0 0 0,2 0 0 0 0,-1 0 0 0 0,2 0 0 0 0,-1 0 0 0 0,3 0 0 0 0,2 0 0 0 0,-5 0 0 0 0,-1 0 0 0 0,-3 0 0 0 0,4 0 0 0 0,-2 0 0 0 0,3 0 0 0 0,-7 0 0 0 0,7 0 0 0 0,-5 0 0 0 0,-4 0 0 0 0,2 0 0 0 0,-5 0 0 0 0,2 0 0 0 0,5 0 0 0 0,-8 0 0 0 0,-1 0 0 0 0,1 0 0 0 0,-1 0 0 0 0,0 0 0 0 0,0 0 0 0 0,0 0 0 0 0,-6 0 0 0 0,-1 0 0 0 0,-1 0 0 0 0,-3 0 0 0 0,5 0 0 0 0,4 0 0 0 0,-9 0 0 0 0,-3 0 0 0 0,2 5 0 0 0,-3 2 0 0 0,1-1 0 0 0,2 0 0 0 0,-6-2 0 0 0,-6-2 0 0 0,1-1 0 0 0,-7 0 0 0 0,3-1 0 0 0,-5-1 0 0 0,-3 1 0 0 0,0 0 0 0 0,-5 0 0 0 0,-2-1 0 0 0,-3 1 0 0 0,1 0 0 0 0,-4 0 0 0 0,-4 0 0 0 0,-3 0 0 0 0,-3 0 0 0 0,3 0 0 0 0,0 0 0 0 0,-1 0 0 0 0,-2 0 0 0 0,-11 0 0 0 0,-16 0 0 0 0,-14 0 0 0 0,-12 0 0 0 0,-7 0 0 0 0,-5 0 0 0 0,-3 0 0 0 0,-1 0 0 0 0,0 0 0 0 0,1 0 0 0 0,-5 0 0 0 0,-6 0 0 0 0,-6 0 0 0 0,-5 0 0 0 0,-10 0 0 0 0,3 0 0 0 0,0 0 0 0 0,5 0 0 0 0,8 0 0 0 0,-4 0 0 0 0,2 0 0 0 0,-1 0 0 0 0,-7 0 0 0 0,1 0 0 0 0,0 0 0 0 0,-6 6 0 0 0,3 1 0 0 0,-5-1 0 0 0,-5 0 0 0 0,-3-3 0 0 0,-3 0 0 0 0,5 3 0 0 0,5 2 0 0 0,-2-2 0 0 0,1 0 0 0 0,-5-3 0 0 0,-5-1 0 0 0,0-1 0 0 0,-2-1 0 0 0,-4 0 0 0 0,8 0 0 0 0,-4 0 0 0 0,-5-1 0 0 0,2 1 0 0 0,-1 0 0 0 0,-7 0 0 0 0,7 5 0 0 0,2 2 0 0 0,-1 0 0 0 0,-7-2 0 0 0,1-1 0 0 0,0-2 0 0 0,-1 0 0 0 0,10-2 0 0 0,-2 0 0 0 0,-3 0 0 0 0,-3 0 0 0 0,-3-1 0 0 0,0 1 0 0 0,-2 0 0 0 0,6 0 0 0 0,1 0 0 0 0,-1 0 0 0 0,0 0 0 0 0,-2 0 0 0 0,-7 0 0 0 0,3-5 0 0 0,1-2 0 0 0,1 0 0 0 0,5 2 0 0 0,-3 1 0 0 0,-3-4 0 0 0,-7 0 0 0 0,4 1 0 0 0,7 1 0 0 0,2-2 0 0 0,7-1 0 0 0,-6 1 0 0 0,-3 2 0 0 0,2-3 0 0 0,1 0 0 0 0,4 2 0 0 0,5 1 0 0 0,0-2 0 0 0,-3-1 0 0 0,7 1 0 0 0,0 3 0 0 0,-4 1 0 0 0,6-3 0 0 0,-1-1 0 0 0,2 1 0 0 0,1 2 0 0 0,2-4 0 0 0,-3 0 0 0 0,4 2 0 0 0,-1 1 0 0 0,4 2 0 0 0,7 2 0 0 0,4 1 0 0 0,4 1 0 0 0,0 0 0 0 0,-2-4 0 0 0,1-3 0 0 0,-1 1 0 0 0,3 1 0 0 0,3 1 0 0 0,-1-4 0 0 0,1 0 0 0 0,4 1 0 0 0,2-3 0 0 0,3-1 0 0 0,1 2 0 0 0,2 3 0 0 0,0-3 0 0 0,1-1 0 0 0,0 3 0 0 0,-1 1 0 0 0,1 3 0 0 0,5-4 0 0 0,6-6 0 0 0,12-1 0 0 0,13 2 0 0 0,5-2 0 0 0,6 1 0 0 0,5 3 0 0 0,4 4 0 0 0,3 1 0 0 0,2 3 0 0 0,-4-4 0 0 0,-2-1 0 0 0,0 1 0 0 0,1 2 0 0 0,7 0 0 0 0,3 2 0 0 0,6 1 0 0 0,0 1 0 0 0,5 0 0 0 0,4 0 0 0 0,4 1 0 0 0,3-1 0 0 0,8 0 0 0 0,2 0 0 0 0,1 0 0 0 0,4 1 0 0 0,1-1 0 0 0,2 5 0 0 0,5 2 0 0 0,4-1 0 0 0,4 5 0 0 0,-4 0 0 0 0,-5-2 0 0 0,5 3 0 0 0,8-1 0 0 0,5 3 0 0 0,6-1 0 0 0,2 3 0 0 0,-8-1 0 0 0,2-4 0 0 0,-7 2 0 0 0,3-1 0 0 0,5 2 0 0 0,2-1 0 0 0,3 3 0 0 0,-10-2 0 0 0,0-3 0 0 0,3-4 0 0 0,-3-2 0 0 0,2 3 0 0 0,5-1 0 0 0,2 5 0 0 0,-8 0 0 0 0,-3-2 0 0 0,2 2 0 0 0,1 0 0 0 0,0-3 0 0 0,-1 2 0 0 0,4 0 0 0 0,-10-2 0 0 0,-4 2 0 0 0,-1 0 0 0 0,-5-2 0 0 0,6 2 0 0 0,3 0 0 0 0,2-3 0 0 0,7 4 0 0 0,-8-1 0 0 0,-3-3 0 0 0,-2-2 0 0 0,-3 3 0 0 0,-7 0 0 0 0,-4-1 0 0 0,-10-3 0 0 0,1-1 0 0 0,0 3 0 0 0,0 1 0 0 0,0-2 0 0 0,-5-1 0 0 0,3-1 0 0 0,-3-2 0 0 0,-6-1 0 0 0,-2-1 0 0 0,-3 0 0 0 0,1 0 0 0 0,-3-1 0 0 0,-3 6 0 0 0,-4 2 0 0 0,3-1 0 0 0,0 0 0 0 0,3 3 0 0 0,0 0 0 0 0,-3-1 0 0 0,3-2 0 0 0,0 3 0 0 0,-3 0 0 0 0,-3-1 0 0 0,-13-3 0 0 0,-16-1 0 0 0,-14-2 0 0 0,-11-1 0 0 0,-9-1 0 0 0,-4 0 0 0 0,-3-1 0 0 0,-1 1 0 0 0,0-1 0 0 0,1 1 0 0 0,0 0 0 0 0,1 0 0 0 0,1 0 0 0 0,-6 0 0 0 0,0 0 0 0 0,-6 0 0 0 0,0 0 0 0 0,-3 0 0 0 0,-5 0 0 0 0,1-5 0 0 0,0-2 0 0 0,-9 0 0 0 0,1 2 0 0 0,-5-4 0 0 0,-8-1 0 0 0,3 2 0 0 0,-3 3 0 0 0,-5 1 0 0 0,0-4 0 0 0,-2 0 0 0 0,-5 2 0 0 0,2-5 0 0 0,4 1 0 0 0,-5 1 0 0 0,0 3 0 0 0,-7-3 0 0 0,-4-1 0 0 0,-6 3 0 0 0,-4-4 0 0 0,7 1 0 0 0,-2 1 0 0 0,-6-2 0 0 0,6 0 0 0 0,-3 2 0 0 0,-5-2 0 0 0,-5 0 0 0 0,6 2 0 0 0,0-2 0 0 0,1 0 0 0 0,-1 2 0 0 0,0 3 0 0 0,-2 2 0 0 0,-5 2 0 0 0,2-4 0 0 0,4-1 0 0 0,3 1 0 0 0,0 1 0 0 0,-5-4 0 0 0,0 0 0 0 0,-1 2 0 0 0,6 1 0 0 0,5-3 0 0 0,-1 0 0 0 0,0 1 0 0 0,-4 3 0 0 0,5 1 0 0 0,-2-3 0 0 0,6-1 0 0 0,3 1 0 0 0,1 2 0 0 0,1 2 0 0 0,-7 1 0 0 0,4 1 0 0 0,1 1 0 0 0,11 0 0 0 0,4 0 0 0 0,-2 0 0 0 0,-3-4 0 0 0,2-3 0 0 0,-1 0 0 0 0,7 2 0 0 0,6 1 0 0 0,-1 2 0 0 0,5 1 0 0 0,-2 0 0 0 0,-1 1 0 0 0,7 0 0 0 0,1 1 0 0 0,7-1 0 0 0,0 0 0 0 0,-1 0 0 0 0,-2 0 0 0 0,3 0 0 0 0,5 0 0 0 0,-1 0 0 0 0,3 0 0 0 0,4 0 0 0 0,3 0 0 0 0,2 0 0 0 0,3 0 0 0 0,1 0 0 0 0,0 0 0 0 0,1 0 0 0 0,5-5 0 0 0,7-7 0 0 0,12-2 0 0 0,12 2 0 0 0,10 3 0 0 0,8 3 0 0 0,10 2 0 0 0,10-3 0 0 0,8 0 0 0 0,5 0 0 0 0,4 3 0 0 0,2 0 0 0 0,1 3 0 0 0,-1 0 0 0 0,1 0 0 0 0,-7 2 0 0 0,4-1 0 0 0,-4 0 0 0 0,-1 1 0 0 0,6-1 0 0 0,3 0 0 0 0,0 0 0 0 0,6 0 0 0 0,0 0 0 0 0,5 0 0 0 0,5 0 0 0 0,-2 0 0 0 0,3 0 0 0 0,2 0 0 0 0,3 0 0 0 0,3 0 0 0 0,1 0 0 0 0,-4 0 0 0 0,-2 0 0 0 0,2 0 0 0 0,6 0 0 0 0,-3 0 0 0 0,6 0 0 0 0,1 0 0 0 0,-5 0 0 0 0,3 5 0 0 0,0 2 0 0 0,6 0 0 0 0,-4-2 0 0 0,-3 4 0 0 0,4 1 0 0 0,-10-3 0 0 0,1-1 0 0 0,2 3 0 0 0,5 0 0 0 0,-2-1 0 0 0,-2-2 0 0 0,4-3 0 0 0,-8-1 0 0 0,-4-1 0 0 0,0-1 0 0 0,-5 5 0 0 0,1 2 0 0 0,8-1 0 0 0,4 4 0 0 0,-8 1 0 0 0,-3-2 0 0 0,1 2 0 0 0,-3 1 0 0 0,0-3 0 0 0,3-3 0 0 0,-2 3 0 0 0,-4 1 0 0 0,0-3 0 0 0,-7 4 0 0 0,1-1 0 0 0,3-1 0 0 0,-5 2 0 0 0,2 0 0 0 0,-6-2 0 0 0,-3 2 0 0 0,-2 0 0 0 0,-6-2 0 0 0,5 2 0 0 0,2 0 0 0 0,-4-3 0 0 0,-6-1 0 0 0,0-4 0 0 0,-5-1 0 0 0,1-1 0 0 0,4 4 0 0 0,-3 2 0 0 0,-3-1 0 0 0,-4-1 0 0 0,-3 4 0 0 0,-4 0 0 0 0,-1-1 0 0 0,-1 3 0 0 0,-1-1 0 0 0,0-1 0 0 0,-10-3 0 0 0,-14-2 0 0 0,-14-1 0 0 0,-10-2 0 0 0,-7-1 0 0 0,-5-1 0 0 0,-2 1 0 0 0,-2-1 0 0 0,1 1 0 0 0,0 0 0 0 0,-5 0 0 0 0,-6-1 0 0 0,-1 1 0 0 0,2 0 0 0 0,-3 0 0 0 0,3 0 0 0 0,-4 0 0 0 0,2 0 0 0 0,-7 0 0 0 0,0 0 0 0 0,-2 0 0 0 0,-2 0 0 0 0,-2 0 0 0 0,-7 0 0 0 0,-2 0 0 0 0,-2 0 0 0 0,2 0 0 0 0,-4 0 0 0 0,0 0 0 0 0,-5 0 0 0 0,-4 0 0 0 0,-4 0 0 0 0,-4 0 0 0 0,2 0 0 0 0,-4 0 0 0 0,2 0 0 0 0,-5 0 0 0 0,-3 0 0 0 0,1 0 0 0 0,-6-5 0 0 0,4-2 0 0 0,-2 1 0 0 0,-1 0 0 0 0,-3 2 0 0 0,-1 2 0 0 0,3 1 0 0 0,-4 0 0 0 0,-4 1 0 0 0,6 1 0 0 0,4-1 0 0 0,-1 0 0 0 0,-6 0 0 0 0,-4 1 0 0 0,5-1 0 0 0,-1 0 0 0 0,3-6 0 0 0,8 0 0 0 0,4-1 0 0 0,-3 1 0 0 0,-7 3 0 0 0,4 0 0 0 0,-3 2 0 0 0,5 1 0 0 0,3-1 0 0 0,7 2 0 0 0,-4-1 0 0 0,4 0 0 0 0,0 1 0 0 0,-7-1 0 0 0,8 0 0 0 0,2 0 0 0 0,-1 0 0 0 0,3 0 0 0 0,0 0 0 0 0,3 0 0 0 0,4 0 0 0 0,4 0 0 0 0,8 0 0 0 0,-1 0 0 0 0,0 0 0 0 0,5 0 0 0 0,-4 0 0 0 0,-2 0 0 0 0,0 0 0 0 0,5 0 0 0 0,1 0 0 0 0,7 0 0 0 0,5 0 0 0 0,5 0 0 0 0,5 0 0 0 0,3 0 0 0 0,1 0 0 0 0,1 0 0 0 0,0 0 0 0 0,1 0 0 0 0,-1 0 0 0 0,10 0 0 0 0,14 0 0 0 0,13 0 0 0 0,11 0 0 0 0,7 0 0 0 0,10 0 0 0 0,10 0 0 0 0,7 0 0 0 0,6 0 0 0 0,-2 0 0 0 0,-1 0 0 0 0,8 0 0 0 0,-3 0 0 0 0,4 0 0 0 0,-3 0 0 0 0,-2 0 0 0 0,5 0 0 0 0,2 0 0 0 0,6 0 0 0 0,6 0 0 0 0,5 0 0 0 0,0 0 0 0 0,1 0 0 0 0,7 0 0 0 0,-1 0 0 0 0,4 0 0 0 0,9 0 0 0 0,1 0 0 0 0,4 0 0 0 0,0 0 0 0 0,2 0 0 0 0,-1 0 0 0 0,1 0 0 0 0,3 0 0 0 0,8 0 0 0 0,5 0 0 0 0,-8 0 0 0 0,-4 5 0 0 0,0 2 0 0 0,7 0 0 0 0,-2-2 0 0 0,0-1 0 0 0,7-2 0 0 0,-9-1 0 0 0,3 0 0 0 0,1 4 0 0 0,7 2 0 0 0,2-1 0 0 0,-5-1 0 0 0,3-1 0 0 0,-11-2 0 0 0,2-1 0 0 0,1 0 0 0 0,-4 4 0 0 0,-1 2 0 0 0,2-1 0 0 0,6-1 0 0 0,-12-1 0 0 0,-4-2 0 0 0,0-1 0 0 0,4 0 0 0 0,-2-1 0 0 0,2 5 0 0 0,3 1 0 0 0,-3 1 0 0 0,-9-2 0 0 0,-1-2 0 0 0,3 5 0 0 0,0 0 0 0 0,-2-1 0 0 0,-3-1 0 0 0,-8-3 0 0 0,-3-1 0 0 0,-1-1 0 0 0,0 5 0 0 0,-4 1 0 0 0,-1-1 0 0 0,3-1 0 0 0,-10-2 0 0 0,-6 0 0 0 0,1 3 0 0 0,-6 1 0 0 0,1 0 0 0 0,1-2 0 0 0,-1 4 0 0 0,-6 0 0 0 0,-3-1 0 0 0,-5-3 0 0 0,-1-1 0 0 0,-4-2 0 0 0,1 4 0 0 0,2 1 0 0 0,-1 0 0 0 0,-3-2 0 0 0,-5-2 0 0 0,-4-1 0 0 0,-2-1 0 0 0,-3 0 0 0 0,-10-1 0 0 0,-16-1 0 0 0,-12 1 0 0 0,-12 0 0 0 0,-7 0 0 0 0,-4-1 0 0 0,-3 1 0 0 0,0 0 0 0 0,-1 0 0 0 0,-4 0 0 0 0,-7 0 0 0 0,-6 0 0 0 0,-4 0 0 0 0,-4 0 0 0 0,3 0 0 0 0,0 0 0 0 0,0 0 0 0 0,-1-5 0 0 0,-2-2 0 0 0,-7 0 0 0 0,-1 2 0 0 0,-1 1 0 0 0,-5-3 0 0 0,1-2 0 0 0,-10 2 0 0 0,-6 2 0 0 0,-3 1 0 0 0,-3-3 0 0 0,5-1 0 0 0,-4 1 0 0 0,-2 2 0 0 0,-5-4 0 0 0,-7 0 0 0 0,-7 2 0 0 0,2 1 0 0 0,2 2 0 0 0,1-3 0 0 0,-3-1 0 0 0,1 1 0 0 0,0 2 0 0 0,-8-3 0 0 0,-5-1 0 0 0,8 1 0 0 0,-2 2 0 0 0,3-3 0 0 0,1 0 0 0 0,-8 2 0 0 0,-3 1 0 0 0,-1-3 0 0 0,9 1 0 0 0,5 0 0 0 0,0 2 0 0 0,-2 3 0 0 0,2 1 0 0 0,0 1 0 0 0,-2-4 0 0 0,3-2 0 0 0,3 1 0 0 0,1 1 0 0 0,-4 1 0 0 0,8 2 0 0 0,-1 1 0 0 0,-3 1 0 0 0,6 0 0 0 0,5 0 0 0 0,-3 0 0 0 0,0 0 0 0 0,1 1 0 0 0,2-1 0 0 0,-4 0 0 0 0,9 0 0 0 0,6 0 0 0 0,0 0 0 0 0,0 0 0 0 0,-2 0 0 0 0,-2 0 0 0 0,-1 0 0 0 0,4 0 0 0 0,11 0 0 0 0,8 0 0 0 0,0 0 0 0 0,-5 0 0 0 0,5 0 0 0 0,-1 0 0 0 0,-1 0 0 0 0,7 0 0 0 0,3 0 0 0 0,7 5 0 0 0,1 2 0 0 0,-1 0 0 0 0,-2-2 0 0 0,3-1 0 0 0,5-2 0 0 0,-1-1 0 0 0,9 5 0 0 0,-1 1 0 0 0,2 0 0 0 0,1-2 0 0 0,2-2 0 0 0,2-1 0 0 0,0-1 0 0 0,1 0 0 0 0,11-1 0 0 0,14 0 0 0 0,13-1 0 0 0,11 1 0 0 0,13 0 0 0 0,6 0 0 0 0,7-1 0 0 0,2 1 0 0 0,3 0 0 0 0,-1 0 0 0 0,2 0 0 0 0,-3 0 0 0 0,6-5 0 0 0,0-2 0 0 0,-4 1 0 0 0,0 0 0 0 0,8 2 0 0 0,4 2 0 0 0,8 1 0 0 0,2 0 0 0 0,0 1 0 0 0,9 1 0 0 0,1-1 0 0 0,-3 0 0 0 0,2 0 0 0 0,7 1 0 0 0,0-1 0 0 0,6 0 0 0 0,3 0 0 0 0,-4 0 0 0 0,-3 0 0 0 0,5 0 0 0 0,8 0 0 0 0,-4 0 0 0 0,3 0 0 0 0,-5 0 0 0 0,-4 0 0 0 0,5 0 0 0 0,0 0 0 0 0,0 0 0 0 0,-1 0 0 0 0,4 0 0 0 0,7 0 0 0 0,-11 0 0 0 0,0 0 0 0 0,0 0 0 0 0,-2 0 0 0 0,0 0 0 0 0,-1 0 0 0 0,5 0 0 0 0,-9 0 0 0 0,-4 0 0 0 0,-6 0 0 0 0,5 0 0 0 0,3 5 0 0 0,3 2 0 0 0,-3 0 0 0 0,-6-2 0 0 0,-2-1 0 0 0,-3-2 0 0 0,-4-1 0 0 0,2 0 0 0 0,-2-1 0 0 0,2 0 0 0 0,-5-1 0 0 0,-4 1 0 0 0,2 0 0 0 0,-5 0 0 0 0,-2 0 0 0 0,4-1 0 0 0,-3 7 0 0 0,-8 1 0 0 0,-1-1 0 0 0,-5 0 0 0 0,0-3 0 0 0,-2 0 0 0 0,1-2 0 0 0,4 0 0 0 0,-2-1 0 0 0,-4-1 0 0 0,-4 1 0 0 0,2 0 0 0 0,-1 0 0 0 0,-3-1 0 0 0,-2 1 0 0 0,-2 0 0 0 0,-1 0 0 0 0,-2 0 0 0 0,-11 0 0 0 0,-14 0 0 0 0,-13 0 0 0 0,-11 6 0 0 0,-8 1 0 0 0,-4 4 0 0 0,-2 2 0 0 0,-2 2 0 0 0,1 0 0 0 0,-1-3 0 0 0,2 1 0 0 0,0-1 0 0 0,6 3 0 0 0,2-2 0 0 0,0-2 0 0 0,-2-4 0 0 0,5 2 0 0 0,-1 1 0 0 0,-1-3 0 0 0,4 4 0 0 0,-1-1 0 0 0,-2 4 0 0 0,-3-1 0 0 0,-2-3 0 0 0,4-3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14870 3254 16383 0 0,'5'0'0'0'0,"7"0"0"0"0,2 6 0 0 0,3 1 0 0 0,4-1 0 0 0,4 0 0 0 0,8-3 0 0 0,4 5 0 0 0,6 0 0 0 0,1 5 0 0 0,-2-1 0 0 0,2-2 0 0 0,5 3 0 0 0,9-1 0 0 0,1-3 0 0 0,-6-3 0 0 0,-5 4 0 0 0,-1-1 0 0 0,-4 3 0 0 0,3 0 0 0 0,2 4 0 0 0,5-2 0 0 0,3 2 0 0 0,9-1 0 0 0,-3-3 0 0 0,-1-5 0 0 0,0 3 0 0 0,-5 0 0 0 0,-2 2 0 0 0,0 0 0 0 0,-3-2 0 0 0,0 3 0 0 0,-4-2 0 0 0,6-2 0 0 0,5 2 0 0 0,-3 0 0 0 0,-5-2 0 0 0,0 2 0 0 0,-5 0 0 0 0,2-2 0 0 0,3-3 0 0 0,-2 3 0 0 0,-4 0 0 0 0,-4-2 0 0 0,2-2 0 0 0,4-1 0 0 0,4-2 0 0 0,5-1 0 0 0,4-1 0 0 0,-4-1 0 0 0,-6 1 0 0 0,-5 0 0 0 0,-6-1 0 0 0,-3 1 0 0 0,-3 0 0 0 0,-2 5 0 0 0,0 2 0 0 0,0 0 0 0 0,-1-2 0 0 0,1-1 0 0 0,1-2 0 0 0,-1 0 0 0 0,1-2 0 0 0,-1 0 0 0 0,1 0 0 0 0,0 0 0 0 0,0-1 0 0 0,0 1 0 0 0,0 0 0 0 0,-6 5 0 0 0,-1 2 0 0 0,0 0 0 0 0,2-2 0 0 0,1-1 0 0 0,-9-2 0 0 0,-13-1 0 0 0,-12 0 0 0 0,-11-1 0 0 0,-7 0 0 0 0,1 5 0 0 0,-2 1 0 0 0,0 1 0 0 0,-2-2 0 0 0,-1 4 0 0 0,-1 0 0 0 0,-1-1 0 0 0,0-2 0 0 0,0-2 0 0 0,0-2 0 0 0,5 4 0 0 0,2 1 0 0 0,0 0 0 0 0,-2-2 0 0 0,-1-2 0 0 0,-1-1 0 0 0,-2-1 0 0 0,0-1 0 0 0,-1 0 0 0 0,0 0 0 0 0,0 0 0 0 0,0 0 0 0 0,0-1 0 0 0,0 1 0 0 0,0 0 0 0 0,0 0 0 0 0,0 0 0 0 0,0 0 0 0 0,0 0 0 0 0,1 0 0 0 0,-1 0 0 0 0,0 0 0 0 0,0 0 0 0 0,0 0 0 0 0,6 0 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19174 3954 16383 0 0,'5'0'0'0'0,"7"0"0"0"0,7 0 0 0 0,0-5 0 0 0,2-2 0 0 0,3 1 0 0 0,-3-5 0 0 0,-10 0 0 0 0,-12-3 0 0 0,-12 0 0 0 0,-8 3 0 0 0,-6 4 0 0 0,-4 2 0 0 0,-1-3 0 0 0,-1 0 0 0 0,0 1 0 0 0,0-3 0 0 0,1 0 0 0 0,0 2 0 0 0,-4-4 0 0 0,-8 1 0 0 0,-5 2 0 0 0,-6 3 0 0 0,1 2 0 0 0,5 2 0 0 0,6 1 0 0 0,-1 1 0 0 0,-3-5 0 0 0,1-1 0 0 0,-7 0 0 0 0,-6 1 0 0 0,8-4 0 0 0,-3 0 0 0 0,2 1 0 0 0,-1 2 0 0 0,-1 2 0 0 0,-8-3 0 0 0,-3-1 0 0 0,-7 1 0 0 0,-6 2 0 0 0,-2 2 0 0 0,4 1 0 0 0,-2 1 0 0 0,3 0 0 0 0,8-4 0 0 0,5-1 0 0 0,-3-1 0 0 0,-5 2 0 0 0,3 2 0 0 0,-2 0 0 0 0,-16 2 0 0 0,-4 1 0 0 0,8 0 0 0 0,2 0 0 0 0,-1 0 0 0 0,8 1 0 0 0,0-1 0 0 0,-4 0 0 0 0,-3 0 0 0 0,5 0 0 0 0,0 0 0 0 0,2 0 0 0 0,8 0 0 0 0,5 0 0 0 0,1 0 0 0 0,6 0 0 0 0,0 5 0 0 0,0 2 0 0 0,3 0 0 0 0,-1 4 0 0 0,3-1 0 0 0,4-1 0 0 0,0-2 0 0 0,0 3 0 0 0,4-1 0 0 0,-3 4 0 0 0,-4-1 0 0 0,0-1 0 0 0,3-4 0 0 0,3-3 0 0 0,3-1 0 0 0,9 3 0 0 0,2 1 0 0 0,2-1 0 0 0,-1 4 0 0 0,-1 1 0 0 0,-2-3 0 0 0,-1-1 0 0 0,10 2 0 0 0,12 0 0 0 0,14-1 0 0 0,11-3 0 0 0,7-1 0 0 0,4-2 0 0 0,4-1 0 0 0,0-1 0 0 0,6 0 0 0 0,1-1 0 0 0,4-5 0 0 0,0-1 0 0 0,3-5 0 0 0,-1 0 0 0 0,-3-4 0 0 0,1 1 0 0 0,-1 3 0 0 0,-3 4 0 0 0,-3 3 0 0 0,3-3 0 0 0,4 0 0 0 0,7 2 0 0 0,3-4 0 0 0,5-1 0 0 0,-9-2 0 0 0,-2 0 0 0 0,12-3 0 0 0,11 1 0 0 0,4-1 0 0 0,0 1 0 0 0,-7 4 0 0 0,-1 3 0 0 0,0-2 0 0 0,-1 1 0 0 0,4 1 0 0 0,0-2 0 0 0,-1 0 0 0 0,-7 1 0 0 0,1-2 0 0 0,1 0 0 0 0,6-3 0 0 0,0 1 0 0 0,0 3 0 0 0,3-3 0 0 0,-6 1 0 0 0,2 3 0 0 0,-5 3 0 0 0,1 2 0 0 0,1-3 0 0 0,-1 0 0 0 0,0 0 0 0 0,-2 2 0 0 0,-5 2 0 0 0,2-4 0 0 0,2-1 0 0 0,-4 1 0 0 0,3 2 0 0 0,2 1 0 0 0,1 2 0 0 0,0 1 0 0 0,0 1 0 0 0,-1 0 0 0 0,-6 0 0 0 0,-2 1 0 0 0,-5-1 0 0 0,-6-5 0 0 0,-5-2 0 0 0,-4 1 0 0 0,2 0 0 0 0,1 3 0 0 0,-1 0 0 0 0,-2 2 0 0 0,-2 0 0 0 0,5 1 0 0 0,0 1 0 0 0,0-6 0 0 0,-2-2 0 0 0,-2 1 0 0 0,-1 0 0 0 0,-1 3 0 0 0,-1 0 0 0 0,-11 2 0 0 0,-14 1 0 0 0,-13 0 0 0 0,-11 0 0 0 0,-7 0 0 0 0,-5 0 0 0 0,-3 1 0 0 0,0-1 0 0 0,-1 0 0 0 0,1 5 0 0 0,1 2 0 0 0,0 0 0 0 0,0-2 0 0 0,1-1 0 0 0,0-2 0 0 0,1 5 0 0 0,-6 0 0 0 0,-2 5 0 0 0,1 0 0 0 0,1-2 0 0 0,1-2 0 0 0,2-3 0 0 0,-5-3 0 0 0,5 5 0 0 0,3 0 0 0 0,-5-1 0 0 0,-1 4 0 0 0,-5 1 0 0 0,0-3 0 0 0,-5 4 0 0 0,1-1 0 0 0,3-2 0 0 0,-2-3 0 0 0,-5 3 0 0 0,2 0 0 0 0,-2-1 0 0 0,2 3 0 0 0,4-1 0 0 0,-1-2 0 0 0,-4-1 0 0 0,-5-3 0 0 0,-2-2 0 0 0,1-2 0 0 0,1 1 0 0 0,3-2 0 0 0,0 1 0 0 0,-7 5 0 0 0,0 1 0 0 0,1 1 0 0 0,-8-2 0 0 0,4-2 0 0 0,5 5 0 0 0,2 0 0 0 0,0-1 0 0 0,-7-1 0 0 0,2-3 0 0 0,-1 0 0 0 0,-5-2 0 0 0,-8-1 0 0 0,4 5 0 0 0,2 2 0 0 0,2-1 0 0 0,2-1 0 0 0,0-2 0 0 0,6 0 0 0 0,2-2 0 0 0,0-1 0 0 0,3 5 0 0 0,1 2 0 0 0,2 0 0 0 0,-5-2 0 0 0,1-2 0 0 0,3-1 0 0 0,1 0 0 0 0,-3-2 0 0 0,2 0 0 0 0,-1 0 0 0 0,3 0 0 0 0,4-1 0 0 0,-1 1 0 0 0,2 0 0 0 0,-3 5 0 0 0,1 2 0 0 0,4 0 0 0 0,-3-2 0 0 0,-5-1 0 0 0,2-2 0 0 0,-3-1 0 0 0,2 0 0 0 0,-1-1 0 0 0,1 0 0 0 0,5-1 0 0 0,3 1 0 0 0,4 0 0 0 0,2 0 0 0 0,1 0 0 0 0,12 0 0 0 0,15 0 0 0 0,18 0 0 0 0,12 0 0 0 0,7 0 0 0 0,9 0 0 0 0,8 0 0 0 0,0 0 0 0 0,-2 0 0 0 0,1 0 0 0 0,3 0 0 0 0,8 0 0 0 0,5 0 0 0 0,2 5 0 0 0,1 2 0 0 0,3-1 0 0 0,-3 0 0 0 0,-4-2 0 0 0,4 3 0 0 0,-5 1 0 0 0,3 0 0 0 0,6-3 0 0 0,2 4 0 0 0,-1 0 0 0 0,-3-2 0 0 0,3-1 0 0 0,5 3 0 0 0,0 0 0 0 0,-3-1 0 0 0,2-3 0 0 0,-2 4 0 0 0,-2 0 0 0 0,1-2 0 0 0,10-1 0 0 0,12 3 0 0 0,-5 0 0 0 0,-3-2 0 0 0,-5 4 0 0 0,-6 0 0 0 0,0-3 0 0 0,2-2 0 0 0,-1-2 0 0 0,2 4 0 0 0,3 0 0 0 0,-7-2 0 0 0,0-1 0 0 0,-3-1 0 0 0,-3 3 0 0 0,2 1 0 0 0,5-1 0 0 0,-5-2 0 0 0,-4-2 0 0 0,2-1 0 0 0,-5-1 0 0 0,-4 0 0 0 0,5-2 0 0 0,-4 1 0 0 0,-2 0 0 0 0,-6 0 0 0 0,-1-1 0 0 0,1 6 0 0 0,-4 2 0 0 0,1 0 0 0 0,-3-2 0 0 0,-4-1 0 0 0,-4-2 0 0 0,-4 0 0 0 0,3-2 0 0 0,0 0 0 0 0,-1 5 0 0 0,-2 2 0 0 0,-1-1 0 0 0,-2-1 0 0 0,0-1 0 0 0,-1-2 0 0 0,0 0 0 0 0,-1-2 0 0 0,1 0 0 0 0,-1 0 0 0 0,-4 5 0 0 0,-13 1 0 0 0,-13 1 0 0 0,-13-2 0 0 0,-8-1 0 0 0,-7-2 0 0 0,-3-1 0 0 0,-2 0 0 0 0,0-1 0 0 0,-1 0 0 0 0,-4-6 0 0 0,-1-1 0 0 0,1 0 0 0 0,-4 1 0 0 0,0-3 0 0 0,2 0 0 0 0,-2 1 0 0 0,0 2 0 0 0,-3 2 0 0 0,-10 2 0 0 0,0-4 0 0 0,-2-1 0 0 0,4 0 0 0 0,0 2 0 0 0,-6-3 0 0 0,-4-1 0 0 0,-7 1 0 0 0,-7-3 0 0 0,-6 1 0 0 0,5 1 0 0 0,1-3 0 0 0,-3 1 0 0 0,3-3 0 0 0,-8 1 0 0 0,-4 2 0 0 0,-9-1 0 0 0,8 0 0 0 0,3-2 0 0 0,-4 1 0 0 0,-3 2 0 0 0,-1-1 0 0 0,-6 0 0 0 0,-5 3 0 0 0,8-2 0 0 0,2 0 0 0 0,-6 3 0 0 0,1-4 0 0 0,0 2 0 0 0,-3 1 0 0 0,-4 3 0 0 0,-1 2 0 0 0,9-3 0 0 0,0-1 0 0 0,-4 2 0 0 0,-6-5 0 0 0,7 1 0 0 0,-2 2 0 0 0,-3 1 0 0 0,12-2 0 0 0,0 0 0 0 0,-3 1 0 0 0,-7-3 0 0 0,5 1 0 0 0,-2 1 0 0 0,1 3 0 0 0,2-3 0 0 0,8 0 0 0 0,-1 1 0 0 0,-2 3 0 0 0,6-4 0 0 0,-3 0 0 0 0,-2 2 0 0 0,0 1 0 0 0,10 3 0 0 0,4-4 0 0 0,-1-1 0 0 0,4 1 0 0 0,-1 2 0 0 0,7 1 0 0 0,6 2 0 0 0,-8 2 0 0 0,4-1 0 0 0,3 1 0 0 0,2-4 0 0 0,7-3 0 0 0,3 1 0 0 0,4 0 0 0 0,7 3 0 0 0,-6 0 0 0 0,1 2 0 0 0,2 1 0 0 0,5 0 0 0 0,4 0 0 0 0,2 0 0 0 0,3 1 0 0 0,1-1 0 0 0,0 0 0 0 0,12 0 0 0 0,13 0 0 0 0,14 0 0 0 0,10 0 0 0 0,7 0 0 0 0,6 0 0 0 0,1 0 0 0 0,7 0 0 0 0,7 0 0 0 0,5 5 0 0 0,1 2 0 0 0,1 0 0 0 0,2-2 0 0 0,8-1 0 0 0,-3 4 0 0 0,6 0 0 0 0,1-1 0 0 0,0-2 0 0 0,-1-1 0 0 0,-1-2 0 0 0,-2-1 0 0 0,5-1 0 0 0,7 5 0 0 0,0 2 0 0 0,4-1 0 0 0,4-1 0 0 0,-2 4 0 0 0,1 0 0 0 0,3-1 0 0 0,7-2 0 0 0,-1 3 0 0 0,5 0 0 0 0,7-1 0 0 0,-4 3 0 0 0,-2-1 0 0 0,2-1 0 0 0,1-3 0 0 0,4 3 0 0 0,0 0 0 0 0,4-1 0 0 0,-7 3 0 0 0,1-1 0 0 0,-1-1 0 0 0,3 2 0 0 0,5 0 0 0 0,4-2 0 0 0,0 2 0 0 0,-10 0 0 0 0,-1-2 0 0 0,3 2 0 0 0,0 0 0 0 0,2-2 0 0 0,0 2 0 0 0,1 0 0 0 0,-6-3 0 0 0,-5-2 0 0 0,2-2 0 0 0,5 4 0 0 0,-5-1 0 0 0,2 0 0 0 0,5 3 0 0 0,-11 0 0 0 0,-5-1 0 0 0,2-3 0 0 0,2 4 0 0 0,-4-1 0 0 0,-3-2 0 0 0,0 4 0 0 0,-4 0 0 0 0,-6-3 0 0 0,0-2 0 0 0,-3 3 0 0 0,2 1 0 0 0,4-3 0 0 0,-7-1 0 0 0,0 2 0 0 0,-2 1 0 0 0,-7-1 0 0 0,0-3 0 0 0,-5-1 0 0 0,-2 3 0 0 0,0 1 0 0 0,0-1 0 0 0,-3-2 0 0 0,-2-2 0 0 0,-3 4 0 0 0,0 1 0 0 0,2-1 0 0 0,3-2 0 0 0,-3-1 0 0 0,-4-2 0 0 0,-5-1 0 0 0,-5-1 0 0 0,-3 5 0 0 0,-2 2 0 0 0,-2-1 0 0 0,0-1 0 0 0,-10-1 0 0 0,-15-2 0 0 0,-12-1 0 0 0,-12 0 0 0 0,-6-1 0 0 0,-5-1 0 0 0,-3 1 0 0 0,-5 0 0 0 0,-3 0 0 0 0,-4-1 0 0 0,-5 1 0 0 0,-4 0 0 0 0,1 0 0 0 0,5 0 0 0 0,0 0 0 0 0,3 0 0 0 0,-2 0 0 0 0,2 0 0 0 0,-6 0 0 0 0,-1 0 0 0 0,-7 0 0 0 0,2 0 0 0 0,0 0 0 0 0,-7 0 0 0 0,-7 0 0 0 0,2 0 0 0 0,-2 0 0 0 0,0 0 0 0 0,-3 0 0 0 0,0 0 0 0 0,-3 0 0 0 0,-4 0 0 0 0,-4 0 0 0 0,2 0 0 0 0,-1 0 0 0 0,-1 0 0 0 0,3 0 0 0 0,-1 0 0 0 0,-6 0 0 0 0,-5 0 0 0 0,4 0 0 0 0,-4 0 0 0 0,-2 0 0 0 0,11 0 0 0 0,-2 0 0 0 0,-2 0 0 0 0,5 0 0 0 0,-6 0 0 0 0,-2 0 0 0 0,3 0 0 0 0,7 0 0 0 0,-4 0 0 0 0,3 0 0 0 0,-1 0 0 0 0,-2 0 0 0 0,4 0 0 0 0,-6 6 0 0 0,2 1 0 0 0,0-1 0 0 0,4 0 0 0 0,0-3 0 0 0,-2 0 0 0 0,4-2 0 0 0,4-1 0 0 0,5 6 0 0 0,3 1 0 0 0,-1-1 0 0 0,-6-1 0 0 0,6-2 0 0 0,-2 5 0 0 0,6 0 0 0 0,3-1 0 0 0,3-1 0 0 0,5-3 0 0 0,2-1 0 0 0,-1 4 0 0 0,-2 2 0 0 0,-2-2 0 0 0,3-1 0 0 0,6-1 0 0 0,6-2 0 0 0,4 4 0 0 0,4 1 0 0 0,-2 0 0 0 0,-2-2 0 0 0,2-2 0 0 0,1 0 0 0 0,1-2 0 0 0,2-1 0 0 0,5 5 0 0 0,3 2 0 0 0,0-1 0 0 0,4 4 0 0 0,11 1 0 0 0,12-2 0 0 0,10-3 0 0 0,10-1 0 0 0,4-3 0 0 0,4-1 0 0 0,2-1 0 0 0,0 5 0 0 0,0 2 0 0 0,5-1 0 0 0,1-1 0 0 0,-1-2 0 0 0,-1 0 0 0 0,-2-2 0 0 0,3-1 0 0 0,1 0 0 0 0,-1 0 0 0 0,3 0 0 0 0,1-1 0 0 0,8 6 0 0 0,6 2 0 0 0,-1 0 0 0 0,1-2 0 0 0,1-1 0 0 0,1-2 0 0 0,2 0 0 0 0,0-2 0 0 0,2 0 0 0 0,4 0 0 0 0,-2 0 0 0 0,3-1 0 0 0,1 1 0 0 0,-2 0 0 0 0,5 0 0 0 0,6 0 0 0 0,0 0 0 0 0,-3 0 0 0 0,3 0 0 0 0,-3 5 0 0 0,3 2 0 0 0,4 0 0 0 0,-1-2 0 0 0,0-1 0 0 0,-1-2 0 0 0,-5-1 0 0 0,1 0 0 0 0,-6-1 0 0 0,0 0 0 0 0,4 5 0 0 0,5 1 0 0 0,-4 1 0 0 0,-1-2 0 0 0,-6-1 0 0 0,1-2 0 0 0,4-1 0 0 0,1 0 0 0 0,-2 4 0 0 0,-2 2 0 0 0,-3-1 0 0 0,-2-1 0 0 0,5-1 0 0 0,-6-2 0 0 0,-2-1 0 0 0,-1 0 0 0 0,-5 4 0 0 0,-3 2 0 0 0,2-1 0 0 0,1-1 0 0 0,3-1 0 0 0,-5-2 0 0 0,1-1 0 0 0,-5-1 0 0 0,-5 0 0 0 0,1 0 0 0 0,-3 0 0 0 0,-3 0 0 0 0,3-1 0 0 0,-1 1 0 0 0,3 0 0 0 0,-6 5 0 0 0,-4 2 0 0 0,-2 0 0 0 0,-3-2 0 0 0,1-1 0 0 0,-1-2 0 0 0,1 0 0 0 0,-11-2 0 0 0,-13 0 0 0 0,-13 0 0 0 0,-11 0 0 0 0,-7-1 0 0 0,-5 1 0 0 0,-3 0 0 0 0,0 0 0 0 0,0 0 0 0 0,-6 0 0 0 0,0 0 0 0 0,0 0 0 0 0,-3 0 0 0 0,-5 0 0 0 0,0-5 0 0 0,-2-2 0 0 0,-9 0 0 0 0,1 2 0 0 0,-1 1 0 0 0,-1 2 0 0 0,4 0 0 0 0,-4 2 0 0 0,-7 0 0 0 0,1 0 0 0 0,-3-5 0 0 0,-6-2 0 0 0,4 1 0 0 0,-1 1 0 0 0,-5-4 0 0 0,0 0 0 0 0,-2 1 0 0 0,-5 2 0 0 0,3 2 0 0 0,3-3 0 0 0,-5-1 0 0 0,0 1 0 0 0,-1-4 0 0 0,-8 1 0 0 0,-4 1 0 0 0,3 3 0 0 0,3 2 0 0 0,-1-3 0 0 0,0-1 0 0 0,0 1 0 0 0,-1 2 0 0 0,-6-4 0 0 0,-2 0 0 0 0,5 2 0 0 0,3 1 0 0 0,2 3 0 0 0,-1 0 0 0 0,0-3 0 0 0,-1-1 0 0 0,0 1 0 0 0,5 1 0 0 0,6 1 0 0 0,-4-3 0 0 0,-4-1 0 0 0,-2 1 0 0 0,3 2 0 0 0,2 1 0 0 0,9 2 0 0 0,2 1 0 0 0,-2 1 0 0 0,-4 0 0 0 0,1 0 0 0 0,-2-5 0 0 0,3-1 0 0 0,9-1 0 0 0,1 2 0 0 0,6 1 0 0 0,-1 2 0 0 0,-1 1 0 0 0,5 0 0 0 0,2 1 0 0 0,6 1 0 0 0,6-1 0 0 0,0 0 0 0 0,3 0 0 0 0,3 1 0 0 0,3-1 0 0 0,2 0 0 0 0,2 0 0 0 0,1 0 0 0 0,1 0 0 0 0,0 0 0 0 0,10 0 0 0 0,9 5 0 0 0,11 2 0 0 0,11 0 0 0 0,9-2 0 0 0,7-1 0 0 0,3 3 0 0 0,2 2 0 0 0,6-2 0 0 0,7-2 0 0 0,7-1 0 0 0,4-2 0 0 0,-1-1 0 0 0,0-1 0 0 0,6 0 0 0 0,-2-1 0 0 0,5 1 0 0 0,-3 0 0 0 0,-2 0 0 0 0,5 5 0 0 0,-3 1 0 0 0,4 1 0 0 0,6-2 0 0 0,2-1 0 0 0,-1-1 0 0 0,8 3 0 0 0,6 2 0 0 0,0-2 0 0 0,5-1 0 0 0,3-1 0 0 0,-4-2 0 0 0,4-1 0 0 0,-3-1 0 0 0,-2 6 0 0 0,5 0 0 0 0,2 1 0 0 0,6-2 0 0 0,-4-2 0 0 0,2-1 0 0 0,-5 0 0 0 0,-3 3 0 0 0,3 2 0 0 0,2 0 0 0 0,5-2 0 0 0,-4-2 0 0 0,2-1 0 0 0,-5 0 0 0 0,-4 3 0 0 0,0 2 0 0 0,4 0 0 0 0,2-2 0 0 0,0-2 0 0 0,0-1 0 0 0,-7 5 0 0 0,-8 0 0 0 0,4 0 0 0 0,-4-2 0 0 0,1-2 0 0 0,-3 5 0 0 0,0 0 0 0 0,-8-1 0 0 0,0-2 0 0 0,-3-2 0 0 0,-2-1 0 0 0,3-1 0 0 0,1 0 0 0 0,-8-1 0 0 0,-2-1 0 0 0,-8 6 0 0 0,-2 2 0 0 0,1-1 0 0 0,-3-1 0 0 0,0-1 0 0 0,-2-2 0 0 0,-5 0 0 0 0,2-2 0 0 0,3 0 0 0 0,-1 0 0 0 0,3 0 0 0 0,-3-1 0 0 0,-3 1 0 0 0,-4 0 0 0 0,-3 0 0 0 0,-3 0 0 0 0,-12 0 0 0 0,-14 0 0 0 0,-15 0 0 0 0,-10 0 0 0 0,-8 0 0 0 0,-5 0 0 0 0,4-5 0 0 0,0-2 0 0 0,0 0 0 0 0,-1 2 0 0 0,-6-4 0 0 0,-7-1 0 0 0,-3 2 0 0 0,1 3 0 0 0,-2 1 0 0 0,1 2 0 0 0,-3 1 0 0 0,-3 0 0 0 0,1-4 0 0 0,-1-1 0 0 0,-3 0 0 0 0,2 1 0 0 0,0 1 0 0 0,-8-3 0 0 0,2-2 0 0 0,-6 2 0 0 0,-13 2 0 0 0,1 1 0 0 0,3 2 0 0 0,-2-4 0 0 0,1-1 0 0 0,-2 0 0 0 0,5 2 0 0 0,5 2 0 0 0,-8 1 0 0 0,-1 1 0 0 0,0 0 0 0 0,-2 1 0 0 0,-4 1 0 0 0,6-1 0 0 0,0 0 0 0 0,3 1 0 0 0,-9-1 0 0 0,0 0 0 0 0,2 0 0 0 0,0 0 0 0 0,1 0 0 0 0,4 0 0 0 0,-1 0 0 0 0,-4 0 0 0 0,-4 0 0 0 0,1 0 0 0 0,-2 0 0 0 0,9 0 0 0 0,6 0 0 0 0,-1 0 0 0 0,0 0 0 0 0,3 0 0 0 0,-5 0 0 0 0,0 0 0 0 0,-3 0 0 0 0,5 0 0 0 0,4 0 0 0 0,2 0 0 0 0,7 0 0 0 0,-2 0 0 0 0,-3 5 0 0 0,5 2 0 0 0,5 0 0 0 0,3-2 0 0 0,2 4 0 0 0,0 0 0 0 0,2-1 0 0 0,3-2 0 0 0,4-2 0 0 0,-3-2 0 0 0,1-1 0 0 0,1 5 0 0 0,2 0 0 0 0,2 1 0 0 0,7 3 0 0 0,2 0 0 0 0,1-1 0 0 0,4 3 0 0 0,11-1 0 0 0,7 3 0 0 0,8-1 0 0 0,10-2 0 0 0,6-3 0 0 0,6-4 0 0 0,2-1 0 0 0,2-3 0 0 0,0 0 0 0 0,1 0 0 0 0,-1-1 0 0 0,5 1 0 0 0,7-1 0 0 0,1 1 0 0 0,-2 0 0 0 0,2 0 0 0 0,-1 0 0 0 0,-3 0 0 0 0,2 0 0 0 0,4-6 0 0 0,5-1 0 0 0,9 1 0 0 0,10 0 0 0 0,4-3 0 0 0,-2 0 0 0 0,-1 1 0 0 0,-9 2 0 0 0,-3 3 0 0 0,2 0 0 0 0,-3 2 0 0 0,4 1 0 0 0,2 0 0 0 0,0 1 0 0 0,-1-1 0 0 0,5 1 0 0 0,-4-1 0 0 0,3 0 0 0 0,-6 0 0 0 0,3 0 0 0 0,6 0 0 0 0,7 0 0 0 0,6 0 0 0 0,-7-5 0 0 0,0-2 0 0 0,-3 0 0 0 0,-8 2 0 0 0,-6 1 0 0 0,-7 2 0 0 0,3 0 0 0 0,2 2 0 0 0,-3 0 0 0 0,-1 0 0 0 0,1 0 0 0 0,-3 1 0 0 0,-1-1 0 0 0,-3 0 0 0 0,1 0 0 0 0,-4 0 0 0 0,2 0 0 0 0,4-5 0 0 0,-3-2 0 0 0,2 0 0 0 0,-3 2 0 0 0,-3 1 0 0 0,0 2 0 0 0,-1 1 0 0 0,-4 0 0 0 0,-2 1 0 0 0,-3 0 0 0 0,-1 1 0 0 0,-2-1 0 0 0,0 0 0 0 0,-1 0 0 0 0,0 0 0 0 0,0 0 0 0 0,1 0 0 0 0,-1 0 0 0 0,-9 0 0 0 0,-15 0 0 0 0,-13 0 0 0 0,-11 0 0 0 0,-7 0 0 0 0,-5 0 0 0 0,-2 0 0 0 0,-7 0 0 0 0,-1 0 0 0 0,0 0 0 0 0,2 0 0 0 0,2 0 0 0 0,3 0 0 0 0,-5 0 0 0 0,-6 0 0 0 0,-5 0 0 0 0,-6 0 0 0 0,2 0 0 0 0,-1 0 0 0 0,4 0 0 0 0,-6 0 0 0 0,-3 0 0 0 0,2 0 0 0 0,2 0 0 0 0,-2 0 0 0 0,-1 0 0 0 0,-6 0 0 0 0,2 0 0 0 0,-3 0 0 0 0,-3 0 0 0 0,2 0 0 0 0,-5 0 0 0 0,-6 0 0 0 0,0 0 0 0 0,-3 0 0 0 0,2 0 0 0 0,8 0 0 0 0,2 0 0 0 0,-5-5 0 0 0,1-2 0 0 0,-4 1 0 0 0,-5 0 0 0 0,2 2 0 0 0,2 2 0 0 0,6 1 0 0 0,-3 0 0 0 0,-3 1 0 0 0,1-5 0 0 0,2-1 0 0 0,-1-1 0 0 0,6 2 0 0 0,5 1 0 0 0,-3 2 0 0 0,0 1 0 0 0,0 1 0 0 0,-3-1 0 0 0,4 2 0 0 0,3-1 0 0 0,8 0 0 0 0,-4 0 0 0 0,-1 1 0 0 0,3-1 0 0 0,2 0 0 0 0,-1 0 0 0 0,-1 0 0 0 0,4 0 0 0 0,6 0 0 0 0,0 0 0 0 0,-3 0 0 0 0,3 0 0 0 0,4 0 0 0 0,3 0 0 0 0,4 0 0 0 0,3 0 0 0 0,1 0 0 0 0,7 5 0 0 0,12 2 0 0 0,9 5 0 0 0,10 0 0 0 0,9-1 0 0 0,3 2 0 0 0,2-1 0 0 0,10-3 0 0 0,4-2 0 0 0,1-3 0 0 0,1-2 0 0 0,4 4 0 0 0,6 1 0 0 0,6 4 0 0 0,-1 1 0 0 0,-4-2 0 0 0,0-3 0 0 0,-1-2 0 0 0,0 3 0 0 0,9 0 0 0 0,1-1 0 0 0,-5-2 0 0 0,5 4 0 0 0,4 0 0 0 0,1-2 0 0 0,7-1 0 0 0,2 2 0 0 0,0 1 0 0 0,3-1 0 0 0,-5-2 0 0 0,2-3 0 0 0,4-1 0 0 0,0-1 0 0 0,3-1 0 0 0,5 5 0 0 0,-7 2 0 0 0,5-1 0 0 0,-1 4 0 0 0,-3 1 0 0 0,2-2 0 0 0,7-3 0 0 0,6 4 0 0 0,-8-1 0 0 0,-1-1 0 0 0,10 3 0 0 0,1-1 0 0 0,-5-1 0 0 0,-2 2 0 0 0,0 0 0 0 0,1-2 0 0 0,-3-3 0 0 0,-1 3 0 0 0,-3 0 0 0 0,-1-1 0 0 0,3-3 0 0 0,-2 4 0 0 0,-10-1 0 0 0,0 0 0 0 0,-3 3 0 0 0,4-1 0 0 0,0-1 0 0 0,-2-3 0 0 0,4 3 0 0 0,-6 0 0 0 0,-4-1 0 0 0,4-3 0 0 0,-5-1 0 0 0,-2 3 0 0 0,4 1 0 0 0,-4-2 0 0 0,-1 0 0 0 0,0-3 0 0 0,-5-1 0 0 0,-7-1 0 0 0,-5-1 0 0 0,0 0 0 0 0,3 0 0 0 0,0 5 0 0 0,-3 1 0 0 0,2 1 0 0 0,4-2 0 0 0,4-1 0 0 0,-1 3 0 0 0,-4 1 0 0 0,-5 0 0 0 0,-5-3 0 0 0,-2-1 0 0 0,-3-2 0 0 0,-7 4 0 0 0,-2 1 0 0 0,-10 0 0 0 0,-13-2 0 0 0,-11-2 0 0 0,-9-1 0 0 0,-7-1 0 0 0,-4 0 0 0 0,-1-2 0 0 0,-2 1 0 0 0,-4 0 0 0 0,-2 0 0 0 0,-4-1 0 0 0,-5 1 0 0 0,0 0 0 0 0,-2 0 0 0 0,3 0 0 0 0,-1 0 0 0 0,2 0 0 0 0,4-5 0 0 0,0-2 0 0 0,0 0 0 0 0,-2 2 0 0 0,-3 1 0 0 0,0 2 0 0 0,-2 0 0 0 0,-3 2 0 0 0,-2 0 0 0 0,-4-5 0 0 0,5-2 0 0 0,-6 1 0 0 0,-7 1 0 0 0,2 1 0 0 0,-4-3 0 0 0,-6-2 0 0 0,5 2 0 0 0,4 2 0 0 0,-3 1 0 0 0,0 2 0 0 0,-4 1 0 0 0,-5 1 0 0 0,5-5 0 0 0,5-2 0 0 0,-3 1 0 0 0,2 1 0 0 0,-4-4 0 0 0,0 0 0 0 0,2 1 0 0 0,-3 2 0 0 0,1-3 0 0 0,2 0 0 0 0,3 2 0 0 0,-2 1 0 0 0,4-3 0 0 0,-1 0 0 0 0,-6 2 0 0 0,5 1 0 0 0,3-3 0 0 0,3 0 0 0 0,1 2 0 0 0,0 1 0 0 0,-5-2 0 0 0,3-1 0 0 0,8 1 0 0 0,2 2 0 0 0,0 3 0 0 0,-2-4 0 0 0,4-1 0 0 0,-1 1 0 0 0,4 2 0 0 0,5 1 0 0 0,-1 2 0 0 0,1 2 0 0 0,-1-1 0 0 0,0 1 0 0 0,4 1 0 0 0,2-1 0 0 0,3 0 0 0 0,-3 1 0 0 0,-1-1 0 0 0,2 0 0 0 0,1 0 0 0 0,2 0 0 0 0,7-5 0 0 0,13-2 0 0 0,14 0 0 0 0,12 2 0 0 0,10 1 0 0 0,6 1 0 0 0,3-3 0 0 0,2-2 0 0 0,1 2 0 0 0,-1 1 0 0 0,0 1 0 0 0,5 2 0 0 0,5 1 0 0 0,2 1 0 0 0,-2 0 0 0 0,-3 0 0 0 0,-3 0 0 0 0,3 1 0 0 0,-1-1 0 0 0,-1 0 0 0 0,8 0 0 0 0,3 0 0 0 0,2 0 0 0 0,-2 0 0 0 0,-4 0 0 0 0,6 0 0 0 0,5 0 0 0 0,-2 0 0 0 0,6 0 0 0 0,-3 0 0 0 0,1 0 0 0 0,-1 0 0 0 0,2 0 0 0 0,6 0 0 0 0,3 0 0 0 0,-1 0 0 0 0,0 0 0 0 0,-7 0 0 0 0,3 0 0 0 0,6 0 0 0 0,-4 0 0 0 0,3 0 0 0 0,6 0 0 0 0,-5 0 0 0 0,-3 0 0 0 0,-3 0 0 0 0,-1 0 0 0 0,4 0 0 0 0,2 0 0 0 0,0 0 0 0 0,3 0 0 0 0,-4 5 0 0 0,-4 2 0 0 0,-2 0 0 0 0,0-2 0 0 0,-1-1 0 0 0,-5-1 0 0 0,4-2 0 0 0,-3-1 0 0 0,0 6 0 0 0,0 0 0 0 0,-4 1 0 0 0,0-2 0 0 0,2-2 0 0 0,-4 0 0 0 0,-4-2 0 0 0,-6-1 0 0 0,2 0 0 0 0,3 0 0 0 0,1 0 0 0 0,1-1 0 0 0,-1 1 0 0 0,-3 0 0 0 0,-4 0 0 0 0,-3 0 0 0 0,-3 0 0 0 0,-1 0 0 0 0,-2 0 0 0 0,0 5 0 0 0,1 2 0 0 0,-1 0 0 0 0,0-2 0 0 0,0-1 0 0 0,1-2 0 0 0,0 0 0 0 0,0-2 0 0 0,-11 0 0 0 0,-14 0 0 0 0,-13 0 0 0 0,-10-1 0 0 0,-8 1 0 0 0,-5 0 0 0 0,-3 0 0 0 0,0 0 0 0 0,-1 0 0 0 0,1 0 0 0 0,1 0 0 0 0,0 0 0 0 0,0 0 0 0 0,1 0 0 0 0,0 0 0 0 0,1 0 0 0 0,-6 0 0 0 0,-7 0 0 0 0,-1 0 0 0 0,1 0 0 0 0,3 0 0 0 0,3 0 0 0 0,-3-6 0 0 0,-5-1 0 0 0,0 1 0 0 0,-2 0 0 0 0,0 3 0 0 0,4 0 0 0 0,-2 2 0 0 0,3 1 0 0 0,-4 0 0 0 0,-3 0 0 0 0,1 0 0 0 0,3 0 0 0 0,5 1 0 0 0,-2-1 0 0 0,-5 0 0 0 0,2 0 0 0 0,-3 0 0 0 0,1 0 0 0 0,-1 0 0 0 0,-3 0 0 0 0,2 0 0 0 0,-2 0 0 0 0,3 0 0 0 0,0 0 0 0 0,-4 0 0 0 0,-2 0 0 0 0,2 0 0 0 0,-1 0 0 0 0,-1 0 0 0 0,3 0 0 0 0,5 0 0 0 0,5 0 0 0 0,-1 0 0 0 0,-4 0 0 0 0,-4 0 0 0 0,0 0 0 0 0,-1 0 0 0 0,3 0 0 0 0,4 0 0 0 0,4 0 0 0 0,4 0 0 0 0,-2 0 0 0 0,-6 0 0 0 0,0 0 0 0 0,-3 0 0 0 0,-4 0 0 0 0,1 0 0 0 0,4 0 0 0 0,5 0 0 0 0,-2 0 0 0 0,2 0 0 0 0,2 0 0 0 0,-2 0 0 0 0,0 0 0 0 0,2 0 0 0 0,2 0 0 0 0,3 0 0 0 0,1 0 0 0 0,2 0 0 0 0,0 0 0 0 0,5-5 0 0 0,8-8 0 0 0,12 0 0 0 0,12 1 0 0 0,10 3 0 0 0,8-3 0 0 0,5 2 0 0 0,3-4 0 0 0,1 1 0 0 0,5 3 0 0 0,2 3 0 0 0,0 2 0 0 0,2 3 0 0 0,0 1 0 0 0,-2 1 0 0 0,-2 0 0 0 0,2 1 0 0 0,0 0 0 0 0,-1-1 0 0 0,2 0 0 0 0,1 1 0 0 0,2-1 0 0 0,5 0 0 0 0,0 0 0 0 0,1 0 0 0 0,-2 0 0 0 0,1 0 0 0 0,2 0 0 0 0,-1 0 0 0 0,0 0 0 0 0,9 0 0 0 0,3 0 0 0 0,-3 0 0 0 0,0 0 0 0 0,4 0 0 0 0,-3 0 0 0 0,0 0 0 0 0,-7 0 0 0 0,-5 0 0 0 0,-2 0 0 0 0,-3 0 0 0 0,2 0 0 0 0,3 0 0 0 0,0 0 0 0 0,-4 0 0 0 0,-4 0 0 0 0,1 0 0 0 0,5 0 0 0 0,5 0 0 0 0,-1 0 0 0 0,-4 0 0 0 0,-4 0 0 0 0,-5 0 0 0 0,-3 5 0 0 0,4 2 0 0 0,0-1 0 0 0,-1 0 0 0 0,3-2 0 0 0,1-2 0 0 0,-2-1 0 0 0,-2 0 0 0 0,-2-1 0 0 0,-2 0 0 0 0,-1-1 0 0 0,-12-4 0 0 0,-14-3 0 0 0,-13 2 0 0 0,-11-5 0 0 0,-8 0 0 0 0,-4 2 0 0 0,-2-3 0 0 0,-2 1 0 0 0,-5-3 0 0 0,-1 0 0 0 0,-4 4 0 0 0,-6-3 0 0 0,1 1 0 0 0,4 3 0 0 0,4-2 0 0 0,3 0 0 0 0,-1-3 0 0 0,-6 1 0 0 0,1 3 0 0 0,-4-3 0 0 0,2 2 0 0 0,-2 2 0 0 0,-3 3 0 0 0,1-3 0 0 0,-1 0 0 0 0,-7-4 0 0 0,1 1 0 0 0,-1 2 0 0 0,-1-2 0 0 0,0 0 0 0 0,-2 3 0 0 0,-5-3 0 0 0,3 1 0 0 0,-4-2 0 0 0,0-1 0 0 0,5 4 0 0 0,3-2 0 0 0,2 0 0 0 0,-1 3 0 0 0,-6 3 0 0 0,-3-3 0 0 0,5 0 0 0 0,3 2 0 0 0,6 1 0 0 0,-4 3 0 0 0,-3 1 0 0 0,4 1 0 0 0,1 1 0 0 0,-6 0 0 0 0,-3 1 0 0 0,-1-1 0 0 0,5 1 0 0 0,2-1 0 0 0,6 0 0 0 0,7 0 0 0 0,0 0 0 0 0,-3 0 0 0 0,-3 0 0 0 0,1 0 0 0 0,5 0 0 0 0,4 0 0 0 0,4 0 0 0 0,3 0 0 0 0,2 0 0 0 0,1 0 0 0 0,1 0 0 0 0,0 0 0 0 0,0 0 0 0 0,5 5 0 0 0,12 2 0 0 0,14 0 0 0 0,11 3 0 0 0,9 1 0 0 0,7-2 0 0 0,-2 3 0 0 0,0-1 0 0 0,1-2 0 0 0,1-2 0 0 0,1-3 0 0 0,0 3 0 0 0,2 1 0 0 0,0-1 0 0 0,0-2 0 0 0,5-2 0 0 0,2-1 0 0 0,5-1 0 0 0,5-1 0 0 0,1 0 0 0 0,1-1 0 0 0,4 6 0 0 0,-3 2 0 0 0,0-1 0 0 0,3 0 0 0 0,2-3 0 0 0,2 0 0 0 0,2-2 0 0 0,-4 5 0 0 0,-1 1 0 0 0,0-1 0 0 0,7-1 0 0 0,-2-1 0 0 0,4-2 0 0 0,8-1 0 0 0,7-1 0 0 0,0 0 0 0 0,-3 0 0 0 0,2 0 0 0 0,-2 5 0 0 0,2 1 0 0 0,3 1 0 0 0,4-2 0 0 0,-3-1 0 0 0,-4-2 0 0 0,0 0 0 0 0,-2-2 0 0 0,-4 0 0 0 0,-4 0 0 0 0,-8 0 0 0 0,1-1 0 0 0,7 1 0 0 0,-4 0 0 0 0,3 5 0 0 0,1 2 0 0 0,-6 0 0 0 0,-3-2 0 0 0,-1-1 0 0 0,0-2 0 0 0,1-1 0 0 0,0 0 0 0 0,2-1 0 0 0,-6 0 0 0 0,-5-1 0 0 0,3 1 0 0 0,-2 5 0 0 0,2 2 0 0 0,1-1 0 0 0,-3 0 0 0 0,-4-2 0 0 0,-1-2 0 0 0,3-1 0 0 0,-1 0 0 0 0,-5-1 0 0 0,2 0 0 0 0,-2-1 0 0 0,-3 1 0 0 0,2 0 0 0 0,5 0 0 0 0,-1-1 0 0 0,3 1 0 0 0,-3 0 0 0 0,-2 0 0 0 0,-5 0 0 0 0,-3 0 0 0 0,-3 0 0 0 0,-1 0 0 0 0,-12 0 0 0 0,-15 0 0 0 0,-12 0 0 0 0,-12 0 0 0 0,-6 0 0 0 0,-6 0 0 0 0,-1 0 0 0 0,-2 0 0 0 0,1-5 0 0 0,-1-2 0 0 0,2 1 0 0 0,0 0 0 0 0,-4-3 0 0 0,-8 0 0 0 0,0 1 0 0 0,1 2 0 0 0,-2 2 0 0 0,-4 2 0 0 0,1 1 0 0 0,-2-4 0 0 0,-3-2 0 0 0,3 1 0 0 0,-1 1 0 0 0,3 1 0 0 0,-1 2 0 0 0,-3 1 0 0 0,3-5 0 0 0,-6-1 0 0 0,-5 1 0 0 0,3 1 0 0 0,1 1 0 0 0,4 2 0 0 0,1 1 0 0 0,-6 1 0 0 0,0 0 0 0 0,-5 0 0 0 0,-3 0 0 0 0,5 1 0 0 0,-4-1 0 0 0,5 0 0 0 0,6 0 0 0 0,-3 0 0 0 0,2 0 0 0 0,-4 0 0 0 0,-4 0 0 0 0,-12 0 0 0 0,-4 0 0 0 0,1 0 0 0 0,3 0 0 0 0,4 0 0 0 0,8 0 0 0 0,4 0 0 0 0,7 0 0 0 0,2 0 0 0 0,-7 0 0 0 0,1 0 0 0 0,-1 0 0 0 0,-1 0 0 0 0,4 0 0 0 0,0 0 0 0 0,5 0 0 0 0,-1 0 0 0 0,-3 0 0 0 0,4 0 0 0 0,3 0 0 0 0,5 0 0 0 0,-2 0 0 0 0,-4 0 0 0 0,1 0 0 0 0,-3 0 0 0 0,2 0 0 0 0,3 0 0 0 0,-1 0 0 0 0,-4 0 0 0 0,1 0 0 0 0,4 0 0 0 0,3 0 0 0 0,-2 0 0 0 0,1 0 0 0 0,3 0 0 0 0,-4 0 0 0 0,1 0 0 0 0,8-5 0 0 0,3-2 0 0 0,2 0 0 0 0,0 2 0 0 0,1 1 0 0 0,-2 2 0 0 0,5-5 0 0 0,12 0 0 0 0,12 0 0 0 0,7-3 0 0 0,8-1 0 0 0,6 3 0 0 0,4 1 0 0 0,4 3 0 0 0,3 2 0 0 0,-1 1 0 0 0,2 1 0 0 0,-1 0 0 0 0,5 0 0 0 0,7 1 0 0 0,6-1 0 0 0,0 0 0 0 0,2 1 0 0 0,-3-1 0 0 0,7 0 0 0 0,-2 0 0 0 0,6 0 0 0 0,8 0 0 0 0,-1 0 0 0 0,3 0 0 0 0,5 0 0 0 0,11 0 0 0 0,2 0 0 0 0,1 5 0 0 0,6 2 0 0 0,-7 0 0 0 0,-3 3 0 0 0,5 1 0 0 0,2-2 0 0 0,2 3 0 0 0,6-1 0 0 0,2 3 0 0 0,-12 0 0 0 0,0-4 0 0 0,6-2 0 0 0,2 2 0 0 0,0-1 0 0 0,0-1 0 0 0,3 2 0 0 0,-10 0 0 0 0,-4-1 0 0 0,3-3 0 0 0,3-2 0 0 0,1-2 0 0 0,0 4 0 0 0,0 1 0 0 0,-11-1 0 0 0,2 4 0 0 0,1 1 0 0 0,-2-3 0 0 0,-1-1 0 0 0,2 2 0 0 0,2 0 0 0 0,-9-1 0 0 0,-1 3 0 0 0,1-1 0 0 0,-7-1 0 0 0,0-3 0 0 0,-1 3 0 0 0,-3 0 0 0 0,-6-1 0 0 0,-5-3 0 0 0,0-1 0 0 0,1-2 0 0 0,-5 4 0 0 0,0 1 0 0 0,-4-1 0 0 0,0-1 0 0 0,3 4 0 0 0,3 0 0 0 0,3-2 0 0 0,2-1 0 0 0,-3-2 0 0 0,-2-2 0 0 0,-4-1 0 0 0,-5-1 0 0 0,-5 0 0 0 0,-5 5 0 0 0,-2 1 0 0 0,-2 1 0 0 0,-12-2 0 0 0,-13-2 0 0 0,-14 0 0 0 0,-11-2 0 0 0,-7-1 0 0 0,-4 0 0 0 0,-3 0 0 0 0,0 0 0 0 0,-1 0 0 0 0,1-1 0 0 0,1 1 0 0 0,0 0 0 0 0,1 0 0 0 0,-6 0 0 0 0,-6 0 0 0 0,-1 0 0 0 0,-4 0 0 0 0,-4 0 0 0 0,-4 0 0 0 0,3-5 0 0 0,-6-2 0 0 0,-3 0 0 0 0,4 2 0 0 0,-5 1 0 0 0,4 2 0 0 0,2 1 0 0 0,-6-5 0 0 0,2-1 0 0 0,-3 0 0 0 0,-7 2 0 0 0,-2 2 0 0 0,1 1 0 0 0,3-5 0 0 0,1 0 0 0 0,-2 0 0 0 0,-5 2 0 0 0,-1 2 0 0 0,-3 1 0 0 0,2 1 0 0 0,3 0 0 0 0,3 1 0 0 0,-1 1 0 0 0,1-1 0 0 0,-3 0 0 0 0,-5 0 0 0 0,5 1 0 0 0,1-1 0 0 0,-4 0 0 0 0,1 0 0 0 0,-3 0 0 0 0,-3 0 0 0 0,7 0 0 0 0,6 0 0 0 0,4 0 0 0 0,-3 0 0 0 0,-5 0 0 0 0,-1 0 0 0 0,2 0 0 0 0,-3 0 0 0 0,6 0 0 0 0,5 0 0 0 0,-3 0 0 0 0,-1 0 0 0 0,2 0 0 0 0,-5 0 0 0 0,5 0 0 0 0,-2 0 0 0 0,6 0 0 0 0,2 0 0 0 0,1 0 0 0 0,5 0 0 0 0,-3 0 0 0 0,2 0 0 0 0,0 0 0 0 0,-1 0 0 0 0,4 0 0 0 0,0 5 0 0 0,-1 2 0 0 0,-3 0 0 0 0,4-2 0 0 0,4-1 0 0 0,6-2 0 0 0,5-1 0 0 0,3 0 0 0 0,3-1 0 0 0,0 0 0 0 0,-4-1 0 0 0,-2 1 0 0 0,1 0 0 0 0,0 0 0 0 0,2 0 0 0 0,12 0 0 0 0,14-1 0 0 0,15 1 0 0 0,10 1 0 0 0,14-1 0 0 0,6 0 0 0 0,3 0 0 0 0,4 0 0 0 0,0 0 0 0 0,4 0 0 0 0,-2 0 0 0 0,2 0 0 0 0,3-6 0 0 0,4-1 0 0 0,-2 1 0 0 0,-1 0 0 0 0,3-3 0 0 0,1 0 0 0 0,-2 1 0 0 0,-1 2 0 0 0,1 2 0 0 0,7 2 0 0 0,-1 1 0 0 0,5 1 0 0 0,1 0 0 0 0,-4 1 0 0 0,2-1 0 0 0,-5 0 0 0 0,5-5 0 0 0,6-1 0 0 0,7-1 0 0 0,-5 2 0 0 0,-3 1 0 0 0,-3 2 0 0 0,2 0 0 0 0,6-3 0 0 0,1-2 0 0 0,-2 0 0 0 0,2 2 0 0 0,-6 2 0 0 0,-5 0 0 0 0,4 2 0 0 0,-1 1 0 0 0,0 0 0 0 0,3-5 0 0 0,1-2 0 0 0,-6 1 0 0 0,-5 1 0 0 0,-1 1 0 0 0,5 2 0 0 0,-3 1 0 0 0,3 0 0 0 0,2 1 0 0 0,-5 0 0 0 0,-3 1 0 0 0,-6-1 0 0 0,-1 0 0 0 0,1 0 0 0 0,-3 0 0 0 0,6 0 0 0 0,-1 0 0 0 0,-5 0 0 0 0,0 0 0 0 0,-3 0 0 0 0,1 0 0 0 0,-2 0 0 0 0,-4-5 0 0 0,-3-2 0 0 0,-3 1 0 0 0,-2 0 0 0 0,3 2 0 0 0,2 2 0 0 0,-1 1 0 0 0,3 0 0 0 0,1 1 0 0 0,-1 0 0 0 0,-3 1 0 0 0,-2-1 0 0 0,-2 0 0 0 0,-1 0 0 0 0,-12 1 0 0 0,-13-1 0 0 0,-15 0 0 0 0,-10 0 0 0 0,-7 0 0 0 0,-6 0 0 0 0,-1 0 0 0 0,-7 0 0 0 0,-2 0 0 0 0,2 0 0 0 0,1 0 0 0 0,2 0 0 0 0,-3 0 0 0 0,0 0 0 0 0,1 0 0 0 0,2 0 0 0 0,1 0 0 0 0,-3 0 0 0 0,0 0 0 0 0,0 0 0 0 0,-3 5 0 0 0,-6 2 0 0 0,1-1 0 0 0,-3 0 0 0 0,2-2 0 0 0,3-2 0 0 0,-1-1 0 0 0,-3 0 0 0 0,-4 4 0 0 0,1 2 0 0 0,-1-1 0 0 0,4-1 0 0 0,4-1 0 0 0,4 3 0 0 0,4 1 0 0 0,3-1 0 0 0,-3-1 0 0 0,-7-3 0 0 0,-1 5 0 0 0,-3 0 0 0 0,1-1 0 0 0,3-2 0 0 0,3-2 0 0 0,4-1 0 0 0,3-1 0 0 0,-4-1 0 0 0,-1 6 0 0 0,1 0 0 0 0,1 1 0 0 0,2-2 0 0 0,2-2 0 0 0,5 5 0 0 0,3 0 0 0 0,0-1 0 0 0,-1-2 0 0 0,-2-1 0 0 0,4-7 0 0 0,11-3 0 0 0,13-1 0 0 0,12-3 0 0 0,3-7 0 0 0,4-4 0 0 0,4 0 0 0 0,4-1 0 0 0,1 4 0 0 0,-3-2 0 0 0,-2 4 0 0 0,1 4 0 0 0,1-1 0 0 0,2-3 0 0 0,1-5 0 0 0,1 1 0 0 0,6 0 0 0 0,1 2 0 0 0,1 0 0 0 0,4-3 0 0 0,0 2 0 0 0,-2 5 0 0 0,3-1 0 0 0,-1-3 0 0 0,-2-4 0 0 0,7 2 0 0 0,-3-1 0 0 0,0 4 0 0 0,-1 4 0 0 0,2-1 0 0 0,4-3 0 0 0,-1 1 0 0 0,2-2 0 0 0,2-3 0 0 0,-1 2 0 0 0,-6 4 0 0 0,2 5 0 0 0,2-1 0 0 0,4-4 0 0 0,3 0 0 0 0,-3-2 0 0 0,1 1 0 0 0,-5-1 0 0 0,-4-3 0 0 0,0 1 0 0 0,3 5 0 0 0,-2 4 0 0 0,3-1 0 0 0,2 1 0 0 0,-6-3 0 0 0,-2 1 0 0 0,-7-3 0 0 0,1 1 0 0 0,4-2 0 0 0,6 1 0 0 0,0 4 0 0 0,2-2 0 0 0,-1 1 0 0 0,-10-2 0 0 0,-5 1 0 0 0,2-2 0 0 0,0 0 0 0 0,-1 4 0 0 0,0 4 0 0 0,-1-3 0 0 0,-1 1 0 0 0,-1 1 0 0 0,-5-2 0 0 0,-3 0 0 0 0,1 1 0 0 0,2 3 0 0 0,-10 2 0 0 0,-12 2 0 0 0,-12 2 0 0 0,-10-1 0 0 0,-2 7 0 0 0,-3 1 0 0 0,-3 1 0 0 0,-2-3 0 0 0,4 5 0 0 0,1-1 0 0 0,-7 4 0 0 0,-3 5 0 0 0,-6 5 0 0 0,-8-2 0 0 0,0 1 0 0 0,2-3 0 0 0,3 0 0 0 0,10 2 0 0 0,-1-2 0 0 0,0-5 0 0 0,0 1 0 0 0,1 3 0 0 0,1-1 0 0 0,-1-5 0 0 0,1 2 0 0 0,1 4 0 0 0,-1 4 0 0 0,0-3 0 0 0,0-3 0 0 0,1 0 0 0 0,-1 3 0 0 0,0 3 0 0 0,0 4 0 0 0,-5 2 0 0 0,-2 1 0 0 0,1-3 0 0 0,6-2 0 0 0,3 1 0 0 0,2-4 0 0 0,-1 0 0 0 0,5 1 0 0 0,0-3 0 0 0,0-5 0 0 0,2 1 0 0 0,6 3 0 0 0,-1 3 0 0 0,-3-1 0 0 0,-3-4 0 0 0,1-1 0 0 0,5 4 0 0 0,-1-2 0 0 0,-3 1 0 0 0,2 4 0 0 0,-1 2 0 0 0,-3 3 0 0 0,-3 2 0 0 0,2 1 0 0 0,5 1 0 0 0,1-5 0 0 0,2-1 0 0 0,9-6 0 0 0,11-5 0 0 0,9-6 0 0 0,3-9 0 0 0,3-9 0 0 0,3-4 0 0 0,3 1 0 0 0,2-2 0 0 0,1-5 0 0 0,1 2 0 0 0,1-1 0 0 0,-1-4 0 0 0,1 3 0 0 0,-1 0 0 0 0,0-3 0 0 0,5 4 0 0 0,-3-2 0 0 0,-2 4 0 0 0,-2 5 0 0 0,-5-1 0 0 0,4-4 0 0 0,2-4 0 0 0,6 1 0 0 0,3 0 0 0 0,-5-3 0 0 0,-4 3 0 0 0,-1 4 0 0 0,-1 1 0 0 0,1-4 0 0 0,0-2 0 0 0,0 1 0 0 0,1 4 0 0 0,1 0 0 0 0,0-2 0 0 0,-1-4 0 0 0,1 2 0 0 0,0-1 0 0 0,5-2 0 0 0,2 3 0 0 0,0-1 0 0 0,3-1 0 0 0,-4-3 0 0 0,-5 3 0 0 0,5 5 0 0 0,-6 1 0 0 0,-2-3 0 0 0,-1-3 0 0 0,0 2 0 0 0,1 5 0 0 0,-5-1 0 0 0,-1 3 0 0 0,1-2 0 0 0,1 1 0 0 0,2 4 0 0 0,-4-2 0 0 0,0 1 0 0 0,-5-3 0 0 0,1 1 0 0 0,-9 3 0 0 0,-11 3 0 0 0,-11 2 0 0 0,-8 3 0 0 0,-6 1 0 0 0,-4 6 0 0 0,-2 3 0 0 0,-1-1 0 0 0,0-1 0 0 0,0 4 0 0 0,1 4 0 0 0,0 1 0 0 0,1-2 0 0 0,-5 2 0 0 0,-2-3 0 0 0,6 4 0 0 0,3-3 0 0 0,-5-2 0 0 0,5 2 0 0 0,-4-2 0 0 0,-2-2 0 0 0,6 2 0 0 0,-4 0 0 0 0,5 3 0 0 0,-4-1 0 0 0,-1 2 0 0 0,-1-1 0 0 0,0-2 0 0 0,-4 1 0 0 0,4 3 0 0 0,3 0 0 0 0,-4 3 0 0 0,-7-3 0 0 0,-1 1 0 0 0,1-2 0 0 0,3 2 0 0 0,-2 3 0 0 0,-1-2 0 0 0,-2 2 0 0 0,1-4 0 0 0,7 2 0 0 0,5-3 0 0 0,2 2 0 0 0,1-2 0 0 0,0-4 0 0 0,0 1 0 0 0,-2 0 0 0 0,6 1 0 0 0,1 0 0 0 0,-1-2 0 0 0,-2 1 0 0 0,-1-1 0 0 0,-1 3 0 0 0,3 5 0 0 0,2-2 0 0 0,-2-3 0 0 0,5 1 0 0 0,5 3 0 0 0,0-1 0 0 0,2 2 0 0 0,4 2 0 0 0,3 3 0 0 0,8-2 0 0 0,9-5 0 0 0,8 0 0 0 0,5-3 0 0 0,5-5 0 0 0,2-2 0 0 0,1 2 0 0 0,1-1 0 0 0,-1-1 0 0 0,0-2 0 0 0,0-2 0 0 0,5-1 0 0 0,1-2 0 0 0,4 0 0 0 0,7 0 0 0 0,-1 0 0 0 0,8-1 0 0 0,-1 1 0 0 0,1 0 0 0 0,-4 0 0 0 0,-6 0 0 0 0,-4-6 0 0 0,-1-1 0 0 0,5-5 0 0 0,-1 0 0 0 0,-3 2 0 0 0,3 2 0 0 0,3 3 0 0 0,4-3 0 0 0,-1 0 0 0 0,6 1 0 0 0,-1-4 0 0 0,-5 1 0 0 0,-6 2 0 0 0,-5-4 0 0 0,0 1 0 0 0,5-3 0 0 0,0 1 0 0 0,2-3 0 0 0,4 2 0 0 0,-1 2 0 0 0,-5 5 0 0 0,1-3 0 0 0,-1 0 0 0 0,-5-2 0 0 0,-2-1 0 0 0,-4-2 0 0 0,4 1 0 0 0,5 3 0 0 0,7 3 0 0 0,-6-2 0 0 0,-5 1 0 0 0,1-4 0 0 0,-1 1 0 0 0,-1-3 0 0 0,-3 1 0 0 0,-1 3 0 0 0,-2 3 0 0 0,-6-2 0 0 0,-2 1 0 0 0,0-4 0 0 0,1 1 0 0 0,1 2 0 0 0,3-3 0 0 0,-5-3 0 0 0,-6-6 0 0 0,-12 2 0 0 0,-11 5 0 0 0,-11 3 0 0 0,-7 6 0 0 0,-6 2 0 0 0,-8 3 0 0 0,-3 1 0 0 0,1 0 0 0 0,0 1 0 0 0,3 0 0 0 0,2 0 0 0 0,-4-1 0 0 0,-1 1 0 0 0,-4-1 0 0 0,0 0 0 0 0,-3 0 0 0 0,-4 0 0 0 0,1 0 0 0 0,-2 0 0 0 0,3 0 0 0 0,-1 0 0 0 0,2 5 0 0 0,-1 2 0 0 0,3 5 0 0 0,-2 0 0 0 0,2-1 0 0 0,3-4 0 0 0,9 4 0 0 0,5-2 0 0 0,2-1 0 0 0,-1 3 0 0 0,1 0 0 0 0,-2-3 0 0 0,4 4 0 0 0,2-2 0 0 0,-2 4 0 0 0,-2-1 0 0 0,5 3 0 0 0,-1-1 0 0 0,-1-4 0 0 0,3 2 0 0 0,0 4 0 0 0,-2-1 0 0 0,-3-3 0 0 0,3 1 0 0 0,6 4 0 0 0,0-2 0 0 0,2 3 0 0 0,10-3 0 0 0,10-4 0 0 0,9-4 0 0 0,8-3 0 0 0,5-2 0 0 0,2-3 0 0 0,3 0 0 0 0,0-1 0 0 0,-1 0 0 0 0,1-5 0 0 0,-1-1 0 0 0,-1-5 0 0 0,1-1 0 0 0,-2 3 0 0 0,1 2 0 0 0,-5-2 0 0 0,-2 0 0 0 0,0-3 0 0 0,6 0 0 0 0,4 3 0 0 0,1-3 0 0 0,0 2 0 0 0,-1-3 0 0 0,-6-5 0 0 0,3 2 0 0 0,1 3 0 0 0,0-1 0 0 0,1 2 0 0 0,-1-3 0 0 0,0-2 0 0 0,-1 0 0 0 0,0 4 0 0 0,0 0 0 0 0,0 1 0 0 0,-6-2 0 0 0,-1 1 0 0 0,6 4 0 0 0,-3-2 0 0 0,-1 0 0 0 0,2-2 0 0 0,-6-4 0 0 0,0 1 0 0 0,1 3 0 0 0,2-1 0 0 0,-3-3 0 0 0,-1 1 0 0 0,2 4 0 0 0,-3-2 0 0 0,-5-3 0 0 0,-10 2 0 0 0,-12 3 0 0 0,-9 4 0 0 0,-7 3 0 0 0,-6 4 0 0 0,-2 0 0 0 0,-2 3 0 0 0,0-1 0 0 0,0 1 0 0 0,1 0 0 0 0,0-1 0 0 0,1 1 0 0 0,-1 4 0 0 0,2 2 0 0 0,-1 0 0 0 0,0-2 0 0 0,0-1 0 0 0,1-2 0 0 0,-6 5 0 0 0,-2 0 0 0 0,-5 5 0 0 0,0 6 0 0 0,2-1 0 0 0,2-3 0 0 0,3-4 0 0 0,3 2 0 0 0,0-2 0 0 0,2 4 0 0 0,1-2 0 0 0,5 3 0 0 0,-4-1 0 0 0,-2-3 0 0 0,0 2 0 0 0,-1-1 0 0 0,5 2 0 0 0,2-1 0 0 0,0-3 0 0 0,-1-2 0 0 0,4 1 0 0 0,0 1 0 0 0,-1 2 0 0 0,4 6 0 0 0,-1-1 0 0 0,-2-4 0 0 0,-3-3 0 0 0,4 2 0 0 0,4 3 0 0 0,1 0 0 0 0,8-3 0 0 0,10-3 0 0 0,11-4 0 0 0,7-7 0 0 0,7-4 0 0 0,3-6 0 0 0,2 0 0 0 0,1-5 0 0 0,-5-3 0 0 0,-3 0 0 0 0,1 5 0 0 0,-5-1 0 0 0,-1 3 0 0 0,2-3 0 0 0,3 3 0 0 0,-4-3 0 0 0,0 2 0 0 0,2-2 0 0 0,-3-4 0 0 0,0 2 0 0 0,3 4 0 0 0,-4-1 0 0 0,1 2 0 0 0,2-2 0 0 0,3 2 0 0 0,-4-3 0 0 0,1 2 0 0 0,-4-2 0 0 0,1 2 0 0 0,-4-3 0 0 0,2 3 0 0 0,3 3 0 0 0,3-2 0 0 0,-3-4 0 0 0,2 1 0 0 0,1 4 0 0 0,-3-3 0 0 0,-4-2 0 0 0,-1 0 0 0 0,3-1 0 0 0,-1-4 0 0 0,1 3 0 0 0,-3-1 0 0 0,-8 3 0 0 0,-11 4 0 0 0,-5-1 0 0 0,-6 3 0 0 0,-6 2 0 0 0,-4 3 0 0 0,-4 3 0 0 0,-1 1 0 0 0,-2 2 0 0 0,0 0 0 0 0,0 0 0 0 0,0 1 0 0 0,1 0 0 0 0,0-1 0 0 0,-1 0 0 0 0,2 0 0 0 0,-1 0 0 0 0,0 0 0 0 0,0 0 0 0 0,0 0 0 0 0,1 0 0 0 0,-1 0 0 0 0,0 0 0 0 0,0 0 0 0 0,0 6 0 0 0,1 1 0 0 0,-1-1 0 0 0,0 5 0 0 0,0 0 0 0 0,0 3 0 0 0,0-1 0 0 0,1-2 0 0 0,-1-3 0 0 0,0 2 0 0 0,0 0 0 0 0,5 3 0 0 0,3-1 0 0 0,-2-2 0 0 0,0-3 0 0 0,3 3 0 0 0,6 4 0 0 0,0 1 0 0 0,-2-3 0 0 0,1 2 0 0 0,-1-1 0 0 0,3 2 0 0 0,-2-2 0 0 0,2 3 0 0 0,4 4 0 0 0,3 3 0 0 0,9-2 0 0 0,9-4 0 0 0,8-6 0 0 0,7-4 0 0 0,4-3 0 0 0,2-3 0 0 0,1-1 0 0 0,1-1 0 0 0,-1 0 0 0 0,0 0 0 0 0,0 0 0 0 0,-1 1 0 0 0,1-1 0 0 0,-1 1 0 0 0,-1 0 0 0 0,6-5 0 0 0,7-2 0 0 0,2 0 0 0 0,-3 2 0 0 0,4-4 0 0 0,-2 0 0 0 0,-9-5 0 0 0,-4 2 0 0 0,-2 1 0 0 0,-1-2 0 0 0,-1 2 0 0 0,2 1 0 0 0,0 4 0 0 0,0-3 0 0 0,2 0 0 0 0,-6-4 0 0 0,-1 1 0 0 0,0 2 0 0 0,2 3 0 0 0,1-3 0 0 0,1-5 0 0 0,2 1 0 0 0,0-4 0 0 0,1 3 0 0 0,0-3 0 0 0,0-2 0 0 0,1 1 0 0 0,-1 4 0 0 0,-6 0 0 0 0,-1-3 0 0 0,-5-4 0 0 0,0 2 0 0 0,-4-1 0 0 0,1 3 0 0 0,-2 0 0 0 0,-4-3 0 0 0,-3-3 0 0 0,-8 3 0 0 0,-9 5 0 0 0,-9 5 0 0 0,-5 4 0 0 0,0-2 0 0 0,0 2 0 0 0,-2 0 0 0 0,-1 3 0 0 0,-2 1 0 0 0,0 1 0 0 0,-2 2 0 0 0,0 0 0 0 0,0 0 0 0 0,0 1 0 0 0,0-1 0 0 0,-5 0 0 0 0,-2 0 0 0 0,0 6 0 0 0,2 1 0 0 0,1 5 0 0 0,-3 0 0 0 0,-1-2 0 0 0,1-2 0 0 0,-4 2 0 0 0,-4 0 0 0 0,-1 3 0 0 0,4 0 0 0 0,-3 2 0 0 0,2 0 0 0 0,3-4 0 0 0,4-3 0 0 0,2 2 0 0 0,2-1 0 0 0,2 4 0 0 0,-5-1 0 0 0,-1 3 0 0 0,0-1 0 0 0,-4-3 0 0 0,0-3 0 0 0,1-3 0 0 0,3-3 0 0 0,2 4 0 0 0,2 1 0 0 0,-4 5 0 0 0,-1-1 0 0 0,-5 4 0 0 0,1 0 0 0 0,-5 1 0 0 0,2-1 0 0 0,3-3 0 0 0,-2-4 0 0 0,1-3 0 0 0,8 2 0 0 0,5 1 0 0 0,2-2 0 0 0,1-1 0 0 0,-1 3 0 0 0,0 1 0 0 0,-6 4 0 0 0,-3-1 0 0 0,0-2 0 0 0,1-2 0 0 0,1-3 0 0 0,7 2 0 0 0,3 1 0 0 0,5 5 0 0 0,12-2 0 0 0,12-1 0 0 0,11-2 0 0 0,8-4 0 0 0,6-1 0 0 0,2-2 0 0 0,2-1 0 0 0,0 0 0 0 0,0-1 0 0 0,0 1 0 0 0,-1-1 0 0 0,-1 1 0 0 0,0 0 0 0 0,0 0 0 0 0,0-1 0 0 0,-5-4 0 0 0,3-2 0 0 0,2 1 0 0 0,1 0 0 0 0,0 3 0 0 0,0-5 0 0 0,0 0 0 0 0,0-5 0 0 0,4 1 0 0 0,2-3 0 0 0,5 0 0 0 0,0 4 0 0 0,-7-3 0 0 0,-4 3 0 0 0,2 1 0 0 0,-4-1 0 0 0,-2 0 0 0 0,0 3 0 0 0,-1 2 0 0 0,2-3 0 0 0,0 0 0 0 0,-5-4 0 0 0,0 1 0 0 0,0 2 0 0 0,-4-3 0 0 0,0 2 0 0 0,2 2 0 0 0,3 2 0 0 0,-4-2 0 0 0,0 0 0 0 0,3-3 0 0 0,1-1 0 0 0,2-2 0 0 0,2 1 0 0 0,-4-3 0 0 0,-1-3 0 0 0,0 2 0 0 0,-3-2 0 0 0,-6-2 0 0 0,0 2 0 0 0,-2 0 0 0 0,-4-3 0 0 0,-3-1 0 0 0,-8 2 0 0 0,-9 5 0 0 0,-8 0 0 0 0,-5 4 0 0 0,-5 3 0 0 0,3-1 0 0 0,1 0 0 0 0,-1 3 0 0 0,-1 3 0 0 0,-1 1 0 0 0,-2 3 0 0 0,0 0 0 0 0,-1 1 0 0 0,1 1 0 0 0,-1-1 0 0 0,-1 0 0 0 0,-4 1 0 0 0,-2-1 0 0 0,1 0 0 0 0,0 0 0 0 0,-3 0 0 0 0,-5 0 0 0 0,-6 0 0 0 0,1 0 0 0 0,3 0 0 0 0,0 0 0 0 0,-3 0 0 0 0,1 0 0 0 0,5 0 0 0 0,-1 0 0 0 0,1 0 0 0 0,4 0 0 0 0,-2 0 0 0 0,0 0 0 0 0,3 0 0 0 0,-3 0 0 0 0,-4 0 0 0 0,-1 0 0 0 0,-1 5 0 0 0,-4 2 0 0 0,-4 5 0 0 0,-2 1 0 0 0,3-3 0 0 0,6-2 0 0 0,6-3 0 0 0,-1-2 0 0 0,-2 3 0 0 0,-5 2 0 0 0,-3 3 0 0 0,-4 1 0 0 0,-2 3 0 0 0,4-1 0 0 0,0 3 0 0 0,6 3 0 0 0,5-1 0 0 0,5-5 0 0 0,5-3 0 0 0,2-5 0 0 0,7 2 0 0 0,3 0 0 0 0,0-1 0 0 0,4 3 0 0 0,0-1 0 0 0,3 5 0 0 0,4 4 0 0 0,5 5 0 0 0,3 3 0 0 0,7 3 0 0 0,9-4 0 0 0,8 0 0 0 0,5 0 0 0 0,3-4 0 0 0,4-5 0 0 0,5-1 0 0 0,-3 3 0 0 0,-2-2 0 0 0,-1-3 0 0 0,-6 0 0 0 0,3-1 0 0 0,8 3 0 0 0,2-2 0 0 0,6-3 0 0 0,0-3 0 0 0,-2-2 0 0 0,-2 2 0 0 0,1 1 0 0 0,5-2 0 0 0,5-1 0 0 0,5 4 0 0 0,-3-1 0 0 0,1 0 0 0 0,-4-3 0 0 0,0-1 0 0 0,-3-2 0 0 0,-5-1 0 0 0,2-1 0 0 0,3 0 0 0 0,5 0 0 0 0,3-1 0 0 0,-2 1 0 0 0,1 0 0 0 0,-5-1 0 0 0,1 1 0 0 0,2 0 0 0 0,-2 0 0 0 0,0 0 0 0 0,-3 0 0 0 0,2 0 0 0 0,-3 0 0 0 0,1 0 0 0 0,-2 0 0 0 0,-3 0 0 0 0,1 0 0 0 0,5 0 0 0 0,3-5 0 0 0,0-2 0 0 0,0 1 0 0 0,3 0 0 0 0,-3 2 0 0 0,1 2 0 0 0,-4 1 0 0 0,-10-5 0 0 0,0-1 0 0 0,3 1 0 0 0,-5-5 0 0 0,1 1 0 0 0,6-4 0 0 0,6 0 0 0 0,-1 4 0 0 0,-3 2 0 0 0,-9-2 0 0 0,0 0 0 0 0,-1 3 0 0 0,-7-4 0 0 0,-2 1 0 0 0,-1 1 0 0 0,1 3 0 0 0,-5-3 0 0 0,1 0 0 0 0,0 2 0 0 0,-2-4 0 0 0,0-5 0 0 0,2 1 0 0 0,-3-3 0 0 0,-5-4 0 0 0,-4-3 0 0 0,-4-2 0 0 0,-9-3 0 0 0,-8 5 0 0 0,-8 6 0 0 0,-1 1 0 0 0,-2-1 0 0 0,-3 2 0 0 0,-2 4 0 0 0,-7 4 0 0 0,-3-1 0 0 0,0 1 0 0 0,0 2 0 0 0,2-4 0 0 0,2 1 0 0 0,0 2 0 0 0,-4-3 0 0 0,-1 0 0 0 0,1 3 0 0 0,-4 1 0 0 0,-1 4 0 0 0,-2 0 0 0 0,-6 3 0 0 0,-4 0 0 0 0,2 0 0 0 0,4 0 0 0 0,6 1 0 0 0,4-1 0 0 0,-2 1 0 0 0,1-1 0 0 0,-4 0 0 0 0,1 0 0 0 0,2 0 0 0 0,2 0 0 0 0,3 0 0 0 0,2 0 0 0 0,-4 0 0 0 0,-1 0 0 0 0,1 0 0 0 0,1 0 0 0 0,2 0 0 0 0,1 0 0 0 0,1 0 0 0 0,1 0 0 0 0,1 5 0 0 0,-1 2 0 0 0,0 5 0 0 0,1 0 0 0 0,-1-1 0 0 0,1 2 0 0 0,4 4 0 0 0,2-1 0 0 0,0-2 0 0 0,-1-5 0 0 0,3 2 0 0 0,6 5 0 0 0,0-2 0 0 0,3 4 0 0 0,-2-3 0 0 0,2 3 0 0 0,3 2 0 0 0,-2-1 0 0 0,1 0 0 0 0,-3 4 0 0 0,1 1 0 0 0,3 4 0 0 0,3 1 0 0 0,-3-4 0 0 0,1-1 0 0 0,2 0 0 0 0,1 2 0 0 0,3 2 0 0 0,1 1 0 0 0,7-5 0 0 0,7-6 0 0 0,2 0 0 0 0,3-4 0 0 0,5-5 0 0 0,-2 3 0 0 0,1-2 0 0 0,3-2 0 0 0,1-3 0 0 0,-2 3 0 0 0,-1 1 0 0 0,2-2 0 0 0,1-2 0 0 0,3-1 0 0 0,1-2 0 0 0,1-2 0 0 0,0 1 0 0 0,1-2 0 0 0,1 1 0 0 0,-1 0 0 0 0,0-1 0 0 0,0 1 0 0 0,0 0 0 0 0,0 0 0 0 0,5 0 0 0 0,2 0 0 0 0,-1 0 0 0 0,-1 0 0 0 0,-1 0 0 0 0,-2 0 0 0 0,-1 0 0 0 0,0-5 0 0 0,-2-2 0 0 0,1 0 0 0 0,5 2 0 0 0,1 1 0 0 0,-5-4 0 0 0,-3 0 0 0 0,-1 1 0 0 0,0 1 0 0 0,0 3 0 0 0,1 1 0 0 0,1 1 0 0 0,0 1 0 0 0,0 0 0 0 0,6 0 0 0 0,2 0 0 0 0,-5-4 0 0 0,1-3 0 0 0,1 0 0 0 0,0 2 0 0 0,4-4 0 0 0,1 0 0 0 0,-2 1 0 0 0,-1-3 0 0 0,-2 0 0 0 0,-2 2 0 0 0,-1 3 0 0 0,-1 2 0 0 0,0 2 0 0 0,-1 1 0 0 0,-5-5 0 0 0,-1 0 0 0 0,0 0 0 0 0,-4-5 0 0 0,-6-4 0 0 0,-4-6 0 0 0,-5-4 0 0 0,-8 1 0 0 0,-8 1 0 0 0,-9-2 0 0 0,-5 4 0 0 0,-4 5 0 0 0,-2 0 0 0 0,-7 3 0 0 0,4-1 0 0 0,2 1 0 0 0,1-3 0 0 0,1 3 0 0 0,0 2 0 0 0,-5 4 0 0 0,-2 2 0 0 0,-6-2 0 0 0,-5-1 0 0 0,-5-3 0 0 0,-4-1 0 0 0,-4-3 0 0 0,0 1 0 0 0,3 2 0 0 0,3 5 0 0 0,4 2 0 0 0,1 2 0 0 0,3 2 0 0 0,0 1 0 0 0,2-5 0 0 0,3-1 0 0 0,0 0 0 0 0,0 1 0 0 0,-3 2 0 0 0,-3 1 0 0 0,0 0 0 0 0,3 2 0 0 0,5 0 0 0 0,3 0 0 0 0,3 6 0 0 0,2 1 0 0 0,1 5 0 0 0,1 1 0 0 0,-1-3 0 0 0,1-2 0 0 0,0 2 0 0 0,0 5 0 0 0,-1 0 0 0 0,1-3 0 0 0,4 3 0 0 0,2 2 0 0 0,0 0 0 0 0,4 2 0 0 0,0-3 0 0 0,-2 2 0 0 0,-2 2 0 0 0,2 4 0 0 0,1 2 0 0 0,-2 3 0 0 0,3 1 0 0 0,5 1 0 0 0,-1-5 0 0 0,3-1 0 0 0,4 0 0 0 0,3 0 0 0 0,3 3 0 0 0,1 0 0 0 0,7-3 0 0 0,8-7 0 0 0,1-1 0 0 0,4-3 0 0 0,4-4 0 0 0,3-4 0 0 0,-2 2 0 0 0,0 0 0 0 0,2-1 0 0 0,1-2 0 0 0,1-2 0 0 0,3-2 0 0 0,0 0 0 0 0,0-1 0 0 0,-4 5 0 0 0,-2 2 0 0 0,1-1 0 0 0,1-1 0 0 0,1-1 0 0 0,2-2 0 0 0,0-1 0 0 0,2 0 0 0 0,-1-1 0 0 0,1-1 0 0 0,1 1 0 0 0,-1 0 0 0 0,0 0 0 0 0,0-1 0 0 0,-6-4 0 0 0,-1-2 0 0 0,0-5 0 0 0,2 0 0 0 0,1 1 0 0 0,1 4 0 0 0,2-4 0 0 0,0-4 0 0 0,1 0 0 0 0,-5-2 0 0 0,-2 1 0 0 0,-5-1 0 0 0,-5-4 0 0 0,-6-3 0 0 0,-9-3 0 0 0,-9 4 0 0 0,-9 4 0 0 0,-1 2 0 0 0,-2 3 0 0 0,-3-1 0 0 0,-2 1 0 0 0,-2 4 0 0 0,4-2 0 0 0,1 1 0 0 0,-1 3 0 0 0,-1 2 0 0 0,-1 2 0 0 0,-2 3 0 0 0,-1-5 0 0 0,0-1 0 0 0,-1 1 0 0 0,0 1 0 0 0,0-4 0 0 0,-1 0 0 0 0,1 2 0 0 0,0 1 0 0 0,1 2 0 0 0,-7 2 0 0 0,-6-4 0 0 0,-6-1 0 0 0,-1 0 0 0 0,3 2 0 0 0,0-3 0 0 0,-4-1 0 0 0,3 1 0 0 0,3 2 0 0 0,5-3 0 0 0,3 0 0 0 0,4 2 0 0 0,1 1 0 0 0,1 3 0 0 0,1 1 0 0 0,0 1 0 0 0,0 1 0 0 0,0 0 0 0 0,-1 0 0 0 0,1 1 0 0 0,-1-1 0 0 0,-5 0 0 0 0,-7 0 0 0 0,-1 0 0 0 0,1 0 0 0 0,3 0 0 0 0,3 0 0 0 0,2 0 0 0 0,3 0 0 0 0,0 0 0 0 0,2 0 0 0 0,5 6 0 0 0,12 1 0 0 0,8 4 0 0 0,11 2 0 0 0,9 2 0 0 0,8 0 0 0 0,4-3 0 0 0,-2 1 0 0 0,1-1 0 0 0,0-2 0 0 0,1-4 0 0 0,2-2 0 0 0,0-2 0 0 0,-4 3 0 0 0,-1 2 0 0 0,0-1 0 0 0,7 4 0 0 0,4 1 0 0 0,0-3 0 0 0,0-1 0 0 0,-1 2 0 0 0,-1 0 0 0 0,0-1 0 0 0,-2-2 0 0 0,1-3 0 0 0,-2-1 0 0 0,1-1 0 0 0,0-1 0 0 0,5 0 0 0 0,1-1 0 0 0,6 1 0 0 0,0 0 0 0 0,-2 5 0 0 0,-2 1 0 0 0,-3 1 0 0 0,-3-2 0 0 0,-1-1 0 0 0,5-2 0 0 0,0 0 0 0 0,0-2 0 0 0,-1 0 0 0 0,-2 0 0 0 0,-1 0 0 0 0,-1-1 0 0 0,-1 1 0 0 0,0 0 0 0 0,-1 0 0 0 0,1 0 0 0 0,-1 0 0 0 0,1 0 0 0 0,0 0 0 0 0,-1 0 0 0 0,1 0 0 0 0,0 0 0 0 0,0 0 0 0 0,0 0 0 0 0,0 0 0 0 0,-1 0 0 0 0,1 0 0 0 0,0 0 0 0 0,0 0 0 0 0,0 0 0 0 0,-6-5 0 0 0,-6-8 0 0 0,-7-5 0 0 0,-11-1 0 0 0,-5-2 0 0 0,-7 2 0 0 0,-8 0 0 0 0,-5 2 0 0 0,-4 5 0 0 0,3 4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17340 3872 16383 0 0,'0'-5'0'0'0,"-5"-2"0"0"0,-8 0 0 0 0,0-3 0 0 0,-4-1 0 0 0,0-3 0 0 0,-1 0 0 0 0,-3 3 0 0 0,2-2 0 0 0,-1 1 0 0 0,-3-2 0 0 0,-2 1 0 0 0,-2-3 0 0 0,-2 2 0 0 0,4-3 0 0 0,1 3 0 0 0,5-3 0 0 0,0 3 0 0 0,-2 2 0 0 0,8 5 0 0 0,11 2 0 0 0,12 3 0 0 0,9 1 0 0 0,6 2 0 0 0,5-1 0 0 0,2 1 0 0 0,1 0 0 0 0,0-1 0 0 0,0 0 0 0 0,-1 1 0 0 0,0-1 0 0 0,-1 0 0 0 0,0 0 0 0 0,0 0 0 0 0,5 0 0 0 0,2 0 0 0 0,-1 0 0 0 0,-1 5 0 0 0,-1 2 0 0 0,-2 0 0 0 0,-1-2 0 0 0,-1-1 0 0 0,0-2 0 0 0,5-1 0 0 0,-4 5 0 0 0,4 1 0 0 0,5-1 0 0 0,2 0 0 0 0,4-3 0 0 0,-2-1 0 0 0,-2-1 0 0 0,-3 0 0 0 0,-4-1 0 0 0,-3-1 0 0 0,-1 1 0 0 0,-1 0 0 0 0,0 0 0 0 0,-1-1 0 0 0,0 1 0 0 0,5 0 0 0 0,3 0 0 0 0,-1 0 0 0 0,-1 6 0 0 0,-1 0 0 0 0,-2 1 0 0 0,-1-1 0 0 0,-1-3 0 0 0,0 0 0 0 0,0-2 0 0 0,-11-1 0 0 0,-14-5 0 0 0,-13-2 0 0 0,-11-5 0 0 0,-7-1 0 0 0,-5-3 0 0 0,-3 1 0 0 0,-5 4 0 0 0,-3-3 0 0 0,1 2 0 0 0,-3-3 0 0 0,1 2 0 0 0,1-2 0 0 0,-2 0 0 0 0,1 4 0 0 0,-3-1 0 0 0,-4 0 0 0 0,-5-2 0 0 0,2 1 0 0 0,0-3 0 0 0,-8-3 0 0 0,-9-4 0 0 0,-3 1 0 0 0,-6 0 0 0 0,1 4 0 0 0,-3 4 0 0 0,2 0 0 0 0,4-3 0 0 0,-1 1 0 0 0,1-1 0 0 0,-2-4 0 0 0,-10-3 0 0 0,-5 2 0 0 0,2 0 0 0 0,1-2 0 0 0,-1 4 0 0 0,-1-1 0 0 0,-1-1 0 0 0,-5 2 0 0 0,-3 0 0 0 0,-5-2 0 0 0,9 3 0 0 0,1-1 0 0 0,-5 3 0 0 0,-7-1 0 0 0,-1 3 0 0 0,2 4 0 0 0,-2-2 0 0 0,1 2 0 0 0,4-3 0 0 0,2 2 0 0 0,3-4 0 0 0,-2 2 0 0 0,-7-2 0 0 0,5 2 0 0 0,10 2 0 0 0,-2-1 0 0 0,5 2 0 0 0,2 2 0 0 0,0-2 0 0 0,3 0 0 0 0,1 3 0 0 0,4 2 0 0 0,4-3 0 0 0,5 0 0 0 0,-2 2 0 0 0,6 1 0 0 0,3 3 0 0 0,2 1 0 0 0,6 1 0 0 0,2 1 0 0 0,-1 0 0 0 0,3 1 0 0 0,0-1 0 0 0,3 0 0 0 0,4 1 0 0 0,5-1 0 0 0,13 0 0 0 0,17 5 0 0 0,14 2 0 0 0,13 0 0 0 0,7-2 0 0 0,10 4 0 0 0,4 0 0 0 0,0-1 0 0 0,0-2 0 0 0,-3-2 0 0 0,-2-2 0 0 0,-2-1 0 0 0,-1-1 0 0 0,-1 0 0 0 0,5 0 0 0 0,1-1 0 0 0,0 1 0 0 0,-1 0 0 0 0,-2-1 0 0 0,5 1 0 0 0,-1 0 0 0 0,6 0 0 0 0,-1 0 0 0 0,-2 0 0 0 0,-3 0 0 0 0,-2 0 0 0 0,-3 0 0 0 0,-1 0 0 0 0,4 0 0 0 0,2 0 0 0 0,-1 0 0 0 0,-2 0 0 0 0,5 0 0 0 0,5 0 0 0 0,6 0 0 0 0,-1 0 0 0 0,-4 0 0 0 0,-3 0 0 0 0,-5 0 0 0 0,-4 0 0 0 0,-1 0 0 0 0,-2 0 0 0 0,-1-5 0 0 0,0-2 0 0 0,0 1 0 0 0,0 0 0 0 0,0 2 0 0 0,6 2 0 0 0,2-5 0 0 0,-1 0 0 0 0,-1 0 0 0 0,-1 2 0 0 0,-2 2 0 0 0,-1 1 0 0 0,0 1 0 0 0,-2-5 0 0 0,1-1 0 0 0,0 1 0 0 0,-1 1 0 0 0,1 1 0 0 0,-1 2 0 0 0,1 1 0 0 0,0 1 0 0 0,0 0 0 0 0,-6-5 0 0 0,-1-2 0 0 0,0 1 0 0 0,2 0 0 0 0,-4-2 0 0 0,-11-2 0 0 0,-13 2 0 0 0,-11 3 0 0 0,-3-4 0 0 0,-4-1 0 0 0,-5 3 0 0 0,-2 1 0 0 0,-2-3 0 0 0,-2 0 0 0 0,0 2 0 0 0,-1 1 0 0 0,0 3 0 0 0,1 1 0 0 0,10 1 0 0 0,14 1 0 0 0,9 5 0 0 0,8 3 0 0 0,9-1 0 0 0,6 4 0 0 0,3 0 0 0 0,3-2 0 0 0,-4 3 0 0 0,-1-1 0 0 0,0-2 0 0 0,1-3 0 0 0,1-2 0 0 0,1-1 0 0 0,0 3 0 0 0,2 1 0 0 0,0-1 0 0 0,0-1 0 0 0,0-2 0 0 0,0 4 0 0 0,5 1 0 0 0,2-1 0 0 0,5-2 0 0 0,0-1 0 0 0,-2-2 0 0 0,-2-1 0 0 0,-3-1 0 0 0,-3 0 0 0 0,-1 0 0 0 0,5 0 0 0 0,0-1 0 0 0,0 1 0 0 0,-1 0 0 0 0,-2 0 0 0 0,-1 0 0 0 0,-1 0 0 0 0,4 0 0 0 0,2 0 0 0 0,-1 0 0 0 0,-1 0 0 0 0,-2 0 0 0 0,-1 0 0 0 0,5 0 0 0 0,-5 0 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1515 16383 0 0,'13'-15'0'0'0,"7"-4"0"0"0,-5-2 0 0 0,1 3 0 0 0,-3-1 0 0 0,-3-2 0 0 0,2 2 0 0 0,-1-1 0 0 0,-3-1 0 0 0,-2-4 0 0 0,3 3 0 0 0,-1 0 0 0 0,5 4 0 0 0,-1-1 0 0 0,3 4 0 0 0,-1-2 0 0 0,-2-2 0 0 0,-5-4 0 0 0,4 2 0 0 0,-2 0 0 0 0,4-3 0 0 0,-1-1 0 0 0,-2-3 0 0 0,-3-1 0 0 0,3 4 0 0 0,-1 1 0 0 0,-7 17 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9886 958 16383 0 0,'-3'12'0'0'0,"-5"11"0"0"0,-4-2 0 0 0,-1-1 0 0 0,3 3 0 0 0,2 2 0 0 0,-3 3 0 0 0,-4 0 0 0 0,0 3 0 0 0,-3-6 0 0 0,3-1 0 0 0,2 1 0 0 0,0 1 0 0 0,1-9 0 0 0,2-13 0 0 0,9-7 0 0 0,5-8 0 0 0,6-7 0 0 0,7-1 0 0 0,1-3 0 0 0,-3-2 0 0 0,-4-3 0 0 0,-4-1 0 0 0,2 3 0 0 0,0 1 0 0 0,3 5 0 0 0,0 0 0 0 0,-2-2 0 0 0,-3-3 0 0 0,2-2 0 0 0,-1 4 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9909 958 16383 0 0,'-3'3'0'0'0,"-15"21"0"0"0,4 2 0 0 0,0-3 0 0 0,-4-6 0 0 0,2 0 0 0 0,-2 2 0 0 0,2 3 0 0 0,4 4 0 0 0,-1-4 0 0 0,1 0 0 0 0,-2-3 0 0 0,1 0 0 0 0,3 2 0 0 0,3 3 0 0 0,-3-3 0 0 0,-4 0 0 0 0,0 2 0 0 0,-3-3 0 0 0,1 1 0 0 0,-2-4 0 0 0,6-3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9889 958 16383 0 0,'-12'24'0'0'0,"-3"8"0"0"0,3 0 0 0 0,3 0 0 0 0,-2-1 0 0 0,1 0 0 0 0,-4-5 0 0 0,2-3 0 0 0,-3-4 0 0 0,1 0 0 0 0,3 1 0 0 0,3 3 0 0 0,3 3 0 0 0,-2-3 0 0 0,-1-1 0 0 0,1 2 0 0 0,-3-3 0 0 0,0-1 0 0 0,2-8 0 0 0,1-12 0 0 0,9-5 0 0 0,3-8 0 0 0,0-7 0 0 0,0-4 0 0 0,5-5 0 0 0,0-2 0 0 0,-2 0 0 0 0,3 4 0 0 0,0 1 0 0 0,4 1 0 0 0,-2-1 0 0 0,-2-2 0 0 0,-4 0 0 0 0,-2-2 0 0 0,3 5 0 0 0,0 1 0 0 0,-2 0 0 0 0,4 3 0 0 0,0 1 0 0 0,-8 17 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9978 958 16383 0 0,'0'18'0'0'0,"-5"7"0"0"0,-3 0 0 0 0,1 1 0 0 0,1 2 0 0 0,2 1 0 0 0,-3-4 0 0 0,-2-2 0 0 0,2 1 0 0 0,-4-3 0 0 0,1-1 0 0 0,1 2 0 0 0,-2 3 0 0 0,0 1 0 0 0,2 3 0 0 0,-3-5 0 0 0,1 0 0 0 0,3 0 0 0 0,-4-3 0 0 0,1 0 0 0 0,3 1 0 0 0,2 2 0 0 0,-3-2 0 0 0,0-1 0 0 0,-4 3 0 0 0,1 1 0 0 0,-4-3 0 0 0,2 0 0 0 0,3 1 0 0 0,3 3 0 0 0,3 1 0 0 0,-3-4 0 0 0,1 0 0 0 0,-5-4 0 0 0,0 0 0 0 0,2 2 0 0 0,3 2 0 0 0,-3-2 0 0 0,1 0 0 0 0,-4-3 0 0 0,0 0 0 0 0,3 3 0 0 0,3 3 0 0 0,-3-3 0 0 0,-5-5 0 0 0,1 0 0 0 0,-3-2 0 0 0,1 1 0 0 0,-2-2 0 0 0,-2-3 0 0 0,-4-3 0 0 0,2 2 0 0 0,0 0 0 0 0,-1-2 0 0 0,20-5 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1509 16383 0 0,'6'-3'0'0'0,"19"-13"0"0"0,-2 3 0 0 0,1 2 0 0 0,-3-1 0 0 0,-1 1 0 0 0,-3-3 0 0 0,0 1 0 0 0,3 3 0 0 0,-2-2 0 0 0,1 0 0 0 0,3-2 0 0 0,2-4 0 0 0,3 0 0 0 0,2-1 0 0 0,1-3 0 0 0,1 2 0 0 0,-5 0 0 0 0,-1 3 0 0 0,-1 4 0 0 0,-3-1 0 0 0,-1-3 0 0 0,2 1 0 0 0,3-1 0 0 0,-4-4 0 0 0,0 2 0 0 0,3 4 0 0 0,-4 0 0 0 0,0 2 0 0 0,-3-2 0 0 0,-10 1 0 0 0,-11 4 0 0 0,-5 8 0 0 0,-6 5 0 0 0,-6 2 0 0 0,0 5 0 0 0,-1 6 0 0 0,-2 0 0 0 0,-2-2 0 0 0,3 2 0 0 0,6 3 0 0 0,0-2 0 0 0,3 2 0 0 0,-1-3 0 0 0,2 2 0 0 0,-2-3 0 0 0,1 2 0 0 0,-2-2 0 0 0,-3-4 0 0 0,1 1 0 0 0,4 5 0 0 0,-2 4 0 0 0,-2-2 0 0 0,2 2 0 0 0,-3 2 0 0 0,-2-2 0 0 0,-3-1 0 0 0,2 3 0 0 0,0-3 0 0 0,3 0 0 0 0,1-3 0 0 0,2 1 0 0 0,5 2 0 0 0,-2-2 0 0 0,2 1 0 0 0,2 3 0 0 0,-2-3 0 0 0,6-4 0 0 0,4-10 0 0 0,7-6 0 0 0,8-8 0 0 0,2-8 0 0 0,2-6 0 0 0,5-4 0 0 0,3-3 0 0 0,-3-2 0 0 0,0 0 0 0 0,1 4 0 0 0,-3 3 0 0 0,-5 0 0 0 0,-6-1 0 0 0,1 4 0 0 0,4 0 0 0 0,-1-1 0 0 0,3 4 0 0 0,-2-1 0 0 0,2-2 0 0 0,-2-3 0 0 0,2 4 0 0 0,-2-1 0 0 0,-4-1 0 0 0,2 3 0 0 0,-2-1 0 0 0,3 4 0 0 0,-1-1 0 0 0,3-2 0 0 0,-2-3 0 0 0,-3-3 0 0 0,2 3 0 0 0,-2 0 0 0 0,-2-1 0 0 0,2 3 0 0 0,0 0 0 0 0,-8 4 0 0 0,-9 5 0 0 0,-4 9 0 0 0,-5 5 0 0 0,-1 8 0 0 0,-2 2 0 0 0,2 5 0 0 0,-2-2 0 0 0,2 3 0 0 0,-1-2 0 0 0,2 2 0 0 0,-1 2 0 0 0,1 4 0 0 0,-1-3 0 0 0,11-15 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9984 979 16383 0 0,'-14'15'0'0'0,"-4"9"0"0"0,-1 1 0 0 0,2 3 0 0 0,-1-4 0 0 0,3-1 0 0 0,4 1 0 0 0,-2 2 0 0 0,-4-4 0 0 0,2 0 0 0 0,-3 1 0 0 0,2 2 0 0 0,-1 3 0 0 0,-4 0 0 0 0,3 2 0 0 0,-2 1 0 0 0,-2-5 0 0 0,2-2 0 0 0,0-5 0 0 0,3 0 0 0 0,4 2 0 0 0,0-3 0 0 0,11-15 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2013 16383 0 0,'15'-11'0'0'0,"5"-6"0"0"0,3-5 0 0 0,2-3 0 0 0,2-3 0 0 0,2 3 0 0 0,-4 1 0 0 0,-1-1 0 0 0,1-1 0 0 0,0-2 0 0 0,3 5 0 0 0,-4 0 0 0 0,-2 4 0 0 0,-3 0 0 0 0,0-1 0 0 0,-4-4 0 0 0,1 3 0 0 0,4 0 0 0 0,-3-2 0 0 0,2 3 0 0 0,3 5 0 0 0,-3 0 0 0 0,-4-3 0 0 0,0 1 0 0 0,4-1 0 0 0,-3-3 0 0 0,2 2 0 0 0,-2 0 0 0 0,1 2 0 0 0,4 4 0 0 0,-3-1 0 0 0,-4-3 0 0 0,1 1 0 0 0,3-1 0 0 0,-1-4 0 0 0,1 2 0 0 0,-2-1 0 0 0,1 3 0 0 0,-1-1 0 0 0,0 2 0 0 0,-1 0 0 0 0,1 1 0 0 0,-2-1 0 0 0,3 2 0 0 0,-3-3 0 0 0,-3-2 0 0 0,2 1 0 0 0,-2 9 0 0 0,-7 6 0 0 0,-10 4 0 0 0,-4 6 0 0 0,-6 3 0 0 0,1 5 0 0 0,2 4 0 0 0,-2 0 0 0 0,-3-4 0 0 0,1 1 0 0 0,3 3 0 0 0,-1-2 0 0 0,3 2 0 0 0,-3 3 0 0 0,1 2 0 0 0,-1-2 0 0 0,1 0 0 0 0,-2 1 0 0 0,-4-2 0 0 0,2-1 0 0 0,3 3 0 0 0,0 1 0 0 0,-3-2 0 0 0,1 0 0 0 0,4 1 0 0 0,-1-3 0 0 0,-4 1 0 0 0,-3 1 0 0 0,1 2 0 0 0,-1-2 0 0 0,3 0 0 0 0,-1 1 0 0 0,-2 3 0 0 0,3 1 0 0 0,-2-3 0 0 0,4-1 0 0 0,-2-5 0 0 0,3 1 0 0 0,-2 2 0 0 0,-2-3 0 0 0,1 1 0 0 0,-1 3 0 0 0,2 2 0 0 0,-1-2 0 0 0,-2-6 0 0 0,1 1 0 0 0,5 2 0 0 0,-1-2 0 0 0,2 1 0 0 0,-1-2 0 0 0,6-5 0 0 0,10-3 0 0 0,10-8 0 0 0,2-10 0 0 0,5-3 0 0 0,4-5 0 0 0,4-4 0 0 0,-3-4 0 0 0,-1 3 0 0 0,2 0 0 0 0,1-2 0 0 0,-4-1 0 0 0,1 3 0 0 0,0 1 0 0 0,-3-2 0 0 0,0-1 0 0 0,3-2 0 0 0,1 3 0 0 0,-2 1 0 0 0,-6-1 0 0 0,0-1 0 0 0,3 2 0 0 0,-2 2 0 0 0,1-3 0 0 0,3 4 0 0 0,-2 0 0 0 0,1-2 0 0 0,-3-3 0 0 0,0 4 0 0 0,4-1 0 0 0,-3-1 0 0 0,2 3 0 0 0,-4-1 0 0 0,2-1 0 0 0,-3-3 0 0 0,2 4 0 0 0,2-1 0 0 0,-1-1 0 0 0,2 3 0 0 0,-4-1 0 0 0,2 4 0 0 0,-3 0 0 0 0,2-4 0 0 0,-3-2 0 0 0,3-3 0 0 0,2 3 0 0 0,4 0 0 0 0,-2-1 0 0 0,1 3 0 0 0,-4 0 0 0 0,1 4 0 0 0,-3-1 0 0 0,-5-2 0 0 0,2 2 0 0 0,-2-1 0 0 0,-2-3 0 0 0,2 3 0 0 0,-6 4 0 0 0,-9 11 0 0 0,-9 5 0 0 0,-8 8 0 0 0,-5 7 0 0 0,-4 2 0 0 0,4 3 0 0 0,0 2 0 0 0,0-2 0 0 0,4 1 0 0 0,1-4 0 0 0,-1 0 0 0 0,-3 3 0 0 0,-2 3 0 0 0,-1 2 0 0 0,3 3 0 0 0,2-5 0 0 0,-2-5 0 0 0,5-1 0 0 0,4 1 0 0 0,1-2 0 0 0,-3-4 0 0 0,-3 1 0 0 0,2 3 0 0 0,-2 4 0 0 0,-2-1 0 0 0,3 1 0 0 0,0 2 0 0 0,-3-3 0 0 0,-1-5 0 0 0,2 1 0 0 0,5 2 0 0 0,-5-1 0 0 0,2 1 0 0 0,-2-3 0 0 0,-2 3 0 0 0,3 2 0 0 0,0-2 0 0 0,-1 2 0 0 0,-3-4 0 0 0,3 2 0 0 0,0 3 0 0 0,-2 2 0 0 0,-1-2 0 0 0,3 1 0 0 0,0-4 0 0 0,4 1 0 0 0,0-4 0 0 0,2 2 0 0 0,0 3 0 0 0,-4-3 0 0 0,3 3 0 0 0,3 1 0 0 0,10-7 0 0 0,10-6 0 0 0,5-9 0 0 0,5-6 0 0 0,0-6 0 0 0,3 0 0 0 0,-2-5 0 0 0,1 2 0 0 0,-2-2 0 0 0,1 3 0 0 0,-2-3 0 0 0,2 3 0 0 0,2 4 0 0 0,-1-2 0 0 0,2-4 0 0 0,2-4 0 0 0,2-4 0 0 0,3-2 0 0 0,3 2 0 0 0,-5 1 0 0 0,-1-1 0 0 0,0-1 0 0 0,2-2 0 0 0,-4-1 0 0 0,0 4 0 0 0,2 2 0 0 0,-5-2 0 0 0,2 0 0 0 0,1 3 0 0 0,-3 0 0 0 0,1-1 0 0 0,2 3 0 0 0,-3 0 0 0 0,1 3 0 0 0,-3-1 0 0 0,-5-2 0 0 0,2 2 0 0 0,2-1 0 0 0,0-3 0 0 0,2 3 0 0 0,-3-1 0 0 0,3 3 0 0 0,-3-1 0 0 0,2 3 0 0 0,-3-2 0 0 0,-8 3 0 0 0,-11 3 0 0 0,-4 9 0 0 0,-6 5 0 0 0,-6 7 0 0 0,-4 7 0 0 0,-4 0 0 0 0,4 4 0 0 0,1-3 0 0 0,-2 1 0 0 0,7-3 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9965 1064 16383 0 0,'-10'10'0'0'0,"-12"12"0"0"0,-2 0 0 0 0,-1 2 0 0 0,-2-4 0 0 0,4 0 0 0 0,0 3 0 0 0,-1 1 0 0 0,-2-2 0 0 0,-1-5 0 0 0,3-1 0 0 0,7 3 0 0 0,0-3 0 0 0,-2-3 0 0 0,2 1 0 0 0,-1-1 0 0 0,6-2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9885 1109 16383 0 0,'4'-22'0'0'0,"3"-2"0"0"0,0 0 0 0 0,3 4 0 0 0,1 0 0 0 0,-2-2 0 0 0,-2-2 0 0 0,2 2 0 0 0,-5 6 0 0 0,-8 5 0 0 0,-9 5 0 0 0,-8 8 0 0 0,20-2 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2023 16383 0 0,'3'7'0'0'0,"12"1"0"0"0,7-3 0 0 0,7-2 0 0 0,2-2 0 0 0,2-1 0 0 0,0 0 0 0 0,0-1 0 0 0,-1 1 0 0 0,0-1 0 0 0,0 1 0 0 0,4 0 0 0 0,2 0 0 0 0,0 0 0 0 0,-2 0 0 0 0,-2 0 0 0 0,5 0 0 0 0,5 0 0 0 0,6 0 0 0 0,5 0 0 0 0,4 0 0 0 0,-4 0 0 0 0,0 0 0 0 0,-4 0 0 0 0,0 0 0 0 0,1 0 0 0 0,-3 0 0 0 0,2 0 0 0 0,-4 0 0 0 0,1 0 0 0 0,3 0 0 0 0,-2 0 0 0 0,6 0 0 0 0,0 0 0 0 0,0 0 0 0 0,1 0 0 0 0,-3 0 0 0 0,0 0 0 0 0,-4 0 0 0 0,0 0 0 0 0,7 0 0 0 0,0 0 0 0 0,1 0 0 0 0,0 0 0 0 0,2 0 0 0 0,-4 0 0 0 0,-1 0 0 0 0,1 0 0 0 0,-4 0 0 0 0,0 0 0 0 0,2 0 0 0 0,-3 0 0 0 0,-5 0 0 0 0,-4 0 0 0 0,-5 0 0 0 0,-2 0 0 0 0,-3 0 0 0 0,0 0 0 0 0,-1 0 0 0 0,0 0 0 0 0,0 0 0 0 0,0 0 0 0 0,0 0 0 0 0,1 0 0 0 0,-1 0 0 0 0,1 0 0 0 0,0 0 0 0 0,-11 0 0 0 0,-13 0 0 0 0,-14 0 0 0 0,-10 0 0 0 0,-9 0 0 0 0,-4 0 0 0 0,-2 0 0 0 0,-2 0 0 0 0,1 0 0 0 0,-5 0 0 0 0,-2 0 0 0 0,2 0 0 0 0,1 0 0 0 0,2 0 0 0 0,2 0 0 0 0,1 0 0 0 0,0 0 0 0 0,2 0 0 0 0,-1 0 0 0 0,-4 0 0 0 0,-3 0 0 0 0,1 0 0 0 0,-4 0 0 0 0,4 5 0 0 0,-1 2 0 0 0,1-1 0 0 0,0 0 0 0 0,-3-2 0 0 0,0-2 0 0 0,-4-1 0 0 0,0 0 0 0 0,3-1 0 0 0,2 0 0 0 0,4-1 0 0 0,-4 6 0 0 0,-5 2 0 0 0,0-1 0 0 0,-4 0 0 0 0,2-3 0 0 0,-3 0 0 0 0,-2 3 0 0 0,1 2 0 0 0,-1-2 0 0 0,3 0 0 0 0,5-3 0 0 0,4-1 0 0 0,3 4 0 0 0,-2 2 0 0 0,-6-2 0 0 0,0-1 0 0 0,-3-1 0 0 0,1-2 0 0 0,3-1 0 0 0,-2-1 0 0 0,-3 0 0 0 0,-4 0 0 0 0,-4 5 0 0 0,2 2 0 0 0,6-1 0 0 0,5-1 0 0 0,5 4 0 0 0,3 0 0 0 0,3 5 0 0 0,12-2 0 0 0,15-1 0 0 0,13-4 0 0 0,10-2 0 0 0,8-2 0 0 0,10 3 0 0 0,4 1 0 0 0,0-1 0 0 0,-1-1 0 0 0,-2-2 0 0 0,-2-1 0 0 0,-2-1 0 0 0,-1 0 0 0 0,4-1 0 0 0,2-1 0 0 0,4 1 0 0 0,1 0 0 0 0,3-1 0 0 0,-1 1 0 0 0,3 5 0 0 0,3 2 0 0 0,-2 0 0 0 0,-3-2 0 0 0,0-1 0 0 0,3-1 0 0 0,4-2 0 0 0,-2-1 0 0 0,1 0 0 0 0,2 0 0 0 0,-3 0 0 0 0,5 0 0 0 0,4-1 0 0 0,-2 1 0 0 0,3 0 0 0 0,-2 0 0 0 0,-2 0 0 0 0,1 0 0 0 0,-5 0 0 0 0,0 0 0 0 0,6 0 0 0 0,-2 0 0 0 0,0 0 0 0 0,-4 0 0 0 0,-1 0 0 0 0,1 5 0 0 0,-3 2 0 0 0,1 0 0 0 0,-4-2 0 0 0,1-1 0 0 0,3-2 0 0 0,3 0 0 0 0,-2-2 0 0 0,0 0 0 0 0,2 0 0 0 0,2 0 0 0 0,-2-1 0 0 0,-2 1 0 0 0,3 5 0 0 0,-4 2 0 0 0,-5 0 0 0 0,-5-2 0 0 0,-5-1 0 0 0,-2-2 0 0 0,-3 0 0 0 0,-1-2 0 0 0,0 0 0 0 0,0 0 0 0 0,-5 5 0 0 0,-7 7 0 0 0,-12 1 0 0 0,-12-1 0 0 0,-10-3 0 0 0,-8-3 0 0 0,-5-2 0 0 0,-2-3 0 0 0,-2 0 0 0 0,0-1 0 0 0,0 5 0 0 0,0 1 0 0 0,1 0 0 0 0,1-1 0 0 0,-6-1 0 0 0,-1-2 0 0 0,1-1 0 0 0,1-1 0 0 0,1 0 0 0 0,2 0 0 0 0,1 5 0 0 0,1 2 0 0 0,0-1 0 0 0,1 0 0 0 0,-6-3 0 0 0,-2 0 0 0 0,1-2 0 0 0,-4-1 0 0 0,-1 6 0 0 0,2 0 0 0 0,-2 1 0 0 0,0-2 0 0 0,2-2 0 0 0,-3 0 0 0 0,-4-2 0 0 0,1-1 0 0 0,-3 0 0 0 0,-3 0 0 0 0,-4 0 0 0 0,3-1 0 0 0,5 1 0 0 0,1 5 0 0 0,2 2 0 0 0,-1 0 0 0 0,2-2 0 0 0,2-1 0 0 0,0 3 0 0 0,-5 2 0 0 0,-5-2 0 0 0,-4 3 0 0 0,-2 1 0 0 0,-3-2 0 0 0,-1 2 0 0 0,5 0 0 0 0,2-2 0 0 0,9 3 0 0 0,9-1 0 0 0,-1-3 0 0 0,1-1 0 0 0,1-4 0 0 0,2-1 0 0 0,2-1 0 0 0,0 4 0 0 0,1 2 0 0 0,1-1 0 0 0,-1-1 0 0 0,6 4 0 0 0,12 0 0 0 0,13-1 0 0 0,13-3 0 0 0,8-1 0 0 0,7-2 0 0 0,3-1 0 0 0,2-1 0 0 0,0 0 0 0 0,1 0 0 0 0,-2-1 0 0 0,1 1 0 0 0,-2 0 0 0 0,1 0 0 0 0,-1 0 0 0 0,5 0 0 0 0,7 0 0 0 0,1 0 0 0 0,4 0 0 0 0,-1 0 0 0 0,2 0 0 0 0,-3 0 0 0 0,-3 0 0 0 0,2 0 0 0 0,8 0 0 0 0,1 0 0 0 0,1 0 0 0 0,2 0 0 0 0,-3 0 0 0 0,-1 0 0 0 0,2 0 0 0 0,1 0 0 0 0,-3 0 0 0 0,0 0 0 0 0,1 0 0 0 0,-3 0 0 0 0,0 0 0 0 0,2 0 0 0 0,2 0 0 0 0,-3 0 0 0 0,1 0 0 0 0,-4 0 0 0 0,-5 0 0 0 0,-5 0 0 0 0,-3 0 0 0 0,2 0 0 0 0,0 0 0 0 0,-1 0 0 0 0,3 0 0 0 0,1 0 0 0 0,3 0 0 0 0,0 0 0 0 0,3 0 0 0 0,-2 0 0 0 0,-3 0 0 0 0,-3-6 0 0 0,-3-1 0 0 0,-3 1 0 0 0,-1 0 0 0 0,-2 3 0 0 0,1 0 0 0 0,-12 2 0 0 0,-13 0 0 0 0,-13 1 0 0 0,-11 1 0 0 0,-8-1 0 0 0,-4 0 0 0 0,-2 0 0 0 0,-2 1 0 0 0,1-1 0 0 0,0 0 0 0 0,-5 0 0 0 0,-1 0 0 0 0,1 0 0 0 0,2 0 0 0 0,1 0 0 0 0,-3 0 0 0 0,-7 0 0 0 0,1 0 0 0 0,-4 0 0 0 0,1 0 0 0 0,4 0 0 0 0,-2 0 0 0 0,2 0 0 0 0,3 0 0 0 0,2 0 0 0 0,4 5 0 0 0,-4 2 0 0 0,0 0 0 0 0,0-2 0 0 0,3-1 0 0 0,1-2 0 0 0,1-1 0 0 0,-4 0 0 0 0,-6-1 0 0 0,-7 5 0 0 0,1 2 0 0 0,-3-1 0 0 0,3 4 0 0 0,5 1 0 0 0,3-2 0 0 0,5 3 0 0 0,3-1 0 0 0,1-2 0 0 0,2-3 0 0 0,-1-2 0 0 0,2-1 0 0 0,-1-3 0 0 0,-1 6 0 0 0,1 0 0 0 0,-1 0 0 0 0,6 4 0 0 0,1 1 0 0 0,0-2 0 0 0,-2 2 0 0 0,-1 0 0 0 0,-1-2 0 0 0,-2-2 0 0 0,0-3 0 0 0,-1-2 0 0 0,5 4 0 0 0,2 1 0 0 0,0-1 0 0 0,3 4 0 0 0,1 1 0 0 0,-2-3 0 0 0,3 4 0 0 0,-1-1 0 0 0,4 3 0 0 0,9 0 0 0 0,11-4 0 0 0,11-2 0 0 0,7 1 0 0 0,5 1 0 0 0,4-3 0 0 0,2-1 0 0 0,0-3 0 0 0,0-1 0 0 0,-1-1 0 0 0,0-1 0 0 0,0-1 0 0 0,-1 1 0 0 0,0-1 0 0 0,0 1 0 0 0,-1 0 0 0 0,6 0 0 0 0,2 0 0 0 0,5 0 0 0 0,0 0 0 0 0,-2 0 0 0 0,3 0 0 0 0,9 0 0 0 0,2 0 0 0 0,1 0 0 0 0,1 0 0 0 0,-2 0 0 0 0,-2 0 0 0 0,-3 0 0 0 0,-1 0 0 0 0,2 0 0 0 0,4 0 0 0 0,2 0 0 0 0,-4 0 0 0 0,6 0 0 0 0,-2 0 0 0 0,-6 0 0 0 0,-1 0 0 0 0,7 0 0 0 0,-1 0 0 0 0,0 0 0 0 0,-4 0 0 0 0,0 0 0 0 0,1 0 0 0 0,-3 0 0 0 0,1 0 0 0 0,1 5 0 0 0,-2 2 0 0 0,-4 0 0 0 0,-6-2 0 0 0,-3-1 0 0 0,2-2 0 0 0,-1-1 0 0 0,-1 0 0 0 0,-1-1 0 0 0,-3 0 0 0 0,5-1 0 0 0,0 1 0 0 0,0 0 0 0 0,-7 5 0 0 0,-4 2 0 0 0,-1-1 0 0 0,1 0 0 0 0,0-3 0 0 0,1 0 0 0 0,2-2 0 0 0,0 0 0 0 0,-5 4 0 0 0,-1 2 0 0 0,-10-1 0 0 0,-13-1 0 0 0,-6 4 0 0 0,-8 0 0 0 0,-7-1 0 0 0,-5-2 0 0 0,-4-3 0 0 0,-2 0 0 0 0,-1-2 0 0 0,0-1 0 0 0,0 5 0 0 0,0 1 0 0 0,0 1 0 0 0,1-2 0 0 0,0-2 0 0 0,0-1 0 0 0,0 0 0 0 0,0-2 0 0 0,1 0 0 0 0,-1 0 0 0 0,0 0 0 0 0,0-1 0 0 0,1 1 0 0 0,-1 0 0 0 0,0 0 0 0 0,0 0 0 0 0,0 0 0 0 0,6 5 0 0 0,1 2 0 0 0,0 0 0 0 0,-2-2 0 0 0,-1-1 0 0 0,-1-2 0 0 0,3 5 0 0 0,2 0 0 0 0,-1 0 0 0 0,-2-2 0 0 0,-1-2 0 0 0,-2 0 0 0 0,-1 3 0 0 0,0 1 0 0 0,-1 0 0 0 0,-5-2 0 0 0,-8-2 0 0 0,-1-1 0 0 0,2-1 0 0 0,3 0 0 0 0,3-1 0 0 0,3-1 0 0 0,1 1 0 0 0,2 0 0 0 0,0 0 0 0 0,1-1 0 0 0,0 1 0 0 0,-1 5 0 0 0,1 2 0 0 0,-1 0 0 0 0,1-2 0 0 0,-1-1 0 0 0,0 4 0 0 0,0 0 0 0 0,0-1 0 0 0,1-1 0 0 0,-1-3 0 0 0,0 5 0 0 0,5 5 0 0 0,13 1 0 0 0,13 3 0 0 0,12-1 0 0 0,10-4 0 0 0,0 2 0 0 0,2-2 0 0 0,3-2 0 0 0,1 1 0 0 0,1 0 0 0 0,2-3 0 0 0,-6 3 0 0 0,0 0 0 0 0,-1-3 0 0 0,2 4 0 0 0,1-2 0 0 0,-3 4 0 0 0,-1-1 0 0 0,0-2 0 0 0,3-4 0 0 0,-4 3 0 0 0,-1-1 0 0 0,-3 4 0 0 0,1 0 0 0 0,1-3 0 0 0,4-3 0 0 0,-4 2 0 0 0,2 1 0 0 0,-4 3 0 0 0,0-1 0 0 0,-2 3 0 0 0,0 0 0 0 0,4-4 0 0 0,-2 2 0 0 0,-4 4 0 0 0,0-1 0 0 0,4-3 0 0 0,-1 1 0 0 0,-4 4 0 0 0,1-2 0 0 0,-7-2 0 0 0,-10-5 0 0 0,-9-4 0 0 0,-9-2 0 0 0,-5-2 0 0 0,-4-1 0 0 0,-2-5 0 0 0,0-3 0 0 0,-1 0 0 0 0,0 2 0 0 0,6-3 0 0 0,3-1 0 0 0,-1-3 0 0 0,-6 0 0 0 0,-3-2 0 0 0,-1-5 0 0 0,0 1 0 0 0,6 0 0 0 0,3 2 0 0 0,-5 4 0 0 0,4-1 0 0 0,0-3 0 0 0,-1 1 0 0 0,1 3 0 0 0,-2 4 0 0 0,-1-1 0 0 0,5-5 0 0 0,2 0 0 0 0,-1-2 0 0 0,-2 1 0 0 0,-1 4 0 0 0,-2-1 0 0 0,0-5 0 0 0,-2-3 0 0 0,0 1 0 0 0,0 5 0 0 0,0 4 0 0 0,0-1 0 0 0,5-4 0 0 0,2 1 0 0 0,0 3 0 0 0,-2-1 0 0 0,-1 0 0 0 0,4-1 0 0 0,0 0 0 0 0,0 4 0 0 0,-3-3 0 0 0,-1-3 0 0 0,-2-5 0 0 0,0 1 0 0 0,-2 4 0 0 0,0 0 0 0 0,0-3 0 0 0,0 2 0 0 0,5-2 0 0 0,2 3 0 0 0,-1-1 0 0 0,0-3 0 0 0,8 1 0 0 0,13 5 0 0 0,12 4 0 0 0,10 4 0 0 0,2 9 0 0 0,3 8 0 0 0,3 3 0 0 0,2-1 0 0 0,1 2 0 0 0,2-1 0 0 0,-6 2 0 0 0,0-2 0 0 0,0-2 0 0 0,1 1 0 0 0,1 3 0 0 0,2 0 0 0 0,-5 2 0 0 0,-1-2 0 0 0,2-4 0 0 0,-5 2 0 0 0,0 3 0 0 0,2-1 0 0 0,3-3 0 0 0,2 1 0 0 0,1 4 0 0 0,2-2 0 0 0,1-3 0 0 0,0 2 0 0 0,0 2 0 0 0,0 0 0 0 0,-5 1 0 0 0,-2-2 0 0 0,1-3 0 0 0,0-5 0 0 0,-3 2 0 0 0,0-1 0 0 0,-5 4 0 0 0,1-1 0 0 0,3-2 0 0 0,2 2 0 0 0,3-1 0 0 0,-3 3 0 0 0,0 0 0 0 0,-4 1 0 0 0,-1 0 0 0 0,3 1 0 0 0,3-1 0 0 0,2 1 0 0 0,-3 4 0 0 0,-10-7 0 0 0,-14-6 0 0 0,-5-9 0 0 0,-8-4 0 0 0,-7-7 0 0 0,1-6 0 0 0,-2-5 0 0 0,-2 2 0 0 0,-3 4 0 0 0,4 0 0 0 0,0-2 0 0 0,-1 2 0 0 0,4 0 0 0 0,-1 2 0 0 0,4-2 0 0 0,0-2 0 0 0,-3 2 0 0 0,-4-1 0 0 0,-2 2 0 0 0,3-1 0 0 0,0 3 0 0 0,-1-2 0 0 0,-2 3 0 0 0,4-2 0 0 0,0 1 0 0 0,4-1 0 0 0,-1 2 0 0 0,4-2 0 0 0,-2-4 0 0 0,-2 2 0 0 0,-4-2 0 0 0,-3-2 0 0 0,-2 3 0 0 0,-2-1 0 0 0,-1-3 0 0 0,5-2 0 0 0,1 3 0 0 0,1 6 0 0 0,-2-1 0 0 0,4-2 0 0 0,0 2 0 0 0,-1 5 0 0 0,3-2 0 0 0,0 1 0 0 0,-2-1 0 0 0,-2-4 0 0 0,-3 0 0 0 0,-2 5 0 0 0,4-2 0 0 0,2-3 0 0 0,-2 1 0 0 0,-1 4 0 0 0,9 4 0 0 0,13 3 0 0 0,6 8 0 0 0,9 4 0 0 0,8 1 0 0 0,0 4 0 0 0,2 1 0 0 0,-2 3 0 0 0,1-1 0 0 0,-3 3 0 0 0,0-2 0 0 0,4-4 0 0 0,2 3 0 0 0,4 3 0 0 0,1-1 0 0 0,2 2 0 0 0,1 3 0 0 0,0 3 0 0 0,1-2 0 0 0,-1 0 0 0 0,0 2 0 0 0,0-3 0 0 0,0-6 0 0 0,-5 0 0 0 0,-2 4 0 0 0,0-3 0 0 0,-4 2 0 0 0,0-3 0 0 0,2 3 0 0 0,2-3 0 0 0,-2 1 0 0 0,-1-1 0 0 0,2-4 0 0 0,-3 1 0 0 0,1 5 0 0 0,1-1 0 0 0,2 2 0 0 0,3 3 0 0 0,-3 3 0 0 0,-1-2 0 0 0,-4 0 0 0 0,0-3 0 0 0,-4-1 0 0 0,2-2 0 0 0,2-4 0 0 0,-1 0 0 0 0,-4 5 0 0 0,-5 3 0 0 0,2 0 0 0 0,-1 0 0 0 0,-3 3 0 0 0,-7-2 0 0 0,-9-6 0 0 0,-8-5 0 0 0,-7-9 0 0 0,-4-5 0 0 0,-3-2 0 0 0,-1-4 0 0 0,-1-2 0 0 0,6-3 0 0 0,2 0 0 0 0,0-2 0 0 0,-1 2 0 0 0,-2 3 0 0 0,0-1 0 0 0,-2 1 0 0 0,5-2 0 0 0,1 1 0 0 0,0 3 0 0 0,-2 2 0 0 0,-1-1 0 0 0,4-6 0 0 0,0 1 0 0 0,-1 2 0 0 0,4-2 0 0 0,0 2 0 0 0,-2 2 0 0 0,-3-2 0 0 0,-2-4 0 0 0,-1 0 0 0 0,-2 4 0 0 0,-1 3 0 0 0,5-2 0 0 0,2-5 0 0 0,-1 2 0 0 0,-1 2 0 0 0,-1 3 0 0 0,4-2 0 0 0,0 1 0 0 0,5-3 0 0 0,-1 1 0 0 0,-2-4 0 0 0,-2 2 0 0 0,2-2 0 0 0,5 7 0 0 0,6 10 0 0 0,3 10 0 0 0,9 3 0 0 0,9 5 0 0 0,3 4 0 0 0,-1 3 0 0 0,-3 3 0 0 0,3-4 0 0 0,-2 0 0 0 0,3-5 0 0 0,-1-1 0 0 0,-2 2 0 0 0,1 3 0 0 0,0 2 0 0 0,2-3 0 0 0,-1-1 0 0 0,3-3 0 0 0,-2 0 0 0 0,-3 2 0 0 0,2-3 0 0 0,-2 1 0 0 0,4-2 0 0 0,-2 0 0 0 0,2-2 0 0 0,0 1 0 0 0,1 4 0 0 0,4 3 0 0 0,-2 3 0 0 0,1-2 0 0 0,4-1 0 0 0,1 1 0 0 0,-2 2 0 0 0,1-4 0 0 0,-5 1 0 0 0,1-5 0 0 0,-4 0 0 0 0,-3 3 0 0 0,0-3 0 0 0,5-4 0 0 0,-2 0 0 0 0,-3 4 0 0 0,-3-7 0 0 0,-9-5 0 0 0,-4-9 0 0 0,-7-9 0 0 0,-6-8 0 0 0,-6-1 0 0 0,0-1 0 0 0,6-3 0 0 0,-1 3 0 0 0,-2 0 0 0 0,2-1 0 0 0,-1 3 0 0 0,3 0 0 0 0,-1 2 0 0 0,2 1 0 0 0,-2 2 0 0 0,3-2 0 0 0,-2 3 0 0 0,1-2 0 0 0,-1 2 0 0 0,2-2 0 0 0,-3 2 0 0 0,3-3 0 0 0,-2-2 0 0 0,-4-5 0 0 0,-3-2 0 0 0,2-3 0 0 0,-1 4 0 0 0,4 1 0 0 0,-1 5 0 0 0,3 0 0 0 0,-1 3 0 0 0,3-1 0 0 0,-2 3 0 0 0,1 9 0 0 0,10 5 0 0 0,5 7 0 0 0,7 4 0 0 0,3 4 0 0 0,0 6 0 0 0,4-2 0 0 0,-2 2 0 0 0,4 2 0 0 0,-2 3 0 0 0,-3 2 0 0 0,2 1 0 0 0,4-4 0 0 0,-1-1 0 0 0,-3 1 0 0 0,1-4 0 0 0,-1-1 0 0 0,-4 2 0 0 0,-2 3 0 0 0,2-4 0 0 0,0 1 0 0 0,3 1 0 0 0,0 2 0 0 0,-2 2 0 0 0,-3 2 0 0 0,3-4 0 0 0,0-1 0 0 0,-3 0 0 0 0,4-3 0 0 0,-1-1 0 0 0,-1-8 0 0 0,-3-12 0 0 0,-2-11 0 0 0,-7-4 0 0 0,-4-4 0 0 0,1-4 0 0 0,-5 1 0 0 0,0 0 0 0 0,-4-2 0 0 0,1-2 0 0 0,-2-2 0 0 0,-5-2 0 0 0,3 0 0 0 0,-2 4 0 0 0,3 2 0 0 0,-1 0 0 0 0,2-2 0 0 0,0 4 0 0 0,1 0 0 0 0,-1-1 0 0 0,1-2 0 0 0,-1 3 0 0 0,-3 6 0 0 0,1 0 0 0 0,4-3 0 0 0,-1 2 0 0 0,2-1 0 0 0,-2 3 0 0 0,1-2 0 0 0,4-4 0 0 0,3 8 0 0 0,3 11 0 0 0,2 12 0 0 0,1 8 0 0 0,1 7 0 0 0,1 4 0 0 0,-1 3 0 0 0,1 1 0 0 0,-1 0 0 0 0,1 0 0 0 0,-1-1 0 0 0,0 0 0 0 0,0-1 0 0 0,5 1 0 0 0,2-2 0 0 0,0 1 0 0 0,-2 0 0 0 0,4-6 0 0 0,1-1 0 0 0,3 0 0 0 0,5-4 0 0 0,-1-10 0 0 0,-8-7 0 0 0,-11-5 0 0 0,-5-6 0 0 0,-2-8 0 0 0,1-5 0 0 0,-3-1 0 0 0,-5 5 0 0 0,0-1 0 0 0,2-2 0 0 0,-1 2 0 0 0,2-1 0 0 0,-2 3 0 0 0,1-1 0 0 0,4-4 0 0 0,-3 3 0 0 0,2-1 0 0 0,2-3 0 0 0,-2 2 0 0 0,0 0 0 0 0,-2 3 0 0 0,0-1 0 0 0,2-2 0 0 0,-1 2 0 0 0,0-2 0 0 0,3-1 0 0 0,-2 1 0 0 0,0 11 0 0 0,8 6 0 0 0,4 8 0 0 0,1 10 0 0 0,7 2 0 0 0,1 3 0 0 0,4-2 0 0 0,0 1 0 0 0,-2 3 0 0 0,-4 3 0 0 0,3-3 0 0 0,-2 0 0 0 0,4-3 0 0 0,0-1 0 0 0,2-2 0 0 0,-1-10 0 0 0,-3-11 0 0 0,-8-9 0 0 0,-5-9 0 0 0,-8 1 0 0 0,-1-2 0 0 0,0-2 0 0 0,3-2 0 0 0,-3 5 0 0 0,0 0 0 0 0,-2 4 0 0 0,0 0 0 0 0,2-2 0 0 0,4-2 0 0 0,-3 2 0 0 0,1 0 0 0 0,-4 3 0 0 0,1 0 0 0 0,-4 2 0 0 0,2 0 0 0 0,3-4 0 0 0,3-3 0 0 0,-2 2 0 0 0,-4 5 0 0 0,-1 0 0 0 0,3-3 0 0 0,4-4 0 0 0,-3 3 0 0 0,1 0 0 0 0,-3 2 0 0 0,0 0 0 0 0,-2 2 0 0 0,1-1 0 0 0,3-3 0 0 0,-2-3 0 0 0,-4 2 0 0 0,1 0 0 0 0,3-2 0 0 0,-1 2 0 0 0,-4 1 0 0 0,1-3 0 0 0,4-1 0 0 0,-1 2 0 0 0,1 0 0 0 0,-2 4 0 0 0,2-1 0 0 0,3 9 0 0 0,8 6 0 0 0,4 8 0 0 0,8 5 0 0 0,2 5 0 0 0,-2 5 0 0 0,4 0 0 0 0,-1 2 0 0 0,2-3 0 0 0,-1 1 0 0 0,2-2 0 0 0,-1 0 0 0 0,-4 3 0 0 0,2-2 0 0 0,-1 1 0 0 0,2-2 0 0 0,4 1 0 0 0,-1 2 0 0 0,2-2 0 0 0,-2 2 0 0 0,1-4 0 0 0,-2 2 0 0 0,-5 3 0 0 0,2-3 0 0 0,-1 1 0 0 0,2-2 0 0 0,-2 1 0 0 0,4-3 0 0 0,-2 1 0 0 0,2 4 0 0 0,4-2 0 0 0,-2 1 0 0 0,1 3 0 0 0,4-2 0 0 0,-4 0 0 0 0,2-3 0 0 0,-4 1 0 0 0,1-3 0 0 0,-3 2 0 0 0,2-3 0 0 0,-3 2 0 0 0,-3-7 0 0 0,-4-10 0 0 0,-8-5 0 0 0,-4-7 0 0 0,-1-7 0 0 0,-5-4 0 0 0,-5 1 0 0 0,-1 0 0 0 0,-2 3 0 0 0,2 0 0 0 0,3-1 0 0 0,0-4 0 0 0,-3 4 0 0 0,0 0 0 0 0,5-3 0 0 0,3-1 0 0 0,-2 3 0 0 0,-4 0 0 0 0,0-1 0 0 0,-2 3 0 0 0,2-1 0 0 0,3-1 0 0 0,3-3 0 0 0,-1 4 0 0 0,1-1 0 0 0,-4 4 0 0 0,1 0 0 0 0,2-3 0 0 0,3-3 0 0 0,-3-2 0 0 0,1-2 0 0 0,-4-2 0 0 0,-4-1 0 0 0,0 0 0 0 0,3 0 0 0 0,4-1 0 0 0,4 1 0 0 0,-3 5 0 0 0,1 2 0 0 0,1 0 0 0 0,2-2 0 0 0,-3-1 0 0 0,-1-1 0 0 0,2-2 0 0 0,1 0 0 0 0,3-1 0 0 0,1 0 0 0 0,1 0 0 0 0,-4 5 0 0 0,-2 2 0 0 0,1 0 0 0 0,1-2 0 0 0,1-1 0 0 0,2-1 0 0 0,1 9 0 0 0,0 13 0 0 0,1 13 0 0 0,1 10 0 0 0,-1 8 0 0 0,0 5 0 0 0,0 2 0 0 0,1 1 0 0 0,-1 1 0 0 0,5-7 0 0 0,2-1 0 0 0,0-1 0 0 0,3-4 0 0 0,1-1 0 0 0,-2 2 0 0 0,-2 2 0 0 0,2-3 0 0 0,0 1 0 0 0,-1 1 0 0 0,3-3 0 0 0,-1 0 0 0 0,4-3 0 0 0,-1 1 0 0 0,-2 2 0 0 0,-4 3 0 0 0,3-2 0 0 0,0-10 0 0 0,-3-12 0 0 0,-1-11 0 0 0,-3-9 0 0 0,-1-6 0 0 0,-1-4 0 0 0,-1-1 0 0 0,-1-2 0 0 0,1 1 0 0 0,-1 1 0 0 0,1 0 0 0 0,0 0 0 0 0,0 1 0 0 0,0 0 0 0 0,0 0 0 0 0,0 0 0 0 0,0 0 0 0 0,0 1 0 0 0,0-1 0 0 0,0 0 0 0 0,-6 5 0 0 0,-1 3 0 0 0,1-2 0 0 0,0 0 0 0 0,-3-2 0 0 0,0-1 0 0 0,1-2 0 0 0,2 0 0 0 0,-3 4 0 0 0,0 2 0 0 0,1 0 0 0 0,3-2 0 0 0,1-2 0 0 0,2 0 0 0 0,-4 3 0 0 0,-1 2 0 0 0,-5-1 0 0 0,1-2 0 0 0,1-1 0 0 0,2-2 0 0 0,-2 5 0 0 0,0 0 0 0 0,3 0 0 0 0,-4-2 0 0 0,0-1 0 0 0,-3-2 0 0 0,-4 4 0 0 0,1 2 0 0 0,-3 4 0 0 0,3 0 0 0 0,-1 4 0 0 0,-3 4 0 0 0,3 9 0 0 0,3 10 0 0 0,5 9 0 0 0,-1 2 0 0 0,1 3 0 0 0,-2 2 0 0 0,-1 3 0 0 0,4 2 0 0 0,-3-4 0 0 0,1-1 0 0 0,2 1 0 0 0,2 1 0 0 0,4 2 0 0 0,-5-5 0 0 0,1 0 0 0 0,0 1 0 0 0,-3-4 0 0 0,0 1 0 0 0,1 1 0 0 0,3-8 0 0 0,2-12 0 0 0,2-11 0 0 0,6-5 0 0 0,3-4 0 0 0,0-5 0 0 0,4-4 0 0 0,5 3 0 0 0,1 1 0 0 0,1-2 0 0 0,4-2 0 0 0,-2-1 0 0 0,1 4 0 0 0,-3 1 0 0 0,0-1 0 0 0,3-1 0 0 0,2 2 0 0 0,-1 2 0 0 0,-6-2 0 0 0,0 3 0 0 0,3-1 0 0 0,-2-1 0 0 0,1 3 0 0 0,-2-1 0 0 0,1 3 0 0 0,-2 0 0 0 0,-4-3 0 0 0,2 1 0 0 0,4 0 0 0 0,-2-3 0 0 0,3-2 0 0 0,-2-3 0 0 0,-4-2 0 0 0,2 4 0 0 0,-3 1 0 0 0,-7 5 0 0 0,-5 10 0 0 0,-7 7 0 0 0,-3 10 0 0 0,-4 2 0 0 0,0 6 0 0 0,-2-1 0 0 0,1 3 0 0 0,-1 4 0 0 0,-4 2 0 0 0,-3 4 0 0 0,3 1 0 0 0,-1 2 0 0 0,-2-5 0 0 0,-2-2 0 0 0,4 1 0 0 0,0 1 0 0 0,-2 2 0 0 0,4 0 0 0 0,0-3 0 0 0,-2-7 0 0 0,2-1 0 0 0,0 2 0 0 0,4 3 0 0 0,-2 3 0 0 0,-2 3 0 0 0,2 1 0 0 0,-2-4 0 0 0,4-1 0 0 0,-2-5 0 0 0,3 1 0 0 0,-1-5 0 0 0,1 2 0 0 0,-1 2 0 0 0,-4-1 0 0 0,2 0 0 0 0,4 4 0 0 0,-1-3 0 0 0,3 1 0 0 0,-3-3 0 0 0,1 1 0 0 0,-1-2 0 0 0,6-5 0 0 0,10-4 0 0 0,5-8 0 0 0,2-9 0 0 0,4-3 0 0 0,1-5 0 0 0,2 1 0 0 0,0-1 0 0 0,2 1 0 0 0,-2-1 0 0 0,2 2 0 0 0,3 5 0 0 0,-2-2 0 0 0,-3-4 0 0 0,0 1 0 0 0,3-2 0 0 0,4-3 0 0 0,3-3 0 0 0,3 2 0 0 0,-3 0 0 0 0,-2-2 0 0 0,2-1 0 0 0,1-3 0 0 0,2-1 0 0 0,1 4 0 0 0,-4 1 0 0 0,-7 0 0 0 0,-1 3 0 0 0,2 1 0 0 0,-2-2 0 0 0,1-3 0 0 0,3 4 0 0 0,-3-1 0 0 0,2-1 0 0 0,2 3 0 0 0,-2 0 0 0 0,0-3 0 0 0,-3-1 0 0 0,1-3 0 0 0,2-2 0 0 0,-2-1 0 0 0,2-1 0 0 0,-4 0 0 0 0,2 5 0 0 0,-3 2 0 0 0,-4-1 0 0 0,2 5 0 0 0,-2 0 0 0 0,-2-2 0 0 0,-3-2 0 0 0,-8 2 0 0 0,-8 6 0 0 0,-4 10 0 0 0,-3 7 0 0 0,-5 8 0 0 0,-3 7 0 0 0,-4 8 0 0 0,-1-2 0 0 0,4 1 0 0 0,1-3 0 0 0,6 0 0 0 0,-1-3 0 0 0,5 0 0 0 0,-2-2 0 0 0,-7 1 0 0 0,-1 4 0 0 0,0-2 0 0 0,6-9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9950 1191 16383 0 0,'-2'1'0'0'0,"-21"14"0"0"0,0-3 0 0 0,5 3 0 0 0,0 4 0 0 0,-3-2 0 0 0,-2 2 0 0 0,-3 3 0 0 0,-2-3 0 0 0,-2-4 0 0 0,4 1 0 0 0,2 2 0 0 0,-1 4 0 0 0,-1-2 0 0 0,-1-4 0 0 0,27-16 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1733 16383 0 0,'16'-8'0'0'0,"9"-8"0"0"0,0 2 0 0 0,-6-1 0 0 0,0 2 0 0 0,1-2 0 0 0,4-4 0 0 0,1-4 0 0 0,3 2 0 0 0,-3-1 0 0 0,-2-1 0 0 0,2 2 0 0 0,-4 1 0 0 0,-1 2 0 0 0,2 6 0 0 0,-2-2 0 0 0,-1-3 0 0 0,3 2 0 0 0,-2-3 0 0 0,-1 3 0 0 0,-2-3 0 0 0,1-2 0 0 0,2 2 0 0 0,-2-2 0 0 0,2 3 0 0 0,-4 0 0 0 0,2 1 0 0 0,-5 2 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9975 1322 16383 0 0,'2'-2'0'0'0,"15"-13"0"0"0,2-1 0 0 0,-1-3 0 0 0,2 1 0 0 0,1-2 0 0 0,-1-1 0 0 0,0 1 0 0 0,-3 0 0 0 0,1 3 0 0 0,-3-1 0 0 0,-3-3 0 0 0,0 3 0 0 0,0-2 0 0 0,-9 9 0 0 0,-9 11 0 0 0,-5 11 0 0 0,-4 8 0 0 0,-6 7 0 0 0,-4 4 0 0 0,1 2 0 0 0,1-4 0 0 0,-2-2 0 0 0,4 0 0 0 0,0 1 0 0 0,-2-5 0 0 0,4 0 0 0 0,4 1 0 0 0,0-3 0 0 0,2 0 0 0 0,-1-3 0 0 0,-5 0 0 0 0,2 3 0 0 0,-1-2 0 0 0,-4 2 0 0 0,3 1 0 0 0,-2 4 0 0 0,-1-3 0 0 0,-3-6 0 0 0,3 1 0 0 0,5 2 0 0 0,1-2 0 0 0,-3 1 0 0 0,2 3 0 0 0,-1 3 0 0 0,-3-2 0 0 0,-3-1 0 0 0,2 3 0 0 0,0-4 0 0 0,-1-4 0 0 0,2-1 0 0 0,6 3 0 0 0,0 4 0 0 0,-3-3 0 0 0,-4-3 0 0 0,2 0 0 0 0,3-1 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9608 1381 16383 0 0,'-6'9'0'0'0,"-7"16"0"0"0,3 1 0 0 0,3-7 0 0 0,3-14 0 0 0,7-12 0 0 0,3-10 0 0 0,6-7 0 0 0,1-6 0 0 0,-9 24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9659 1381 16383 0 0,'-13'14'0'0'0,"-4"3"0"0"0,-2-4 0 0 0,-3 1 0 0 0,3 4 0 0 0,-2-2 0 0 0,-2 2 0 0 0,-2-2 0 0 0,-2 1 0 0 0,-2 4 0 0 0,4 2 0 0 0,4-4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9503 1381 16383 0 0,'-16'14'0'0'0,"-8"8"0"0"0,-1-2 0 0 0,3 1 0 0 0,4-7 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1504 16383 0 0,'5'-2'0'0'0,"18"-14"0"0"0,2 1 0 0 0,-3-4 0 0 0,0 2 0 0 0,1 5 0 0 0,-3-3 0 0 0,6-2 0 0 0,-16 7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9572 1381 16383 0 0,'-12'14'0'0'0,"-4"1"0"0"0,1 1 0 0 0,-1-1 0 0 0,1 1 0 0 0,4 3 0 0 0,-2-1 0 0 0,-4 2 0 0 0,2 2 0 0 0,-3-3 0 0 0,-3 1 0 0 0,16-16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20141 4197 16383 0 0,'-6'0'0'0'0,"-6"0"0"0"0,-2-6 0 0 0,-3-1 0 0 0,-4 1 0 0 0,-4 0 0 0 0,-3 3 0 0 0,-2 0 0 0 0,-1 2 0 0 0,0 1 0 0 0,-1-1 0 0 0,1 2 0 0 0,4-6 0 0 0,3-2 0 0 0,0 1 0 0 0,-2-5 0 0 0,-1 1 0 0 0,-1 1 0 0 0,3-3 0 0 0,2 1 0 0 0,-1 1 0 0 0,-2 4 0 0 0,-1 2 0 0 0,-2 2 0 0 0,5-4 0 0 0,0-1 0 0 0,0 1 0 0 0,-2 1 0 0 0,-1 1 0 0 0,3-3 0 0 0,1-1 0 0 0,0 1 0 0 0,-3 2 0 0 0,-1 1 0 0 0,-2 2 0 0 0,-1 1 0 0 0,0 1 0 0 0,-1 0 0 0 0,-1 1 0 0 0,1-1 0 0 0,0 0 0 0 0,0 0 0 0 0,0 1 0 0 0,0-1 0 0 0,0 0 0 0 0,0 0 0 0 0,1 0 0 0 0,-1 0 0 0 0,0 0 0 0 0,0 0 0 0 0,0 0 0 0 0,1 0 0 0 0,-1 0 0 0 0,0 0 0 0 0,0 0 0 0 0,0 0 0 0 0,0 0 0 0 0,-5 0 0 0 0,-7 0 0 0 0,-1 0 0 0 0,-4 0 0 0 0,-4 0 0 0 0,1 0 0 0 0,5 0 0 0 0,4 0 0 0 0,4 0 0 0 0,4 0 0 0 0,2 0 0 0 0,1 0 0 0 0,-4 0 0 0 0,-2 0 0 0 0,0 0 0 0 0,-3 0 0 0 0,-1 5 0 0 0,-4 2 0 0 0,-5 0 0 0 0,2-2 0 0 0,2-1 0 0 0,0-2 0 0 0,-3-1 0 0 0,1 0 0 0 0,4-1 0 0 0,-2 0 0 0 0,3 5 0 0 0,3 1 0 0 0,2 1 0 0 0,4-2 0 0 0,1-1 0 0 0,2-2 0 0 0,-5 4 0 0 0,-6 2 0 0 0,-2-1 0 0 0,2-2 0 0 0,-3-2 0 0 0,1-1 0 0 0,3 5 0 0 0,3 0 0 0 0,3-1 0 0 0,2-1 0 0 0,2-1 0 0 0,0-2 0 0 0,-5-1 0 0 0,-6 5 0 0 0,-2 1 0 0 0,2-1 0 0 0,2-1 0 0 0,3-1 0 0 0,3-2 0 0 0,1-1 0 0 0,2-1 0 0 0,0 0 0 0 0,1 0 0 0 0,-5 0 0 0 0,-3-1 0 0 0,1 1 0 0 0,1 0 0 0 0,2 0 0 0 0,1 0 0 0 0,-5 0 0 0 0,0 0 0 0 0,1 0 0 0 0,1 0 0 0 0,1 0 0 0 0,2 0 0 0 0,1 0 0 0 0,1 0 0 0 0,0 0 0 0 0,1 0 0 0 0,-1 0 0 0 0,1 0 0 0 0,-1 0 0 0 0,1 0 0 0 0,-1 0 0 0 0,0 0 0 0 0,6 5 0 0 0,11 2 0 0 0,14 5 0 0 0,13 0 0 0 0,8-1 0 0 0,7 2 0 0 0,3-1 0 0 0,2-3 0 0 0,-5 3 0 0 0,-2-1 0 0 0,6 3 0 0 0,2-1 0 0 0,0-2 0 0 0,0-4 0 0 0,0 3 0 0 0,4-1 0 0 0,6 4 0 0 0,6 4 0 0 0,0 0 0 0 0,2 2 0 0 0,3-2 0 0 0,-4-4 0 0 0,7 1 0 0 0,2-2 0 0 0,-2-3 0 0 0,-2-3 0 0 0,1 3 0 0 0,-4 0 0 0 0,4 3 0 0 0,4 0 0 0 0,1 3 0 0 0,6 5 0 0 0,2-2 0 0 0,-6 1 0 0 0,3-1 0 0 0,4 0 0 0 0,2-3 0 0 0,-2 2 0 0 0,4-2 0 0 0,-2-4 0 0 0,-7 2 0 0 0,1-2 0 0 0,4 3 0 0 0,-4-1 0 0 0,2-3 0 0 0,5-3 0 0 0,6 2 0 0 0,-1 1 0 0 0,-3 2 0 0 0,-3 1 0 0 0,-5-3 0 0 0,-3 2 0 0 0,-1-1 0 0 0,-8-2 0 0 0,4-2 0 0 0,1 2 0 0 0,-4 0 0 0 0,-2-2 0 0 0,6 4 0 0 0,4-1 0 0 0,0-1 0 0 0,-6 2 0 0 0,-1 0 0 0 0,-6-2 0 0 0,-2-3 0 0 0,-3-2 0 0 0,-5-2 0 0 0,1-1 0 0 0,3 4 0 0 0,6 2 0 0 0,-3-1 0 0 0,-3-1 0 0 0,1 3 0 0 0,-3 1 0 0 0,3-1 0 0 0,-3 3 0 0 0,2 0 0 0 0,-1-2 0 0 0,-3-3 0 0 0,-4 3 0 0 0,-3 0 0 0 0,-2-1 0 0 0,-1-3 0 0 0,-1-1 0 0 0,-1-2 0 0 0,0-1 0 0 0,0-1 0 0 0,-5 5 0 0 0,-12 1 0 0 0,-13 0 0 0 0,-12-1 0 0 0,-10-1 0 0 0,-5-2 0 0 0,-5-1 0 0 0,-1 0 0 0 0,-5-1 0 0 0,-3 0 0 0 0,2-1 0 0 0,2 1 0 0 0,1 0 0 0 0,2 0 0 0 0,-3 0 0 0 0,-7 0 0 0 0,0 0 0 0 0,2 0 0 0 0,2 0 0 0 0,-2-6 0 0 0,-4-1 0 0 0,-5 1 0 0 0,-5 0 0 0 0,-8 3 0 0 0,-9 0 0 0 0,3 2 0 0 0,3 0 0 0 0,-4 1 0 0 0,1 1 0 0 0,1-1 0 0 0,2 0 0 0 0,2 0 0 0 0,2 1 0 0 0,-5-1 0 0 0,-1 0 0 0 0,-4 0 0 0 0,5 0 0 0 0,3 0 0 0 0,-3 0 0 0 0,0 0 0 0 0,1 0 0 0 0,-4 0 0 0 0,0 0 0 0 0,-5 0 0 0 0,2 0 0 0 0,7 0 0 0 0,-1 0 0 0 0,-4 0 0 0 0,0 0 0 0 0,-5 0 0 0 0,7 0 0 0 0,4 0 0 0 0,3 0 0 0 0,2 0 0 0 0,1 0 0 0 0,-6 0 0 0 0,4 0 0 0 0,2 0 0 0 0,0 0 0 0 0,0 0 0 0 0,0 5 0 0 0,5 2 0 0 0,1 0 0 0 0,-1-2 0 0 0,-1-1 0 0 0,4 3 0 0 0,-1 2 0 0 0,5-2 0 0 0,-1-2 0 0 0,3-1 0 0 0,-1 3 0 0 0,-4 1 0 0 0,3-1 0 0 0,-2-2 0 0 0,3-1 0 0 0,4-2 0 0 0,3-1 0 0 0,5-1 0 0 0,2 0 0 0 0,1-1 0 0 0,-3 1 0 0 0,-2 5 0 0 0,0 2 0 0 0,2-1 0 0 0,1-1 0 0 0,1-1 0 0 0,1-1 0 0 0,1-2 0 0 0,10-1 0 0 0,15 0 0 0 0,13 0 0 0 0,11 0 0 0 0,7 0 0 0 0,6-1 0 0 0,1 1 0 0 0,2 0 0 0 0,-1 0 0 0 0,0 0 0 0 0,0 0 0 0 0,4 0 0 0 0,7 0 0 0 0,0 0 0 0 0,-1 0 0 0 0,2 0 0 0 0,-1 0 0 0 0,2 0 0 0 0,-1 0 0 0 0,-3 0 0 0 0,7 0 0 0 0,0 0 0 0 0,3 0 0 0 0,2 0 0 0 0,3 0 0 0 0,2 0 0 0 0,-3 0 0 0 0,-1 0 0 0 0,5 0 0 0 0,-1 0 0 0 0,4 0 0 0 0,-3 0 0 0 0,-1 0 0 0 0,5 0 0 0 0,2 0 0 0 0,0 0 0 0 0,5 0 0 0 0,1 0 0 0 0,-2 0 0 0 0,-1 0 0 0 0,-3 0 0 0 0,-2 0 0 0 0,-1 0 0 0 0,4 0 0 0 0,1 0 0 0 0,0 0 0 0 0,-1 0 0 0 0,-2 0 0 0 0,-2 0 0 0 0,0 0 0 0 0,-1 0 0 0 0,0 0 0 0 0,-1 0 0 0 0,-5 0 0 0 0,-1 0 0 0 0,0 0 0 0 0,1 0 0 0 0,1 0 0 0 0,3 0 0 0 0,-5 0 0 0 0,-6 0 0 0 0,-6 0 0 0 0,-1 0 0 0 0,5 0 0 0 0,-2 5 0 0 0,-3 2 0 0 0,2 0 0 0 0,4-2 0 0 0,-1-1 0 0 0,-3-2 0 0 0,-4 0 0 0 0,-4-2 0 0 0,-2 5 0 0 0,-2 2 0 0 0,-1 0 0 0 0,-1-2 0 0 0,0-2 0 0 0,0-1 0 0 0,1 0 0 0 0,-6 3 0 0 0,-2 2 0 0 0,1 0 0 0 0,2-2 0 0 0,-10-2 0 0 0,-12-1 0 0 0,-12-1 0 0 0,-10 0 0 0 0,-7-1 0 0 0,-5 0 0 0 0,-2-1 0 0 0,-1 1 0 0 0,0 0 0 0 0,0 0 0 0 0,-5 0 0 0 0,-1 0 0 0 0,1-1 0 0 0,2 1 0 0 0,-4 0 0 0 0,0 1 0 0 0,1-1 0 0 0,3 0 0 0 0,-4 0 0 0 0,-5 0 0 0 0,-6 0 0 0 0,1 0 0 0 0,-2 0 0 0 0,4 0 0 0 0,3 0 0 0 0,0 0 0 0 0,2 0 0 0 0,-3 0 0 0 0,3 5 0 0 0,2 2 0 0 0,-2-1 0 0 0,1 0 0 0 0,-3-2 0 0 0,-4-2 0 0 0,1-1 0 0 0,-2 0 0 0 0,-3-1 0 0 0,-8-1 0 0 0,-4 1 0 0 0,3 0 0 0 0,3 0 0 0 0,5 0 0 0 0,7 5 0 0 0,1 2 0 0 0,-2-1 0 0 0,1 0 0 0 0,-1-3 0 0 0,2 0 0 0 0,4-2 0 0 0,-2 0 0 0 0,-4-1 0 0 0,2-1 0 0 0,2 1 0 0 0,-1 0 0 0 0,2-1 0 0 0,-3 1 0 0 0,2 0 0 0 0,3 0 0 0 0,3 0 0 0 0,3 0 0 0 0,2 0 0 0 0,1 0 0 0 0,2 0 0 0 0,10 0 0 0 0,14 0 0 0 0,13 0 0 0 0,11 0 0 0 0,8 0 0 0 0,9 0 0 0 0,5 0 0 0 0,0 0 0 0 0,-1 0 0 0 0,3 0 0 0 0,5 0 0 0 0,0 0 0 0 0,-3 0 0 0 0,1 0 0 0 0,-1 0 0 0 0,2 0 0 0 0,4 0 0 0 0,3 0 0 0 0,-1 0 0 0 0,-5 0 0 0 0,1 0 0 0 0,7 0 0 0 0,0 0 0 0 0,1 0 0 0 0,6 0 0 0 0,-1 0 0 0 0,4 0 0 0 0,2 0 0 0 0,-1-5 0 0 0,5-2 0 0 0,1 0 0 0 0,-2-3 0 0 0,3-1 0 0 0,0 2 0 0 0,3-3 0 0 0,-1 1 0 0 0,3-3 0 0 0,-2 0 0 0 0,-3-2 0 0 0,-4 2 0 0 0,3-3 0 0 0,-1 3 0 0 0,-2 2 0 0 0,3-1 0 0 0,0 2 0 0 0,3-3 0 0 0,0 1 0 0 0,-8 2 0 0 0,0 4 0 0 0,0 3 0 0 0,-2 2 0 0 0,-1-4 0 0 0,5-1 0 0 0,-5 1 0 0 0,-3-4 0 0 0,-1-1 0 0 0,-5 3 0 0 0,3-4 0 0 0,-2 1 0 0 0,-1 2 0 0 0,1-2 0 0 0,-4 0 0 0 0,-5 2 0 0 0,4 3 0 0 0,-5-3 0 0 0,-1 0 0 0 0,2 1 0 0 0,-1-2 0 0 0,-3-1 0 0 0,-4 3 0 0 0,-3 2 0 0 0,3 2 0 0 0,4 2 0 0 0,2-5 0 0 0,-3 0 0 0 0,-3 1 0 0 0,-2-4 0 0 0,-4 0 0 0 0,0 1 0 0 0,-2 3 0 0 0,-1 1 0 0 0,1 3 0 0 0,-6-4 0 0 0,-13-1 0 0 0,-12 0 0 0 0,-13 2 0 0 0,-8 2 0 0 0,-7 1 0 0 0,-3 1 0 0 0,-2 1 0 0 0,-1 0 0 0 0,1 5 0 0 0,0 8 0 0 0,-4 1 0 0 0,-2 3 0 0 0,2 0 0 0 0,0 1 0 0 0,8 3 0 0 0,3-2 0 0 0,0 1 0 0 0,-5 3 0 0 0,-3 2 0 0 0,5 2 0 0 0,1-3 0 0 0,1-1 0 0 0,-1 1 0 0 0,5 2 0 0 0,1 2 0 0 0,-1-5 0 0 0,-2 0 0 0 0,3 1 0 0 0,1 2 0 0 0,-2 1 0 0 0,3 2 0 0 0,5 1 0 0 0,0 0 0 0 0,-3-4 0 0 0,2-2 0 0 0,3 1 0 0 0,-1-5 0 0 0,2 0 0 0 0,2 2 0 0 0,4 3 0 0 0,-3-4 0 0 0,1 1 0 0 0,0 1 0 0 0,-2-3 0 0 0,0-10 0 0 0,1-13 0 0 0,9-4 0 0 0,3-8 0 0 0,1-6 0 0 0,6-4 0 0 0,1-4 0 0 0,3 4 0 0 0,0 0 0 0 0,3-1 0 0 0,-2 0 0 0 0,2-3 0 0 0,-2 0 0 0 0,2 5 0 0 0,-2 0 0 0 0,-4 0 0 0 0,2 3 0 0 0,-2 1 0 0 0,3-2 0 0 0,4-2 0 0 0,5-3 0 0 0,-3-2 0 0 0,2 0 0 0 0,2 3 0 0 0,-4 2 0 0 0,-4-1 0 0 0,-1 5 0 0 0,4-6 0 0 0,2-8 0 0 0,4-4 0 0 0,3-1 0 0 0,-4 1 0 0 0,0 2 0 0 0,1 2 0 0 0,1 1 0 0 0,-4 2 0 0 0,0 5 0 0 0,1 7 0 0 0,-3 2 0 0 0,-5-1 0 0 0,1-3 0 0 0,1 1 0 0 0,5 0 0 0 0,3-2 0 0 0,2-3 0 0 0,-3-2 0 0 0,0 3 0 0 0,-5 1 0 0 0,1 4 0 0 0,1 5 0 0 0,-3 0 0 0 0,-4-3 0 0 0,1 2 0 0 0,2 3 0 0 0,0-2 0 0 0,-5-3 0 0 0,2 0 0 0 0,-1-1 0 0 0,1 2 0 0 0,5-1 0 0 0,-2-4 0 0 0,-8 3 0 0 0,-12 9 0 0 0,-10 11 0 0 0,-8 6 0 0 0,-1 6 0 0 0,4 6 0 0 0,0 0 0 0 0,-3-3 0 0 0,2 0 0 0 0,0 3 0 0 0,-3 2 0 0 0,-3 4 0 0 0,4 3 0 0 0,-1-5 0 0 0,4 0 0 0 0,-1-5 0 0 0,4 0 0 0 0,-2-3 0 0 0,3 1 0 0 0,3 2 0 0 0,4 4 0 0 0,-3-2 0 0 0,-4 0 0 0 0,0 2 0 0 0,-3 3 0 0 0,2 1 0 0 0,-3-3 0 0 0,3-1 0 0 0,-2 1 0 0 0,2 2 0 0 0,4 2 0 0 0,-2 0 0 0 0,1 2 0 0 0,-2 1 0 0 0,1 0 0 0 0,3 0 0 0 0,-2 0 0 0 0,-5 0 0 0 0,2 0 0 0 0,-3-5 0 0 0,1-2 0 0 0,5 0 0 0 0,4 2 0 0 0,-2-4 0 0 0,0-1 0 0 0,3 2 0 0 0,2 2 0 0 0,-4-3 0 0 0,6-6 0 0 0,3-10 0 0 0,1-12 0 0 0,6-5 0 0 0,7-5 0 0 0,1-6 0 0 0,4 1 0 0 0,-2-1 0 0 0,-4-2 0 0 0,-4-2 0 0 0,2 3 0 0 0,4 1 0 0 0,5-7 0 0 0,-2-4 0 0 0,-2-1 0 0 0,0 5 0 0 0,-3-3 0 0 0,3-1 0 0 0,-3-1 0 0 0,3-4 0 0 0,-2-2 0 0 0,2 1 0 0 0,4 2 0 0 0,-2 2 0 0 0,1-3 0 0 0,-2-1 0 0 0,-4 1 0 0 0,1 2 0 0 0,-3-4 0 0 0,4 6 0 0 0,3-3 0 0 0,-1 0 0 0 0,-4-4 0 0 0,2-5 0 0 0,3-6 0 0 0,-1 1 0 0 0,1 3 0 0 0,-1 6 0 0 0,-5 4 0 0 0,-4-2 0 0 0,2 1 0 0 0,5 1 0 0 0,-1 3 0 0 0,3-4 0 0 0,3-6 0 0 0,-1 0 0 0 0,-4 2 0 0 0,-4-2 0 0 0,0 7 0 0 0,0-1 0 0 0,-4 1 0 0 0,4 7 0 0 0,-1 4 0 0 0,-2-5 0 0 0,3-7 0 0 0,0-1 0 0 0,2 4 0 0 0,1 0 0 0 0,-4-1 0 0 0,3 7 0 0 0,-2-2 0 0 0,-2-1 0 0 0,-2-1 0 0 0,-4 1 0 0 0,5 6 0 0 0,-1 3 0 0 0,0-6 0 0 0,3-3 0 0 0,0-1 0 0 0,-1 1 0 0 0,-3-1 0 0 0,-2 2 0 0 0,-2 0 0 0 0,-1 0 0 0 0,4 6 0 0 0,2 3 0 0 0,-1 9 0 0 0,-1 13 0 0 0,-6 7 0 0 0,-4 7 0 0 0,-1 7 0 0 0,-4 5 0 0 0,-1 3 0 0 0,2 3 0 0 0,-3-4 0 0 0,-5-2 0 0 0,1 1 0 0 0,-3 1 0 0 0,3 0 0 0 0,3 2 0 0 0,5 1 0 0 0,-3 1 0 0 0,2-1 0 0 0,-4 1 0 0 0,1 0 0 0 0,2 0 0 0 0,3 0 0 0 0,-2 6 0 0 0,0 1 0 0 0,-4-6 0 0 0,0 2 0 0 0,-2 7 0 0 0,-4 5 0 0 0,1 7 0 0 0,3-2 0 0 0,5-3 0 0 0,-2 0 0 0 0,2 3 0 0 0,-3-8 0 0 0,1 0 0 0 0,-3 3 0 0 0,-4 3 0 0 0,1 0 0 0 0,4-4 0 0 0,4 1 0 0 0,3-2 0 0 0,-1-3 0 0 0,0-3 0 0 0,-4-4 0 0 0,0-1 0 0 0,-3 3 0 0 0,-4 7 0 0 0,1 6 0 0 0,-2 0 0 0 0,3 2 0 0 0,-1-2 0 0 0,3-4 0 0 0,3-5 0 0 0,-1-4 0 0 0,1-2 0 0 0,-2-8 0 0 0,2-2 0 0 0,-4-1 0 0 0,2 2 0 0 0,3 1 0 0 0,-1-3 0 0 0,0-1 0 0 0,-2-4 0 0 0,1 0 0 0 0,2 3 0 0 0,-1-3 0 0 0,1-9 0 0 0,2-12 0 0 0,3-10 0 0 0,2-9 0 0 0,2-10 0 0 0,1-6 0 0 0,1-1 0 0 0,1 0 0 0 0,5 3 0 0 0,1 1 0 0 0,5-4 0 0 0,1 0 0 0 0,-2 1 0 0 0,-4 2 0 0 0,4 2 0 0 0,-1-4 0 0 0,-2-1 0 0 0,-3-4 0 0 0,-1 0 0 0 0,-3 2 0 0 0,0-2 0 0 0,4 5 0 0 0,2 0 0 0 0,-1-5 0 0 0,4 0 0 0 0,1-3 0 0 0,-2 0 0 0 0,2 4 0 0 0,1-2 0 0 0,-3-4 0 0 0,-3-5 0 0 0,3 3 0 0 0,0-2 0 0 0,-1 3 0 0 0,2 0 0 0 0,1 2 0 0 0,3 4 0 0 0,-1 0 0 0 0,2 0 0 0 0,0 4 0 0 0,-4-3 0 0 0,-3-4 0 0 0,2-5 0 0 0,-1 0 0 0 0,4 0 0 0 0,-1-3 0 0 0,4 2 0 0 0,-2 0 0 0 0,-3 4 0 0 0,2 4 0 0 0,-2 5 0 0 0,-2-1 0 0 0,3 0 0 0 0,-1-3 0 0 0,-3 0 0 0 0,-2 3 0 0 0,-2 2 0 0 0,-2 3 0 0 0,-2-4 0 0 0,6 1 0 0 0,0 0 0 0 0,0 2 0 0 0,-1 2 0 0 0,-1 2 0 0 0,-2-5 0 0 0,4 4 0 0 0,1 3 0 0 0,0-5 0 0 0,-2-6 0 0 0,-1-2 0 0 0,-2 2 0 0 0,-1 2 0 0 0,-1 2 0 0 0,0-2 0 0 0,0-1 0 0 0,0 2 0 0 0,-1 2 0 0 0,-4 2 0 0 0,-2 2 0 0 0,0 0 0 0 0,2 1 0 0 0,-5 6 0 0 0,1 1 0 0 0,-4 6 0 0 0,-5 5 0 0 0,-5 5 0 0 0,-3 9 0 0 0,2 10 0 0 0,6 8 0 0 0,0 6 0 0 0,3 4 0 0 0,5 2 0 0 0,-2-4 0 0 0,2 4 0 0 0,-4 2 0 0 0,2 6 0 0 0,2 1 0 0 0,3 5 0 0 0,3-1 0 0 0,-4-2 0 0 0,1 3 0 0 0,0 3 0 0 0,-3-1 0 0 0,0-3 0 0 0,1 2 0 0 0,3-3 0 0 0,-3 3 0 0 0,0 4 0 0 0,1 3 0 0 0,2-1 0 0 0,3 0 0 0 0,1 2 0 0 0,1-2 0 0 0,1-1 0 0 0,0 3 0 0 0,1-4 0 0 0,-6 1 0 0 0,-2-3 0 0 0,1 0 0 0 0,1 3 0 0 0,-4-2 0 0 0,-1 2 0 0 0,2 1 0 0 0,3-2 0 0 0,1 1 0 0 0,2-3 0 0 0,1 1 0 0 0,-5 2 0 0 0,-1-2 0 0 0,1-4 0 0 0,1 1 0 0 0,2-3 0 0 0,-5-3 0 0 0,0-3 0 0 0,1 3 0 0 0,2 0 0 0 0,1 3 0 0 0,2-1 0 0 0,1-1 0 0 0,1-3 0 0 0,-5-3 0 0 0,-2-1 0 0 0,1-3 0 0 0,1 0 0 0 0,-4-5 0 0 0,0-3 0 0 0,1 1 0 0 0,2 1 0 0 0,2 1 0 0 0,-3 3 0 0 0,-1 0 0 0 0,1 1 0 0 0,2 1 0 0 0,2 0 0 0 0,1-10 0 0 0,1-14 0 0 0,1-14 0 0 0,0-10 0 0 0,0-9 0 0 0,6-3 0 0 0,1-9 0 0 0,0-3 0 0 0,-2 1 0 0 0,4-3 0 0 0,6-6 0 0 0,5 1 0 0 0,0 3 0 0 0,1-1 0 0 0,-3-3 0 0 0,-4 1 0 0 0,0 4 0 0 0,4 4 0 0 0,-2 4 0 0 0,-4 2 0 0 0,2-3 0 0 0,-1-6 0 0 0,-4-1 0 0 0,3 2 0 0 0,-2 3 0 0 0,-1 2 0 0 0,2 3 0 0 0,-1-3 0 0 0,4-1 0 0 0,-1 0 0 0 0,-2 3 0 0 0,-4 1 0 0 0,3-4 0 0 0,-1-1 0 0 0,4 1 0 0 0,-1-3 0 0 0,-2 0 0 0 0,3 1 0 0 0,-2 3 0 0 0,3 2 0 0 0,0 2 0 0 0,-4-4 0 0 0,-2-1 0 0 0,-4 1 0 0 0,-2-4 0 0 0,4 5 0 0 0,1 3 0 0 0,0-2 0 0 0,3 3 0 0 0,0-2 0 0 0,-2-6 0 0 0,-1-2 0 0 0,2 7 0 0 0,0 3 0 0 0,-1-2 0 0 0,-3-2 0 0 0,-1 1 0 0 0,-2 1 0 0 0,-1-5 0 0 0,-1 0 0 0 0,0 1 0 0 0,-1 1 0 0 0,6 8 0 0 0,2 3 0 0 0,-1 0 0 0 0,-1 1 0 0 0,-1-2 0 0 0,-2-1 0 0 0,0-2 0 0 0,-2 11 0 0 0,0 13 0 0 0,0 13 0 0 0,-6 10 0 0 0,-1 8 0 0 0,-5 5 0 0 0,-1 2 0 0 0,3 1 0 0 0,-3 1 0 0 0,1-1 0 0 0,2-1 0 0 0,4 0 0 0 0,2 0 0 0 0,2-1 0 0 0,-4 5 0 0 0,-1 2 0 0 0,0-1 0 0 0,3-1 0 0 0,-5-1 0 0 0,0-2 0 0 0,2 4 0 0 0,-4 7 0 0 0,0 0 0 0 0,2-1 0 0 0,3 1 0 0 0,2 5 0 0 0,2-1 0 0 0,1 2 0 0 0,-5 3 0 0 0,0-3 0 0 0,0-4 0 0 0,1 0 0 0 0,-4-7 0 0 0,0 0 0 0 0,1-2 0 0 0,3 4 0 0 0,-5 5 0 0 0,1 6 0 0 0,2-2 0 0 0,-4-3 0 0 0,0 0 0 0 0,3-2 0 0 0,1-3 0 0 0,4-5 0 0 0,0-2 0 0 0,2-2 0 0 0,1-2 0 0 0,1-1 0 0 0,-1 0 0 0 0,1 0 0 0 0,-6 1 0 0 0,-2-1 0 0 0,1 1 0 0 0,0-1 0 0 0,3 1 0 0 0,0 0 0 0 0,-3-6 0 0 0,-2-1 0 0 0,2 0 0 0 0,0 2 0 0 0,3 1 0 0 0,1 1 0 0 0,1 2 0 0 0,0 0 0 0 0,2 1 0 0 0,-1 0 0 0 0,0-10 0 0 0,0-14 0 0 0,1-19 0 0 0,-1-13 0 0 0,5-7 0 0 0,2-3 0 0 0,0-1 0 0 0,-2-5 0 0 0,4 4 0 0 0,1-1 0 0 0,3 5 0 0 0,-1 3 0 0 0,4-4 0 0 0,-1-6 0 0 0,-4-2 0 0 0,2 1 0 0 0,-1 2 0 0 0,2 3 0 0 0,0 2 0 0 0,1 1 0 0 0,-1 2 0 0 0,-3 0 0 0 0,-3-4 0 0 0,2-3 0 0 0,4-4 0 0 0,6-1 0 0 0,-1 2 0 0 0,-4 3 0 0 0,-4-3 0 0 0,1 5 0 0 0,-1 5 0 0 0,2-5 0 0 0,5-5 0 0 0,4-7 0 0 0,-2 0 0 0 0,-4 3 0 0 0,1-2 0 0 0,2 2 0 0 0,-2-1 0 0 0,-3 1 0 0 0,0 3 0 0 0,-2 4 0 0 0,3 8 0 0 0,-2-1 0 0 0,3-1 0 0 0,-2 0 0 0 0,-3 0 0 0 0,-4 1 0 0 0,-2 0 0 0 0,2 5 0 0 0,1 2 0 0 0,-2-1 0 0 0,4 0 0 0 0,0-2 0 0 0,-1-1 0 0 0,-3-2 0 0 0,-2 0 0 0 0,-2-1 0 0 0,-1 10 0 0 0,-1 15 0 0 0,0 12 0 0 0,0 12 0 0 0,-6 2 0 0 0,-1 2 0 0 0,0 4 0 0 0,1 2 0 0 0,2 2 0 0 0,-4 1 0 0 0,0 0 0 0 0,1 0 0 0 0,-3 1 0 0 0,-1-1 0 0 0,2 0 0 0 0,-2-5 0 0 0,0-2 0 0 0,2 0 0 0 0,3 2 0 0 0,2 1 0 0 0,2 1 0 0 0,-5-4 0 0 0,0 0 0 0 0,1 0 0 0 0,1 2 0 0 0,2 1 0 0 0,1 2 0 0 0,-4-5 0 0 0,-1 0 0 0 0,0 0 0 0 0,2 2 0 0 0,1 1 0 0 0,2 2 0 0 0,1 1 0 0 0,1 0 0 0 0,0 1 0 0 0,0 0 0 0 0,0 0 0 0 0,1 0 0 0 0,-1 0 0 0 0,0-10 0 0 0,0-15 0 0 0,0-12 0 0 0,0-12 0 0 0,0-7 0 0 0,0-5 0 0 0,0-3 0 0 0,6 0 0 0 0,0-1 0 0 0,1-4 0 0 0,-2-7 0 0 0,-1 0 0 0 0,4 1 0 0 0,0 4 0 0 0,-1 3 0 0 0,4-3 0 0 0,-1 1 0 0 0,-1 1 0 0 0,-3 2 0 0 0,4 7 0 0 0,-1 4 0 0 0,-1-5 0 0 0,-3-3 0 0 0,-1 0 0 0 0,-3-1 0 0 0,0 1 0 0 0,-1 1 0 0 0,0 0 0 0 0,0 1 0 0 0,-1 0 0 0 0,6 0 0 0 0,2 0 0 0 0,-1 0 0 0 0,0 1 0 0 0,-2-1 0 0 0,-2 0 0 0 0,-1-5 0 0 0,0-2 0 0 0,-1 1 0 0 0,-1 1 0 0 0,1 1 0 0 0,0 2 0 0 0,0 1 0 0 0,0 0 0 0 0,-1 2 0 0 0,1-1 0 0 0,0 0 0 0 0,0 1 0 0 0,0-1 0 0 0,0 11 0 0 0,0 14 0 0 0,-5 8 0 0 0,-2 8 0 0 0,-5 9 0 0 0,0 5 0 0 0,-4 5 0 0 0,2 2 0 0 0,2 1 0 0 0,4 1 0 0 0,-3-6 0 0 0,2-2 0 0 0,-4 0 0 0 0,1 1 0 0 0,2 2 0 0 0,3 0 0 0 0,-3-3 0 0 0,1-2 0 0 0,-4 1 0 0 0,0 2 0 0 0,3 1 0 0 0,3 2 0 0 0,-3-5 0 0 0,1 0 0 0 0,1 0 0 0 0,-2-4 0 0 0,-1 1 0 0 0,3 1 0 0 0,-4 2 0 0 0,2 3 0 0 0,1 2 0 0 0,-3 0 0 0 0,2 2 0 0 0,1 0 0 0 0,-2-5 0 0 0,0-2 0 0 0,2 1 0 0 0,3 1 0 0 0,2 1 0 0 0,-3-4 0 0 0,-1 0 0 0 0,1 1 0 0 0,2 1 0 0 0,-3-3 0 0 0,-1 0 0 0 0,1 1 0 0 0,3 2 0 0 0,-4-3 0 0 0,0 0 0 0 0,1 1 0 0 0,3 2 0 0 0,1 3 0 0 0,2 1 0 0 0,1 0 0 0 0,6-3 0 0 0,8-12 0 0 0,1-14 0 0 0,4-12 0 0 0,3-4 0 0 0,-1-4 0 0 0,-4-5 0 0 0,0-2 0 0 0,-2-3 0 0 0,1 4 0 0 0,-1 2 0 0 0,2 4 0 0 0,-3 1 0 0 0,-2-2 0 0 0,2-3 0 0 0,3-2 0 0 0,0-2 0 0 0,-3-2 0 0 0,1 0 0 0 0,-1-1 0 0 0,2-1 0 0 0,-2 1 0 0 0,-2 0 0 0 0,-4 0 0 0 0,2 5 0 0 0,0 2 0 0 0,-1 0 0 0 0,2-2 0 0 0,1-1 0 0 0,-3-1 0 0 0,3 3 0 0 0,0 2 0 0 0,-2-1 0 0 0,-3-2 0 0 0,-2-1 0 0 0,-2-2 0 0 0,4 5 0 0 0,1 0 0 0 0,-1 0 0 0 0,4-2 0 0 0,1-1 0 0 0,-3-2 0 0 0,-1-1 0 0 0,-3 0 0 0 0,-2-1 0 0 0,-1 10 0 0 0,-1 14 0 0 0,0 14 0 0 0,0 10 0 0 0,-1 8 0 0 0,1 5 0 0 0,-6-2 0 0 0,-1-2 0 0 0,0 1 0 0 0,2 1 0 0 0,1 0 0 0 0,-4 2 0 0 0,0 0 0 0 0,1 1 0 0 0,-3 5 0 0 0,-1 2 0 0 0,2-1 0 0 0,-2-6 0 0 0,0 3 0 0 0,2-1 0 0 0,3 6 0 0 0,-4-5 0 0 0,1-2 0 0 0,2-1 0 0 0,-4 4 0 0 0,1 7 0 0 0,1 1 0 0 0,3 4 0 0 0,-3-1 0 0 0,0-2 0 0 0,1-5 0 0 0,-2-2 0 0 0,-1-4 0 0 0,-3-1 0 0 0,1-1 0 0 0,3 0 0 0 0,2-1 0 0 0,4 0 0 0 0,-4 5 0 0 0,0 3 0 0 0,-4-6 0 0 0,0 2 0 0 0,-3 1 0 0 0,1-1 0 0 0,3 0 0 0 0,3-1 0 0 0,-2 4 0 0 0,-5 7 0 0 0,-5 6 0 0 0,1-1 0 0 0,-1-7 0 0 0,2-2 0 0 0,4-2 0 0 0,0-1 0 0 0,2-3 0 0 0,-2-2 0 0 0,1 0 0 0 0,2-2 0 0 0,5 1 0 0 0,-4-1 0 0 0,1 1 0 0 0,-4-6 0 0 0,1-2 0 0 0,-3 2 0 0 0,1 0 0 0 0,3 2 0 0 0,3 1 0 0 0,-2-3 0 0 0,-5-2 0 0 0,1 1 0 0 0,2-9 0 0 0,3-12 0 0 0,4-12 0 0 0,2-9 0 0 0,1-13 0 0 0,2-6 0 0 0,1-7 0 0 0,-1-1 0 0 0,1-4 0 0 0,0-4 0 0 0,4 2 0 0 0,2 4 0 0 0,0 0 0 0 0,4 3 0 0 0,0-3 0 0 0,-2 3 0 0 0,-3-2 0 0 0,-2 1 0 0 0,-1-2 0 0 0,-2 2 0 0 0,-1 3 0 0 0,0-1 0 0 0,-1 0 0 0 0,1-2 0 0 0,-1-4 0 0 0,1 1 0 0 0,0-2 0 0 0,5-2 0 0 0,2 1 0 0 0,0 0 0 0 0,-2 3 0 0 0,-1-6 0 0 0,-2 0 0 0 0,0 6 0 0 0,-2-1 0 0 0,0-8 0 0 0,0 2 0 0 0,5-2 0 0 0,1 5 0 0 0,1 0 0 0 0,-2-2 0 0 0,-1 4 0 0 0,-2-1 0 0 0,-1 4 0 0 0,0-1 0 0 0,-1-3 0 0 0,0 2 0 0 0,-1-1 0 0 0,1 3 0 0 0,0-2 0 0 0,0-2 0 0 0,0 2 0 0 0,0-1 0 0 0,-1 2 0 0 0,1 5 0 0 0,6-1 0 0 0,1 1 0 0 0,-1 3 0 0 0,0-2 0 0 0,-2 1 0 0 0,-2 2 0 0 0,-1 3 0 0 0,0 1 0 0 0,-1-3 0 0 0,-1-5 0 0 0,1-2 0 0 0,0 3 0 0 0,0 2 0 0 0,-1 4 0 0 0,1 1 0 0 0,0 3 0 0 0,0 1 0 0 0,0 0 0 0 0,0 1 0 0 0,0 0 0 0 0,0 0 0 0 0,0-1 0 0 0,0 1 0 0 0,0 9 0 0 0,-5 10 0 0 0,-2 11 0 0 0,0 11 0 0 0,2 9 0 0 0,-4 6 0 0 0,0 4 0 0 0,-4 2 0 0 0,0 6 0 0 0,-3-3 0 0 0,2 3 0 0 0,2 0 0 0 0,-1 4 0 0 0,1 5 0 0 0,-2-5 0 0 0,1 1 0 0 0,-3 3 0 0 0,2 5 0 0 0,3 4 0 0 0,-2 2 0 0 0,1-2 0 0 0,3 0 0 0 0,-2-5 0 0 0,0 0 0 0 0,-2 2 0 0 0,0-2 0 0 0,3 0 0 0 0,-3 2 0 0 0,2-2 0 0 0,-4 1 0 0 0,2 2 0 0 0,3-3 0 0 0,2 1 0 0 0,4 7 0 0 0,2 0 0 0 0,-5-1 0 0 0,1-4 0 0 0,-1 0 0 0 0,-3 5 0 0 0,0 0 0 0 0,2-1 0 0 0,-4 6 0 0 0,-4-7 0 0 0,0 2 0 0 0,3-4 0 0 0,-2 0 0 0 0,2 1 0 0 0,4-3 0 0 0,2-1 0 0 0,3 2 0 0 0,-3-3 0 0 0,-1 1 0 0 0,2 2 0 0 0,-4-3 0 0 0,0 1 0 0 0,-4 1 0 0 0,1-1 0 0 0,2 0 0 0 0,-2 1 0 0 0,2-1 0 0 0,1-6 0 0 0,-1-4 0 0 0,0 1 0 0 0,2-1 0 0 0,3-3 0 0 0,3-2 0 0 0,-5-2 0 0 0,1-2 0 0 0,0 4 0 0 0,-3 2 0 0 0,0-1 0 0 0,1-1 0 0 0,3-2 0 0 0,-3-1 0 0 0,-1-1 0 0 0,3-1 0 0 0,1 0 0 0 0,3-1 0 0 0,1 1 0 0 0,1-1 0 0 0,1-10 0 0 0,0-13 0 0 0,1-14 0 0 0,-1-11 0 0 0,0-7 0 0 0,6-5 0 0 0,1-3 0 0 0,5 5 0 0 0,0 2 0 0 0,-1-1 0 0 0,-4 0 0 0 0,4-1 0 0 0,-1-1 0 0 0,3-1 0 0 0,-1 0 0 0 0,4-6 0 0 0,-2-2 0 0 0,-3 0 0 0 0,2 2 0 0 0,-1 1 0 0 0,2 2 0 0 0,-1 0 0 0 0,-2 2 0 0 0,1 0 0 0 0,-1 1 0 0 0,-2-1 0 0 0,-3 1 0 0 0,-2-1 0 0 0,3-5 0 0 0,6 4 0 0 0,1 1 0 0 0,-3-3 0 0 0,3-3 0 0 0,-1 1 0 0 0,-3-4 0 0 0,-3-1 0 0 0,2-4 0 0 0,0 1 0 0 0,4 3 0 0 0,-1 2 0 0 0,-2 3 0 0 0,2-2 0 0 0,0-1 0 0 0,-3-4 0 0 0,-3 0 0 0 0,3 2 0 0 0,0-2 0 0 0,4 1 0 0 0,-1 2 0 0 0,-2 3 0 0 0,-3 2 0 0 0,3 2 0 0 0,0 1 0 0 0,-3 2 0 0 0,-1-1 0 0 0,-3-4 0 0 0,-1-3 0 0 0,4 7 0 0 0,1-4 0 0 0,-1 1 0 0 0,-1-1 0 0 0,4 2 0 0 0,0 0 0 0 0,-2-4 0 0 0,-1-2 0 0 0,-2 2 0 0 0,-2 0 0 0 0,-1 3 0 0 0,-1 1 0 0 0,0 1 0 0 0,0 1 0 0 0,-1 0 0 0 0,1 0 0 0 0,0 1 0 0 0,-1-1 0 0 0,1 1 0 0 0,0 10 0 0 0,0 13 0 0 0,0 14 0 0 0,0 11 0 0 0,0 7 0 0 0,0 5 0 0 0,-5 8 0 0 0,-2 2 0 0 0,-5 0 0 0 0,0 4 0 0 0,2 5 0 0 0,2-2 0 0 0,-3-2 0 0 0,2-4 0 0 0,1-4 0 0 0,2-3 0 0 0,-3 4 0 0 0,0 5 0 0 0,-3 6 0 0 0,-6 5 0 0 0,1-1 0 0 0,3-5 0 0 0,4 1 0 0 0,4-4 0 0 0,-3 2 0 0 0,1-2 0 0 0,-4-4 0 0 0,0 2 0 0 0,-3 4 0 0 0,1-1 0 0 0,-2 3 0 0 0,1 3 0 0 0,-2 3 0 0 0,3 3 0 0 0,2-3 0 0 0,-1-1 0 0 0,-3 1 0 0 0,0-3 0 0 0,-2 0 0 0 0,2-4 0 0 0,-2-5 0 0 0,3 1 0 0 0,4-2 0 0 0,-2 3 0 0 0,1 3 0 0 0,-2-5 0 0 0,1-1 0 0 0,-2 4 0 0 0,-5 4 0 0 0,3 5 0 0 0,-3 2 0 0 0,3-2 0 0 0,-1-6 0 0 0,3-5 0 0 0,-2-6 0 0 0,2-4 0 0 0,4-2 0 0 0,4-1 0 0 0,-3 4 0 0 0,1 2 0 0 0,-3-6 0 0 0,0-3 0 0 0,2 0 0 0 0,-2-1 0 0 0,0 1 0 0 0,3 1 0 0 0,-2 1 0 0 0,0 0 0 0 0,2 0 0 0 0,-2-4 0 0 0,0-13 0 0 0,3-13 0 0 0,2-12 0 0 0,2-9 0 0 0,7-12 0 0 0,3-5 0 0 0,1-2 0 0 0,-1-4 0 0 0,3 6 0 0 0,1-3 0 0 0,3 2 0 0 0,0-3 0 0 0,3 0 0 0 0,-1 2 0 0 0,-4 2 0 0 0,-3 3 0 0 0,2-3 0 0 0,0-1 0 0 0,3-4 0 0 0,-1-5 0 0 0,3 0 0 0 0,-1 4 0 0 0,2-2 0 0 0,-1-4 0 0 0,-4 2 0 0 0,2-1 0 0 0,-1-4 0 0 0,2 3 0 0 0,5-1 0 0 0,-2-2 0 0 0,-3 3 0 0 0,1-2 0 0 0,-2-1 0 0 0,2 3 0 0 0,-2-1 0 0 0,-2-7 0 0 0,1 1 0 0 0,-1 4 0 0 0,-2 2 0 0 0,2 3 0 0 0,0 1 0 0 0,3-4 0 0 0,4-2 0 0 0,-1 1 0 0 0,2 0 0 0 0,-2 4 0 0 0,-4-2 0 0 0,1-1 0 0 0,-2 1 0 0 0,-3 0 0 0 0,-3-2 0 0 0,3 7 0 0 0,-1 1 0 0 0,-1 3 0 0 0,4-3 0 0 0,4-3 0 0 0,1 0 0 0 0,-4 4 0 0 0,3-3 0 0 0,-2 3 0 0 0,-3-3 0 0 0,-4 2 0 0 0,-2 3 0 0 0,4-3 0 0 0,-1 2 0 0 0,5-3 0 0 0,0-4 0 0 0,3 1 0 0 0,-1 3 0 0 0,-3 5 0 0 0,-3 3 0 0 0,-3 3 0 0 0,-2 2 0 0 0,-3 1 0 0 0,6 1 0 0 0,0 0 0 0 0,0 0 0 0 0,-1 10 0 0 0,-2 14 0 0 0,-1 13 0 0 0,-1 11 0 0 0,0 7 0 0 0,-1 5 0 0 0,-6-3 0 0 0,-1 0 0 0 0,-5 5 0 0 0,-6 8 0 0 0,0 2 0 0 0,4-1 0 0 0,-2-1 0 0 0,3-3 0 0 0,-3-3 0 0 0,2 4 0 0 0,-2 1 0 0 0,2-2 0 0 0,3-1 0 0 0,-2 3 0 0 0,-3 1 0 0 0,0-2 0 0 0,-2 4 0 0 0,-3 5 0 0 0,-4 4 0 0 0,3 0 0 0 0,6 1 0 0 0,-1 2 0 0 0,3-2 0 0 0,-1 0 0 0 0,-4 1 0 0 0,-3-2 0 0 0,1 5 0 0 0,0 4 0 0 0,-2 8 0 0 0,-3 2 0 0 0,4-5 0 0 0,-1 2 0 0 0,0 0 0 0 0,-3-7 0 0 0,4-2 0 0 0,0 0 0 0 0,-1-6 0 0 0,3 4 0 0 0,0 4 0 0 0,-8 2 0 0 0,2-5 0 0 0,-1-1 0 0 0,0 0 0 0 0,4-4 0 0 0,6 0 0 0 0,0 6 0 0 0,-1-1 0 0 0,-4 0 0 0 0,-3-4 0 0 0,-2-7 0 0 0,3 6 0 0 0,0 4 0 0 0,-5 3 0 0 0,1 1 0 0 0,1-3 0 0 0,4-7 0 0 0,2-1 0 0 0,-2-3 0 0 0,-1 0 0 0 0,2 3 0 0 0,1-7 0 0 0,3 1 0 0 0,5-3 0 0 0,0-2 0 0 0,-4-3 0 0 0,2-2 0 0 0,-3-1 0 0 0,2-1 0 0 0,5-1 0 0 0,2 1 0 0 0,-1-1 0 0 0,1 0 0 0 0,-3-4 0 0 0,-1-3 0 0 0,4 1 0 0 0,2 2 0 0 0,-3-4 0 0 0,1-1 0 0 0,-4-3 0 0 0,1 0 0 0 0,2 2 0 0 0,2-7 0 0 0,4-11 0 0 0,7-12 0 0 0,3-8 0 0 0,0-8 0 0 0,5-3 0 0 0,0-3 0 0 0,4-1 0 0 0,5 0 0 0 0,-2 0 0 0 0,-4-5 0 0 0,2 5 0 0 0,-3 2 0 0 0,3 1 0 0 0,2 1 0 0 0,0-1 0 0 0,-4-4 0 0 0,0 2 0 0 0,-1 2 0 0 0,2-5 0 0 0,-1-1 0 0 0,-4 0 0 0 0,2-4 0 0 0,5-6 0 0 0,4-6 0 0 0,4-4 0 0 0,3 2 0 0 0,-4 5 0 0 0,-5 0 0 0 0,-1 4 0 0 0,-4-2 0 0 0,2 3 0 0 0,-3 2 0 0 0,3 0 0 0 0,2-5 0 0 0,0 0 0 0 0,-4-1 0 0 0,-5-4 0 0 0,2 7 0 0 0,-1 1 0 0 0,3-8 0 0 0,5-5 0 0 0,4-5 0 0 0,-2 5 0 0 0,-3 0 0 0 0,-1 5 0 0 0,-2 1 0 0 0,-3-1 0 0 0,-5 3 0 0 0,3-1 0 0 0,0-3 0 0 0,3 9 0 0 0,0 0 0 0 0,-2-2 0 0 0,2 1 0 0 0,0-2 0 0 0,2 2 0 0 0,-1 3 0 0 0,-2-2 0 0 0,-4-4 0 0 0,3-4 0 0 0,-1 2 0 0 0,4 3 0 0 0,-1 5 0 0 0,-2 5 0 0 0,3-3 0 0 0,-2-4 0 0 0,-2 0 0 0 0,-3 1 0 0 0,-2 4 0 0 0,-2 3 0 0 0,4 2 0 0 0,1 2 0 0 0,-1 1 0 0 0,-1 1 0 0 0,4 0 0 0 0,0-1 0 0 0,-2 1 0 0 0,-1 0 0 0 0,3 4 0 0 0,0 3 0 0 0,-1-2 0 0 0,-3 0 0 0 0,-1-2 0 0 0,-2 9 0 0 0,-7 13 0 0 0,-1 12 0 0 0,-6 11 0 0 0,-1 7 0 0 0,2 4 0 0 0,-2-2 0 0 0,-5 5 0 0 0,-4 2 0 0 0,2 5 0 0 0,-1 2 0 0 0,-3-1 0 0 0,3 3 0 0 0,1-6 0 0 0,2 2 0 0 0,0-1 0 0 0,-2-2 0 0 0,-4 4 0 0 0,3 6 0 0 0,5-1 0 0 0,0 4 0 0 0,-3 3 0 0 0,-3-7 0 0 0,-3-1 0 0 0,-3 3 0 0 0,4-1 0 0 0,0 1 0 0 0,0 10 0 0 0,-3 4 0 0 0,0-7 0 0 0,-2-3 0 0 0,4 6 0 0 0,1-2 0 0 0,0 1 0 0 0,-2 6 0 0 0,-1-2 0 0 0,-2-1 0 0 0,0 0 0 0 0,3 1 0 0 0,2 0 0 0 0,0 1 0 0 0,-2 0 0 0 0,-1 5 0 0 0,-2-7 0 0 0,0-5 0 0 0,3 0 0 0 0,2 1 0 0 0,0 1 0 0 0,-2 2 0 0 0,-1-3 0 0 0,-2-2 0 0 0,0 2 0 0 0,3-4 0 0 0,8 1 0 0 0,0 1 0 0 0,-1 2 0 0 0,-3-3 0 0 0,3 1 0 0 0,-2-5 0 0 0,4-4 0 0 0,-1 1 0 0 0,-3 3 0 0 0,3-2 0 0 0,-1-3 0 0 0,-3-3 0 0 0,2-4 0 0 0,6 3 0 0 0,4 5 0 0 0,-2 0 0 0 0,-3 3 0 0 0,1 0 0 0 0,-3-4 0 0 0,2-4 0 0 0,3-3 0 0 0,4-3 0 0 0,3-1 0 0 0,2-1 0 0 0,8-11 0 0 0,7-15 0 0 0,2-12 0 0 0,10-11 0 0 0,-1-8 0 0 0,3-4 0 0 0,0-3 0 0 0,3 0 0 0 0,1-1 0 0 0,-5 1 0 0 0,-1 1 0 0 0,5 0 0 0 0,-1 0 0 0 0,-1-4 0 0 0,5 3 0 0 0,4-2 0 0 0,-6-2 0 0 0,-2 2 0 0 0,5 0 0 0 0,1 2 0 0 0,1-5 0 0 0,5-1 0 0 0,1 2 0 0 0,-2 1 0 0 0,-2 1 0 0 0,-2 2 0 0 0,4 1 0 0 0,0-4 0 0 0,-1-2 0 0 0,3-4 0 0 0,0 4 0 0 0,-1-1 0 0 0,-3 0 0 0 0,-3 2 0 0 0,5 2 0 0 0,5-4 0 0 0,0 0 0 0 0,-1-4 0 0 0,-4 5 0 0 0,-2 4 0 0 0,2-3 0 0 0,6 0 0 0 0,0-4 0 0 0,-3 4 0 0 0,-3 4 0 0 0,3-3 0 0 0,-1-1 0 0 0,-2 6 0 0 0,3-3 0 0 0,4 0 0 0 0,0 1 0 0 0,-2 5 0 0 0,-4-3 0 0 0,-4-1 0 0 0,4-1 0 0 0,-1 1 0 0 0,4-1 0 0 0,-6 2 0 0 0,2-1 0 0 0,-1 6 0 0 0,-6 2 0 0 0,1 0 0 0 0,0-1 0 0 0,1 3 0 0 0,-2 0 0 0 0,1 0 0 0 0,3-3 0 0 0,3 3 0 0 0,-7 0 0 0 0,-3-1 0 0 0,-1 3 0 0 0,-5 0 0 0 0,-2 3 0 0 0,1-1 0 0 0,2 3 0 0 0,3-1 0 0 0,1 2 0 0 0,-4-3 0 0 0,-1-2 0 0 0,2 1 0 0 0,-5 9 0 0 0,-10 12 0 0 0,-7 10 0 0 0,-9 8 0 0 0,-9 1 0 0 0,-2 1 0 0 0,2 3 0 0 0,-2 2 0 0 0,-3-4 0 0 0,2-1 0 0 0,-1 6 0 0 0,-3 4 0 0 0,2 1 0 0 0,0 0 0 0 0,-8 5 0 0 0,2 1 0 0 0,4-1 0 0 0,1-2 0 0 0,0-2 0 0 0,-4-2 0 0 0,4-1 0 0 0,0 5 0 0 0,-7 6 0 0 0,-4 6 0 0 0,3 0 0 0 0,2-8 0 0 0,0 0 0 0 0,-6 2 0 0 0,-2 1 0 0 0,4 1 0 0 0,2 0 0 0 0,2-3 0 0 0,-1-3 0 0 0,5 2 0 0 0,1-1 0 0 0,-1 3 0 0 0,-2 6 0 0 0,-2-2 0 0 0,-2-2 0 0 0,5 1 0 0 0,1-2 0 0 0,-2-3 0 0 0,-1 1 0 0 0,-1 0 0 0 0,4 3 0 0 0,0-2 0 0 0,-1-2 0 0 0,-2-3 0 0 0,4 3 0 0 0,0-1 0 0 0,-1-2 0 0 0,-2 4 0 0 0,-2 4 0 0 0,-2 0 0 0 0,-1-2 0 0 0,5-4 0 0 0,1-4 0 0 0,4-2 0 0 0,2-1 0 0 0,-3-2 0 0 0,3-1 0 0 0,-1 0 0 0 0,3 0 0 0 0,-2-5 0 0 0,-2-1 0 0 0,2 0 0 0 0,-1 1 0 0 0,2 2 0 0 0,0 1 0 0 0,-4 2 0 0 0,3 0 0 0 0,-2-4 0 0 0,4-2 0 0 0,-2-5 0 0 0,3 0 0 0 0,3-9 0 0 0,10-11 0 0 0,10-11 0 0 0,4-8 0 0 0,4-1 0 0 0,6-3 0 0 0,-1-1 0 0 0,0 2 0 0 0,-2 1 0 0 0,0-1 0 0 0,2 2 0 0 0,-2 1 0 0 0,1-2 0 0 0,2-3 0 0 0,2-2 0 0 0,9-1 0 0 0,2-2 0 0 0,2-1 0 0 0,-1 0 0 0 0,-1-1 0 0 0,-1 6 0 0 0,-7 2 0 0 0,-2 5 0 0 0,0 0 0 0 0,0-1 0 0 0,2-3 0 0 0,1 2 0 0 0,1 0 0 0 0,2-2 0 0 0,-1-2 0 0 0,1 3 0 0 0,0 0 0 0 0,0-1 0 0 0,0 3 0 0 0,0-1 0 0 0,0-1 0 0 0,-5-3 0 0 0,-2 4 0 0 0,0-1 0 0 0,-4-1 0 0 0,0 2 0 0 0,2 6 0 0 0,2 0 0 0 0,-2-3 0 0 0,-1-3 0 0 0,2 1 0 0 0,2-1 0 0 0,3-2 0 0 0,1 3 0 0 0,1 0 0 0 0,0-3 0 0 0,-4-1 0 0 0,-1 2 0 0 0,-1 0 0 0 0,2 4 0 0 0,-4-1 0 0 0,-6-2 0 0 0,-10 3 0 0 0,-12 4 0 0 0,-10 5 0 0 0,-8 3 0 0 0,-4 3 0 0 0,-4 3 0 0 0,-1 0 0 0 0,0 1 0 0 0,-5 5 0 0 0,-1 7 0 0 0,0 1 0 0 0,2 4 0 0 0,2-2 0 0 0,2-3 0 0 0,1 1 0 0 0,1-1 0 0 0,0 2 0 0 0,0-2 0 0 0,-4 3 0 0 0,-8 3 0 0 0,4 4 0 0 0,-2 3 0 0 0,1-2 0 0 0,2-6 0 0 0,-3 0 0 0 0,5 1 0 0 0,4 3 0 0 0,-4-1 0 0 0,0-6 0 0 0,0 1 0 0 0,-3 2 0 0 0,-2 4 0 0 0,2 3 0 0 0,2-2 0 0 0,2-6 0 0 0,2 0 0 0 0,-4 3 0 0 0,-6 2 0 0 0,-2 3 0 0 0,8 3 0 0 0,-1-4 0 0 0,1-5 0 0 0,2-2 0 0 0,1 3 0 0 0,1 2 0 0 0,2-2 0 0 0,0 0 0 0 0,5 3 0 0 0,2-3 0 0 0,1 0 0 0 0,-3-3 0 0 0,5 1 0 0 0,-1 2 0 0 0,0-1 0 0 0,2 0 0 0 0,0 3 0 0 0,-2-3 0 0 0,3 1 0 0 0,9-3 0 0 0,7-10 0 0 0,10-5 0 0 0,7-10 0 0 0,8-2 0 0 0,5-5 0 0 0,3-5 0 0 0,-3-5 0 0 0,-1 2 0 0 0,-1 0 0 0 0,8-2 0 0 0,2 4 0 0 0,-5 0 0 0 0,4-2 0 0 0,1-1 0 0 0,-1 2 0 0 0,0 0 0 0 0,-1 4 0 0 0,-1 0 0 0 0,0-3 0 0 0,-1 3 0 0 0,0-1 0 0 0,4-3 0 0 0,3-2 0 0 0,-1 2 0 0 0,-1 0 0 0 0,4-1 0 0 0,-5-3 0 0 0,2 4 0 0 0,0 5 0 0 0,-6 1 0 0 0,2-3 0 0 0,5-8 0 0 0,3 0 0 0 0,4 0 0 0 0,-6-1 0 0 0,2-1 0 0 0,-2 4 0 0 0,-7 2 0 0 0,2-1 0 0 0,-1-2 0 0 0,6 4 0 0 0,1 1 0 0 0,-7-3 0 0 0,-3 5 0 0 0,-1-2 0 0 0,-2 5 0 0 0,-4-2 0 0 0,-1-2 0 0 0,1 2 0 0 0,2 4 0 0 0,1-1 0 0 0,-3-3 0 0 0,0 2 0 0 0,-4-2 0 0 0,-1 2 0 0 0,3 4 0 0 0,-3-2 0 0 0,1-3 0 0 0,3 2 0 0 0,-3-3 0 0 0,-10 2 0 0 0,-11 4 0 0 0,-11 3 0 0 0,-8 5 0 0 0,-6 1 0 0 0,-4 3 0 0 0,-2 0 0 0 0,0 0 0 0 0,0 1 0 0 0,1 0 0 0 0,0 5 0 0 0,0 1 0 0 0,1 5 0 0 0,0 1 0 0 0,0 2 0 0 0,0 0 0 0 0,0-3 0 0 0,1-4 0 0 0,-1 2 0 0 0,0 0 0 0 0,0 3 0 0 0,-5-1 0 0 0,-7-2 0 0 0,-1 2 0 0 0,1 5 0 0 0,-2 4 0 0 0,1-1 0 0 0,3 1 0 0 0,3-3 0 0 0,3 1 0 0 0,-4 2 0 0 0,1 3 0 0 0,1-3 0 0 0,-4-4 0 0 0,-6-1 0 0 0,1 3 0 0 0,3 3 0 0 0,2-2 0 0 0,5 1 0 0 0,-4-4 0 0 0,-4 2 0 0 0,4 1 0 0 0,0 4 0 0 0,-5 2 0 0 0,-5-2 0 0 0,-4-1 0 0 0,6 1 0 0 0,2 2 0 0 0,3 1 0 0 0,3-3 0 0 0,-1-6 0 0 0,0-1 0 0 0,3 2 0 0 0,2-2 0 0 0,2 1 0 0 0,-4-3 0 0 0,0 2 0 0 0,0 3 0 0 0,-3-2 0 0 0,0 2 0 0 0,2-4 0 0 0,7 2 0 0 0,4-3 0 0 0,1-3 0 0 0,6 1 0 0 0,1-2 0 0 0,9-2 0 0 0,6-9 0 0 0,10-9 0 0 0,9-3 0 0 0,7 1 0 0 0,0-4 0 0 0,2-4 0 0 0,2 2 0 0 0,8-8 0 0 0,3 1 0 0 0,0-1 0 0 0,6-1 0 0 0,-1-2 0 0 0,0-1 0 0 0,-3 5 0 0 0,-3 0 0 0 0,-2 0 0 0 0,5-2 0 0 0,0 4 0 0 0,-1 0 0 0 0,4-1 0 0 0,0-2 0 0 0,4-2 0 0 0,4-2 0 0 0,5-1 0 0 0,3 0 0 0 0,-2-1 0 0 0,-1-1 0 0 0,2 6 0 0 0,-4 2 0 0 0,-6-5 0 0 0,1 1 0 0 0,2 1 0 0 0,8 0 0 0 0,-5-1 0 0 0,-1-1 0 0 0,2 0 0 0 0,1-2 0 0 0,-2 1 0 0 0,-6-1 0 0 0,-4 5 0 0 0,0 2 0 0 0,-1 0 0 0 0,2 3 0 0 0,-5 1 0 0 0,-5-2 0 0 0,-2-2 0 0 0,-1 3 0 0 0,-1-1 0 0 0,0 5 0 0 0,-4-2 0 0 0,-2 4 0 0 0,0 3 0 0 0,-3 0 0 0 0,0-4 0 0 0,-3-5 0 0 0,0 2 0 0 0,3 3 0 0 0,-2 0 0 0 0,-5-3 0 0 0,-8 2 0 0 0,-12 4 0 0 0,-9 4 0 0 0,-7 3 0 0 0,-6 4 0 0 0,-2 1 0 0 0,-6 1 0 0 0,-3 1 0 0 0,-5-1 0 0 0,0 1 0 0 0,3 0 0 0 0,-3-1 0 0 0,-3 0 0 0 0,1 0 0 0 0,3 6 0 0 0,-2 1 0 0 0,-3-1 0 0 0,-3 5 0 0 0,1 0 0 0 0,-1 3 0 0 0,3-1 0 0 0,0 4 0 0 0,2-3 0 0 0,5 3 0 0 0,-2 3 0 0 0,-4-1 0 0 0,-8-5 0 0 0,-2 1 0 0 0,0-2 0 0 0,4 2 0 0 0,7 4 0 0 0,-1-2 0 0 0,-1 2 0 0 0,-4 3 0 0 0,-2-3 0 0 0,2-4 0 0 0,5 1 0 0 0,-5 2 0 0 0,1 4 0 0 0,0-2 0 0 0,-3 1 0 0 0,3 2 0 0 0,0-3 0 0 0,-2-5 0 0 0,9 1 0 0 0,1-3 0 0 0,-2 1 0 0 0,1 5 0 0 0,-2 3 0 0 0,-4-2 0 0 0,2-3 0 0 0,-1-1 0 0 0,2-2 0 0 0,5 1 0 0 0,-2 4 0 0 0,3-2 0 0 0,2 2 0 0 0,-2-3 0 0 0,1-3 0 0 0,2 0 0 0 0,2-1 0 0 0,3-3 0 0 0,1 2 0 0 0,-4 5 0 0 0,-1-1 0 0 0,1-2 0 0 0,2-4 0 0 0,0 2 0 0 0,3-1 0 0 0,0 3 0 0 0,1-1 0 0 0,0-2 0 0 0,6 2 0 0 0,12 0 0 0 0,13-3 0 0 0,12-3 0 0 0,10-2 0 0 0,6-2 0 0 0,3-2 0 0 0,2 0 0 0 0,6 0 0 0 0,1-1 0 0 0,-1-4 0 0 0,4-3 0 0 0,5-4 0 0 0,-1 0 0 0 0,-3 1 0 0 0,2 3 0 0 0,3-2 0 0 0,-1 0 0 0 0,7 2 0 0 0,4 3 0 0 0,8 1 0 0 0,-2 2 0 0 0,-1-4 0 0 0,3-1 0 0 0,-4 1 0 0 0,-2-4 0 0 0,-1 0 0 0 0,-5 1 0 0 0,3 3 0 0 0,-3-4 0 0 0,5 1 0 0 0,3 1 0 0 0,-4-3 0 0 0,-2 1 0 0 0,1 1 0 0 0,-6 3 0 0 0,6-3 0 0 0,2 0 0 0 0,2 1 0 0 0,1-2 0 0 0,-6-1 0 0 0,-1 3 0 0 0,0 2 0 0 0,1 2 0 0 0,-4 2 0 0 0,-6 1 0 0 0,-5-5 0 0 0,-5 0 0 0 0,-4-1 0 0 0,-1 3 0 0 0,-2-5 0 0 0,0 0 0 0 0,0 1 0 0 0,-1 2 0 0 0,-9 3 0 0 0,-14 0 0 0 0,-13 2 0 0 0,-11 1 0 0 0,-7 0 0 0 0,-5 1 0 0 0,-3-1 0 0 0,0 1 0 0 0,0-1 0 0 0,-1 0 0 0 0,2 0 0 0 0,0 0 0 0 0,1 0 0 0 0,-6 0 0 0 0,0 0 0 0 0,-6 0 0 0 0,0 0 0 0 0,2 0 0 0 0,-3 0 0 0 0,1 0 0 0 0,-8 5 0 0 0,-5 2 0 0 0,1 0 0 0 0,-6-2 0 0 0,-3 4 0 0 0,5 1 0 0 0,-5-2 0 0 0,0-3 0 0 0,-1-1 0 0 0,0 4 0 0 0,-4 0 0 0 0,5-2 0 0 0,-9 0 0 0 0,-2-3 0 0 0,2-1 0 0 0,-3-1 0 0 0,-5-1 0 0 0,8 5 0 0 0,4 2 0 0 0,-1-1 0 0 0,-5-1 0 0 0,1 4 0 0 0,-4 0 0 0 0,1-1 0 0 0,-1-2 0 0 0,1 3 0 0 0,-1 0 0 0 0,6-1 0 0 0,-4 2 0 0 0,-1 1 0 0 0,3-2 0 0 0,3 2 0 0 0,-2 0 0 0 0,7-2 0 0 0,3-3 0 0 0,-3 3 0 0 0,0 0 0 0 0,5-1 0 0 0,2-3 0 0 0,2-2 0 0 0,4 5 0 0 0,7-1 0 0 0,0 0 0 0 0,3 3 0 0 0,-2 1 0 0 0,-4 3 0 0 0,2-1 0 0 0,-2-2 0 0 0,7 2 0 0 0,6-2 0 0 0,3-2 0 0 0,3-2 0 0 0,0 2 0 0 0,1 0 0 0 0,11-2 0 0 0,12-2 0 0 0,14-1 0 0 0,10-2 0 0 0,8-2 0 0 0,9 0 0 0 0,10 0 0 0 0,2 0 0 0 0,-2-6 0 0 0,2-1 0 0 0,4 0 0 0 0,4-4 0 0 0,-3 0 0 0 0,0-3 0 0 0,3-5 0 0 0,1 1 0 0 0,-2-1 0 0 0,-1 1 0 0 0,1 5 0 0 0,8 0 0 0 0,3-5 0 0 0,1 2 0 0 0,5-2 0 0 0,2-3 0 0 0,3 2 0 0 0,-1-1 0 0 0,4-2 0 0 0,2 2 0 0 0,0 0 0 0 0,0-3 0 0 0,-2 4 0 0 0,1 4 0 0 0,-3 0 0 0 0,7 2 0 0 0,4-2 0 0 0,-1-3 0 0 0,-6-5 0 0 0,-1 3 0 0 0,-3-1 0 0 0,-5 3 0 0 0,2-1 0 0 0,4-2 0 0 0,-2 2 0 0 0,3 0 0 0 0,-7 2 0 0 0,-5 5 0 0 0,-4 4 0 0 0,-2-2 0 0 0,-1-5 0 0 0,1 1 0 0 0,-1-3 0 0 0,-5 2 0 0 0,-6 3 0 0 0,-2-1 0 0 0,-3 1 0 0 0,2-3 0 0 0,-3 2 0 0 0,3-2 0 0 0,4 0 0 0 0,3 4 0 0 0,-1 4 0 0 0,-10-3 0 0 0,-7 1 0 0 0,-4 1 0 0 0,-7-2 0 0 0,-3 0 0 0 0,1 1 0 0 0,-10 3 0 0 0,-10 3 0 0 0,-13 1 0 0 0,-8 1 0 0 0,-7 1 0 0 0,-4 0 0 0 0,-7 0 0 0 0,-9 1 0 0 0,0-1 0 0 0,-4 0 0 0 0,1 1 0 0 0,-1-1 0 0 0,3 0 0 0 0,4 0 0 0 0,-7 5 0 0 0,-5 2 0 0 0,2 0 0 0 0,-1 3 0 0 0,-2 1 0 0 0,4 3 0 0 0,0 0 0 0 0,-7-3 0 0 0,-4 2 0 0 0,-1-2 0 0 0,-6 4 0 0 0,-2 3 0 0 0,7 0 0 0 0,-2-4 0 0 0,6-4 0 0 0,-3 1 0 0 0,-12-1 0 0 0,3 3 0 0 0,2 5 0 0 0,-2-1 0 0 0,1 1 0 0 0,2-1 0 0 0,3 1 0 0 0,-3 3 0 0 0,4-3 0 0 0,-1 2 0 0 0,0-3 0 0 0,6-4 0 0 0,-3 0 0 0 0,0 4 0 0 0,0 4 0 0 0,0-1 0 0 0,1 0 0 0 0,6-2 0 0 0,1 0 0 0 0,1 3 0 0 0,-1-2 0 0 0,-2 1 0 0 0,-1-4 0 0 0,-1 2 0 0 0,-1 2 0 0 0,4-2 0 0 0,8 2 0 0 0,0-4 0 0 0,5 2 0 0 0,3-3 0 0 0,4-3 0 0 0,3-5 0 0 0,3 3 0 0 0,0 4 0 0 0,1 0 0 0 0,0-2 0 0 0,-1-4 0 0 0,7 3 0 0 0,0 4 0 0 0,0 5 0 0 0,4 4 0 0 0,11-1 0 0 0,11 0 0 0 0,12-4 0 0 0,8-5 0 0 0,5-5 0 0 0,4-4 0 0 0,2-3 0 0 0,0-1 0 0 0,0-2 0 0 0,0 0 0 0 0,-1 0 0 0 0,-1 0 0 0 0,6 1 0 0 0,6-1 0 0 0,7 1 0 0 0,5 0 0 0 0,-2 0 0 0 0,1 0 0 0 0,2 0 0 0 0,-4 0 0 0 0,1 0 0 0 0,0 0 0 0 0,3 0 0 0 0,-3 0 0 0 0,5 0 0 0 0,-3 0 0 0 0,1 0 0 0 0,1 0 0 0 0,-4 0 0 0 0,5 0 0 0 0,2 0 0 0 0,-3-5 0 0 0,0-2 0 0 0,-6 0 0 0 0,0 2 0 0 0,1 1 0 0 0,-3 2 0 0 0,1-5 0 0 0,3 0 0 0 0,-4 0 0 0 0,2 2 0 0 0,-3 2 0 0 0,0-5 0 0 0,3 0 0 0 0,4 1 0 0 0,2 2 0 0 0,-3 1 0 0 0,-6 2 0 0 0,0 1 0 0 0,-3 1 0 0 0,-9-5 0 0 0,-1-2 0 0 0,0 1 0 0 0,-2 1 0 0 0,0 1 0 0 0,-1-3 0 0 0,-1-1 0 0 0,0 1 0 0 0,-1 1 0 0 0,1-2 0 0 0,0-1 0 0 0,-11 1 0 0 0,-14 2 0 0 0,-13 3 0 0 0,-11 1 0 0 0,-7 1 0 0 0,-5 0 0 0 0,-2 2 0 0 0,-2-1 0 0 0,1 0 0 0 0,0 1 0 0 0,-5-1 0 0 0,-1 0 0 0 0,1 0 0 0 0,-4 0 0 0 0,1 0 0 0 0,1 0 0 0 0,3 0 0 0 0,2 6 0 0 0,-4 0 0 0 0,0 1 0 0 0,-3-2 0 0 0,-7-1 0 0 0,2 4 0 0 0,-3 0 0 0 0,-3-1 0 0 0,2 4 0 0 0,-1-1 0 0 0,4-1 0 0 0,-1-2 0 0 0,-8 2 0 0 0,1 0 0 0 0,4-1 0 0 0,1-3 0 0 0,4-1 0 0 0,-1-2 0 0 0,-3-2 0 0 0,3 0 0 0 0,4 5 0 0 0,3 2 0 0 0,0-1 0 0 0,-5-1 0 0 0,6 4 0 0 0,-1 0 0 0 0,1-1 0 0 0,3 3 0 0 0,2 0 0 0 0,1-2 0 0 0,2-3 0 0 0,-4-2 0 0 0,-2-2 0 0 0,1-1 0 0 0,7 4 0 0 0,2 2 0 0 0,2-1 0 0 0,0 4 0 0 0,-2 1 0 0 0,5 3 0 0 0,1-1 0 0 0,9-2 0 0 0,12 2 0 0 0,12-1 0 0 0,9-3 0 0 0,6-3 0 0 0,4-2 0 0 0,3-2 0 0 0,0-1 0 0 0,0-1 0 0 0,0-1 0 0 0,-1 1 0 0 0,0-1 0 0 0,-1 1 0 0 0,0 0 0 0 0,0-1 0 0 0,5 1 0 0 0,1 0 0 0 0,1 0 0 0 0,3 0 0 0 0,11 0 0 0 0,2 0 0 0 0,-3-5 0 0 0,5-2 0 0 0,-1 0 0 0 0,-5 2 0 0 0,-1 1 0 0 0,2 2 0 0 0,4-5 0 0 0,1 0 0 0 0,3 0 0 0 0,1-3 0 0 0,2-1 0 0 0,-6 3 0 0 0,0-4 0 0 0,4 1 0 0 0,-1 2 0 0 0,-1-3 0 0 0,5 2 0 0 0,8-4 0 0 0,-2 0 0 0 0,-4 4 0 0 0,-1-3 0 0 0,-7 2 0 0 0,-3 2 0 0 0,-4 2 0 0 0,-7 4 0 0 0,1 1 0 0 0,-8-4 0 0 0,1-1 0 0 0,5 1 0 0 0,5-4 0 0 0,0-1 0 0 0,3-2 0 0 0,-2-1 0 0 0,-5 4 0 0 0,-3 2 0 0 0,-4 3 0 0 0,-2-3 0 0 0,-3 0 0 0 0,-5-4 0 0 0,-3 0 0 0 0,-5-3 0 0 0,-11 1 0 0 0,-11-2 0 0 0,-11 1 0 0 0,-8 3 0 0 0,-5 4 0 0 0,-4 4 0 0 0,-1-4 0 0 0,0 0 0 0 0,0 2 0 0 0,1 1 0 0 0,0 2 0 0 0,0 1 0 0 0,1 2 0 0 0,0-1 0 0 0,0 2 0 0 0,1-1 0 0 0,-1 0 0 0 0,-5 1 0 0 0,-2-1 0 0 0,1 0 0 0 0,-5 0 0 0 0,1 0 0 0 0,-4 0 0 0 0,-5 0 0 0 0,-4 0 0 0 0,2 0 0 0 0,-1 0 0 0 0,3 0 0 0 0,1 0 0 0 0,-4 0 0 0 0,4 0 0 0 0,-1 0 0 0 0,2 0 0 0 0,0 0 0 0 0,-3 5 0 0 0,2 2 0 0 0,-2 0 0 0 0,4-2 0 0 0,-1 4 0 0 0,-4 1 0 0 0,3-3 0 0 0,-1-1 0 0 0,-3 3 0 0 0,-2 1 0 0 0,-8 2 0 0 0,1 1 0 0 0,1-3 0 0 0,6 3 0 0 0,2-2 0 0 0,4-1 0 0 0,5-4 0 0 0,1-2 0 0 0,-5-2 0 0 0,3-1 0 0 0,-3-2 0 0 0,-4 6 0 0 0,-3 2 0 0 0,3 4 0 0 0,4 1 0 0 0,6-2 0 0 0,4-2 0 0 0,-1 2 0 0 0,0 0 0 0 0,2-2 0 0 0,1-3 0 0 0,3-1 0 0 0,6 3 0 0 0,2 1 0 0 0,-4-2 0 0 0,-3-1 0 0 0,-2-1 0 0 0,1-2 0 0 0,0-1 0 0 0,0-1 0 0 0,12 0 0 0 0,14-1 0 0 0,14 1 0 0 0,10 0 0 0 0,8 0 0 0 0,5-1 0 0 0,-2-4 0 0 0,-2-2 0 0 0,7 0 0 0 0,1 2 0 0 0,2-4 0 0 0,-1 0 0 0 0,-1 1 0 0 0,4-3 0 0 0,1 0 0 0 0,-1-3 0 0 0,-2 1 0 0 0,-1 2 0 0 0,3 3 0 0 0,6-1 0 0 0,1-1 0 0 0,3-3 0 0 0,-1 1 0 0 0,6-3 0 0 0,1 1 0 0 0,-5-3 0 0 0,6 3 0 0 0,9-3 0 0 0,4-3 0 0 0,1 2 0 0 0,-1 3 0 0 0,4 0 0 0 0,-5 2 0 0 0,-4-2 0 0 0,4-3 0 0 0,0-5 0 0 0,0 2 0 0 0,-1 0 0 0 0,3-2 0 0 0,7-3 0 0 0,-5 3 0 0 0,1 1 0 0 0,-6 4 0 0 0,-4-1 0 0 0,-2 4 0 0 0,-6-2 0 0 0,3-2 0 0 0,8-4 0 0 0,9-3 0 0 0,2-3 0 0 0,4 5 0 0 0,-7 0 0 0 0,-4-1 0 0 0,-5-1 0 0 0,-2-2 0 0 0,-6-1 0 0 0,-8 5 0 0 0,-1 5 0 0 0,-4 2 0 0 0,-3 3 0 0 0,1-1 0 0 0,0-3 0 0 0,-3-4 0 0 0,-2 2 0 0 0,-2 4 0 0 0,4 0 0 0 0,-5-3 0 0 0,-3 2 0 0 0,5-1 0 0 0,1 2 0 0 0,-6-2 0 0 0,3 3 0 0 0,1-1 0 0 0,-5-4 0 0 0,-3 2 0 0 0,0 4 0 0 0,-5-1 0 0 0,-5-3 0 0 0,-1 1 0 0 0,-3-1 0 0 0,-3-3 0 0 0,-3-3 0 0 0,-3-3 0 0 0,-7 3 0 0 0,-8 0 0 0 0,-8 5 0 0 0,-5 6 0 0 0,-3 4 0 0 0,-3 4 0 0 0,-1 3 0 0 0,-1 2 0 0 0,1-5 0 0 0,0-1 0 0 0,0 1 0 0 0,1 0 0 0 0,0 2 0 0 0,-5 1 0 0 0,-2 1 0 0 0,-5-5 0 0 0,0-1 0 0 0,2 1 0 0 0,-8 1 0 0 0,-6 1 0 0 0,1 2 0 0 0,-6 1 0 0 0,-3 0 0 0 0,4 1 0 0 0,1 1 0 0 0,5-1 0 0 0,-3 0 0 0 0,-4 1 0 0 0,-1-1 0 0 0,-2 0 0 0 0,1 0 0 0 0,-1 0 0 0 0,1 0 0 0 0,-1 5 0 0 0,1 2 0 0 0,0 0 0 0 0,-5 3 0 0 0,4 1 0 0 0,2-2 0 0 0,-5 3 0 0 0,4-1 0 0 0,3-2 0 0 0,-6-2 0 0 0,4-3 0 0 0,2 3 0 0 0,5 1 0 0 0,2 4 0 0 0,-2 0 0 0 0,5 3 0 0 0,-1-1 0 0 0,-3 3 0 0 0,4-3 0 0 0,-2-2 0 0 0,-1 1 0 0 0,1-1 0 0 0,1 2 0 0 0,2-1 0 0 0,5-3 0 0 0,4-2 0 0 0,-2 1 0 0 0,-4 6 0 0 0,0-1 0 0 0,3-2 0 0 0,2 2 0 0 0,4-2 0 0 0,3-2 0 0 0,1 2 0 0 0,1-1 0 0 0,0 3 0 0 0,1-1 0 0 0,0 2 0 0 0,-1 0 0 0 0,11-4 0 0 0,14-4 0 0 0,13-2 0 0 0,11-3 0 0 0,7-1 0 0 0,5-1 0 0 0,3 0 0 0 0,0-1 0 0 0,1 0 0 0 0,4 1 0 0 0,7-1 0 0 0,0-4 0 0 0,-2-2 0 0 0,-2 0 0 0 0,-4-3 0 0 0,2-1 0 0 0,6 2 0 0 0,0-3 0 0 0,3 1 0 0 0,-2 2 0 0 0,-3 2 0 0 0,7 3 0 0 0,5 2 0 0 0,-1-4 0 0 0,0-1 0 0 0,-3 1 0 0 0,5 1 0 0 0,3-3 0 0 0,3-1 0 0 0,1 1 0 0 0,5-3 0 0 0,-3 0 0 0 0,-3 3 0 0 0,5 1 0 0 0,-5-2 0 0 0,3 0 0 0 0,2 1 0 0 0,-1-2 0 0 0,-7-1 0 0 0,4 3 0 0 0,-5 1 0 0 0,-1-2 0 0 0,-6 0 0 0 0,5 2 0 0 0,3 1 0 0 0,2 3 0 0 0,2 1 0 0 0,-6 1 0 0 0,-1-4 0 0 0,-6-2 0 0 0,0 1 0 0 0,-3 1 0 0 0,-5-4 0 0 0,1 0 0 0 0,-2 1 0 0 0,4 2 0 0 0,-2 3 0 0 0,-8-5 0 0 0,1 0 0 0 0,0 1 0 0 0,-2 2 0 0 0,-1 2 0 0 0,-1 1 0 0 0,0 1 0 0 0,-1 1 0 0 0,-11 0 0 0 0,-14 0 0 0 0,-13 0 0 0 0,-11 1 0 0 0,-7-1 0 0 0,-5 0 0 0 0,-3 0 0 0 0,-5 0 0 0 0,-3 0 0 0 0,2 0 0 0 0,1 0 0 0 0,2 0 0 0 0,-3 0 0 0 0,0 0 0 0 0,1 0 0 0 0,-4 0 0 0 0,1 0 0 0 0,-4 0 0 0 0,-9 0 0 0 0,-2 0 0 0 0,0 0 0 0 0,-3 0 0 0 0,5 0 0 0 0,-5 0 0 0 0,2 0 0 0 0,-4 0 0 0 0,-8 0 0 0 0,2 5 0 0 0,3 2 0 0 0,-4 0 0 0 0,-1-2 0 0 0,-4-1 0 0 0,-6-1 0 0 0,1-2 0 0 0,-3-1 0 0 0,2 0 0 0 0,4 0 0 0 0,0 0 0 0 0,1 0 0 0 0,3-1 0 0 0,-2 1 0 0 0,-5 5 0 0 0,7 2 0 0 0,-2 0 0 0 0,2-2 0 0 0,3-1 0 0 0,-4-2 0 0 0,6 0 0 0 0,4-2 0 0 0,1 0 0 0 0,7 0 0 0 0,-4 0 0 0 0,-3-1 0 0 0,5 1 0 0 0,0 0 0 0 0,5 5 0 0 0,1 2 0 0 0,3 0 0 0 0,5-2 0 0 0,4-1 0 0 0,3-2 0 0 0,-2 0 0 0 0,-1 3 0 0 0,1 2 0 0 0,2 0 0 0 0,1-2 0 0 0,1-2 0 0 0,2-1 0 0 0,10 0 0 0 0,15-2 0 0 0,13 0 0 0 0,11 0 0 0 0,8-1 0 0 0,4 1 0 0 0,8 0 0 0 0,2 0 0 0 0,0 0 0 0 0,-1 0 0 0 0,-3-1 0 0 0,4 1 0 0 0,10 1 0 0 0,2-1 0 0 0,8 0 0 0 0,4 0 0 0 0,-3 0 0 0 0,-2 0 0 0 0,0 0 0 0 0,5 0 0 0 0,8 0 0 0 0,7 0 0 0 0,0 0 0 0 0,-1 0 0 0 0,5 0 0 0 0,0 0 0 0 0,2 0 0 0 0,6 0 0 0 0,0 0 0 0 0,4 0 0 0 0,-3 0 0 0 0,-2 0 0 0 0,0 0 0 0 0,5 0 0 0 0,8 0 0 0 0,-3 0 0 0 0,2 0 0 0 0,5-6 0 0 0,-11-1 0 0 0,0 1 0 0 0,4 0 0 0 0,1 3 0 0 0,-2-5 0 0 0,0 0 0 0 0,-3 1 0 0 0,-7 1 0 0 0,-2 3 0 0 0,4-5 0 0 0,3 0 0 0 0,-4 1 0 0 0,-2 2 0 0 0,0-4 0 0 0,-9 1 0 0 0,-4 0 0 0 0,-2 2 0 0 0,-5-3 0 0 0,-2 0 0 0 0,2 2 0 0 0,-4 1 0 0 0,-3-3 0 0 0,-1 0 0 0 0,-6 2 0 0 0,-1 1 0 0 0,-5 3 0 0 0,0-4 0 0 0,3-1 0 0 0,2 1 0 0 0,-2-3 0 0 0,-4-1 0 0 0,-5 3 0 0 0,-5 1 0 0 0,-3 3 0 0 0,-2 2 0 0 0,-2 1 0 0 0,0 1 0 0 0,-5-5 0 0 0,-7-7 0 0 0,-12-1 0 0 0,-12 1 0 0 0,-11 3 0 0 0,-7 3 0 0 0,-5 3 0 0 0,-2 1 0 0 0,-2 2 0 0 0,-6 0 0 0 0,-1 0 0 0 0,-4 1 0 0 0,0-6 0 0 0,-4-1 0 0 0,-3-1 0 0 0,2 2 0 0 0,-2 1 0 0 0,-8 2 0 0 0,2 1 0 0 0,-1 0 0 0 0,-6 1 0 0 0,-3 0 0 0 0,5 1 0 0 0,-2-1 0 0 0,-2 0 0 0 0,1 0 0 0 0,0 0 0 0 0,-4 1 0 0 0,-6-1 0 0 0,4 0 0 0 0,-1 0 0 0 0,-9 0 0 0 0,3 0 0 0 0,0-1 0 0 0,-9 1 0 0 0,7 0 0 0 0,0 0 0 0 0,-2 0 0 0 0,3 0 0 0 0,-7 0 0 0 0,2 0 0 0 0,4 0 0 0 0,-1 0 0 0 0,-1 0 0 0 0,8 0 0 0 0,0 6 0 0 0,-2 1 0 0 0,-5-1 0 0 0,2 0 0 0 0,-2 3 0 0 0,2 0 0 0 0,5-1 0 0 0,-2-2 0 0 0,8-2 0 0 0,-1-2 0 0 0,-4-1 0 0 0,4 4 0 0 0,0 2 0 0 0,5-1 0 0 0,3-1 0 0 0,2-1 0 0 0,-5 3 0 0 0,-2 1 0 0 0,5-1 0 0 0,2-2 0 0 0,6-1 0 0 0,2 3 0 0 0,-2 1 0 0 0,-1-1 0 0 0,2-2 0 0 0,6-1 0 0 0,-1 3 0 0 0,-2 1 0 0 0,2-1 0 0 0,3-2 0 0 0,5-1 0 0 0,3-2 0 0 0,2-1 0 0 0,8 4 0 0 0,2 2 0 0 0,0-1 0 0 0,0-1 0 0 0,8-1 0 0 0,13-2 0 0 0,11-6 0 0 0,10-8 0 0 0,13-2 0 0 0,6 2 0 0 0,7-2 0 0 0,1 0 0 0 0,-1-2 0 0 0,-3 2 0 0 0,1-2 0 0 0,5 1 0 0 0,5 4 0 0 0,-2-2 0 0 0,-4 2 0 0 0,7-3 0 0 0,-2 1 0 0 0,2-3 0 0 0,8 2 0 0 0,-2-2 0 0 0,5 1 0 0 0,-4 4 0 0 0,0 3 0 0 0,-1-2 0 0 0,0 1 0 0 0,7-3 0 0 0,6-1 0 0 0,8-2 0 0 0,-5 1 0 0 0,1-2 0 0 0,2-4 0 0 0,0 2 0 0 0,1-2 0 0 0,4-2 0 0 0,3 2 0 0 0,-8 0 0 0 0,-2 2 0 0 0,8 0 0 0 0,-5 3 0 0 0,4 4 0 0 0,5-2 0 0 0,-3-3 0 0 0,-11 0 0 0 0,-1-1 0 0 0,1-4 0 0 0,0 1 0 0 0,2 0 0 0 0,0-2 0 0 0,1 2 0 0 0,-6 0 0 0 0,-5 3 0 0 0,-4-1 0 0 0,-1 2 0 0 0,0 5 0 0 0,-1-1 0 0 0,-5-5 0 0 0,-7 2 0 0 0,-1-3 0 0 0,-3 2 0 0 0,2-1 0 0 0,2-4 0 0 0,5 3 0 0 0,-2 4 0 0 0,-10-2 0 0 0,-6 3 0 0 0,1-1 0 0 0,0-5 0 0 0,-1 2 0 0 0,-1 3 0 0 0,-7-1 0 0 0,-2 3 0 0 0,-1-3 0 0 0,-3-4 0 0 0,-7-4 0 0 0,-10 3 0 0 0,-11 3 0 0 0,-4 1 0 0 0,-6 2 0 0 0,-5 4 0 0 0,-4 3 0 0 0,-3 4 0 0 0,-2 1 0 0 0,0 2 0 0 0,-7 0 0 0 0,-6-4 0 0 0,-6-3 0 0 0,-6 1 0 0 0,2 1 0 0 0,0 2 0 0 0,-7 1 0 0 0,-9 1 0 0 0,2 0 0 0 0,3 1 0 0 0,-4 0 0 0 0,-1 0 0 0 0,2 1 0 0 0,-4-1 0 0 0,0 0 0 0 0,2 0 0 0 0,2 0 0 0 0,-3 0 0 0 0,-5 0 0 0 0,0 0 0 0 0,-9 0 0 0 0,-4 0 0 0 0,6 0 0 0 0,3 0 0 0 0,-7 0 0 0 0,-4 0 0 0 0,3 0 0 0 0,-4 0 0 0 0,-3 0 0 0 0,10 0 0 0 0,-2 0 0 0 0,-2 0 0 0 0,5 0 0 0 0,-1 0 0 0 0,-5 0 0 0 0,-4 5 0 0 0,8 2 0 0 0,5 0 0 0 0,4-2 0 0 0,0 5 0 0 0,-3-1 0 0 0,-3 4 0 0 0,7 0 0 0 0,6-3 0 0 0,-1-2 0 0 0,1-3 0 0 0,3-3 0 0 0,-4-1 0 0 0,0 5 0 0 0,1 0 0 0 0,8 0 0 0 0,4 4 0 0 0,-4 1 0 0 0,-3 2 0 0 0,6 1 0 0 0,2-3 0 0 0,5 2 0 0 0,6-2 0 0 0,1-1 0 0 0,3 1 0 0 0,2 0 0 0 0,-1-2 0 0 0,0 2 0 0 0,3 0 0 0 0,2-3 0 0 0,1-2 0 0 0,8 3 0 0 0,3 0 0 0 0,-1-1 0 0 0,5 2 0 0 0,1 1 0 0 0,8-3 0 0 0,6 4 0 0 0,10-1 0 0 0,8-3 0 0 0,8-1 0 0 0,6-4 0 0 0,3 0 0 0 0,1-3 0 0 0,2 0 0 0 0,-1 0 0 0 0,1-1 0 0 0,-1 1 0 0 0,-1 0 0 0 0,1-1 0 0 0,-1 1 0 0 0,5 0 0 0 0,2 0 0 0 0,-1 0 0 0 0,10 0 0 0 0,1 0 0 0 0,-1 0 0 0 0,-5 0 0 0 0,8 0 0 0 0,4-5 0 0 0,5-2 0 0 0,2 0 0 0 0,7 2 0 0 0,-4-4 0 0 0,4 0 0 0 0,6 1 0 0 0,1 2 0 0 0,3 2 0 0 0,4 2 0 0 0,-1-4 0 0 0,-5-2 0 0 0,2 2 0 0 0,-3 1 0 0 0,2 2 0 0 0,4 1 0 0 0,3-5 0 0 0,3 0 0 0 0,3 0 0 0 0,-3 2 0 0 0,-7 2 0 0 0,5 1 0 0 0,3 1 0 0 0,-2 0 0 0 0,-1-4 0 0 0,-4-1 0 0 0,0-1 0 0 0,2 2 0 0 0,2 2 0 0 0,-2 0 0 0 0,0 2 0 0 0,2 1 0 0 0,-9 0 0 0 0,-1 0 0 0 0,3-5 0 0 0,-8-2 0 0 0,1 1 0 0 0,4 1 0 0 0,-6 1 0 0 0,-4 2 0 0 0,-8 0 0 0 0,3 2 0 0 0,6-5 0 0 0,-3-2 0 0 0,-7 1 0 0 0,4 0 0 0 0,1 3 0 0 0,0 1 0 0 0,-3 1 0 0 0,-8 0 0 0 0,-7 1 0 0 0,-5 0 0 0 0,-4 1 0 0 0,-2-1 0 0 0,-2 0 0 0 0,0 0 0 0 0,-1 0 0 0 0,-4-5 0 0 0,-2-2 0 0 0,0 1 0 0 0,-8 0 0 0 0,-13 2 0 0 0,-11 2 0 0 0,-10 1 0 0 0,-7 0 0 0 0,-3 1 0 0 0,-4 0 0 0 0,0 1 0 0 0,0-1 0 0 0,0 0 0 0 0,-4 0 0 0 0,-2 1 0 0 0,1-1 0 0 0,-4 0 0 0 0,1 0 0 0 0,-5 0 0 0 0,2 0 0 0 0,-8 0 0 0 0,0 0 0 0 0,-3 0 0 0 0,-1 0 0 0 0,-7 0 0 0 0,1 0 0 0 0,-4 0 0 0 0,-1 0 0 0 0,0 0 0 0 0,-4 0 0 0 0,-6 0 0 0 0,-6 0 0 0 0,-4 0 0 0 0,-3 0 0 0 0,-2 0 0 0 0,-1 0 0 0 0,5 0 0 0 0,1 0 0 0 0,0 5 0 0 0,-6 2 0 0 0,3-1 0 0 0,0 5 0 0 0,0 0 0 0 0,-1-2 0 0 0,5-3 0 0 0,-3 4 0 0 0,-4-1 0 0 0,5-1 0 0 0,1 3 0 0 0,0-1 0 0 0,9-1 0 0 0,2-3 0 0 0,-6-2 0 0 0,-6 3 0 0 0,7 1 0 0 0,2-1 0 0 0,-2 3 0 0 0,8 0 0 0 0,1 4 0 0 0,2-1 0 0 0,2 3 0 0 0,2-1 0 0 0,-2 2 0 0 0,3-3 0 0 0,4-2 0 0 0,-4 1 0 0 0,3-2 0 0 0,3 4 0 0 0,0-2 0 0 0,5 2 0 0 0,2-1 0 0 0,3-3 0 0 0,1-3 0 0 0,2-4 0 0 0,5 4 0 0 0,-2 0 0 0 0,1-2 0 0 0,-2 4 0 0 0,1 0 0 0 0,2-1 0 0 0,3 2 0 0 0,3 0 0 0 0,2-2 0 0 0,12-3 0 0 0,14-2 0 0 0,15-2 0 0 0,10-6 0 0 0,8-3 0 0 0,4 0 0 0 0,3 1 0 0 0,0-3 0 0 0,1-1 0 0 0,-1-4 0 0 0,0 1 0 0 0,-1-2 0 0 0,-1 0 0 0 0,0 4 0 0 0,5-3 0 0 0,2 3 0 0 0,4-4 0 0 0,7 2 0 0 0,-1-2 0 0 0,2-5 0 0 0,4 2 0 0 0,2 4 0 0 0,3 4 0 0 0,1-1 0 0 0,1 1 0 0 0,1-4 0 0 0,1-3 0 0 0,-1 0 0 0 0,0-2 0 0 0,5 3 0 0 0,7-2 0 0 0,-3 2 0 0 0,-5-1 0 0 0,4 3 0 0 0,-6-3 0 0 0,2 3 0 0 0,1 3 0 0 0,-1-2 0 0 0,4 2 0 0 0,-4-3 0 0 0,-4 1 0 0 0,4-3 0 0 0,-4 2 0 0 0,3 3 0 0 0,1-1 0 0 0,-5 0 0 0 0,-3 3 0 0 0,-1-2 0 0 0,-4 0 0 0 0,-2-3 0 0 0,7 1 0 0 0,-1 3 0 0 0,0 3 0 0 0,-5 2 0 0 0,-5 3 0 0 0,-6 1 0 0 0,-4-4 0 0 0,1-2 0 0 0,0 1 0 0 0,-1 1 0 0 0,-2 2 0 0 0,-1 1 0 0 0,-2-4 0 0 0,-1-2 0 0 0,0 2 0 0 0,0 1 0 0 0,-1 1 0 0 0,1 2 0 0 0,-1 1 0 0 0,1 1 0 0 0,-6 5 0 0 0,-11 2 0 0 0,-9 5 0 0 0,-5 6 0 0 0,-8 0 0 0 0,-8-4 0 0 0,-6 2 0 0 0,1 3 0 0 0,-2-2 0 0 0,-7 2 0 0 0,-4 3 0 0 0,-1 2 0 0 0,-1 3 0 0 0,2-3 0 0 0,1-1 0 0 0,0 2 0 0 0,1 1 0 0 0,1-4 0 0 0,0 0 0 0 0,-5 1 0 0 0,-1 3 0 0 0,0-4 0 0 0,-5 5 0 0 0,1 3 0 0 0,1 2 0 0 0,3-5 0 0 0,-4 4 0 0 0,1 2 0 0 0,-4 0 0 0 0,-4 0 0 0 0,0 0 0 0 0,3-1 0 0 0,-1 4 0 0 0,2-3 0 0 0,3 3 0 0 0,-2 1 0 0 0,-4 4 0 0 0,1-5 0 0 0,3-3 0 0 0,3 4 0 0 0,-2 0 0 0 0,2-1 0 0 0,-4-1 0 0 0,1-1 0 0 0,2 3 0 0 0,3-3 0 0 0,-3-4 0 0 0,1 5 0 0 0,2 1 0 0 0,2-5 0 0 0,-4 2 0 0 0,6 1 0 0 0,3-6 0 0 0,-4-1 0 0 0,4 4 0 0 0,2 3 0 0 0,-4-5 0 0 0,3-2 0 0 0,2 5 0 0 0,0-3 0 0 0,0-7 0 0 0,4 4 0 0 0,1 3 0 0 0,0-4 0 0 0,-2-1 0 0 0,3 1 0 0 0,1 1 0 0 0,-2 2 0 0 0,3 1 0 0 0,0 1 0 0 0,-2 0 0 0 0,2 1 0 0 0,6 0 0 0 0,4 0 0 0 0,9-5 0 0 0,11-7 0 0 0,8-7 0 0 0,6-5 0 0 0,5-4 0 0 0,3-3 0 0 0,0-6 0 0 0,1-2 0 0 0,0 0 0 0 0,4-4 0 0 0,-3-5 0 0 0,2-5 0 0 0,1 2 0 0 0,-7-2 0 0 0,3-2 0 0 0,1-2 0 0 0,0 4 0 0 0,-1-1 0 0 0,5-1 0 0 0,-5-1 0 0 0,4 3 0 0 0,4 0 0 0 0,-3-7 0 0 0,2-3 0 0 0,4-2 0 0 0,0 0 0 0 0,4 5 0 0 0,3-2 0 0 0,4-2 0 0 0,-2-5 0 0 0,0-2 0 0 0,-4 7 0 0 0,-4-3 0 0 0,0 1 0 0 0,8-5 0 0 0,6-1 0 0 0,-2 1 0 0 0,0 3 0 0 0,5-3 0 0 0,-2-6 0 0 0,0 1 0 0 0,-6 7 0 0 0,-2 0 0 0 0,-3 1 0 0 0,-6 2 0 0 0,0-4 0 0 0,4 4 0 0 0,4-1 0 0 0,-1-6 0 0 0,1-1 0 0 0,3 2 0 0 0,-3 8 0 0 0,0-1 0 0 0,-2 0 0 0 0,-1-5 0 0 0,-2 4 0 0 0,2 4 0 0 0,-3 0 0 0 0,-3-3 0 0 0,1 2 0 0 0,4 3 0 0 0,0 1 0 0 0,1-1 0 0 0,4-5 0 0 0,-2-3 0 0 0,-4 6 0 0 0,0 2 0 0 0,-2 1 0 0 0,-3 0 0 0 0,-4 5 0 0 0,-2 1 0 0 0,-3-1 0 0 0,-1 4 0 0 0,0-1 0 0 0,-1 3 0 0 0,0 0 0 0 0,0-3 0 0 0,1 2 0 0 0,-6-1 0 0 0,-1 2 0 0 0,0 5 0 0 0,-4-1 0 0 0,0 1 0 0 0,2-2 0 0 0,2 1 0 0 0,3 3 0 0 0,-4-2 0 0 0,0 1 0 0 0,-10 2 0 0 0,-11 3 0 0 0,-8 7 0 0 0,-1 10 0 0 0,-5 2 0 0 0,-6 4 0 0 0,0 5 0 0 0,-2 3 0 0 0,-3-2 0 0 0,-3 1 0 0 0,3 0 0 0 0,1-3 0 0 0,-2-5 0 0 0,3 5 0 0 0,6 4 0 0 0,-6-2 0 0 0,-4 0 0 0 0,2 2 0 0 0,0 1 0 0 0,-2 2 0 0 0,-1 1 0 0 0,3 2 0 0 0,-4-6 0 0 0,-4 5 0 0 0,4 1 0 0 0,1-4 0 0 0,1 4 0 0 0,-8 2 0 0 0,4 6 0 0 0,0-4 0 0 0,-5 2 0 0 0,-2 1 0 0 0,-5 4 0 0 0,-1 0 0 0 0,6-1 0 0 0,-1-4 0 0 0,1 4 0 0 0,-4-1 0 0 0,-1 4 0 0 0,2-1 0 0 0,2-2 0 0 0,2-3 0 0 0,2-2 0 0 0,1-3 0 0 0,6-1 0 0 0,-3-1 0 0 0,-1-6 0 0 0,3-2 0 0 0,-3 6 0 0 0,-3-2 0 0 0,6-1 0 0 0,1 1 0 0 0,0 1 0 0 0,-1-4 0 0 0,4-2 0 0 0,-4 2 0 0 0,2 1 0 0 0,0-3 0 0 0,5 0 0 0 0,-5 1 0 0 0,-4-3 0 0 0,4 0 0 0 0,0 2 0 0 0,-1 3 0 0 0,0-4 0 0 0,3 1 0 0 0,1 1 0 0 0,-2-2 0 0 0,4-1 0 0 0,5 2 0 0 0,5-8 0 0 0,10-6 0 0 0,5-10 0 0 0,6-5 0 0 0,7-5 0 0 0,5-2 0 0 0,0-4 0 0 0,0 2 0 0 0,2-2 0 0 0,-4-3 0 0 0,1 2 0 0 0,1 4 0 0 0,2 0 0 0 0,-3-3 0 0 0,0 1 0 0 0,6-1 0 0 0,-1-4 0 0 0,0 3 0 0 0,1-1 0 0 0,0 3 0 0 0,1-1 0 0 0,1-2 0 0 0,1 2 0 0 0,-1-2 0 0 0,1 3 0 0 0,0 0 0 0 0,0-4 0 0 0,0-2 0 0 0,0 2 0 0 0,5-1 0 0 0,2-1 0 0 0,0-3 0 0 0,-2 4 0 0 0,-2 0 0 0 0,0-1 0 0 0,-2 2 0 0 0,-6 1 0 0 0,3 3 0 0 0,2-1 0 0 0,1-2 0 0 0,0 2 0 0 0,-5-1 0 0 0,-3-3 0 0 0,1 3 0 0 0,1-1 0 0 0,1 3 0 0 0,2-1 0 0 0,0 3 0 0 0,2-2 0 0 0,-6-2 0 0 0,-1-4 0 0 0,1 2 0 0 0,0 4 0 0 0,-3 1 0 0 0,0-3 0 0 0,1 2 0 0 0,2 4 0 0 0,-3-1 0 0 0,-11 2 0 0 0,-12 2 0 0 0,-12 4 0 0 0,-8 2 0 0 0,-6 8 0 0 0,-4 8 0 0 0,-1 2 0 0 0,-2-2 0 0 0,1 3 0 0 0,0 4 0 0 0,1-1 0 0 0,1 1 0 0 0,-1-2 0 0 0,1 1 0 0 0,1-3 0 0 0,-1 2 0 0 0,0 3 0 0 0,-5-2 0 0 0,4 1 0 0 0,-4 3 0 0 0,-6 3 0 0 0,-6-3 0 0 0,5 0 0 0 0,-1 1 0 0 0,-3 3 0 0 0,1 2 0 0 0,3-5 0 0 0,-1 6 0 0 0,-5 2 0 0 0,-3 1 0 0 0,-4 1 0 0 0,8-1 0 0 0,1 1 0 0 0,-2-1 0 0 0,-2-1 0 0 0,1 0 0 0 0,5 0 0 0 0,-1 0 0 0 0,-3 0 0 0 0,1-1 0 0 0,4 1 0 0 0,4-5 0 0 0,4-3 0 0 0,3 2 0 0 0,1-5 0 0 0,-4 0 0 0 0,4 2 0 0 0,2-3 0 0 0,2 0 0 0 0,-1-2 0 0 0,5 0 0 0 0,2 3 0 0 0,-2 4 0 0 0,-1-3 0 0 0,-1 0 0 0 0,-3-3 0 0 0,5 1 0 0 0,0-4 0 0 0,5 2 0 0 0,1-2 0 0 0,2 1 0 0 0,10-2 0 0 0,11-3 0 0 0,10-4 0 0 0,8-3 0 0 0,-1-7 0 0 0,2-3 0 0 0,2-1 0 0 0,2-4 0 0 0,1-1 0 0 0,1-3 0 0 0,6-4 0 0 0,2 1 0 0 0,0 3 0 0 0,3 0 0 0 0,1-4 0 0 0,4-3 0 0 0,-2 1 0 0 0,3 6 0 0 0,4-1 0 0 0,4-3 0 0 0,-3-3 0 0 0,1-4 0 0 0,1 4 0 0 0,-2-1 0 0 0,-1-1 0 0 0,3 3 0 0 0,-4 0 0 0 0,1 4 0 0 0,2 0 0 0 0,-3-4 0 0 0,1 3 0 0 0,7-1 0 0 0,-1-3 0 0 0,1-2 0 0 0,0-3 0 0 0,1 3 0 0 0,2 1 0 0 0,-6 4 0 0 0,0 0 0 0 0,0-2 0 0 0,1-2 0 0 0,-3 2 0 0 0,-6 5 0 0 0,-5 0 0 0 0,-5 2 0 0 0,2-1 0 0 0,-1-3 0 0 0,-1 1 0 0 0,4-2 0 0 0,-1 2 0 0 0,-1 5 0 0 0,-2-1 0 0 0,-3 1 0 0 0,-1-2 0 0 0,-1 1 0 0 0,-6-3 0 0 0,-3 2 0 0 0,1 3 0 0 0,1-1 0 0 0,2 0 0 0 0,-4-2 0 0 0,-1 1 0 0 0,-9 2 0 0 0,-12 4 0 0 0,-11 3 0 0 0,-10 7 0 0 0,-6 3 0 0 0,-4 1 0 0 0,-3-1 0 0 0,5 3 0 0 0,2 1 0 0 0,-5 4 0 0 0,-3 4 0 0 0,0 0 0 0 0,-6-4 0 0 0,-1 1 0 0 0,7 4 0 0 0,-1-2 0 0 0,-1 2 0 0 0,1-3 0 0 0,2-4 0 0 0,0 2 0 0 0,1 3 0 0 0,-4 4 0 0 0,-2-2 0 0 0,1-3 0 0 0,-5 0 0 0 0,-4 3 0 0 0,-6 3 0 0 0,-4 3 0 0 0,-3 3 0 0 0,3-3 0 0 0,6-1 0 0 0,6-5 0 0 0,5 0 0 0 0,-1 2 0 0 0,2-3 0 0 0,0 2 0 0 0,3 1 0 0 0,2-2 0 0 0,1-4 0 0 0,1 0 0 0 0,0 3 0 0 0,0 4 0 0 0,-4-2 0 0 0,-3 0 0 0 0,-4-2 0 0 0,4 0 0 0 0,4-2 0 0 0,2-4 0 0 0,2 0 0 0 0,0 0 0 0 0,0 1 0 0 0,0 5 0 0 0,0-1 0 0 0,0-3 0 0 0,4 1 0 0 0,3-2 0 0 0,-1 2 0 0 0,-2-2 0 0 0,-1-2 0 0 0,9-4 0 0 0,8-8 0 0 0,10-4 0 0 0,11-1 0 0 0,3-4 0 0 0,5-7 0 0 0,4 0 0 0 0,4 4 0 0 0,-3-3 0 0 0,-1 3 0 0 0,2-3 0 0 0,-4-3 0 0 0,0 1 0 0 0,2 4 0 0 0,1-1 0 0 0,3-3 0 0 0,2 2 0 0 0,6-3 0 0 0,3-2 0 0 0,-6-3 0 0 0,-2 2 0 0 0,3 5 0 0 0,8 0 0 0 0,1-2 0 0 0,4-3 0 0 0,0 2 0 0 0,-3-1 0 0 0,2-1 0 0 0,-2-4 0 0 0,-2 4 0 0 0,-4 0 0 0 0,-2 4 0 0 0,-3-1 0 0 0,0 4 0 0 0,-2-2 0 0 0,1-2 0 0 0,-1 1 0 0 0,0-1 0 0 0,1 2 0 0 0,-6 0 0 0 0,-1 2 0 0 0,-6-2 0 0 0,1 3 0 0 0,1 2 0 0 0,-7 5 0 0 0,-12 3 0 0 0,-10 2 0 0 0,-10 1 0 0 0,-7 7 0 0 0,-3 1 0 0 0,-3 1 0 0 0,-1-2 0 0 0,5 3 0 0 0,-3 1 0 0 0,-2 3 0 0 0,5 5 0 0 0,-3 0 0 0 0,-2-4 0 0 0,-5 1 0 0 0,3 4 0 0 0,-2-2 0 0 0,-1-4 0 0 0,1 2 0 0 0,-3 3 0 0 0,-1-2 0 0 0,7 2 0 0 0,-1 4 0 0 0,0-3 0 0 0,1 1 0 0 0,-5-3 0 0 0,0 1 0 0 0,0 3 0 0 0,-2 2 0 0 0,-1 4 0 0 0,2 1 0 0 0,-2-3 0 0 0,5-1 0 0 0,4-5 0 0 0,-2 0 0 0 0,3 2 0 0 0,-2-3 0 0 0,-1 2 0 0 0,1 1 0 0 0,0 3 0 0 0,1-2 0 0 0,1-6 0 0 0,-5 1 0 0 0,4 2 0 0 0,3 3 0 0 0,-5-2 0 0 0,4 0 0 0 0,2-2 0 0 0,1 0 0 0 0,0 3 0 0 0,-1-3 0 0 0,-1 2 0 0 0,0-4 0 0 0,5 2 0 0 0,2-3 0 0 0,-2-3 0 0 0,5 0 0 0 0,0 5 0 0 0,-2 4 0 0 0,-2-2 0 0 0,-3 2 0 0 0,-1 2 0 0 0,-2-3 0 0 0,4 1 0 0 0,13-4 0 0 0,13-4 0 0 0,6-10 0 0 0,8-5 0 0 0,2-8 0 0 0,2-2 0 0 0,5 1 0 0 0,-3-3 0 0 0,1 1 0 0 0,3-2 0 0 0,-4-5 0 0 0,1 2 0 0 0,6 4 0 0 0,0-1 0 0 0,0 1 0 0 0,0-1 0 0 0,2 2 0 0 0,0-3 0 0 0,1 2 0 0 0,1 3 0 0 0,-1-1 0 0 0,1-5 0 0 0,0 1 0 0 0,0-2 0 0 0,0 2 0 0 0,0-1 0 0 0,0 1 0 0 0,0 0 0 0 0,0 1 0 0 0,0 4 0 0 0,5-2 0 0 0,-4-4 0 0 0,-1 2 0 0 0,-2-3 0 0 0,1 2 0 0 0,-1 4 0 0 0,6-2 0 0 0,2-3 0 0 0,0-4 0 0 0,4 1 0 0 0,1 5 0 0 0,-8-1 0 0 0,-3 2 0 0 0,-3-1 0 0 0,0 1 0 0 0,0 4 0 0 0,1 3 0 0 0,-5-3 0 0 0,4 1 0 0 0,3-3 0 0 0,-4-6 0 0 0,-2 2 0 0 0,1 2 0 0 0,0 4 0 0 0,2 4 0 0 0,-4-3 0 0 0,-1 1 0 0 0,1 1 0 0 0,-9 2 0 0 0,-12 2 0 0 0,-12 7 0 0 0,-10 7 0 0 0,-7 3 0 0 0,-3 3 0 0 0,-9 0 0 0 0,3 1 0 0 0,-3 4 0 0 0,0 3 0 0 0,0 2 0 0 0,3-3 0 0 0,0-1 0 0 0,3-4 0 0 0,0 0 0 0 0,1 2 0 0 0,0 3 0 0 0,1-3 0 0 0,-1 0 0 0 0,1 2 0 0 0,-1 3 0 0 0,1 1 0 0 0,-1-3 0 0 0,5-1 0 0 0,2-4 0 0 0,0-1 0 0 0,4 3 0 0 0,0-3 0 0 0,-2 2 0 0 0,-2 1 0 0 0,-3 3 0 0 0,-1-2 0 0 0,3 0 0 0 0,2 1 0 0 0,-2-2 0 0 0,5-1 0 0 0,-1 2 0 0 0,-1-2 0 0 0,-3 0 0 0 0,4 2 0 0 0,-1 2 0 0 0,-1-2 0 0 0,3 0 0 0 0,0-4 0 0 0,3 1 0 0 0,-1-4 0 0 0,3 2 0 0 0,-1-3 0 0 0,1 2 0 0 0,5 3 0 0 0,-3-1 0 0 0,2 1 0 0 0,-3-2 0 0 0,7-5 0 0 0,9-3 0 0 0,9-4 0 0 0,9-3 0 0 0,6-2 0 0 0,4-5 0 0 0,1-8 0 0 0,2-7 0 0 0,0 0 0 0 0,-1 4 0 0 0,6-1 0 0 0,-5-3 0 0 0,3-3 0 0 0,1 2 0 0 0,-1 0 0 0 0,-1-2 0 0 0,-2-3 0 0 0,5 4 0 0 0,5 0 0 0 0,7-2 0 0 0,0-1 0 0 0,-4-2 0 0 0,2 3 0 0 0,-3 1 0 0 0,1-1 0 0 0,4-2 0 0 0,-6-1 0 0 0,-1-2 0 0 0,3-1 0 0 0,4-1 0 0 0,4 1 0 0 0,-2-7 0 0 0,-4 4 0 0 0,0 2 0 0 0,-4 2 0 0 0,-2-1 0 0 0,0 1 0 0 0,5-1 0 0 0,4 0 0 0 0,-6 0 0 0 0,-1 4 0 0 0,-2 3 0 0 0,-8-2 0 0 0,0 0 0 0 0,0 3 0 0 0,-1 0 0 0 0,0-1 0 0 0,-1-2 0 0 0,4-2 0 0 0,2 4 0 0 0,-6 0 0 0 0,-3 4 0 0 0,-1 1 0 0 0,0 2 0 0 0,-5 0 0 0 0,-6-4 0 0 0,-1 3 0 0 0,2 3 0 0 0,-2-1 0 0 0,1 3 0 0 0,-1-3 0 0 0,1 2 0 0 0,-8 2 0 0 0,-10 4 0 0 0,-10 3 0 0 0,-9 2 0 0 0,-6 1 0 0 0,-4 1 0 0 0,-2 6 0 0 0,-1 2 0 0 0,0 4 0 0 0,1 1 0 0 0,0-2 0 0 0,0 2 0 0 0,1 4 0 0 0,-6 5 0 0 0,0-2 0 0 0,-1 2 0 0 0,-3-4 0 0 0,5 1 0 0 0,-3 2 0 0 0,-3-2 0 0 0,-2 0 0 0 0,-2 3 0 0 0,-5 3 0 0 0,-4 2 0 0 0,7 1 0 0 0,-3-3 0 0 0,1-1 0 0 0,-1 1 0 0 0,3 1 0 0 0,-2 1 0 0 0,-1 2 0 0 0,1-4 0 0 0,5-2 0 0 0,-1 1 0 0 0,-2 2 0 0 0,0 2 0 0 0,-1-5 0 0 0,-3 0 0 0 0,3 1 0 0 0,3 1 0 0 0,0 2 0 0 0,2-3 0 0 0,4-1 0 0 0,-3 1 0 0 0,2 1 0 0 0,2 3 0 0 0,2-5 0 0 0,3 0 0 0 0,-4 1 0 0 0,0-4 0 0 0,0 1 0 0 0,2-4 0 0 0,2 0 0 0 0,2-2 0 0 0,0 1 0 0 0,1 4 0 0 0,0-2 0 0 0,1 1 0 0 0,-1-3 0 0 0,6 2 0 0 0,1-3 0 0 0,0-4 0 0 0,-1-3 0 0 0,3 2 0 0 0,11-1 0 0 0,13-2 0 0 0,10-2 0 0 0,10-2 0 0 0,5-1 0 0 0,4-2 0 0 0,2-5 0 0 0,0-2 0 0 0,0-6 0 0 0,0 1 0 0 0,-1 1 0 0 0,5 3 0 0 0,-4-3 0 0 0,3 2 0 0 0,0-5 0 0 0,5-4 0 0 0,6 1 0 0 0,0-2 0 0 0,3 2 0 0 0,-3 5 0 0 0,-3 3 0 0 0,6-1 0 0 0,6-5 0 0 0,-2 1 0 0 0,0-3 0 0 0,2-4 0 0 0,-4 2 0 0 0,0-1 0 0 0,2 3 0 0 0,2-2 0 0 0,1-1 0 0 0,3 1 0 0 0,-4 5 0 0 0,-7-1 0 0 0,-1 2 0 0 0,2-2 0 0 0,3-3 0 0 0,3 1 0 0 0,-3-2 0 0 0,0-3 0 0 0,-4 3 0 0 0,-4 4 0 0 0,-1 4 0 0 0,4 0 0 0 0,-1-4 0 0 0,-4 0 0 0 0,2-2 0 0 0,-8-3 0 0 0,2 1 0 0 0,-2 4 0 0 0,-1-1 0 0 0,-2 3 0 0 0,-1-2 0 0 0,-1 2 0 0 0,-1-3 0 0 0,-1 2 0 0 0,1-2 0 0 0,-1 2 0 0 0,-4-3 0 0 0,-3 3 0 0 0,1 3 0 0 0,2 3 0 0 0,-4-2 0 0 0,-1-4 0 0 0,2 0 0 0 0,-3-3 0 0 0,0 1 0 0 0,-4-1 0 0 0,2 2 0 0 0,-3-2 0 0 0,-4-4 0 0 0,-4-2 0 0 0,-8 2 0 0 0,-4-1 0 0 0,-6 4 0 0 0,-2-1 0 0 0,-3 3 0 0 0,-5 5 0 0 0,-4 3 0 0 0,-2 4 0 0 0,2-3 0 0 0,1 0 0 0 0,0 0 0 0 0,-3 3 0 0 0,0 1 0 0 0,-3 1 0 0 0,0 1 0 0 0,0 1 0 0 0,-6 0 0 0 0,-2 1 0 0 0,0-1 0 0 0,-4 0 0 0 0,-5 1 0 0 0,-5-1 0 0 0,-5 0 0 0 0,-2 0 0 0 0,-2 0 0 0 0,4 0 0 0 0,1 0 0 0 0,5 0 0 0 0,6 0 0 0 0,6 0 0 0 0,3 0 0 0 0,-2 0 0 0 0,-5 0 0 0 0,0 0 0 0 0,-4 0 0 0 0,-4 5 0 0 0,-4 7 0 0 0,2 2 0 0 0,5 3 0 0 0,0-1 0 0 0,3-3 0 0 0,-1-4 0 0 0,1 2 0 0 0,4-1 0 0 0,4 3 0 0 0,2 4 0 0 0,-3 0 0 0 0,-6-3 0 0 0,5 1 0 0 0,-1-2 0 0 0,0 2 0 0 0,2 4 0 0 0,-2 3 0 0 0,-1-1 0 0 0,2-4 0 0 0,-3-1 0 0 0,6 3 0 0 0,3 4 0 0 0,3-3 0 0 0,-5-5 0 0 0,4 1 0 0 0,2 3 0 0 0,1-2 0 0 0,0 1 0 0 0,4 3 0 0 0,2-2 0 0 0,-2 1 0 0 0,-1 2 0 0 0,4 3 0 0 0,-1-3 0 0 0,4 0 0 0 0,0 2 0 0 0,-2 1 0 0 0,-4 3 0 0 0,4 1 0 0 0,3 1 0 0 0,6 0 0 0 0,5 2 0 0 0,3-1 0 0 0,2 0 0 0 0,6-5 0 0 0,8-7 0 0 0,2-2 0 0 0,3-3 0 0 0,4-5 0 0 0,4-3 0 0 0,2-3 0 0 0,2-2 0 0 0,1-1 0 0 0,0-1 0 0 0,1 0 0 0 0,5 1 0 0 0,1-1 0 0 0,0 1 0 0 0,4-1 0 0 0,-1 1 0 0 0,-1 0 0 0 0,-2 0 0 0 0,-3 0 0 0 0,-2 0 0 0 0,-1-5 0 0 0,-1-2 0 0 0,-1-5 0 0 0,6 0 0 0 0,1-4 0 0 0,0 2 0 0 0,4 2 0 0 0,1 4 0 0 0,3-3 0 0 0,-6-4 0 0 0,1 1 0 0 0,4-3 0 0 0,5 1 0 0 0,0-1 0 0 0,-4 1 0 0 0,-4-1 0 0 0,-3-3 0 0 0,-4 2 0 0 0,3 4 0 0 0,-4-1 0 0 0,-3 2 0 0 0,4-2 0 0 0,-4-4 0 0 0,4 2 0 0 0,1 3 0 0 0,-6 0 0 0 0,-1 1 0 0 0,3-2 0 0 0,3 1 0 0 0,1-1 0 0 0,-6-4 0 0 0,-3-5 0 0 0,5 3 0 0 0,3 5 0 0 0,-5-1 0 0 0,3-2 0 0 0,-4-3 0 0 0,-1 2 0 0 0,0 4 0 0 0,1 0 0 0 0,-5-3 0 0 0,-1 2 0 0 0,1 4 0 0 0,-3-1 0 0 0,-5-3 0 0 0,0 0 0 0 0,-3-1 0 0 0,3 2 0 0 0,3 4 0 0 0,-1-1 0 0 0,-4-4 0 0 0,2 1 0 0 0,-2-2 0 0 0,-4-3 0 0 0,-2-4 0 0 0,-9-2 0 0 0,-8 4 0 0 0,-9 4 0 0 0,0 2 0 0 0,-3 3 0 0 0,-2 4 0 0 0,-3 3 0 0 0,-2 4 0 0 0,-1 2 0 0 0,0 0 0 0 0,-7 2 0 0 0,-1 0 0 0 0,0 0 0 0 0,1-1 0 0 0,2 1 0 0 0,2-1 0 0 0,1 0 0 0 0,-5 0 0 0 0,-6 0 0 0 0,-6 0 0 0 0,-1 0 0 0 0,4 0 0 0 0,4 0 0 0 0,-2 0 0 0 0,-3 0 0 0 0,1 0 0 0 0,-2 0 0 0 0,1 0 0 0 0,4 0 0 0 0,-1 0 0 0 0,2 0 0 0 0,-4 0 0 0 0,-3 0 0 0 0,1 5 0 0 0,-1 2 0 0 0,1 0 0 0 0,5 3 0 0 0,-2 1 0 0 0,8 3 0 0 0,-2 0 0 0 0,-3 2 0 0 0,-6-1 0 0 0,1-4 0 0 0,2 3 0 0 0,4-3 0 0 0,-2 4 0 0 0,7 3 0 0 0,-1-1 0 0 0,1-3 0 0 0,0 1 0 0 0,2-2 0 0 0,6 2 0 0 0,4-1 0 0 0,-1-4 0 0 0,5 2 0 0 0,0 0 0 0 0,-1 2 0 0 0,-3-1 0 0 0,3 2 0 0 0,-1-1 0 0 0,-1 3 0 0 0,3 3 0 0 0,0-2 0 0 0,3 1 0 0 0,10-2 0 0 0,11-4 0 0 0,10-5 0 0 0,8-8 0 0 0,6-5 0 0 0,-2-6 0 0 0,-1-2 0 0 0,7-3 0 0 0,2-5 0 0 0,2-4 0 0 0,4-2 0 0 0,1 2 0 0 0,-6 1 0 0 0,0 0 0 0 0,1 3 0 0 0,-1 0 0 0 0,-2-2 0 0 0,5-1 0 0 0,6-3 0 0 0,-4-2 0 0 0,1-1 0 0 0,4 5 0 0 0,0 1 0 0 0,3-1 0 0 0,-2-1 0 0 0,-3-1 0 0 0,-4 4 0 0 0,2 0 0 0 0,-1-1 0 0 0,4-7 0 0 0,-1-3 0 0 0,-2 4 0 0 0,2 2 0 0 0,-1 0 0 0 0,-2 0 0 0 0,-3 5 0 0 0,3 0 0 0 0,0 0 0 0 0,-2-2 0 0 0,-2 3 0 0 0,-2-4 0 0 0,-1-4 0 0 0,-2 3 0 0 0,0 2 0 0 0,0-1 0 0 0,-1-1 0 0 0,1 4 0 0 0,-1 1 0 0 0,1-2 0 0 0,-1-1 0 0 0,1-2 0 0 0,0-1 0 0 0,0-2 0 0 0,0-1 0 0 0,-6 0 0 0 0,-1 5 0 0 0,0 2 0 0 0,2 0 0 0 0,-4-2 0 0 0,-1 4 0 0 0,-3 0 0 0 0,0 5 0 0 0,-3-1 0 0 0,-4-3 0 0 0,-4-2 0 0 0,-3-3 0 0 0,-7 3 0 0 0,-9 5 0 0 0,-8 6 0 0 0,-4 6 0 0 0,-5 2 0 0 0,-2 3 0 0 0,-2 2 0 0 0,1 0 0 0 0,0 0 0 0 0,0 0 0 0 0,-5-1 0 0 0,4 6 0 0 0,2 7 0 0 0,1 0 0 0 0,1 0 0 0 0,-6 1 0 0 0,-6 4 0 0 0,-3 5 0 0 0,2 3 0 0 0,-3-3 0 0 0,1 0 0 0 0,3 7 0 0 0,-3-2 0 0 0,-3-1 0 0 0,6 1 0 0 0,-1 1 0 0 0,-4 0 0 0 0,-4 1 0 0 0,1 6 0 0 0,4-4 0 0 0,-2-2 0 0 0,-2 0 0 0 0,1 5 0 0 0,-7 1 0 0 0,1 1 0 0 0,-6-2 0 0 0,7-1 0 0 0,2-1 0 0 0,0 5 0 0 0,2-5 0 0 0,0 3 0 0 0,-3 0 0 0 0,-8 5 0 0 0,1 0 0 0 0,6-6 0 0 0,0 1 0 0 0,5 0 0 0 0,0 3 0 0 0,-8 7 0 0 0,0-5 0 0 0,0-4 0 0 0,4-3 0 0 0,5-3 0 0 0,1 0 0 0 0,-3-1 0 0 0,-4 5 0 0 0,3 2 0 0 0,4-6 0 0 0,0-2 0 0 0,1 4 0 0 0,-1 2 0 0 0,-3 0 0 0 0,1-6 0 0 0,9-3 0 0 0,0 0 0 0 0,2 0 0 0 0,2-3 0 0 0,2-2 0 0 0,0 2 0 0 0,-3 2 0 0 0,-2 2 0 0 0,1-4 0 0 0,6 0 0 0 0,4-5 0 0 0,1 1 0 0 0,-1-3 0 0 0,5 0 0 0 0,11-2 0 0 0,13-3 0 0 0,11-4 0 0 0,14-8 0 0 0,2-9 0 0 0,2-4 0 0 0,0-3 0 0 0,1 0 0 0 0,0-2 0 0 0,-1-3 0 0 0,1 3 0 0 0,4-2 0 0 0,2 4 0 0 0,0-1 0 0 0,3-3 0 0 0,1-2 0 0 0,-2 1 0 0 0,2 1 0 0 0,11-2 0 0 0,6-3 0 0 0,-2-7 0 0 0,1-3 0 0 0,-5 5 0 0 0,-7 2 0 0 0,6 0 0 0 0,4 1 0 0 0,-3 0 0 0 0,1-2 0 0 0,1-5 0 0 0,2 3 0 0 0,-3 7 0 0 0,-1-3 0 0 0,7-1 0 0 0,3-2 0 0 0,-9 0 0 0 0,-3 4 0 0 0,6-3 0 0 0,3-7 0 0 0,2-2 0 0 0,-4 0 0 0 0,-2 6 0 0 0,-5 4 0 0 0,-5 2 0 0 0,-1 0 0 0 0,-3-1 0 0 0,-3 0 0 0 0,3 4 0 0 0,-2 1 0 0 0,-1-1 0 0 0,-3-2 0 0 0,4 4 0 0 0,-1 1 0 0 0,-6-2 0 0 0,2-2 0 0 0,-1 3 0 0 0,-5 0 0 0 0,-3-1 0 0 0,0-2 0 0 0,1 3 0 0 0,-5 0 0 0 0,-1 4 0 0 0,2-1 0 0 0,2-1 0 0 0,2-4 0 0 0,-4-2 0 0 0,0 3 0 0 0,-4 0 0 0 0,-6-1 0 0 0,1 3 0 0 0,-3 1 0 0 0,3 3 0 0 0,-1-1 0 0 0,-4-2 0 0 0,-7 2 0 0 0,-10 4 0 0 0,-9 4 0 0 0,-7 5 0 0 0,-4 2 0 0 0,-3 2 0 0 0,-1 2 0 0 0,-1-1 0 0 0,1 1 0 0 0,0 0 0 0 0,0 5 0 0 0,0 1 0 0 0,1 5 0 0 0,0 1 0 0 0,0-3 0 0 0,1-2 0 0 0,-1 2 0 0 0,5 5 0 0 0,-3 0 0 0 0,3 3 0 0 0,-4-3 0 0 0,-3 3 0 0 0,0 3 0 0 0,-6 3 0 0 0,-6-3 0 0 0,-1 1 0 0 0,2 2 0 0 0,3 1 0 0 0,4-2 0 0 0,8-1 0 0 0,-2-4 0 0 0,0 1 0 0 0,-1 1 0 0 0,0-2 0 0 0,-5 2 0 0 0,4 1 0 0 0,2-2 0 0 0,-4 1 0 0 0,4 2 0 0 0,-3 3 0 0 0,-1-3 0 0 0,0 0 0 0 0,0-4 0 0 0,2 1 0 0 0,1 1 0 0 0,0-1 0 0 0,1 0 0 0 0,0-2 0 0 0,0 0 0 0 0,1 3 0 0 0,-1-1 0 0 0,1 0 0 0 0,-1 3 0 0 0,0-3 0 0 0,0 1 0 0 0,0-3 0 0 0,6 1 0 0 0,-4-3 0 0 0,-8 2 0 0 0,4 3 0 0 0,-5-3 0 0 0,0 3 0 0 0,1 1 0 0 0,2 4 0 0 0,1-3 0 0 0,1-5 0 0 0,1-1 0 0 0,7 3 0 0 0,1-2 0 0 0,0-4 0 0 0,4 1 0 0 0,0-2 0 0 0,4 3 0 0 0,-1-2 0 0 0,2 2 0 0 0,10-1 0 0 0,4-8 0 0 0,9-5 0 0 0,8-9 0 0 0,6-2 0 0 0,5-5 0 0 0,3-5 0 0 0,7-4 0 0 0,2 1 0 0 0,6 0 0 0 0,-6-1 0 0 0,2 3 0 0 0,-2 0 0 0 0,-7-2 0 0 0,2-2 0 0 0,5-2 0 0 0,7-2 0 0 0,6-1 0 0 0,-6 0 0 0 0,-6 4 0 0 0,1 7 0 0 0,-1 1 0 0 0,3-1 0 0 0,5-8 0 0 0,4-5 0 0 0,-1-2 0 0 0,-4 5 0 0 0,-5 7 0 0 0,-4 2 0 0 0,2-6 0 0 0,4-3 0 0 0,6-3 0 0 0,-1 4 0 0 0,-3 2 0 0 0,-5 1 0 0 0,2-2 0 0 0,4-1 0 0 0,-1 4 0 0 0,-3 1 0 0 0,1 0 0 0 0,0-3 0 0 0,-4 4 0 0 0,-3 1 0 0 0,-2-3 0 0 0,-2-1 0 0 0,3 3 0 0 0,2 1 0 0 0,-1-3 0 0 0,-2-1 0 0 0,-1 3 0 0 0,-1 0 0 0 0,-1-1 0 0 0,-1 3 0 0 0,-5 0 0 0 0,-3 3 0 0 0,1 4 0 0 0,-4 0 0 0 0,0-4 0 0 0,2 2 0 0 0,2 2 0 0 0,-3 0 0 0 0,0-5 0 0 0,3-4 0 0 0,1 2 0 0 0,-3-1 0 0 0,-11 3 0 0 0,-12 5 0 0 0,-16 4 0 0 0,-17 9 0 0 0,-1 10 0 0 0,-1 4 0 0 0,1 3 0 0 0,1 0 0 0 0,1-3 0 0 0,1 1 0 0 0,0 3 0 0 0,1 4 0 0 0,-5-1 0 0 0,-1 0 0 0 0,-6 2 0 0 0,0 3 0 0 0,2 1 0 0 0,3-3 0 0 0,-3-1 0 0 0,0 2 0 0 0,-3 6 0 0 0,-5 3 0 0 0,1-4 0 0 0,4-1 0 0 0,-2-2 0 0 0,-4 7 0 0 0,3 1 0 0 0,-3-4 0 0 0,-2 2 0 0 0,7 2 0 0 0,-4-1 0 0 0,1 0 0 0 0,3-1 0 0 0,-1 4 0 0 0,-3 1 0 0 0,-4 5 0 0 0,-4 1 0 0 0,-1 2 0 0 0,-3-1 0 0 0,5 3 0 0 0,0-7 0 0 0,1-1 0 0 0,3 0 0 0 0,6-4 0 0 0,0 4 0 0 0,-3-5 0 0 0,2 2 0 0 0,-1-1 0 0 0,-4 5 0 0 0,2 1 0 0 0,5-8 0 0 0,-1 2 0 0 0,-3-1 0 0 0,1 5 0 0 0,-1 1 0 0 0,3-8 0 0 0,3-2 0 0 0,4-3 0 0 0,-2 0 0 0 0,1 0 0 0 0,2 1 0 0 0,-3 0 0 0 0,0 1 0 0 0,-3 0 0 0 0,5 1 0 0 0,5-5 0 0 0,-3-2 0 0 0,5 0 0 0 0,3 1 0 0 0,1-3 0 0 0,0 0 0 0 0,-1 1 0 0 0,0-3 0 0 0,5 0 0 0 0,1 2 0 0 0,-1 2 0 0 0,9-2 0 0 0,7-11 0 0 0,10-7 0 0 0,5-9 0 0 0,6-5 0 0 0,7 1 0 0 0,-1-4 0 0 0,2-6 0 0 0,3 2 0 0 0,-3-3 0 0 0,5-2 0 0 0,4-3 0 0 0,2-3 0 0 0,1-1 0 0 0,-6-2 0 0 0,4 0 0 0 0,1 0 0 0 0,1-1 0 0 0,5 1 0 0 0,2 0 0 0 0,-2-5 0 0 0,4-2 0 0 0,-5 0 0 0 0,-4 7 0 0 0,-2 3 0 0 0,-1-3 0 0 0,-1 2 0 0 0,6 2 0 0 0,1-5 0 0 0,-4-3 0 0 0,-4 5 0 0 0,5-3 0 0 0,-3-1 0 0 0,-2 0 0 0 0,5 0 0 0 0,2-4 0 0 0,0-1 0 0 0,5 1 0 0 0,1-4 0 0 0,-1 5 0 0 0,-3-1 0 0 0,3-4 0 0 0,1-2 0 0 0,2-2 0 0 0,1-5 0 0 0,2 2 0 0 0,-1-2 0 0 0,-2 2 0 0 0,0 5 0 0 0,0 5 0 0 0,-8 3 0 0 0,0-2 0 0 0,5-6 0 0 0,-4 0 0 0 0,-3 2 0 0 0,-3 8 0 0 0,-5 0 0 0 0,-2-1 0 0 0,0 7 0 0 0,1-3 0 0 0,3-1 0 0 0,1-1 0 0 0,-4 1 0 0 0,-1 5 0 0 0,-4 2 0 0 0,0 0 0 0 0,1 4 0 0 0,-1 1 0 0 0,-6-1 0 0 0,2-4 0 0 0,3 4 0 0 0,-2 0 0 0 0,-3-2 0 0 0,1 3 0 0 0,-2-1 0 0 0,3 4 0 0 0,-2 0 0 0 0,-3 7 0 0 0,-8 6 0 0 0,-5 8 0 0 0,-6 10 0 0 0,-8 1 0 0 0,-1 4 0 0 0,-2 5 0 0 0,-8 2 0 0 0,0 2 0 0 0,0 3 0 0 0,-1 0 0 0 0,0-5 0 0 0,4 4 0 0 0,2 2 0 0 0,-1-5 0 0 0,-1-1 0 0 0,-3 5 0 0 0,0-3 0 0 0,-2 5 0 0 0,0 2 0 0 0,-1-1 0 0 0,0-4 0 0 0,0 1 0 0 0,0 7 0 0 0,-1-3 0 0 0,-4 3 0 0 0,4 0 0 0 0,1-6 0 0 0,1 1 0 0 0,-4 7 0 0 0,-8 6 0 0 0,-1 6 0 0 0,-4 4 0 0 0,0 4 0 0 0,-1-3 0 0 0,-4-7 0 0 0,7-1 0 0 0,1 2 0 0 0,2-2 0 0 0,4-5 0 0 0,3-5 0 0 0,-4 2 0 0 0,0 5 0 0 0,-3-1 0 0 0,-1-3 0 0 0,2 3 0 0 0,3-7 0 0 0,3 0 0 0 0,1 5 0 0 0,-3-5 0 0 0,-1 1 0 0 0,-4 0 0 0 0,-1 3 0 0 0,3 0 0 0 0,1-2 0 0 0,-1-3 0 0 0,4-2 0 0 0,0-1 0 0 0,-1-3 0 0 0,1 6 0 0 0,2-5 0 0 0,1-2 0 0 0,6-1 0 0 0,-2 0 0 0 0,-3 0 0 0 0,6 0 0 0 0,-5 1 0 0 0,-1 1 0 0 0,4-1 0 0 0,2 1 0 0 0,0-5 0 0 0,-1-3 0 0 0,5 2 0 0 0,0-5 0 0 0,-1 0 0 0 0,3 2 0 0 0,0 2 0 0 0,-2-2 0 0 0,-2-1 0 0 0,2 2 0 0 0,1-3 0 0 0,3 0 0 0 0,-1 3 0 0 0,4 1 0 0 0,-2-2 0 0 0,3-11 0 0 0,8-12 0 0 0,11-6 0 0 0,5-7 0 0 0,5-6 0 0 0,6-6 0 0 0,4 3 0 0 0,-1-1 0 0 0,-1-7 0 0 0,2 3 0 0 0,2 0 0 0 0,1-1 0 0 0,1 1 0 0 0,1-2 0 0 0,-4 0 0 0 0,-2 0 0 0 0,6-1 0 0 0,-3 1 0 0 0,0-1 0 0 0,1 0 0 0 0,0 0 0 0 0,1 0 0 0 0,0 5 0 0 0,2-3 0 0 0,-1-7 0 0 0,1 2 0 0 0,5-4 0 0 0,-3 1 0 0 0,-2 5 0 0 0,4-2 0 0 0,1-6 0 0 0,0-6 0 0 0,-1 5 0 0 0,4-2 0 0 0,-4 2 0 0 0,1 2 0 0 0,1 3 0 0 0,-1 2 0 0 0,4-4 0 0 0,0 0 0 0 0,-1-5 0 0 0,3 1 0 0 0,0 1 0 0 0,-2 3 0 0 0,-3 2 0 0 0,3-2 0 0 0,0-1 0 0 0,-2 1 0 0 0,-1-3 0 0 0,-3 0 0 0 0,-1 1 0 0 0,-2 3 0 0 0,5-3 0 0 0,2 0 0 0 0,-1 2 0 0 0,-1 2 0 0 0,-2-4 0 0 0,4 0 0 0 0,-4 2 0 0 0,-3 2 0 0 0,4-4 0 0 0,1 0 0 0 0,-1 2 0 0 0,0 2 0 0 0,-6 1 0 0 0,-4 2 0 0 0,0 2 0 0 0,1 0 0 0 0,-4 0 0 0 0,-1 6 0 0 0,2 1 0 0 0,-4 1 0 0 0,-4-3 0 0 0,0 5 0 0 0,-3-1 0 0 0,3-1 0 0 0,3 4 0 0 0,-1-1 0 0 0,-3-2 0 0 0,0-3 0 0 0,-6 9 0 0 0,-6 12 0 0 0,-7 6 0 0 0,-9 4 0 0 0,-1 5 0 0 0,-5 6 0 0 0,-2 1 0 0 0,1 2 0 0 0,-1 8 0 0 0,-1 0 0 0 0,-3-1 0 0 0,4 2 0 0 0,-1 0 0 0 0,-5 1 0 0 0,-5 0 0 0 0,4 1 0 0 0,2-1 0 0 0,-5 1 0 0 0,-3 5 0 0 0,0 8 0 0 0,0-5 0 0 0,1-3 0 0 0,2 3 0 0 0,0-1 0 0 0,0-1 0 0 0,1 4 0 0 0,-5 5 0 0 0,-1 0 0 0 0,5-2 0 0 0,-3 1 0 0 0,0-6 0 0 0,1 0 0 0 0,0 4 0 0 0,2 0 0 0 0,-5 3 0 0 0,-2 0 0 0 0,7 1 0 0 0,-3-1 0 0 0,1 1 0 0 0,-6 4 0 0 0,0 4 0 0 0,-5-3 0 0 0,6 1 0 0 0,4 1 0 0 0,-2-3 0 0 0,0-4 0 0 0,0 4 0 0 0,-3 0 0 0 0,0-4 0 0 0,1 0 0 0 0,2 3 0 0 0,2-1 0 0 0,2 0 0 0 0,-4 4 0 0 0,-1-3 0 0 0,1-5 0 0 0,1 1 0 0 0,2-2 0 0 0,1-4 0 0 0,1 3 0 0 0,6-2 0 0 0,2-2 0 0 0,-5 3 0 0 0,-3-1 0 0 0,-1 4 0 0 0,-1-2 0 0 0,1-7 0 0 0,5 1 0 0 0,3-2 0 0 0,1-5 0 0 0,3-4 0 0 0,6 0 0 0 0,0 0 0 0 0,-2 1 0 0 0,-4 1 0 0 0,2 2 0 0 0,-2 0 0 0 0,4 0 0 0 0,-1-4 0 0 0,2-2 0 0 0,4 1 0 0 0,5-10 0 0 0,8-7 0 0 0,4-10 0 0 0,1-11 0 0 0,5-7 0 0 0,6-6 0 0 0,5-4 0 0 0,4-2 0 0 0,3-1 0 0 0,-4 0 0 0 0,0 6 0 0 0,0 2 0 0 0,2-5 0 0 0,1-3 0 0 0,1-1 0 0 0,-4 0 0 0 0,-2 6 0 0 0,1-3 0 0 0,2-1 0 0 0,-4-1 0 0 0,0 1 0 0 0,1-1 0 0 0,2 1 0 0 0,-3 1 0 0 0,0 0 0 0 0,1 5 0 0 0,2-3 0 0 0,2-7 0 0 0,2 2 0 0 0,1 2 0 0 0,-4-4 0 0 0,-2 4 0 0 0,0 2 0 0 0,2-4 0 0 0,2-2 0 0 0,-5 0 0 0 0,5-4 0 0 0,3 5 0 0 0,-4-3 0 0 0,3-5 0 0 0,3 0 0 0 0,-4 2 0 0 0,-3-3 0 0 0,0 1 0 0 0,1 8 0 0 0,-4-1 0 0 0,-1 0 0 0 0,1 2 0 0 0,2-4 0 0 0,-3-1 0 0 0,-1 1 0 0 0,2 1 0 0 0,2 3 0 0 0,-3 1 0 0 0,0 1 0 0 0,-4-5 0 0 0,1 5 0 0 0,1 2 0 0 0,-2 1 0 0 0,-4 0 0 0 0,1 0 0 0 0,3-1 0 0 0,3 0 0 0 0,-1 0 0 0 0,-4-1 0 0 0,0 6 0 0 0,-3 1 0 0 0,2-1 0 0 0,-1 0 0 0 0,-4-2 0 0 0,-3-2 0 0 0,3 5 0 0 0,-1 1 0 0 0,3-2 0 0 0,0 0 0 0 0,-2-3 0 0 0,-3 0 0 0 0,3 3 0 0 0,-1 2 0 0 0,-1 9 0 0 0,-8 7 0 0 0,-3 11 0 0 0,-8 9 0 0 0,0 8 0 0 0,-5 5 0 0 0,-4-1 0 0 0,1 0 0 0 0,4 1 0 0 0,-1-4 0 0 0,-3 5 0 0 0,-4 3 0 0 0,3 2 0 0 0,-1 0 0 0 0,-2 0 0 0 0,-3-5 0 0 0,4 4 0 0 0,0 0 0 0 0,-2 7 0 0 0,-1 2 0 0 0,-2-1 0 0 0,3-2 0 0 0,1-2 0 0 0,-1 4 0 0 0,-2 0 0 0 0,-1-1 0 0 0,-2 4 0 0 0,4 4 0 0 0,2-5 0 0 0,-2 1 0 0 0,0 4 0 0 0,-3-1 0 0 0,5-2 0 0 0,0 1 0 0 0,-1-1 0 0 0,-1-3 0 0 0,3 2 0 0 0,0 0 0 0 0,-1 3 0 0 0,-3 4 0 0 0,-1-1 0 0 0,-7 2 0 0 0,3-3 0 0 0,5-3 0 0 0,-2 1 0 0 0,-2 3 0 0 0,-1 4 0 0 0,0-2 0 0 0,-1 2 0 0 0,6-3 0 0 0,1-5 0 0 0,1-5 0 0 0,-2 2 0 0 0,4-1 0 0 0,0 4 0 0 0,0-2 0 0 0,-3-1 0 0 0,3-4 0 0 0,0 4 0 0 0,-1-1 0 0 0,-2 3 0 0 0,-2 6 0 0 0,-2 4 0 0 0,-1-7 0 0 0,4-5 0 0 0,2-5 0 0 0,5-4 0 0 0,0-1 0 0 0,3-1 0 0 0,0-6 0 0 0,2-1 0 0 0,4 0 0 0 0,-3-4 0 0 0,3 1 0 0 0,1 2 0 0 0,-2-4 0 0 0,1-8 0 0 0,6-8 0 0 0,6-13 0 0 0,6-6 0 0 0,2-5 0 0 0,5-3 0 0 0,5-4 0 0 0,-1-1 0 0 0,2-2 0 0 0,2 1 0 0 0,-3-1 0 0 0,-4 0 0 0 0,0 1 0 0 0,2-1 0 0 0,4 1 0 0 0,-2 0 0 0 0,-5 1 0 0 0,1-1 0 0 0,3 0 0 0 0,3 0 0 0 0,-2 0 0 0 0,-4 1 0 0 0,0-1 0 0 0,2 0 0 0 0,4 0 0 0 0,-1-5 0 0 0,-6-2 0 0 0,1 1 0 0 0,3-5 0 0 0,-2 1 0 0 0,1 6 0 0 0,-2 0 0 0 0,1-6 0 0 0,4 5 0 0 0,2-3 0 0 0,-2-4 0 0 0,1-6 0 0 0,1-5 0 0 0,3-4 0 0 0,1 3 0 0 0,3 0 0 0 0,-6 5 0 0 0,-5 5 0 0 0,-1 5 0 0 0,1-2 0 0 0,3 3 0 0 0,-2-4 0 0 0,-5 0 0 0 0,0-2 0 0 0,4-5 0 0 0,3-4 0 0 0,-2-3 0 0 0,0-3 0 0 0,-2 4 0 0 0,0 11 0 0 0,-2 3 0 0 0,1 4 0 0 0,-3 2 0 0 0,3-2 0 0 0,-3-1 0 0 0,-3 1 0 0 0,-4 3 0 0 0,3 1 0 0 0,-1 1 0 0 0,3 2 0 0 0,0 0 0 0 0,-2 0 0 0 0,-3 0 0 0 0,3 1 0 0 0,-1-1 0 0 0,4 6 0 0 0,-1 1 0 0 0,-2 0 0 0 0,3-1 0 0 0,-2-2 0 0 0,-2-2 0 0 0,-2 10 0 0 0,-3 13 0 0 0,-8 13 0 0 0,-2 11 0 0 0,-6 7 0 0 0,-1 4 0 0 0,2 3 0 0 0,3 2 0 0 0,-3-1 0 0 0,-4 0 0 0 0,0 5 0 0 0,-3 1 0 0 0,3 4 0 0 0,-3-5 0 0 0,3-3 0 0 0,-2-3 0 0 0,2-2 0 0 0,3 0 0 0 0,5-1 0 0 0,-3 1 0 0 0,-4 5 0 0 0,-6 8 0 0 0,2 1 0 0 0,3-1 0 0 0,4-3 0 0 0,-1 2 0 0 0,-4-1 0 0 0,1-1 0 0 0,-2-4 0 0 0,1-1 0 0 0,-1 3 0 0 0,2 5 0 0 0,-2 7 0 0 0,-3 0 0 0 0,2-4 0 0 0,-2 1 0 0 0,4-2 0 0 0,-2-4 0 0 0,2-3 0 0 0,5-3 0 0 0,3 3 0 0 0,-1 0 0 0 0,0-1 0 0 0,-4-2 0 0 0,1-1 0 0 0,3 4 0 0 0,-3 1 0 0 0,0-2 0 0 0,-2-1 0 0 0,1-1 0 0 0,-3-2 0 0 0,2-2 0 0 0,2 1 0 0 0,5-2 0 0 0,-3 6 0 0 0,-5 2 0 0 0,1-1 0 0 0,-3-1 0 0 0,1 3 0 0 0,4 1 0 0 0,4-1 0 0 0,-3-7 0 0 0,2-5 0 0 0,-4 0 0 0 0,1-1 0 0 0,2 1 0 0 0,3 2 0 0 0,3 0 0 0 0,-4-5 0 0 0,0 0 0 0 0,1-10 0 0 0,3-13 0 0 0,0-12 0 0 0,8-9 0 0 0,2-6 0 0 0,0-4 0 0 0,5-3 0 0 0,0 0 0 0 0,-1 0 0 0 0,-4 0 0 0 0,-1 1 0 0 0,3-5 0 0 0,0-1 0 0 0,4 0 0 0 0,0 2 0 0 0,-2 1 0 0 0,2 2 0 0 0,0 1 0 0 0,-3 1 0 0 0,-2 0 0 0 0,-3 0 0 0 0,3 1 0 0 0,1-1 0 0 0,-2 1 0 0 0,4-6 0 0 0,1-7 0 0 0,-3-1 0 0 0,-2 1 0 0 0,4-2 0 0 0,-1 1 0 0 0,-2 2 0 0 0,4 5 0 0 0,0 1 0 0 0,3 3 0 0 0,-1-3 0 0 0,3-7 0 0 0,-2-1 0 0 0,-3 1 0 0 0,-3 4 0 0 0,-3 3 0 0 0,3 1 0 0 0,-1-2 0 0 0,5-1 0 0 0,0 0 0 0 0,-2 3 0 0 0,-3 1 0 0 0,-3-4 0 0 0,4-6 0 0 0,0-1 0 0 0,-1 2 0 0 0,3-2 0 0 0,0 2 0 0 0,-1 2 0 0 0,2 3 0 0 0,0-2 0 0 0,-2 0 0 0 0,-3 2 0 0 0,-2 2 0 0 0,-1 2 0 0 0,-3 1 0 0 0,0 2 0 0 0,0 0 0 0 0,0 0 0 0 0,-1 1 0 0 0,1-1 0 0 0,-1 11 0 0 0,1 14 0 0 0,0 13 0 0 0,0 11 0 0 0,0 7 0 0 0,-5 5 0 0 0,-2 3 0 0 0,0 0 0 0 0,2 1 0 0 0,-4-1 0 0 0,0-1 0 0 0,-5 0 0 0 0,2-1 0 0 0,1 0 0 0 0,-2 0 0 0 0,2 0 0 0 0,1 0 0 0 0,4-1 0 0 0,-3 1 0 0 0,0 5 0 0 0,-4-3 0 0 0,1-3 0 0 0,2 5 0 0 0,-2 1 0 0 0,0 0 0 0 0,3 5 0 0 0,3-1 0 0 0,-4 0 0 0 0,2-3 0 0 0,-5-2 0 0 0,1 3 0 0 0,-4 1 0 0 0,2 4 0 0 0,-2 6 0 0 0,1 4 0 0 0,3-2 0 0 0,-1-3 0 0 0,2 0 0 0 0,-3-3 0 0 0,0 1 0 0 0,-1-1 0 0 0,1-4 0 0 0,3-3 0 0 0,3-3 0 0 0,-2 3 0 0 0,1 5 0 0 0,-3 2 0 0 0,-1-3 0 0 0,3 2 0 0 0,-2-5 0 0 0,1 0 0 0 0,-4 4 0 0 0,2 5 0 0 0,3 5 0 0 0,-3-1 0 0 0,2-4 0 0 0,-4-5 0 0 0,2 0 0 0 0,3 4 0 0 0,-3-1 0 0 0,2-3 0 0 0,2 1 0 0 0,3-1 0 0 0,2-3 0 0 0,-3-8 0 0 0,-1-4 0 0 0,2-2 0 0 0,1 0 0 0 0,1 1 0 0 0,3 1 0 0 0,-6-4 0 0 0,0-2 0 0 0,1 2 0 0 0,1 1 0 0 0,1-8 0 0 0,2-13 0 0 0,1-12 0 0 0,1-9 0 0 0,5-3 0 0 0,2-3 0 0 0,0-8 0 0 0,4-4 0 0 0,0-6 0 0 0,4 3 0 0 0,-2 4 0 0 0,4-4 0 0 0,-3-5 0 0 0,-2-1 0 0 0,1 2 0 0 0,-1 3 0 0 0,2 2 0 0 0,-1 3 0 0 0,3-3 0 0 0,3-7 0 0 0,-1 0 0 0 0,-4 2 0 0 0,-4-3 0 0 0,1 2 0 0 0,0 2 0 0 0,2 3 0 0 0,4 3 0 0 0,0-8 0 0 0,-4-3 0 0 0,-3 2 0 0 0,1-2 0 0 0,5-4 0 0 0,4-4 0 0 0,-1-3 0 0 0,1 3 0 0 0,-2 0 0 0 0,-4-2 0 0 0,0 10 0 0 0,-2 1 0 0 0,2-2 0 0 0,4 3 0 0 0,-1 2 0 0 0,2 4 0 0 0,3-3 0 0 0,-3-4 0 0 0,-4 0 0 0 0,-4 2 0 0 0,0-1 0 0 0,4 0 0 0 0,0-1 0 0 0,2-5 0 0 0,4 1 0 0 0,-3 5 0 0 0,-3-2 0 0 0,-5 2 0 0 0,2-2 0 0 0,-2 2 0 0 0,3 3 0 0 0,-1-3 0 0 0,3 2 0 0 0,-1 3 0 0 0,2 2 0 0 0,-1 2 0 0 0,-4 3 0 0 0,-3-5 0 0 0,-4-1 0 0 0,4 1 0 0 0,0 2 0 0 0,3 6 0 0 0,1-2 0 0 0,-2-1 0 0 0,-3-6 0 0 0,3-7 0 0 0,-1 0 0 0 0,-1 1 0 0 0,3 9 0 0 0,-1 5 0 0 0,-1 2 0 0 0,2 0 0 0 0,0 1 0 0 0,-2-1 0 0 0,-3 9 0 0 0,-2 14 0 0 0,-2 12 0 0 0,-1 11 0 0 0,-7 2 0 0 0,-1 3 0 0 0,0 3 0 0 0,1 2 0 0 0,-3 1 0 0 0,-1 2 0 0 0,-3 0 0 0 0,0 1 0 0 0,2-1 0 0 0,-1 0 0 0 0,0 0 0 0 0,3 0 0 0 0,-3 0 0 0 0,1 6 0 0 0,-3-5 0 0 0,1 4 0 0 0,-2 6 0 0 0,0 6 0 0 0,-1 5 0 0 0,-4 0 0 0 0,2-5 0 0 0,-2-5 0 0 0,3 1 0 0 0,-1 3 0 0 0,-2 4 0 0 0,1-1 0 0 0,5 1 0 0 0,-1-2 0 0 0,2-5 0 0 0,-2 0 0 0 0,-3 4 0 0 0,1 4 0 0 0,-2 4 0 0 0,-3 2 0 0 0,3 3 0 0 0,-2 6 0 0 0,-1-3 0 0 0,2-2 0 0 0,0-1 0 0 0,-3-6 0 0 0,-1-1 0 0 0,2 0 0 0 0,0-3 0 0 0,4-1 0 0 0,5 2 0 0 0,-1-2 0 0 0,2 0 0 0 0,-2 3 0 0 0,-4 2 0 0 0,2-2 0 0 0,-3-1 0 0 0,-3 3 0 0 0,3-4 0 0 0,4 0 0 0 0,4-3 0 0 0,5-5 0 0 0,-2 1 0 0 0,0-1 0 0 0,-4-4 0 0 0,1 3 0 0 0,1-1 0 0 0,-2-2 0 0 0,1-3 0 0 0,-4-1 0 0 0,2-3 0 0 0,2 0 0 0 0,4-1 0 0 0,3-1 0 0 0,1 1 0 0 0,2-1 0 0 0,-4 0 0 0 0,-1 1 0 0 0,0 0 0 0 0,1-1 0 0 0,1 1 0 0 0,-3 0 0 0 0,-1 0 0 0 0,1-11 0 0 0,2-13 0 0 0,1-14 0 0 0,2-11 0 0 0,6-7 0 0 0,3-10 0 0 0,0-10 0 0 0,-2-7 0 0 0,0-6 0 0 0,3-3 0 0 0,0 3 0 0 0,-1 7 0 0 0,-1 6 0 0 0,3 11 0 0 0,0 1 0 0 0,-2 1 0 0 0,-1 0 0 0 0,-2 1 0 0 0,-2 0 0 0 0,4-5 0 0 0,1-2 0 0 0,-1 1 0 0 0,-1 1 0 0 0,4-4 0 0 0,0 0 0 0 0,-1-4 0 0 0,-3 1 0 0 0,-1 1 0 0 0,-2-1 0 0 0,-1 0 0 0 0,-1-2 0 0 0,0-5 0 0 0,0-3 0 0 0,-1 1 0 0 0,1 5 0 0 0,0-1 0 0 0,5 3 0 0 0,2-1 0 0 0,-1-4 0 0 0,0 2 0 0 0,-3 4 0 0 0,0 4 0 0 0,-2-2 0 0 0,0-4 0 0 0,-1 0 0 0 0,5 4 0 0 0,1 2 0 0 0,1-1 0 0 0,-2 0 0 0 0,-2 3 0 0 0,0-4 0 0 0,-2 1 0 0 0,-1-3 0 0 0,0-5 0 0 0,0-5 0 0 0,0 2 0 0 0,0 5 0 0 0,-1-1 0 0 0,1-2 0 0 0,0 2 0 0 0,0 4 0 0 0,0 4 0 0 0,0 4 0 0 0,0-3 0 0 0,0 0 0 0 0,0-3 0 0 0,0-1 0 0 0,0 3 0 0 0,0-3 0 0 0,0 1 0 0 0,0 2 0 0 0,0 2 0 0 0,0 4 0 0 0,0 1 0 0 0,0 1 0 0 0,0 1 0 0 0,0 1 0 0 0,0 0 0 0 0,0 10 0 0 0,0 14 0 0 0,0 13 0 0 0,0 11 0 0 0,0 12 0 0 0,-5 2 0 0 0,-2 0 0 0 0,0 0 0 0 0,-3 0 0 0 0,-1 0 0 0 0,-3 4 0 0 0,0 3 0 0 0,-2 3 0 0 0,1 7 0 0 0,4 4 0 0 0,3-1 0 0 0,-2-4 0 0 0,0-5 0 0 0,3-5 0 0 0,-4 2 0 0 0,1-1 0 0 0,-3 4 0 0 0,0 5 0 0 0,2-1 0 0 0,-1 3 0 0 0,0-3 0 0 0,3-3 0 0 0,3 0 0 0 0,-4 5 0 0 0,2-2 0 0 0,-5 7 0 0 0,1-1 0 0 0,2-3 0 0 0,-3 5 0 0 0,2-2 0 0 0,-4 1 0 0 0,2 2 0 0 0,3-4 0 0 0,-3 0 0 0 0,1 2 0 0 0,-2-3 0 0 0,1 0 0 0 0,3 2 0 0 0,-3 2 0 0 0,2 3 0 0 0,2 1 0 0 0,3 7 0 0 0,2-2 0 0 0,2-3 0 0 0,1-5 0 0 0,-4-3 0 0 0,-1 1 0 0 0,0-3 0 0 0,1-1 0 0 0,1 2 0 0 0,2-2 0 0 0,1 0 0 0 0,1 3 0 0 0,0 2 0 0 0,-5-8 0 0 0,-2-1 0 0 0,1-4 0 0 0,0 2 0 0 0,3-1 0 0 0,1-4 0 0 0,0-2 0 0 0,2-2 0 0 0,0-3 0 0 0,0 0 0 0 0,0-1 0 0 0,1 4 0 0 0,-1 2 0 0 0,0 0 0 0 0,0-1 0 0 0,0-2 0 0 0,0-1 0 0 0,0-1 0 0 0,5-5 0 0 0,2-14 0 0 0,0-14 0 0 0,4-6 0 0 0,-1-8 0 0 0,5-6 0 0 0,-2-5 0 0 0,-2-3 0 0 0,-3-2 0 0 0,2-1 0 0 0,0 0 0 0 0,2-6 0 0 0,6 5 0 0 0,-1 1 0 0 0,-3 2 0 0 0,-4 1 0 0 0,1-1 0 0 0,-1 1 0 0 0,3-1 0 0 0,0-1 0 0 0,2-4 0 0 0,-1-3 0 0 0,-3 0 0 0 0,-3 2 0 0 0,-4-4 0 0 0,4 0 0 0 0,5 1 0 0 0,0-3 0 0 0,4 1 0 0 0,-1 1 0 0 0,-4-2 0 0 0,-4 0 0 0 0,-2-3 0 0 0,2-4 0 0 0,-1 0 0 0 0,0-1 0 0 0,3-8 0 0 0,5-5 0 0 0,1-7 0 0 0,2-2 0 0 0,-2 5 0 0 0,-4-1 0 0 0,-3 1 0 0 0,2 6 0 0 0,-2-3 0 0 0,4 0 0 0 0,-1-5 0 0 0,-2-2 0 0 0,-3 7 0 0 0,-3 3 0 0 0,-2 2 0 0 0,5 5 0 0 0,0 2 0 0 0,-1 4 0 0 0,4-5 0 0 0,0-5 0 0 0,-1 4 0 0 0,-3-1 0 0 0,3 4 0 0 0,1 0 0 0 0,-3-1 0 0 0,4 3 0 0 0,0-7 0 0 0,-3-3 0 0 0,-2 2 0 0 0,-2 6 0 0 0,-2 1 0 0 0,-1 4 0 0 0,-1 0 0 0 0,5-4 0 0 0,2 2 0 0 0,-1-1 0 0 0,-1 2 0 0 0,-1 4 0 0 0,3-2 0 0 0,1 3 0 0 0,-1-3 0 0 0,-1 1 0 0 0,2 3 0 0 0,1 3 0 0 0,-1-2 0 0 0,-2 0 0 0 0,3-3 0 0 0,0 0 0 0 0,-2 2 0 0 0,-1 3 0 0 0,-3 3 0 0 0,-1 1 0 0 0,-1 3 0 0 0,-1 0 0 0 0,0 0 0 0 0,5 6 0 0 0,2 12 0 0 0,-1 14 0 0 0,-1 12 0 0 0,-1 8 0 0 0,-2 12 0 0 0,-1 5 0 0 0,0 2 0 0 0,-7-1 0 0 0,-1-2 0 0 0,0 3 0 0 0,-4-5 0 0 0,0 3 0 0 0,2-2 0 0 0,3 0 0 0 0,-4 4 0 0 0,1 5 0 0 0,1 6 0 0 0,2 0 0 0 0,-2 1 0 0 0,-1-3 0 0 0,1-5 0 0 0,-2 2 0 0 0,-1-3 0 0 0,2 2 0 0 0,-2 4 0 0 0,0-1 0 0 0,-3 2 0 0 0,1-3 0 0 0,2-4 0 0 0,-1 2 0 0 0,0 3 0 0 0,3-2 0 0 0,3 8 0 0 0,-3 0 0 0 0,0-4 0 0 0,1-1 0 0 0,3-2 0 0 0,2 5 0 0 0,1 6 0 0 0,1-3 0 0 0,-4 0 0 0 0,-2 1 0 0 0,1-3 0 0 0,1-1 0 0 0,-4-4 0 0 0,0 1 0 0 0,1 2 0 0 0,3-2 0 0 0,1 1 0 0 0,-4 2 0 0 0,1-2 0 0 0,0 1 0 0 0,1-3 0 0 0,3 0 0 0 0,-4 4 0 0 0,-1-3 0 0 0,1-4 0 0 0,2 0 0 0 0,1-1 0 0 0,2 1 0 0 0,-4 5 0 0 0,-1-2 0 0 0,0 1 0 0 0,2-1 0 0 0,2-5 0 0 0,1-4 0 0 0,1-3 0 0 0,0-3 0 0 0,2-1 0 0 0,-1-2 0 0 0,0 0 0 0 0,0 0 0 0 0,1 0 0 0 0,-1 1 0 0 0,0-1 0 0 0,0 1 0 0 0,0-1 0 0 0,0 1 0 0 0,0 0 0 0 0,0 0 0 0 0,0 0 0 0 0,0 0 0 0 0,0-11 0 0 0,5-8 0 0 0,2-12 0 0 0,5-11 0 0 0,0-9 0 0 0,-1-11 0 0 0,2-7 0 0 0,-1 0 0 0 0,-3-6 0 0 0,3 5 0 0 0,-1 5 0 0 0,3-4 0 0 0,-1 1 0 0 0,-2-5 0 0 0,-4 0 0 0 0,3-4 0 0 0,4-4 0 0 0,1 1 0 0 0,2-1 0 0 0,-1 2 0 0 0,1 4 0 0 0,-2-1 0 0 0,-3 2 0 0 0,-4-2 0 0 0,-3 1 0 0 0,2 3 0 0 0,1 4 0 0 0,4-4 0 0 0,-1-4 0 0 0,4-5 0 0 0,-1-5 0 0 0,-3-3 0 0 0,-3-3 0 0 0,2 4 0 0 0,0 7 0 0 0,-3 6 0 0 0,-1 0 0 0 0,2-2 0 0 0,1 1 0 0 0,4 2 0 0 0,-1-1 0 0 0,-2-4 0 0 0,3-4 0 0 0,-2 1 0 0 0,-2 0 0 0 0,3 2 0 0 0,-1 5 0 0 0,-2-1 0 0 0,-3-3 0 0 0,-3-4 0 0 0,-1 1 0 0 0,4 5 0 0 0,1 4 0 0 0,0 5 0 0 0,-3-2 0 0 0,5 5 0 0 0,0-2 0 0 0,-1 1 0 0 0,-3 0 0 0 0,-1 1 0 0 0,-2-4 0 0 0,-1-1 0 0 0,5 1 0 0 0,0-4 0 0 0,1-5 0 0 0,3 1 0 0 0,0 2 0 0 0,-1 4 0 0 0,3 8 0 0 0,-1 5 0 0 0,-2 1 0 0 0,-3 1 0 0 0,-2 8 0 0 0,-2 14 0 0 0,-1 12 0 0 0,-1 10 0 0 0,0 6 0 0 0,-1 5 0 0 0,1 3 0 0 0,0 5 0 0 0,-1 2 0 0 0,-4 0 0 0 0,-2-2 0 0 0,0-3 0 0 0,2-1 0 0 0,-4-2 0 0 0,-1 0 0 0 0,2 4 0 0 0,3 1 0 0 0,1 0 0 0 0,2 4 0 0 0,-5 6 0 0 0,0 5 0 0 0,1 4 0 0 0,1-2 0 0 0,-4 0 0 0 0,0-4 0 0 0,2-4 0 0 0,-4-1 0 0 0,0 3 0 0 0,2-1 0 0 0,3 1 0 0 0,2 4 0 0 0,-4-3 0 0 0,1-3 0 0 0,0-5 0 0 0,2 1 0 0 0,-4 4 0 0 0,0-1 0 0 0,2 3 0 0 0,1 4 0 0 0,3 3 0 0 0,1-3 0 0 0,1-4 0 0 0,0 0 0 0 0,2-4 0 0 0,-1 3 0 0 0,-5-3 0 0 0,-1-3 0 0 0,-1 2 0 0 0,2-1 0 0 0,1 2 0 0 0,2 0 0 0 0,1-3 0 0 0,0-3 0 0 0,1-3 0 0 0,-5-2 0 0 0,-2 4 0 0 0,1 1 0 0 0,1-1 0 0 0,1-1 0 0 0,2-2 0 0 0,1-2 0 0 0,0 0 0 0 0,1-1 0 0 0,0 0 0 0 0,1 5 0 0 0,-1 7 0 0 0,0 1 0 0 0,0-2 0 0 0,1-2 0 0 0,-1-3 0 0 0,0-2 0 0 0,0-3 0 0 0,0-1 0 0 0,0-10 0 0 0,0-15 0 0 0,0-14 0 0 0,0-10 0 0 0,5-2 0 0 0,2-9 0 0 0,-1-4 0 0 0,0-7 0 0 0,-2-7 0 0 0,-2-1 0 0 0,-1-3 0 0 0,5 2 0 0 0,1 4 0 0 0,-1 5 0 0 0,-1 4 0 0 0,-1 2 0 0 0,-2 2 0 0 0,-1 2 0 0 0,0-1 0 0 0,4-4 0 0 0,1-2 0 0 0,1 0 0 0 0,-2 2 0 0 0,-1-5 0 0 0,-2 0 0 0 0,-1 1 0 0 0,-1-3 0 0 0,0 1 0 0 0,0-4 0 0 0,5 1 0 0 0,2 2 0 0 0,-1-1 0 0 0,-1 0 0 0 0,-1-2 0 0 0,-2-4 0 0 0,0-5 0 0 0,-2 2 0 0 0,0 0 0 0 0,0-3 0 0 0,0-1 0 0 0,-1-3 0 0 0,1-1 0 0 0,0 4 0 0 0,0 1 0 0 0,0 0 0 0 0,0 3 0 0 0,0 1 0 0 0,0 3 0 0 0,0 5 0 0 0,0 5 0 0 0,0 3 0 0 0,0-3 0 0 0,0 0 0 0 0,0 1 0 0 0,0 2 0 0 0,0 1 0 0 0,0-4 0 0 0,0 0 0 0 0,0 0 0 0 0,0 2 0 0 0,0 2 0 0 0,0 1 0 0 0,0 1 0 0 0,0 1 0 0 0,0 0 0 0 0,0 1 0 0 0,0-1 0 0 0,0 1 0 0 0,0-1 0 0 0,0 0 0 0 0,0 1 0 0 0,-5 4 0 0 0,-2 2 0 0 0,0 0 0 0 0,2-1 0 0 0,-4 3 0 0 0,-6 6 0 0 0,-5 5 0 0 0,0 10 0 0 0,5 10 0 0 0,-2 10 0 0 0,3 5 0 0 0,-2 0 0 0 0,2 1 0 0 0,4 6 0 0 0,-3-2 0 0 0,2 0 0 0 0,-3-1 0 0 0,-4 1 0 0 0,1 1 0 0 0,3 5 0 0 0,-1-3 0 0 0,2 3 0 0 0,-2-3 0 0 0,2-3 0 0 0,-3 4 0 0 0,2 2 0 0 0,3 6 0 0 0,-2 1 0 0 0,2-2 0 0 0,-3 3 0 0 0,-5 0 0 0 0,2-3 0 0 0,-2 3 0 0 0,2 4 0 0 0,-1 5 0 0 0,-2 4 0 0 0,-4 3 0 0 0,2-4 0 0 0,1 0 0 0 0,-3 1 0 0 0,4 1 0 0 0,5-3 0 0 0,4-1 0 0 0,5-4 0 0 0,-2 0 0 0 0,1 2 0 0 0,-5-2 0 0 0,1 1 0 0 0,-4 2 0 0 0,-4 4 0 0 0,1 1 0 0 0,4-2 0 0 0,-2-1 0 0 0,3 1 0 0 0,3-4 0 0 0,3-5 0 0 0,-2 1 0 0 0,1-4 0 0 0,1 2 0 0 0,-4-6 0 0 0,1 0 0 0 0,2 4 0 0 0,2 5 0 0 0,-3-5 0 0 0,-1 0 0 0 0,3 4 0 0 0,2 3 0 0 0,1 0 0 0 0,2-4 0 0 0,1-5 0 0 0,1-4 0 0 0,0-3 0 0 0,1-2 0 0 0,-1-1 0 0 0,0-1 0 0 0,1 0 0 0 0,-1 0 0 0 0,0 1 0 0 0,0-1 0 0 0,0 0 0 0 0,0-9 0 0 0,0-15 0 0 0,0-13 0 0 0,0-11 0 0 0,0-7 0 0 0,0-5 0 0 0,0-2 0 0 0,5-2 0 0 0,2 1 0 0 0,0-5 0 0 0,-2-2 0 0 0,-1 2 0 0 0,-2 1 0 0 0,5 2 0 0 0,0-4 0 0 0,0 0 0 0 0,-2 2 0 0 0,4 1 0 0 0,0 1 0 0 0,-1 2 0 0 0,3-4 0 0 0,-1-6 0 0 0,-1-1 0 0 0,-3 1 0 0 0,3-1 0 0 0,1 0 0 0 0,-3-2 0 0 0,-1 1 0 0 0,-3 3 0 0 0,-1-1 0 0 0,-1 0 0 0 0,-1-2 0 0 0,0 1 0 0 0,-1 3 0 0 0,6-2 0 0 0,2-4 0 0 0,-1-5 0 0 0,-1 1 0 0 0,-1-1 0 0 0,4-2 0 0 0,0-2 0 0 0,-1-3 0 0 0,-2 4 0 0 0,-1 1 0 0 0,-2 4 0 0 0,4 0 0 0 0,2 4 0 0 0,-2 4 0 0 0,-1-2 0 0 0,-1 3 0 0 0,3 1 0 0 0,1-1 0 0 0,-1 0 0 0 0,-2 2 0 0 0,-1-3 0 0 0,-2 0 0 0 0,-1-2 0 0 0,-1-5 0 0 0,0-5 0 0 0,-1 2 0 0 0,1 0 0 0 0,0 2 0 0 0,0 6 0 0 0,-1 4 0 0 0,1 4 0 0 0,0 3 0 0 0,0 2 0 0 0,0 0 0 0 0,0 1 0 0 0,0 0 0 0 0,0 0 0 0 0,6 0 0 0 0,1 0 0 0 0,-1-1 0 0 0,0 0 0 0 0,-3 1 0 0 0,0-1 0 0 0,-2 0 0 0 0,0 11 0 0 0,-1 13 0 0 0,-1 14 0 0 0,1 11 0 0 0,0 7 0 0 0,-1 5 0 0 0,1 8 0 0 0,0 2 0 0 0,0 5 0 0 0,-5-4 0 0 0,-2 0 0 0 0,0-1 0 0 0,-3-3 0 0 0,-1-1 0 0 0,2-2 0 0 0,2 3 0 0 0,3 1 0 0 0,2-1 0 0 0,1 4 0 0 0,0 1 0 0 0,-4-3 0 0 0,-1 3 0 0 0,-6 6 0 0 0,1-2 0 0 0,0 3 0 0 0,4 4 0 0 0,-3-3 0 0 0,0 1 0 0 0,2 3 0 0 0,2-3 0 0 0,3 0 0 0 0,-4-3 0 0 0,-1 1 0 0 0,1-3 0 0 0,2-4 0 0 0,2 1 0 0 0,-4 4 0 0 0,-1 0 0 0 0,1 1 0 0 0,2-1 0 0 0,1 1 0 0 0,2 3 0 0 0,1 4 0 0 0,1 2 0 0 0,0-3 0 0 0,0 0 0 0 0,-5-4 0 0 0,-1 0 0 0 0,-1-3 0 0 0,2-5 0 0 0,1 2 0 0 0,2-3 0 0 0,1 4 0 0 0,0 4 0 0 0,1 4 0 0 0,0 3 0 0 0,-4-7 0 0 0,-3-2 0 0 0,0 2 0 0 0,2-3 0 0 0,2 2 0 0 0,0-2 0 0 0,2-4 0 0 0,0-4 0 0 0,1-2 0 0 0,1-3 0 0 0,-1-2 0 0 0,0-1 0 0 0,0 1 0 0 0,1-1 0 0 0,-1 0 0 0 0,0 0 0 0 0,0 1 0 0 0,0-1 0 0 0,0-9 0 0 0,0-15 0 0 0,0-13 0 0 0,0-11 0 0 0,0-7 0 0 0,0-5 0 0 0,0-2 0 0 0,0-7 0 0 0,0-7 0 0 0,0 0 0 0 0,0-4 0 0 0,0 2 0 0 0,0 4 0 0 0,0 4 0 0 0,0 3 0 0 0,0 4 0 0 0,0 1 0 0 0,0 1 0 0 0,0 1 0 0 0,0 0 0 0 0,0-5 0 0 0,0-2 0 0 0,5-1 0 0 0,2 3 0 0 0,0-5 0 0 0,-2 0 0 0 0,-1-4 0 0 0,-2 0 0 0 0,-1-3 0 0 0,0-3 0 0 0,-1-5 0 0 0,0 3 0 0 0,-1-1 0 0 0,1-2 0 0 0,0 4 0 0 0,0 4 0 0 0,0 1 0 0 0,0 2 0 0 0,0-1 0 0 0,0 1 0 0 0,0-2 0 0 0,0 1 0 0 0,0 4 0 0 0,0-3 0 0 0,0-3 0 0 0,0 0 0 0 0,0 4 0 0 0,0-2 0 0 0,0-4 0 0 0,0-4 0 0 0,0 2 0 0 0,0-1 0 0 0,0 4 0 0 0,0 3 0 0 0,0 1 0 0 0,0 1 0 0 0,0 3 0 0 0,0 3 0 0 0,0 3 0 0 0,0-3 0 0 0,0-2 0 0 0,5 2 0 0 0,2 2 0 0 0,-1 1 0 0 0,0 1 0 0 0,-2 1 0 0 0,-2 1 0 0 0,-1 0 0 0 0,0 1 0 0 0,-1-1 0 0 0,0 1 0 0 0,-1-6 0 0 0,1-2 0 0 0,0 1 0 0 0,0 1 0 0 0,-1 1 0 0 0,1 2 0 0 0,0 1 0 0 0,0 1 0 0 0,0 10 0 0 0,0 15 0 0 0,0 13 0 0 0,0 11 0 0 0,-5 13 0 0 0,-2 11 0 0 0,-5-1 0 0 0,0-2 0 0 0,2-3 0 0 0,2-2 0 0 0,3 3 0 0 0,-3-4 0 0 0,-1-3 0 0 0,2 5 0 0 0,-3 1 0 0 0,0-1 0 0 0,1 5 0 0 0,-2 1 0 0 0,0-2 0 0 0,2-2 0 0 0,-2-2 0 0 0,0 4 0 0 0,2 0 0 0 0,3 3 0 0 0,2 7 0 0 0,-3-1 0 0 0,-1-4 0 0 0,1 2 0 0 0,-3-1 0 0 0,0 1 0 0 0,1-2 0 0 0,-2 3 0 0 0,0 3 0 0 0,-3 4 0 0 0,0 4 0 0 0,-1-4 0 0 0,0 0 0 0 0,4 1 0 0 0,-2-3 0 0 0,1-6 0 0 0,3-5 0 0 0,3 1 0 0 0,2 4 0 0 0,3-1 0 0 0,-5 3 0 0 0,-1 3 0 0 0,1-2 0 0 0,-4-3 0 0 0,-1 0 0 0 0,3-2 0 0 0,1-3 0 0 0,-2-4 0 0 0,0 3 0 0 0,1 5 0 0 0,3 5 0 0 0,1-1 0 0 0,2-3 0 0 0,1 1 0 0 0,1 3 0 0 0,0-2 0 0 0,-4-4 0 0 0,-3-4 0 0 0,1-3 0 0 0,1-3 0 0 0,1-3 0 0 0,2 0 0 0 0,0-1 0 0 0,2 0 0 0 0,0 0 0 0 0,0 0 0 0 0,0 1 0 0 0,1-1 0 0 0,-1 1 0 0 0,0-16 0 0 0,0-15 0 0 0,0-14 0 0 0,0-9 0 0 0,0-6 0 0 0,0-3 0 0 0,0-7 0 0 0,0-7 0 0 0,5 4 0 0 0,2-1 0 0 0,0 1 0 0 0,4-2 0 0 0,-1-5 0 0 0,-1 1 0 0 0,3 4 0 0 0,0 4 0 0 0,-3-2 0 0 0,-3 1 0 0 0,-2 2 0 0 0,-2 3 0 0 0,-1-4 0 0 0,-1-4 0 0 0,0-7 0 0 0,-1-3 0 0 0,6 0 0 0 0,1 1 0 0 0,1 2 0 0 0,-2-4 0 0 0,-1 1 0 0 0,3 5 0 0 0,1-1 0 0 0,0 5 0 0 0,-3-2 0 0 0,-1-9 0 0 0,3 1 0 0 0,1 4 0 0 0,-1 0 0 0 0,-2-1 0 0 0,-1-3 0 0 0,-2-2 0 0 0,-2 3 0 0 0,1 0 0 0 0,-1-6 0 0 0,5-3 0 0 0,1 3 0 0 0,0 2 0 0 0,0 5 0 0 0,-3 2 0 0 0,0-2 0 0 0,-2-2 0 0 0,-1 4 0 0 0,0-1 0 0 0,0-2 0 0 0,0 3 0 0 0,0 0 0 0 0,-1 4 0 0 0,1-2 0 0 0,0 3 0 0 0,0 4 0 0 0,0-1 0 0 0,0 1 0 0 0,0-3 0 0 0,0-3 0 0 0,0 0 0 0 0,0 3 0 0 0,0 5 0 0 0,0 3 0 0 0,0 3 0 0 0,0 2 0 0 0,0 1 0 0 0,0 1 0 0 0,0 0 0 0 0,0 10 0 0 0,0 14 0 0 0,0 14 0 0 0,0 9 0 0 0,0 9 0 0 0,0 4 0 0 0,0 2 0 0 0,0 7 0 0 0,-5 2 0 0 0,-7 3 0 0 0,-2 1 0 0 0,2-2 0 0 0,3-4 0 0 0,3-3 0 0 0,2-2 0 0 0,2 3 0 0 0,-4 6 0 0 0,0 6 0 0 0,0 6 0 0 0,-4-2 0 0 0,-1-5 0 0 0,3 1 0 0 0,1-4 0 0 0,-2-3 0 0 0,0-5 0 0 0,1-2 0 0 0,2 8 0 0 0,3 7 0 0 0,1 1 0 0 0,1 1 0 0 0,-4 4 0 0 0,-2 1 0 0 0,1 3 0 0 0,-4-5 0 0 0,-1-5 0 0 0,2-2 0 0 0,3-3 0 0 0,-4-4 0 0 0,1-4 0 0 0,1 2 0 0 0,3 5 0 0 0,-4 1 0 0 0,0 2 0 0 0,2-1 0 0 0,1-3 0 0 0,3 2 0 0 0,1 3 0 0 0,1 4 0 0 0,1-1 0 0 0,-5-5 0 0 0,-2-4 0 0 0,1-4 0 0 0,1 1 0 0 0,1 0 0 0 0,-3-1 0 0 0,-1-3 0 0 0,1-1 0 0 0,1-2 0 0 0,3 0 0 0 0,1-2 0 0 0,-5 6 0 0 0,0 2 0 0 0,1 4 0 0 0,1 1 0 0 0,1-2 0 0 0,2-3 0 0 0,1-2 0 0 0,1-2 0 0 0,0-2 0 0 0,0-1 0 0 0,0 0 0 0 0,1-1 0 0 0,-1 0 0 0 0,0 1 0 0 0,0-11 0 0 0,0-14 0 0 0,0-13 0 0 0,0-11 0 0 0,0-7 0 0 0,0-5 0 0 0,0-3 0 0 0,0 0 0 0 0,0 0 0 0 0,0-6 0 0 0,0 0 0 0 0,0 0 0 0 0,0 2 0 0 0,0 3 0 0 0,0 0 0 0 0,0-3 0 0 0,0-1 0 0 0,5-5 0 0 0,2 0 0 0 0,0-3 0 0 0,-2 1 0 0 0,-1 3 0 0 0,-2 3 0 0 0,0 3 0 0 0,3 3 0 0 0,2 1 0 0 0,0 1 0 0 0,-2-4 0 0 0,-2-3 0 0 0,0 2 0 0 0,-2-5 0 0 0,-1-1 0 0 0,0-2 0 0 0,0-1 0 0 0,0 4 0 0 0,-1-3 0 0 0,1 1 0 0 0,0 3 0 0 0,0 3 0 0 0,0 2 0 0 0,0-3 0 0 0,0 0 0 0 0,0 0 0 0 0,0 3 0 0 0,0-5 0 0 0,0 1 0 0 0,0 0 0 0 0,0 3 0 0 0,0-4 0 0 0,0 0 0 0 0,0 2 0 0 0,0 2 0 0 0,0 1 0 0 0,0-3 0 0 0,0-6 0 0 0,0-1 0 0 0,0-2 0 0 0,0 0 0 0 0,0-1 0 0 0,0 1 0 0 0,0 4 0 0 0,0 4 0 0 0,0 4 0 0 0,0 2 0 0 0,0 1 0 0 0,0 2 0 0 0,0-1 0 0 0,0 1 0 0 0,0 0 0 0 0,0 0 0 0 0,0-1 0 0 0,0 1 0 0 0,0-1 0 0 0,0 0 0 0 0,0 1 0 0 0,-6 4 0 0 0,0 13 0 0 0,-1 13 0 0 0,2 12 0 0 0,1 9 0 0 0,1 7 0 0 0,2 3 0 0 0,-5 2 0 0 0,-1 1 0 0 0,1-1 0 0 0,1 0 0 0 0,-4 4 0 0 0,0 7 0 0 0,1 1 0 0 0,3-2 0 0 0,1 2 0 0 0,-4-6 0 0 0,0 0 0 0 0,2-1 0 0 0,0 4 0 0 0,-2 4 0 0 0,-1 1 0 0 0,1-3 0 0 0,3 1 0 0 0,1-1 0 0 0,2 2 0 0 0,1 4 0 0 0,1-2 0 0 0,0-3 0 0 0,0-4 0 0 0,1 1 0 0 0,-1 4 0 0 0,-5-1 0 0 0,-2 9 0 0 0,1 4 0 0 0,0 4 0 0 0,-3 6 0 0 0,0-2 0 0 0,1-3 0 0 0,2-6 0 0 0,2-3 0 0 0,2 1 0 0 0,1-5 0 0 0,-4 0 0 0 0,-2-3 0 0 0,1 1 0 0 0,1 8 0 0 0,1-1 0 0 0,2-4 0 0 0,-4 0 0 0 0,-1-4 0 0 0,0 1 0 0 0,2-2 0 0 0,1 1 0 0 0,2 3 0 0 0,-4-2 0 0 0,-1 2 0 0 0,0-3 0 0 0,2 2 0 0 0,2 2 0 0 0,0 4 0 0 0,2-3 0 0 0,1-5 0 0 0,0 0 0 0 0,0 3 0 0 0,1 3 0 0 0,-1 3 0 0 0,0-3 0 0 0,0-5 0 0 0,0 0 0 0 0,1-3 0 0 0,-1-4 0 0 0,0-4 0 0 0,0-3 0 0 0,0-1 0 0 0,0-2 0 0 0,-1-1 0 0 0,1 0 0 0 0,6-5 0 0 0,1-18 0 0 0,5-19 0 0 0,0-15 0 0 0,-2-11 0 0 0,-2-6 0 0 0,-3 0 0 0 0,3-3 0 0 0,1-5 0 0 0,3 3 0 0 0,0 3 0 0 0,-2 4 0 0 0,-3 5 0 0 0,3-2 0 0 0,-1 0 0 0 0,-1 1 0 0 0,-3 3 0 0 0,-1 1 0 0 0,-2 2 0 0 0,-2-5 0 0 0,1-6 0 0 0,-2-1 0 0 0,1-4 0 0 0,-1-4 0 0 0,1-3 0 0 0,5-4 0 0 0,2 4 0 0 0,-1 6 0 0 0,0 5 0 0 0,-2 1 0 0 0,-2-4 0 0 0,-1-4 0 0 0,0 2 0 0 0,-1-2 0 0 0,0-2 0 0 0,-1 2 0 0 0,1 5 0 0 0,0 5 0 0 0,0 4 0 0 0,-1-2 0 0 0,1 0 0 0 0,0-3 0 0 0,0-1 0 0 0,0-2 0 0 0,0 0 0 0 0,0 3 0 0 0,0 4 0 0 0,0 2 0 0 0,0-3 0 0 0,0-5 0 0 0,0-5 0 0 0,0-1 0 0 0,0 4 0 0 0,0 5 0 0 0,0 3 0 0 0,0 3 0 0 0,0-2 0 0 0,0-7 0 0 0,0 1 0 0 0,0-5 0 0 0,0-3 0 0 0,0 1 0 0 0,0 4 0 0 0,0 5 0 0 0,0 3 0 0 0,0 4 0 0 0,0 2 0 0 0,0 1 0 0 0,0 1 0 0 0,0 0 0 0 0,0 0 0 0 0,-5 5 0 0 0,-2 2 0 0 0,1-1 0 0 0,0-1 0 0 0,-3-2 0 0 0,0 9 0 0 0,1 13 0 0 0,2 12 0 0 0,2 10 0 0 0,-3 8 0 0 0,-1 5 0 0 0,1 2 0 0 0,-3 1 0 0 0,-1 6 0 0 0,3 1 0 0 0,-4-1 0 0 0,1-2 0 0 0,2-1 0 0 0,3-3 0 0 0,2-1 0 0 0,2 5 0 0 0,1 0 0 0 0,1 1 0 0 0,-5-3 0 0 0,-1 0 0 0 0,0-3 0 0 0,1 0 0 0 0,1 0 0 0 0,2 9 0 0 0,-5 9 0 0 0,0 0 0 0 0,0-2 0 0 0,2 1 0 0 0,2-3 0 0 0,-5 2 0 0 0,0 8 0 0 0,1 5 0 0 0,-3 2 0 0 0,-1 2 0 0 0,3 0 0 0 0,1-1 0 0 0,3-1 0 0 0,2-5 0 0 0,1-8 0 0 0,1-2 0 0 0,0-3 0 0 0,-5 0 0 0 0,-1 4 0 0 0,0-2 0 0 0,1 2 0 0 0,-4-2 0 0 0,-1-4 0 0 0,3 1 0 0 0,1-1 0 0 0,2 2 0 0 0,2-2 0 0 0,-5 4 0 0 0,0 3 0 0 0,1 4 0 0 0,1-2 0 0 0,1-5 0 0 0,2 1 0 0 0,1-4 0 0 0,-4-3 0 0 0,-2-3 0 0 0,1-4 0 0 0,1-2 0 0 0,1 5 0 0 0,2 0 0 0 0,1 0 0 0 0,0-2 0 0 0,1-1 0 0 0,1-1 0 0 0,-1-1 0 0 0,0-1 0 0 0,0 0 0 0 0,1-1 0 0 0,-1 1 0 0 0,0 0 0 0 0,0-1 0 0 0,0 1 0 0 0,0 0 0 0 0,0-11 0 0 0,0-14 0 0 0,0-13 0 0 0,5-10 0 0 0,2-8 0 0 0,0-5 0 0 0,-2-8 0 0 0,-1-3 0 0 0,3 7 0 0 0,2 2 0 0 0,-2 2 0 0 0,3 2 0 0 0,1-7 0 0 0,-2-6 0 0 0,2-2 0 0 0,0-5 0 0 0,-2 2 0 0 0,-3-3 0 0 0,-2 3 0 0 0,-2 2 0 0 0,-1 0 0 0 0,4-4 0 0 0,2-4 0 0 0,-1 1 0 0 0,-1 5 0 0 0,-1 4 0 0 0,3 5 0 0 0,1-3 0 0 0,-1 1 0 0 0,-2-3 0 0 0,-1-1 0 0 0,3-2 0 0 0,1 0 0 0 0,-1 3 0 0 0,-2-2 0 0 0,-1-4 0 0 0,-2 2 0 0 0,-1-3 0 0 0,4 2 0 0 0,2 3 0 0 0,-1-5 0 0 0,-1-1 0 0 0,-1-2 0 0 0,-2 3 0 0 0,-1-1 0 0 0,0-2 0 0 0,-1-4 0 0 0,-1 4 0 0 0,1-1 0 0 0,0-1 0 0 0,0 3 0 0 0,-1 0 0 0 0,1 3 0 0 0,0-1 0 0 0,0-2 0 0 0,0 2 0 0 0,0-1 0 0 0,0 3 0 0 0,0 4 0 0 0,0-2 0 0 0,0 3 0 0 0,0-3 0 0 0,0-4 0 0 0,0-4 0 0 0,0 2 0 0 0,0 4 0 0 0,0 5 0 0 0,0-1 0 0 0,0 1 0 0 0,0-2 0 0 0,0 1 0 0 0,0 3 0 0 0,0 2 0 0 0,0 3 0 0 0,0 2 0 0 0,-5 1 0 0 0,-2 2 0 0 0,0-1 0 0 0,2 1 0 0 0,1 0 0 0 0,2-1 0 0 0,1 1 0 0 0,-5 4 0 0 0,-1 3 0 0 0,0-1 0 0 0,2-2 0 0 0,2-1 0 0 0,1-1 0 0 0,-5 3 0 0 0,-5 12 0 0 0,-2 14 0 0 0,3 11 0 0 0,2 9 0 0 0,-2 11 0 0 0,0 6 0 0 0,3 2 0 0 0,-3-2 0 0 0,0-1 0 0 0,3-1 0 0 0,-3-3 0 0 0,0-1 0 0 0,2-1 0 0 0,3 0 0 0 0,2 0 0 0 0,2-1 0 0 0,1 6 0 0 0,1 7 0 0 0,-5 6 0 0 0,-1 6 0 0 0,0 4 0 0 0,1-3 0 0 0,1-1 0 0 0,-3-4 0 0 0,-1-5 0 0 0,1-6 0 0 0,1-4 0 0 0,-3 2 0 0 0,0 5 0 0 0,2 1 0 0 0,1-2 0 0 0,2 2 0 0 0,2-1 0 0 0,1-2 0 0 0,1-4 0 0 0,0 3 0 0 0,1 5 0 0 0,-6 6 0 0 0,-2-2 0 0 0,1-2 0 0 0,1 0 0 0 0,1-3 0 0 0,2-2 0 0 0,-5 0 0 0 0,0 5 0 0 0,0 0 0 0 0,2-4 0 0 0,1 2 0 0 0,-3-7 0 0 0,-1-5 0 0 0,1 3 0 0 0,2 0 0 0 0,1 0 0 0 0,2-2 0 0 0,1 0 0 0 0,1-2 0 0 0,0-1 0 0 0,0 0 0 0 0,1 0 0 0 0,-1 0 0 0 0,0-1 0 0 0,0 1 0 0 0,1-1 0 0 0,-1 1 0 0 0,0 0 0 0 0,0 0 0 0 0,0 0 0 0 0,0-1 0 0 0,0 1 0 0 0,0 0 0 0 0,0 0 0 0 0,0 0 0 0 0,0 0 0 0 0,0-1 0 0 0,0-9 0 0 0,0-15 0 0 0,0-13 0 0 0,0-16 0 0 0,0-9 0 0 0,0-4 0 0 0,0-8 0 0 0,0 0 0 0 0,0 2 0 0 0,0-3 0 0 0,0 1 0 0 0,0 3 0 0 0,0-2 0 0 0,0 1 0 0 0,0 2 0 0 0,0 3 0 0 0,0 3 0 0 0,0-4 0 0 0,0-1 0 0 0,0 2 0 0 0,0 1 0 0 0,0 2 0 0 0,0 1 0 0 0,0-3 0 0 0,0-2 0 0 0,0-5 0 0 0,0 0 0 0 0,0 2 0 0 0,0 3 0 0 0,0 2 0 0 0,0 3 0 0 0,5 1 0 0 0,2 1 0 0 0,-1 0 0 0 0,0-4 0 0 0,-2-8 0 0 0,-2-6 0 0 0,-1-1 0 0 0,0-1 0 0 0,-1 1 0 0 0,0 6 0 0 0,-1 3 0 0 0,1 5 0 0 0,0-3 0 0 0,0 1 0 0 0,-1-5 0 0 0,1 1 0 0 0,0 1 0 0 0,0 4 0 0 0,0 1 0 0 0,0 3 0 0 0,0 1 0 0 0,0-4 0 0 0,0-7 0 0 0,0-1 0 0 0,0 2 0 0 0,0 2 0 0 0,0 4 0 0 0,0 1 0 0 0,0 3 0 0 0,0 1 0 0 0,0 0 0 0 0,0 1 0 0 0,0 0 0 0 0,0-1 0 0 0,0 1 0 0 0,0 10 0 0 0,0 19 0 0 0,0 15 0 0 0,0 10 0 0 0,0 6 0 0 0,0 4 0 0 0,-5 1 0 0 0,-2 0 0 0 0,1-1 0 0 0,0-1 0 0 0,2 4 0 0 0,2 2 0 0 0,1 4 0 0 0,0 5 0 0 0,1 0 0 0 0,0-3 0 0 0,-4-3 0 0 0,-3-5 0 0 0,0-3 0 0 0,2 4 0 0 0,2 0 0 0 0,-5-1 0 0 0,0 3 0 0 0,1 7 0 0 0,1-1 0 0 0,3 3 0 0 0,-5 3 0 0 0,0-2 0 0 0,1 2 0 0 0,2-4 0 0 0,-3-4 0 0 0,-1 1 0 0 0,1-2 0 0 0,2 1 0 0 0,3 5 0 0 0,1-1 0 0 0,1 2 0 0 0,0-3 0 0 0,2-4 0 0 0,-1 2 0 0 0,0-2 0 0 0,-4 2 0 0 0,-3 4 0 0 0,0-1 0 0 0,2-4 0 0 0,1-3 0 0 0,2 1 0 0 0,1 4 0 0 0,0 0 0 0 0,1 2 0 0 0,-5 3 0 0 0,-2 4 0 0 0,1-2 0 0 0,1-5 0 0 0,1-1 0 0 0,2-2 0 0 0,-4 1 0 0 0,-2-1 0 0 0,1 1 0 0 0,2-1 0 0 0,2-4 0 0 0,1 2 0 0 0,1 0 0 0 0,-5 1 0 0 0,-1 0 0 0 0,1-3 0 0 0,1-3 0 0 0,1-2 0 0 0,2-3 0 0 0,1-2 0 0 0,1 0 0 0 0,0-1 0 0 0,0 1 0 0 0,0-1 0 0 0,0 0 0 0 0,1 1 0 0 0,-1-1 0 0 0,0-9 0 0 0,0-15 0 0 0,0-13 0 0 0,0-11 0 0 0,0-7 0 0 0,0-5 0 0 0,0-2 0 0 0,5-2 0 0 0,2-4 0 0 0,0-2 0 0 0,-2 0 0 0 0,-1 3 0 0 0,-2-3 0 0 0,0-1 0 0 0,-2-3 0 0 0,0 1 0 0 0,5-4 0 0 0,2-3 0 0 0,-1 1 0 0 0,-1 3 0 0 0,-1 0 0 0 0,-2-3 0 0 0,-1 1 0 0 0,0 4 0 0 0,-1 4 0 0 0,0 4 0 0 0,5-3 0 0 0,1-5 0 0 0,1 0 0 0 0,-2 2 0 0 0,-1 2 0 0 0,-2 4 0 0 0,-1-3 0 0 0,0 0 0 0 0,-1-4 0 0 0,5-5 0 0 0,1-5 0 0 0,1 1 0 0 0,-2 5 0 0 0,-1-1 0 0 0,-2 3 0 0 0,-1-1 0 0 0,0 1 0 0 0,-1 4 0 0 0,-1-2 0 0 0,1 1 0 0 0,0-3 0 0 0,0 1 0 0 0,-1 3 0 0 0,1-2 0 0 0,0-4 0 0 0,0 0 0 0 0,0-2 0 0 0,0-3 0 0 0,0-3 0 0 0,0 2 0 0 0,0 5 0 0 0,0 0 0 0 0,0 4 0 0 0,0 3 0 0 0,0-2 0 0 0,0 2 0 0 0,0 2 0 0 0,0-3 0 0 0,0 1 0 0 0,0 2 0 0 0,0 2 0 0 0,0-2 0 0 0,0-1 0 0 0,0 2 0 0 0,0 1 0 0 0,0 3 0 0 0,0 1 0 0 0,0 2 0 0 0,0 0 0 0 0,0 0 0 0 0,0 1 0 0 0,0-1 0 0 0,0 1 0 0 0,0-1 0 0 0,0 1 0 0 0,0-1 0 0 0,0 11 0 0 0,0 13 0 0 0,0 14 0 0 0,0 11 0 0 0,0 7 0 0 0,-5 0 0 0 0,-2 0 0 0 0,0 2 0 0 0,2 1 0 0 0,1 1 0 0 0,2 1 0 0 0,1 1 0 0 0,0 0 0 0 0,1 0 0 0 0,0 0 0 0 0,1 0 0 0 0,-1 0 0 0 0,0 5 0 0 0,0 7 0 0 0,0 2 0 0 0,-5-2 0 0 0,-2 2 0 0 0,1 4 0 0 0,0-1 0 0 0,-3 2 0 0 0,0-2 0 0 0,1-5 0 0 0,2 2 0 0 0,2 3 0 0 0,2-2 0 0 0,1 3 0 0 0,-4-2 0 0 0,-2-4 0 0 0,1 1 0 0 0,1-1 0 0 0,1 2 0 0 0,2 4 0 0 0,1-1 0 0 0,1-4 0 0 0,0-3 0 0 0,0-5 0 0 0,0-2 0 0 0,0-2 0 0 0,1-1 0 0 0,-1-1 0 0 0,0 0 0 0 0,0 1 0 0 0,0 4 0 0 0,0 2 0 0 0,0 1 0 0 0,0-2 0 0 0,0-2 0 0 0,0 5 0 0 0,0 0 0 0 0,0-1 0 0 0,0-2 0 0 0,0-2 0 0 0,0-1 0 0 0,0-1 0 0 0,0-1 0 0 0,0 0 0 0 0,0-1 0 0 0,0 1 0 0 0,0-1 0 0 0,0 1 0 0 0,0 0 0 0 0,0-1 0 0 0,0 1 0 0 0,0 0 0 0 0,0-11 0 0 0,0-13 0 0 0,0-14 0 0 0,0-11 0 0 0,0-7 0 0 0,5-5 0 0 0,2-2 0 0 0,0-2 0 0 0,-2 1 0 0 0,-1 0 0 0 0,-2 0 0 0 0,0 1 0 0 0,-2 1 0 0 0,0 0 0 0 0,0 0 0 0 0,0 0 0 0 0,-1 0 0 0 0,1 1 0 0 0,0-1 0 0 0,0 0 0 0 0,0 0 0 0 0,5 1 0 0 0,2-1 0 0 0,0 0 0 0 0,-2 0 0 0 0,-1-5 0 0 0,-2-7 0 0 0,-1-1 0 0 0,0 1 0 0 0,-1-3 0 0 0,0-3 0 0 0,-1-4 0 0 0,1-4 0 0 0,0-2 0 0 0,0-2 0 0 0,0 4 0 0 0,0 7 0 0 0,0 6 0 0 0,0 1 0 0 0,0 2 0 0 0,0 2 0 0 0,-6-1 0 0 0,-1-6 0 0 0,1 0 0 0 0,0-2 0 0 0,3 2 0 0 0,-5-3 0 0 0,0-2 0 0 0,1 1 0 0 0,1 0 0 0 0,3-3 0 0 0,-5-3 0 0 0,0 3 0 0 0,1 0 0 0 0,-3-1 0 0 0,0-3 0 0 0,1 4 0 0 0,3 1 0 0 0,2 3 0 0 0,1-1 0 0 0,2 4 0 0 0,1 4 0 0 0,-5-1 0 0 0,-1 1 0 0 0,0 3 0 0 0,1-3 0 0 0,-4 6 0 0 0,0-1 0 0 0,1 0 0 0 0,2 1 0 0 0,2 2 0 0 0,-3 1 0 0 0,-1-4 0 0 0,1-2 0 0 0,2 2 0 0 0,1 1 0 0 0,2 2 0 0 0,2 1 0 0 0,-1 1 0 0 0,1 1 0 0 0,1 0 0 0 0,-1 0 0 0 0,0 1 0 0 0,1-1 0 0 0,-1 1 0 0 0,-5 4 0 0 0,-2 13 0 0 0,0 13 0 0 0,2 13 0 0 0,-4 8 0 0 0,-1 7 0 0 0,2 3 0 0 0,2 2 0 0 0,3 0 0 0 0,1 0 0 0 0,1 5 0 0 0,0 2 0 0 0,2-2 0 0 0,-1-1 0 0 0,-5-3 0 0 0,-2 0 0 0 0,1 3 0 0 0,1 1 0 0 0,1 5 0 0 0,2-1 0 0 0,1-1 0 0 0,0-2 0 0 0,1-4 0 0 0,0-1 0 0 0,1-2 0 0 0,-1-1 0 0 0,0-1 0 0 0,0 6 0 0 0,0 1 0 0 0,0 0 0 0 0,0-1 0 0 0,0 4 0 0 0,0 5 0 0 0,0 1 0 0 0,0 2 0 0 0,0-1 0 0 0,0-3 0 0 0,0-5 0 0 0,0 2 0 0 0,0 0 0 0 0,0-3 0 0 0,0 4 0 0 0,0-1 0 0 0,0-2 0 0 0,0-3 0 0 0,0 4 0 0 0,0 0 0 0 0,0-2 0 0 0,0-1 0 0 0,0-3 0 0 0,0-1 0 0 0,0-2 0 0 0,0 0 0 0 0,0 0 0 0 0,0-1 0 0 0,0 1 0 0 0,0-1 0 0 0,0 1 0 0 0,0-1 0 0 0,0 1 0 0 0,0 0 0 0 0,0 0 0 0 0,0 0 0 0 0,6-6 0 0 0,6-6 0 0 0,7-12 0 0 0,5-8 0 0 0,-1-8 0 0 0,-5-8 0 0 0,0-6 0 0 0,2-5 0 0 0,-2-3 0 0 0,1 4 0 0 0,-3 2 0 0 0,-4-1 0 0 0,1 4 0 0 0,-1 1 0 0 0,1-1 0 0 0,0-3 0 0 0,-3-1 0 0 0,3-3 0 0 0,-2-1 0 0 0,3 0 0 0 0,-1-1 0 0 0,3 5 0 0 0,-2 2 0 0 0,-3-1 0 0 0,-3-1 0 0 0,1-1 0 0 0,1-1 0 0 0,2-2 0 0 0,1 0 0 0 0,-3-1 0 0 0,-3 0 0 0 0,2 0 0 0 0,6-6 0 0 0,-1-1 0 0 0,4 6 0 0 0,-3 3 0 0 0,-2 1 0 0 0,-5 0 0 0 0,-3-1 0 0 0,3 0 0 0 0,0 0 0 0 0,4-1 0 0 0,-1-1 0 0 0,4 1 0 0 0,-1-1 0 0 0,-2 0 0 0 0,-5-5 0 0 0,4 3 0 0 0,-2 2 0 0 0,-1 2 0 0 0,2-1 0 0 0,0 1 0 0 0,-1-1 0 0 0,-3 0 0 0 0,-2 0 0 0 0,-2-1 0 0 0,4 1 0 0 0,1-1 0 0 0,4 0 0 0 0,1 0 0 0 0,-2 0 0 0 0,3 5 0 0 0,-7 8 0 0 0,-3 11 0 0 0,-9 7 0 0 0,-2 9 0 0 0,-5 9 0 0 0,-1 5 0 0 0,-3 0 0 0 0,1 0 0 0 0,4 3 0 0 0,-2-4 0 0 0,2-1 0 0 0,-3-3 0 0 0,-3 1 0 0 0,0 1 0 0 0,-1-2 0 0 0,3 1 0 0 0,-2-2 0 0 0,-3 0 0 0 0,3 3 0 0 0,-2-1 0 0 0,-2-5 0 0 0,2 1 0 0 0,0-3 0 0 0,3 3 0 0 0,-1-2 0 0 0,-2 3 0 0 0,-4-2 0 0 0,3 2 0 0 0,0-2 0 0 0,3 3 0 0 0,-1-3 0 0 0,-1-3 0 0 0,1 2 0 0 0,5 4 0 0 0,-1-1 0 0 0,8-4 0 0 0,10-3 0 0 0,9-3 0 0 0,9-3 0 0 0,5-2 0 0 0,5-1 0 0 0,0-1 0 0 0,2 1 0 0 0,0-1 0 0 0,0 0 0 0 0,-1 1 0 0 0,-1 0 0 0 0,-5-6 0 0 0,4-1 0 0 0,1 1 0 0 0,1 0 0 0 0,0 3 0 0 0,0 0 0 0 0,0 2 0 0 0,0 1 0 0 0,-1 0 0 0 0,0 0 0 0 0,0 0 0 0 0,5 0 0 0 0,2 1 0 0 0,-1-1 0 0 0,-1 0 0 0 0,-1 0 0 0 0,-2 0 0 0 0,-1 0 0 0 0,-6-5 0 0 0,-2-2 0 0 0,0 0 0 0 0,1 2 0 0 0,2 1 0 0 0,1 2 0 0 0,-4-5 0 0 0,-6-6 0 0 0,-11 0 0 0 0,-12 1 0 0 0,-11 3 0 0 0,-8 3 0 0 0,-4 3 0 0 0,-4 1 0 0 0,4-3 0 0 0,2-2 0 0 0,0 1 0 0 0,-1 1 0 0 0,-1 2 0 0 0,-1-5 0 0 0,-1 1 0 0 0,-1 0 0 0 0,0 1 0 0 0,0 3 0 0 0,-5 1 0 0 0,-7 1 0 0 0,4-5 0 0 0,3-1 0 0 0,2 1 0 0 0,2 1 0 0 0,2 1 0 0 0,0 2 0 0 0,0-4 0 0 0,-1-2 0 0 0,-4 2 0 0 0,-3-4 0 0 0,1-1 0 0 0,-4 2 0 0 0,-1 3 0 0 0,3 2 0 0 0,1 1 0 0 0,3 2 0 0 0,2 1 0 0 0,1 1 0 0 0,1-1 0 0 0,0 0 0 0 0,-4-4 0 0 0,-3-3 0 0 0,-4 0 0 0 0,-1 2 0 0 0,2 1 0 0 0,3 2 0 0 0,2 1 0 0 0,2 0 0 0 0,7-4 0 0 0,3-2 0 0 0,0 1 0 0 0,10 1 0 0 0,11 1 0 0 0,13 2 0 0 0,9 1 0 0 0,7 0 0 0 0,4 1 0 0 0,3 1 0 0 0,0-1 0 0 0,0 0 0 0 0,-5 6 0 0 0,-3 1 0 0 0,0 0 0 0 0,1-2 0 0 0,1-1 0 0 0,2-2 0 0 0,0-1 0 0 0,2 0 0 0 0,-1-1 0 0 0,1 0 0 0 0,0-1 0 0 0,0 1 0 0 0,0 0 0 0 0,0 0 0 0 0,0 0 0 0 0,0 0 0 0 0,-10-1 0 0 0,-15 1 0 0 0,-13 0 0 0 0,-10 1 0 0 0,-9-1 0 0 0,-4 0 0 0 0,-2 0 0 0 0,-2 0 0 0 0,1 0 0 0 0,0 0 0 0 0,0 0 0 0 0,1 0 0 0 0,1 0 0 0 0,0 0 0 0 0,0 0 0 0 0,0 0 0 0 0,1 0 0 0 0,-1 0 0 0 0,0 0 0 0 0,0 0 0 0 0,1 0 0 0 0,-1 0 0 0 0,0 0 0 0 0,0 0 0 0 0,6 5 0 0 0,1 2 0 0 0,0-1 0 0 0,-2 0 0 0 0,-1-2 0 0 0,4 3 0 0 0,0 1 0 0 0,0 0 0 0 0,-3 2 0 0 0,-1 1 0 0 0,9-3 0 0 0,12-1 0 0 0,13-3 0 0 0,11-2 0 0 0,7-1 0 0 0,4-1 0 0 0,3 0 0 0 0,2-1 0 0 0,-1 1 0 0 0,0 0 0 0 0,-1-1 0 0 0,0 1 0 0 0,0 0 0 0 0,-1 0 0 0 0,0 0 0 0 0,0 0 0 0 0,-1 0 0 0 0,1 0 0 0 0,0 0 0 0 0,-1 0 0 0 0,1 0 0 0 0,0 0 0 0 0,0 0 0 0 0,0 0 0 0 0,-1 0 0 0 0,1 0 0 0 0,0 0 0 0 0,-11 0 0 0 0,-13 0 0 0 0,-14 0 0 0 0,-11 0 0 0 0,-7 0 0 0 0,-5 0 0 0 0,-2 0 0 0 0,-2-5 0 0 0,1-2 0 0 0,0 0 0 0 0,-5 2 0 0 0,4-4 0 0 0,3-1 0 0 0,1 3 0 0 0,1 1 0 0 0,0 2 0 0 0,-1 2 0 0 0,0 1 0 0 0,0-5 0 0 0,-1 0 0 0 0,-4-1 0 0 0,2-3 0 0 0,2 0 0 0 0,-3 1 0 0 0,-3 2 0 0 0,1 3 0 0 0,-4 2 0 0 0,-6 1 0 0 0,-1-5 0 0 0,4 0 0 0 0,-8-1 0 0 0,-6-3 0 0 0,3 0 0 0 0,4 1 0 0 0,1-2 0 0 0,3-1 0 0 0,-6 3 0 0 0,0 3 0 0 0,4-3 0 0 0,5 0 0 0 0,-1 1 0 0 0,2 3 0 0 0,-2 1 0 0 0,0 2 0 0 0,4 2 0 0 0,2 0 0 0 0,3 0 0 0 0,-3 0 0 0 0,-1 1 0 0 0,2-1 0 0 0,1 0 0 0 0,2 0 0 0 0,2 0 0 0 0,0-5 0 0 0,1-2 0 0 0,0 1 0 0 0,1 0 0 0 0,-1 2 0 0 0,1 2 0 0 0,-1 1 0 0 0,1 0 0 0 0,-1 1 0 0 0,0 0 0 0 0,0 1 0 0 0,0-6 0 0 0,0-2 0 0 0,1 1 0 0 0,-1 0 0 0 0,0 3 0 0 0,0 0 0 0 0,0 2 0 0 0,0-5 0 0 0,11-1 0 0 0,14 1 0 0 0,13 1 0 0 0,10 1 0 0 0,3-3 0 0 0,3-1 0 0 0,3 1 0 0 0,2 1 0 0 0,2 3 0 0 0,1 1 0 0 0,0 1 0 0 0,0 1 0 0 0,1 0 0 0 0,-1 0 0 0 0,0 0 0 0 0,5 1 0 0 0,2-1 0 0 0,5 0 0 0 0,5 0 0 0 0,1 0 0 0 0,1 0 0 0 0,-2 0 0 0 0,-4 0 0 0 0,-4 0 0 0 0,-4 0 0 0 0,-2 0 0 0 0,3 0 0 0 0,5 5 0 0 0,2 2 0 0 0,-2 0 0 0 0,-3-2 0 0 0,-2-1 0 0 0,-3-1 0 0 0,-2-2 0 0 0,-1 5 0 0 0,0 0 0 0 0,5 1 0 0 0,1-2 0 0 0,0-2 0 0 0,-1 0 0 0 0,-2-2 0 0 0,-1 4 0 0 0,-1 2 0 0 0,-1 0 0 0 0,0-2 0 0 0,0-2 0 0 0,5 5 0 0 0,1 0 0 0 0,0-1 0 0 0,-1-2 0 0 0,-1-1 0 0 0,-2-2 0 0 0,-1-1 0 0 0,-1-1 0 0 0,0 0 0 0 0,0 0 0 0 0,-1-1 0 0 0,-4 6 0 0 0,-3 2 0 0 0,1-1 0 0 0,-9 0 0 0 0,-12-3 0 0 0,-12 0 0 0 0,-10-2 0 0 0,-7 0 0 0 0,-4-1 0 0 0,-2-1 0 0 0,-1 1 0 0 0,-1 0 0 0 0,1 0 0 0 0,1-1 0 0 0,-5 1 0 0 0,-1 0 0 0 0,-5 0 0 0 0,0 0 0 0 0,1 0 0 0 0,4 0 0 0 0,2 0 0 0 0,-3 0 0 0 0,-5 0 0 0 0,-1 0 0 0 0,-2 0 0 0 0,0 0 0 0 0,4 0 0 0 0,-1-5 0 0 0,1-2 0 0 0,2 0 0 0 0,4 2 0 0 0,3 1 0 0 0,-4 2 0 0 0,-6 1 0 0 0,-5 0 0 0 0,0 1 0 0 0,2 0 0 0 0,6 1 0 0 0,3-1 0 0 0,-2 0 0 0 0,0 0 0 0 0,-2 0 0 0 0,-6 0 0 0 0,-5 0 0 0 0,-4 0 0 0 0,-2 0 0 0 0,3 0 0 0 0,1 0 0 0 0,-1 0 0 0 0,4 0 0 0 0,5 0 0 0 0,1-5 0 0 0,3-2 0 0 0,-3 1 0 0 0,3 0 0 0 0,2 2 0 0 0,3 2 0 0 0,-2 1 0 0 0,-5 0 0 0 0,0 1 0 0 0,3 0 0 0 0,2 1 0 0 0,4-1 0 0 0,2 0 0 0 0,2 0 0 0 0,1 1 0 0 0,0-1 0 0 0,1 0 0 0 0,0-6 0 0 0,0-1 0 0 0,-1 1 0 0 0,1 0 0 0 0,-1 3 0 0 0,0 0 0 0 0,0 2 0 0 0,0 0 0 0 0,1 1 0 0 0,4-5 0 0 0,13-1 0 0 0,13-1 0 0 0,12 2 0 0 0,10 2 0 0 0,5-5 0 0 0,4 0 0 0 0,2 1 0 0 0,1 1 0 0 0,4 3 0 0 0,2 1 0 0 0,-1 1 0 0 0,3 1 0 0 0,0 0 0 0 0,-2 0 0 0 0,-2 0 0 0 0,-3 1 0 0 0,-2-1 0 0 0,-1 0 0 0 0,4 0 0 0 0,1 0 0 0 0,5 0 0 0 0,1 0 0 0 0,3 0 0 0 0,-1 0 0 0 0,-2 0 0 0 0,-4 0 0 0 0,-3 0 0 0 0,2 0 0 0 0,6 0 0 0 0,6 0 0 0 0,-1 0 0 0 0,-3 0 0 0 0,1 0 0 0 0,-2 0 0 0 0,1 0 0 0 0,-1 0 0 0 0,-3 0 0 0 0,1 0 0 0 0,4 0 0 0 0,0 0 0 0 0,1 0 0 0 0,4 0 0 0 0,-2 0 0 0 0,1 0 0 0 0,-2 0 0 0 0,-1 0 0 0 0,-1 0 0 0 0,0 5 0 0 0,-1 2 0 0 0,-5 0 0 0 0,-2-2 0 0 0,-4-1 0 0 0,-3-1 0 0 0,0-2 0 0 0,-2-1 0 0 0,0 0 0 0 0,1 0 0 0 0,-1 0 0 0 0,0-1 0 0 0,1 1 0 0 0,-1 0 0 0 0,1 5 0 0 0,0 2 0 0 0,0 0 0 0 0,-1-2 0 0 0,1-1 0 0 0,-5 4 0 0 0,-13 0 0 0 0,-13-1 0 0 0,-12-2 0 0 0,-10-1 0 0 0,-5-2 0 0 0,-4-1 0 0 0,-2-1 0 0 0,-1 0 0 0 0,1 0 0 0 0,0-1 0 0 0,1 1 0 0 0,0 0 0 0 0,-4 0 0 0 0,-2 0 0 0 0,0 0 0 0 0,2 0 0 0 0,2 0 0 0 0,1 0 0 0 0,-5 0 0 0 0,0 0 0 0 0,1 0 0 0 0,1 0 0 0 0,-4 0 0 0 0,-5-6 0 0 0,0-1 0 0 0,-4 1 0 0 0,2 0 0 0 0,-1 3 0 0 0,-4-5 0 0 0,2 0 0 0 0,5 1 0 0 0,-1 1 0 0 0,2 3 0 0 0,-7 1 0 0 0,0 1 0 0 0,-2 0 0 0 0,3 1 0 0 0,-6 1 0 0 0,1-1 0 0 0,5-5 0 0 0,1-2 0 0 0,-8 1 0 0 0,1 1 0 0 0,0 1 0 0 0,4 2 0 0 0,0-5 0 0 0,-1 0 0 0 0,2 0 0 0 0,1 2 0 0 0,-3 1 0 0 0,3 2 0 0 0,-1 1 0 0 0,-1 1 0 0 0,-4 0 0 0 0,4 0 0 0 0,-1-5 0 0 0,4-1 0 0 0,5-1 0 0 0,4 2 0 0 0,5 1 0 0 0,-3 2 0 0 0,0 1 0 0 0,-4 0 0 0 0,-1 1 0 0 0,3 0 0 0 0,2 1 0 0 0,3-1 0 0 0,2 0 0 0 0,1 0 0 0 0,1 0 0 0 0,0 1 0 0 0,6-7 0 0 0,2-1 0 0 0,-1 1 0 0 0,9 0 0 0 0,13 2 0 0 0,11 2 0 0 0,10 1 0 0 0,7 0 0 0 0,4 1 0 0 0,7 1 0 0 0,4-1 0 0 0,-2 0 0 0 0,0 0 0 0 0,-3 1 0 0 0,-2-1 0 0 0,-2 0 0 0 0,0 0 0 0 0,4 0 0 0 0,2 0 0 0 0,-1 0 0 0 0,4 0 0 0 0,0 0 0 0 0,-1 0 0 0 0,2 0 0 0 0,0 0 0 0 0,-2 0 0 0 0,-3 0 0 0 0,-2 0 0 0 0,-2 0 0 0 0,4 0 0 0 0,1 0 0 0 0,-1 0 0 0 0,-1 0 0 0 0,-2 0 0 0 0,-2 0 0 0 0,0 0 0 0 0,-1 0 0 0 0,5 0 0 0 0,2 0 0 0 0,-1 0 0 0 0,-1 0 0 0 0,4 0 0 0 0,5 0 0 0 0,1 0 0 0 0,-3 0 0 0 0,2 0 0 0 0,-1 0 0 0 0,-3 0 0 0 0,-4 0 0 0 0,-2 0 0 0 0,-2 0 0 0 0,-1 0 0 0 0,3 0 0 0 0,3 0 0 0 0,-1 0 0 0 0,-2 0 0 0 0,-1 0 0 0 0,-1 0 0 0 0,-1 0 0 0 0,-1 0 0 0 0,0 0 0 0 0,-11 0 0 0 0,-14 0 0 0 0,-13 0 0 0 0,-11 0 0 0 0,-7 0 0 0 0,-5 0 0 0 0,-2 0 0 0 0,-2 0 0 0 0,0 0 0 0 0,1 0 0 0 0,1 5 0 0 0,0 2 0 0 0,1 0 0 0 0,0-2 0 0 0,0-1 0 0 0,-5-2 0 0 0,-2-1 0 0 0,1 0 0 0 0,1 4 0 0 0,1 2 0 0 0,2-1 0 0 0,1-1 0 0 0,1-1 0 0 0,0-2 0 0 0,0-1 0 0 0,1 0 0 0 0,-1-1 0 0 0,0-1 0 0 0,1 1 0 0 0,-1 5 0 0 0,0 2 0 0 0,0-1 0 0 0,1 0 0 0 0,-1-3 0 0 0,0 0 0 0 0,0 3 0 0 0,0 2 0 0 0,0-2 0 0 0,1-1 0 0 0,-1-1 0 0 0,0-2 0 0 0,0-1 0 0 0,0-1 0 0 0,1 0 0 0 0,-1 5 0 0 0,0 2 0 0 0,0-1 0 0 0,11-1 0 0 0,13-1 0 0 0,14-2 0 0 0,11 0 0 0 0,7-2 0 0 0,5 0 0 0 0,2 0 0 0 0,2 0 0 0 0,-1-1 0 0 0,1 1 0 0 0,-2 0 0 0 0,0 0 0 0 0,-1 0 0 0 0,0 0 0 0 0,0 0 0 0 0,5 0 0 0 0,2 5 0 0 0,-1 2 0 0 0,-1 0 0 0 0,-1-2 0 0 0,-2-1 0 0 0,-1-2 0 0 0,5-1 0 0 0,1 0 0 0 0,-1-1 0 0 0,-1 0 0 0 0,-2-1 0 0 0,-1 1 0 0 0,-1 0 0 0 0,-1 0 0 0 0,0 0 0 0 0,-1 0 0 0 0,1 0 0 0 0,-6 5 0 0 0,-1 2 0 0 0,0-1 0 0 0,1 0 0 0 0,2-2 0 0 0,2-2 0 0 0,0-1 0 0 0,2 0 0 0 0,-11-1 0 0 0,-13 0 0 0 0,-14-1 0 0 0,-10 1 0 0 0,-8 0 0 0 0,-5 0 0 0 0,-2-1 0 0 0,-2 1 0 0 0,1 0 0 0 0,0 0 0 0 0,0 0 0 0 0,-4 0 0 0 0,-1 0 0 0 0,0 0 0 0 0,2 0 0 0 0,1 0 0 0 0,-3 0 0 0 0,-1 0 0 0 0,-4 0 0 0 0,0 0 0 0 0,2 0 0 0 0,2 0 0 0 0,4 0 0 0 0,1 0 0 0 0,-3 0 0 0 0,-1 0 0 0 0,1 0 0 0 0,1 0 0 0 0,2 0 0 0 0,-4 0 0 0 0,-1 0 0 0 0,2 0 0 0 0,-5 0 0 0 0,1 0 0 0 0,2 0 0 0 0,-4 0 0 0 0,1 0 0 0 0,3 0 0 0 0,-4 0 0 0 0,1 0 0 0 0,3 0 0 0 0,2 0 0 0 0,2 0 0 0 0,2 0 0 0 0,2 0 0 0 0,5-5 0 0 0,-3-2 0 0 0,-1 1 0 0 0,-2 0 0 0 0,0 2 0 0 0,0 2 0 0 0,0 1 0 0 0,1 0 0 0 0,10 1 0 0 0,14 0 0 0 0,14 1 0 0 0,11-1 0 0 0,7 0 0 0 0,5-5 0 0 0,3-2 0 0 0,0 1 0 0 0,1 0 0 0 0,-1 3 0 0 0,-1 0 0 0 0,5 2 0 0 0,2 0 0 0 0,-1 1 0 0 0,-2 1 0 0 0,4-1 0 0 0,5 0 0 0 0,1 0 0 0 0,-3 1 0 0 0,-3-1 0 0 0,-4 0 0 0 0,-1 0 0 0 0,-3 0 0 0 0,-1 0 0 0 0,-1 0 0 0 0,1 0 0 0 0,-1 0 0 0 0,0 0 0 0 0,0 0 0 0 0,1 0 0 0 0,0 0 0 0 0,-1 0 0 0 0,1 0 0 0 0,0 0 0 0 0,0 0 0 0 0,0 0 0 0 0,0 0 0 0 0,0 0 0 0 0,-1 0 0 0 0,1 0 0 0 0,0 0 0 0 0,0 0 0 0 0,0 0 0 0 0,-1 0 0 0 0,1 0 0 0 0,-5 5 0 0 0,-2 2 0 0 0,0 0 0 0 0,1-2 0 0 0,2-1 0 0 0,-3 3 0 0 0,-2 2 0 0 0,-9-2 0 0 0,-12-2 0 0 0,-11-1 0 0 0,-10-2 0 0 0,-6-1 0 0 0,-4-1 0 0 0,-2 0 0 0 0,-2 0 0 0 0,1-1 0 0 0,0 1 0 0 0,1 0 0 0 0,0 0 0 0 0,1-1 0 0 0,0 1 0 0 0,0 6 0 0 0,0 1 0 0 0,1-1 0 0 0,-1 0 0 0 0,-5-3 0 0 0,-2 0 0 0 0,1-2 0 0 0,1 0 0 0 0,1-1 0 0 0,-3-1 0 0 0,-1 1 0 0 0,1 0 0 0 0,1 0 0 0 0,3-1 0 0 0,1 1 0 0 0,7 5 0 0 0,1 2 0 0 0,1 0 0 0 0,-1-2 0 0 0,-1-1 0 0 0,-3-1 0 0 0,0-2 0 0 0,-1-1 0 0 0,-1 0 0 0 0,0 0 0 0 0,0 0 0 0 0,0 0 0 0 0,0 5 0 0 0,0 1 0 0 0,0 1 0 0 0,0-2 0 0 0,11-1 0 0 0,13-2 0 0 0,14 0 0 0 0,11-2 0 0 0,7 0 0 0 0,5 0 0 0 0,3 0 0 0 0,0-1 0 0 0,1 1 0 0 0,-1 0 0 0 0,-1 0 0 0 0,5 0 0 0 0,2 0 0 0 0,-2 0 0 0 0,0 0 0 0 0,-3 0 0 0 0,-1 0 0 0 0,4 0 0 0 0,7 0 0 0 0,0 0 0 0 0,4 0 0 0 0,-1 0 0 0 0,1 0 0 0 0,-1 0 0 0 0,-4 0 0 0 0,-4 0 0 0 0,-4 0 0 0 0,4 0 0 0 0,4 0 0 0 0,2 0 0 0 0,-3 0 0 0 0,-3 0 0 0 0,3 0 0 0 0,-2 0 0 0 0,-1 0 0 0 0,3 0 0 0 0,-1 0 0 0 0,4 0 0 0 0,4 0 0 0 0,-1 0 0 0 0,-3 0 0 0 0,-4 0 0 0 0,1 0 0 0 0,-1 0 0 0 0,8 0 0 0 0,2 0 0 0 0,-4 0 0 0 0,1 5 0 0 0,4 2 0 0 0,2 0 0 0 0,-2-2 0 0 0,-5-1 0 0 0,-5 4 0 0 0,1 0 0 0 0,-2-1 0 0 0,-3-2 0 0 0,-2-1 0 0 0,-2-2 0 0 0,-2-1 0 0 0,-1-1 0 0 0,0 0 0 0 0,-1 0 0 0 0,0-1 0 0 0,1 1 0 0 0,-6 5 0 0 0,-7 7 0 0 0,-11 2 0 0 0,-13-2 0 0 0,-10-3 0 0 0,-7-3 0 0 0,-6-2 0 0 0,-3-3 0 0 0,-1 0 0 0 0,0-1 0 0 0,0-1 0 0 0,0 1 0 0 0,1-1 0 0 0,1 1 0 0 0,-6-1 0 0 0,0 1 0 0 0,-1 0 0 0 0,2 0 0 0 0,2 0 0 0 0,0 0 0 0 0,2 0 0 0 0,-4 0 0 0 0,-7 0 0 0 0,-1 0 0 0 0,1 0 0 0 0,3 0 0 0 0,4 0 0 0 0,-4 0 0 0 0,1 0 0 0 0,-5 0 0 0 0,2 0 0 0 0,1 0 0 0 0,-2 0 0 0 0,0 0 0 0 0,3 5 0 0 0,3 2 0 0 0,-3 0 0 0 0,-5-2 0 0 0,-5-1 0 0 0,0 4 0 0 0,-2 0 0 0 0,-2-1 0 0 0,3-1 0 0 0,4-3 0 0 0,6-1 0 0 0,4-1 0 0 0,3 5 0 0 0,2 1 0 0 0,2-1 0 0 0,0-1 0 0 0,0-2 0 0 0,0-1 0 0 0,-5 0 0 0 0,-3-2 0 0 0,1 0 0 0 0,-4 0 0 0 0,-1 5 0 0 0,2 1 0 0 0,3 1 0 0 0,2 3 0 0 0,2 1 0 0 0,1-2 0 0 0,1 3 0 0 0,11-1 0 0 0,14-2 0 0 0,13-3 0 0 0,11-2 0 0 0,7-1 0 0 0,6-3 0 0 0,6 0 0 0 0,4 0 0 0 0,-1 0 0 0 0,-1-1 0 0 0,-3 1 0 0 0,-2-1 0 0 0,-1 1 0 0 0,4 0 0 0 0,0 0 0 0 0,1 0 0 0 0,-3 0 0 0 0,0 0 0 0 0,-3 0 0 0 0,5 0 0 0 0,2 0 0 0 0,-2 0 0 0 0,-1 0 0 0 0,-2 0 0 0 0,4 0 0 0 0,1 0 0 0 0,-1 0 0 0 0,-2 0 0 0 0,4 0 0 0 0,0 0 0 0 0,-2 0 0 0 0,-1 0 0 0 0,-3 0 0 0 0,-1 0 0 0 0,4 0 0 0 0,1 0 0 0 0,-1 0 0 0 0,4 0 0 0 0,0 0 0 0 0,-1 0 0 0 0,-3 0 0 0 0,-2 0 0 0 0,-2 0 0 0 0,-1 0 0 0 0,-1 0 0 0 0,0 0 0 0 0,4 0 0 0 0,3 0 0 0 0,-1 0 0 0 0,-1 0 0 0 0,-2 0 0 0 0,4 0 0 0 0,1 0 0 0 0,-1 0 0 0 0,-1 0 0 0 0,-3 0 0 0 0,-1 0 0 0 0,-1 0 0 0 0,-1 0 0 0 0,-1 0 0 0 0,1 0 0 0 0,-11 0 0 0 0,-14 0 0 0 0,-13 0 0 0 0,-11 0 0 0 0,-7 0 0 0 0,-5 0 0 0 0,-3 0 0 0 0,0 0 0 0 0,-1 0 0 0 0,1 0 0 0 0,1 0 0 0 0,-5 0 0 0 0,-2 0 0 0 0,2 0 0 0 0,0 0 0 0 0,3 0 0 0 0,1 0 0 0 0,-4 0 0 0 0,-2 0 0 0 0,-3 0 0 0 0,-1 0 0 0 0,2 0 0 0 0,-3 0 0 0 0,-4 0 0 0 0,1 0 0 0 0,3 0 0 0 0,-1 0 0 0 0,1 0 0 0 0,-2 0 0 0 0,-3 0 0 0 0,-10 0 0 0 0,-5 0 0 0 0,3 0 0 0 0,2 0 0 0 0,0 0 0 0 0,5 0 0 0 0,1 0 0 0 0,-6 0 0 0 0,-4 0 0 0 0,-1 0 0 0 0,0 0 0 0 0,-1 0 0 0 0,7 0 0 0 0,2 0 0 0 0,-10 0 0 0 0,-10 0 0 0 0,3 0 0 0 0,3 0 0 0 0,9 0 0 0 0,3 0 0 0 0,-3 0 0 0 0,-2 0 0 0 0,-1 0 0 0 0,0 0 0 0 0,6 0 0 0 0,7 0 0 0 0,2 0 0 0 0,4 0 0 0 0,-1 0 0 0 0,3 0 0 0 0,-3 0 0 0 0,2 0 0 0 0,3 0 0 0 0,3 0 0 0 0,3 0 0 0 0,2 0 0 0 0,2 0 0 0 0,0 0 0 0 0,1 0 0 0 0,-1 0 0 0 0,1 0 0 0 0,0 5 0 0 0,5 8 0 0 0,11 0 0 0 0,10 4 0 0 0,9 0 0 0 0,10-5 0 0 0,7-3 0 0 0,5-3 0 0 0,4-3 0 0 0,1-2 0 0 0,1-1 0 0 0,0-1 0 0 0,-1 1 0 0 0,0-1 0 0 0,-1 6 0 0 0,6 1 0 0 0,1 1 0 0 0,-1-2 0 0 0,5-1 0 0 0,-1-2 0 0 0,-1 4 0 0 0,3 2 0 0 0,-1-1 0 0 0,8-2 0 0 0,6-2 0 0 0,-1-1 0 0 0,-4-1 0 0 0,-1 0 0 0 0,1-1 0 0 0,3 5 0 0 0,3 1 0 0 0,2 1 0 0 0,-4-2 0 0 0,5-2 0 0 0,-3 0 0 0 0,-1-2 0 0 0,1-1 0 0 0,2 0 0 0 0,0 0 0 0 0,1 0 0 0 0,1 0 0 0 0,-5-1 0 0 0,-1 1 0 0 0,0 0 0 0 0,2 0 0 0 0,-4 0 0 0 0,-1 0 0 0 0,-3 0 0 0 0,-6 0 0 0 0,2 0 0 0 0,-3 0 0 0 0,2 0 0 0 0,0 0 0 0 0,-4 0 0 0 0,3 0 0 0 0,4 0 0 0 0,0 0 0 0 0,-4 0 0 0 0,-3 0 0 0 0,-3 0 0 0 0,-3 0 0 0 0,-2 0 0 0 0,-1 0 0 0 0,4 0 0 0 0,2 0 0 0 0,0 0 0 0 0,-1 0 0 0 0,-2 0 0 0 0,-1 0 0 0 0,-1 0 0 0 0,-1 0 0 0 0,-11 0 0 0 0,-13 0 0 0 0,-14 0 0 0 0,-11 0 0 0 0,-8 0 0 0 0,-4 0 0 0 0,-2 0 0 0 0,-2 0 0 0 0,0 0 0 0 0,1 0 0 0 0,1 0 0 0 0,0 0 0 0 0,1 0 0 0 0,0 0 0 0 0,0 0 0 0 0,0 0 0 0 0,0 0 0 0 0,1 0 0 0 0,-1 0 0 0 0,0 0 0 0 0,0 0 0 0 0,0 0 0 0 0,1 0 0 0 0,-1 5 0 0 0,0 2 0 0 0,0 0 0 0 0,0-2 0 0 0,1-1 0 0 0,4 4 0 0 0,2 0 0 0 0,-5-1 0 0 0,-4-2 0 0 0,0-1 0 0 0,-7-2 0 0 0,0 4 0 0 0,1 2 0 0 0,1-2 0 0 0,8 4 0 0 0,4 1 0 0 0,0-3 0 0 0,0-1 0 0 0,-1 2 0 0 0,-1 1 0 0 0,-1-3 0 0 0,-1-1 0 0 0,0-3 0 0 0,4 4 0 0 0,2 1 0 0 0,0-1 0 0 0,3 3 0 0 0,1 1 0 0 0,-2-3 0 0 0,-2-1 0 0 0,2 2 0 0 0,1 5 0 0 0,8 1 0 0 0,12-3 0 0 0,12 2 0 0 0,8-1 0 0 0,7-3 0 0 0,5-4 0 0 0,1-2 0 0 0,1-2 0 0 0,0-1 0 0 0,0-1 0 0 0,-1-1 0 0 0,0 1 0 0 0,-1-1 0 0 0,0 1 0 0 0,0 0 0 0 0,0-1 0 0 0,-1 1 0 0 0,1 0 0 0 0,0 0 0 0 0,0 0 0 0 0,5 0 0 0 0,7 0 0 0 0,6 0 0 0 0,6 0 0 0 0,4 0 0 0 0,-3 0 0 0 0,0 6 0 0 0,-5 1 0 0 0,-6-1 0 0 0,-5 0 0 0 0,1-3 0 0 0,5 0 0 0 0,-2-2 0 0 0,-2 0 0 0 0,-3-1 0 0 0,-3-1 0 0 0,-2 1 0 0 0,3 0 0 0 0,1-1 0 0 0,-1 1 0 0 0,-2 0 0 0 0,5 0 0 0 0,-6 5 0 0 0,-2 2 0 0 0,3 0 0 0 0,1-2 0 0 0,-1-1 0 0 0,0-1 0 0 0,-1-2 0 0 0,-2-1 0 0 0,0 0 0 0 0,-1 0 0 0 0,-10 0 0 0 0,-15 0 0 0 0,-13-1 0 0 0,-11 1 0 0 0,-8 0 0 0 0,-4 0 0 0 0,-2 0 0 0 0,-2 0 0 0 0,1 0 0 0 0,0 0 0 0 0,0 0 0 0 0,1 0 0 0 0,1 0 0 0 0,0 0 0 0 0,-5 0 0 0 0,-7 0 0 0 0,-7 0 0 0 0,0 0 0 0 0,4 0 0 0 0,4 0 0 0 0,3 0 0 0 0,-1-5 0 0 0,-5-2 0 0 0,1 0 0 0 0,1 2 0 0 0,4 1 0 0 0,3 2 0 0 0,-3 0 0 0 0,0 2 0 0 0,-4 0 0 0 0,0 0 0 0 0,-3 0 0 0 0,1 1 0 0 0,3-1 0 0 0,4 0 0 0 0,-3 0 0 0 0,1 0 0 0 0,-4 0 0 0 0,1 0 0 0 0,-3 0 0 0 0,-4 0 0 0 0,6-5 0 0 0,1-2 0 0 0,1 0 0 0 0,-1 2 0 0 0,-5 1 0 0 0,1 2 0 0 0,-2 1 0 0 0,-4 0 0 0 0,-2 1 0 0 0,2-5 0 0 0,0-2 0 0 0,3 1 0 0 0,1 1 0 0 0,2 1 0 0 0,5 2 0 0 0,4 1 0 0 0,-3 0 0 0 0,2 1 0 0 0,1 0 0 0 0,2 1 0 0 0,3-1 0 0 0,0 0 0 0 0,-4 0 0 0 0,0 1 0 0 0,0-1 0 0 0,1 0 0 0 0,2 0 0 0 0,1 0 0 0 0,1 0 0 0 0,11 0 0 0 0,15 0 0 0 0,13 0 0 0 0,11 0 0 0 0,7 0 0 0 0,5 0 0 0 0,8 0 0 0 0,3 0 0 0 0,-1 0 0 0 0,4 0 0 0 0,-1 0 0 0 0,3 0 0 0 0,4 0 0 0 0,5 0 0 0 0,-3 0 0 0 0,-5 0 0 0 0,1 0 0 0 0,-3 0 0 0 0,-4 0 0 0 0,2 0 0 0 0,-2 0 0 0 0,3 0 0 0 0,0 0 0 0 0,2 0 0 0 0,-1 0 0 0 0,2 0 0 0 0,-2 0 0 0 0,-3 0 0 0 0,2 0 0 0 0,4 0 0 0 0,-2 0 0 0 0,3 0 0 0 0,3 0 0 0 0,4 0 0 0 0,-4 0 0 0 0,-4 0 0 0 0,-6 0 0 0 0,-4 0 0 0 0,2 0 0 0 0,-2 0 0 0 0,0 0 0 0 0,-3 0 0 0 0,-2 0 0 0 0,0 0 0 0 0,-2 0 0 0 0,0 0 0 0 0,-1 0 0 0 0,6 0 0 0 0,7 0 0 0 0,1 0 0 0 0,-1 0 0 0 0,-4 0 0 0 0,-2 0 0 0 0,-2 0 0 0 0,-8-6 0 0 0,-2-1 0 0 0,-1 1 0 0 0,1 0 0 0 0,1 3 0 0 0,2 0 0 0 0,-9 2 0 0 0,-14 0 0 0 0,-12 1 0 0 0,-10 1 0 0 0,-8-1 0 0 0,-5-5 0 0 0,-2-2 0 0 0,-1 1 0 0 0,-1 0 0 0 0,1 3 0 0 0,-5 0 0 0 0,0 2 0 0 0,-6 1 0 0 0,1-6 0 0 0,2 0 0 0 0,-3-1 0 0 0,-4 2 0 0 0,-5 2 0 0 0,-3 0 0 0 0,-3 2 0 0 0,3 1 0 0 0,1 0 0 0 0,0-5 0 0 0,-3-2 0 0 0,5 1 0 0 0,5 1 0 0 0,1 1 0 0 0,3 2 0 0 0,-2 0 0 0 0,3 2 0 0 0,-3 0 0 0 0,1 0 0 0 0,4 0 0 0 0,3 1 0 0 0,-3-1 0 0 0,1 0 0 0 0,-3 0 0 0 0,-5 0 0 0 0,0 0 0 0 0,-2 0 0 0 0,3 0 0 0 0,-2 0 0 0 0,2 0 0 0 0,5 0 0 0 0,3 0 0 0 0,4 0 0 0 0,2 0 0 0 0,1 0 0 0 0,-3 0 0 0 0,-3 0 0 0 0,2 0 0 0 0,0 5 0 0 0,-3 2 0 0 0,-1 0 0 0 0,2-2 0 0 0,1 4 0 0 0,2 1 0 0 0,2-2 0 0 0,2-2 0 0 0,-1-3 0 0 0,2 0 0 0 0,10-2 0 0 0,14-1 0 0 0,13 0 0 0 0,11-1 0 0 0,7 1 0 0 0,5-1 0 0 0,3 1 0 0 0,0 0 0 0 0,1 0 0 0 0,-1 0 0 0 0,-1 0 0 0 0,0 0 0 0 0,5 0 0 0 0,1 0 0 0 0,0 0 0 0 0,3 0 0 0 0,0 0 0 0 0,4 0 0 0 0,0 0 0 0 0,2 0 0 0 0,-2 0 0 0 0,-3 0 0 0 0,2 0 0 0 0,-1 0 0 0 0,2 0 0 0 0,-1 0 0 0 0,2 0 0 0 0,5 0 0 0 0,-3 0 0 0 0,3-5 0 0 0,2-2 0 0 0,8 0 0 0 0,-1 2 0 0 0,-1 1 0 0 0,-4 1 0 0 0,-2 2 0 0 0,1-5 0 0 0,2-1 0 0 0,7 1 0 0 0,-2 1 0 0 0,-1 1 0 0 0,-5 2 0 0 0,-2 1 0 0 0,-5-4 0 0 0,-4-2 0 0 0,0 0 0 0 0,-3 2 0 0 0,4 2 0 0 0,3 1 0 0 0,-1 0 0 0 0,-2 2 0 0 0,0 0 0 0 0,4 0 0 0 0,-1 1 0 0 0,-4-1 0 0 0,1 0 0 0 0,-2-5 0 0 0,-2-2 0 0 0,1 1 0 0 0,0 0 0 0 0,-3 2 0 0 0,-3 2 0 0 0,-1 1 0 0 0,-8-5 0 0 0,-2-1 0 0 0,-1 1 0 0 0,1 1 0 0 0,-4-4 0 0 0,-10 0 0 0 0,-13 1 0 0 0,-11 2 0 0 0,-9 2 0 0 0,-5 2 0 0 0,-4 1 0 0 0,-7-4 0 0 0,-2-2 0 0 0,0 1 0 0 0,2 1 0 0 0,2 1 0 0 0,2 2 0 0 0,2-4 0 0 0,0-1 0 0 0,-4 0 0 0 0,-7 2 0 0 0,-6 1 0 0 0,-6-3 0 0 0,-3-1 0 0 0,2 1 0 0 0,1 2 0 0 0,-2 1 0 0 0,5 2 0 0 0,0 1 0 0 0,-1 1 0 0 0,2 0 0 0 0,1 0 0 0 0,2 1 0 0 0,0-1 0 0 0,-3-5 0 0 0,2-2 0 0 0,-1 1 0 0 0,2 0 0 0 0,-5 2 0 0 0,-5 2 0 0 0,2 1 0 0 0,6 0 0 0 0,0 1 0 0 0,-1-5 0 0 0,-3-1 0 0 0,3-1 0 0 0,-1 2 0 0 0,-2 1 0 0 0,4 2 0 0 0,-1 1 0 0 0,3 1 0 0 0,-1 0 0 0 0,-2 0 0 0 0,2 0 0 0 0,-1 0 0 0 0,-3 1 0 0 0,3-1 0 0 0,5 0 0 0 0,4 0 0 0 0,4 0 0 0 0,3 0 0 0 0,3 0 0 0 0,0-5 0 0 0,1-2 0 0 0,-5 0 0 0 0,-2 2 0 0 0,0 1 0 0 0,1 1 0 0 0,2 2 0 0 0,1 1 0 0 0,1 0 0 0 0,6-5 0 0 0,12-2 0 0 0,15 1 0 0 0,11 0 0 0 0,10 3 0 0 0,6 1 0 0 0,3 0 0 0 0,2 2 0 0 0,1 0 0 0 0,4 0 0 0 0,7 0 0 0 0,1 1 0 0 0,3-1 0 0 0,-1 0 0 0 0,-5 0 0 0 0,2 0 0 0 0,-1 0 0 0 0,1 0 0 0 0,-1 0 0 0 0,-3 0 0 0 0,3 0 0 0 0,-2 0 0 0 0,2-5 0 0 0,6-2 0 0 0,-2 0 0 0 0,-4 2 0 0 0,-3 1 0 0 0,1 2 0 0 0,10 0 0 0 0,0 2 0 0 0,3 0 0 0 0,-3 0 0 0 0,-6 0 0 0 0,1 1 0 0 0,2-1 0 0 0,4 0 0 0 0,3 0 0 0 0,-3 0 0 0 0,0 0 0 0 0,2 0 0 0 0,2 0 0 0 0,-4 0 0 0 0,-5 0 0 0 0,-6 0 0 0 0,0 0 0 0 0,-1 0 0 0 0,3 0 0 0 0,-2 0 0 0 0,-1 0 0 0 0,-4 0 0 0 0,-2-5 0 0 0,3-2 0 0 0,1 0 0 0 0,-2 2 0 0 0,-1 1 0 0 0,-2 2 0 0 0,-6-5 0 0 0,-4 0 0 0 0,1 0 0 0 0,0 2 0 0 0,2 2 0 0 0,1 1 0 0 0,-4-5 0 0 0,-12-5 0 0 0,-12-2 0 0 0,-12-3 0 0 0,-9 1 0 0 0,-7 4 0 0 0,-3 3 0 0 0,-1 4 0 0 0,-2 2 0 0 0,1 2 0 0 0,-5 1 0 0 0,-1 1 0 0 0,1-6 0 0 0,-4-1 0 0 0,-5 0 0 0 0,0 1 0 0 0,-2 1 0 0 0,1-3 0 0 0,5-2 0 0 0,-2 2 0 0 0,2 2 0 0 0,-2 1 0 0 0,1 2 0 0 0,3 1 0 0 0,-2 1 0 0 0,1 0 0 0 0,-3 0 0 0 0,1 1 0 0 0,-3-6 0 0 0,2-2 0 0 0,4 1 0 0 0,-3 0 0 0 0,-9 3 0 0 0,-1 0 0 0 0,-1 2 0 0 0,2 0 0 0 0,7 1 0 0 0,-6 1 0 0 0,1-1 0 0 0,-2 0 0 0 0,-1-5 0 0 0,2-2 0 0 0,0 1 0 0 0,4 1 0 0 0,-1 1 0 0 0,-2 1 0 0 0,2 2 0 0 0,-2 1 0 0 0,4 0 0 0 0,-1 0 0 0 0,-3 0 0 0 0,-4 0 0 0 0,3 1 0 0 0,5-1 0 0 0,0 0 0 0 0,3 0 0 0 0,3 0 0 0 0,4 0 0 0 0,28 0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9457 1720 16383 0 0,'-11'2'0'0'0,"-12"5"0"0"0,4 5 0 0 0,13-2 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9349 1741 16383 0 0,'-18'14'0'0'0,"7"-4"0"0"0,11-4 0 0 0,4-8 0 0 0,8-4 0 0 0,2-7 0 0 0,-2 4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1804 16383 0 0,'-9'6'0'0'0,"-11"4"0"0"0,-2-1 0 0 0,-3-3 0 0 0,-2 4 0 0 0,-2-1 0 0 0,-1 3 0 0 0,3-1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1920 16383 0 0,'22'0'0'0'0,"12"-6"0"0"0,-18 2 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9308 1910 16383 0 0,'-3'1'0'0'0,"-21"8"0"0"0,0 0 0 0 0,-1-1 0 0 0,-1-2 0 0 0,6 2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2040 16383 0 0,'24'0'0'0'0,"8"-1"0"0"0,1 1 0 0 0,-1-1 0 0 0,-1 1 0 0 0,0-1 0 0 0,0 1 0 0 0,0 0 0 0 0,0 0 0 0 0,0 0 0 0 0,-1 0 0 0 0,-4-5 0 0 0,-2-2 0 0 0,0 0 0 0 0,1 2 0 0 0,2 1 0 0 0,2 2 0 0 0,-10 1 0 0 0,-13 0 0 0 0,-13 1 0 0 0,-11 0 0 0 0,-7 1 0 0 0,-4-1 0 0 0,-3 0 0 0 0,30 0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9335 2628 16383 0 0,'0'0'0'0'0,"33"0"0"0"0,0-1 0 0 0,0 1 0 0 0,-1-1 0 0 0,1 1 0 0 0,-1 0 0 0 0,-1 0 0 0 0,0 0 0 0 0,0 0 0 0 0,0 0 0 0 0,-1 0 0 0 0,1 0 0 0 0,0 0 0 0 0,0 0 0 0 0,-1 0 0 0 0,1 0 0 0 0,0 0 0 0 0,-11 0 0 0 0,-8 5 0 0 0,-12 2 0 0 0,-11 0 0 0 0,-9-2 0 0 0,-6-1 0 0 0,-4-1 0 0 0,3 3 0 0 0,1 2 0 0 0,0-2 0 0 0,-2-1 0 0 0,0-1 0 0 0,-2-2 0 0 0,0-1 0 0 0,0-1 0 0 0,-1 0 0 0 0,0 0 0 0 0,0 0 0 0 0,0-1 0 0 0,0 1 0 0 0,0 0 0 0 0,11 0 0 0 0,13 0 0 0 0,14 0 0 0 0,11 0 0 0 0,7 0 0 0 0,5 0 0 0 0,2 0 0 0 0,2 0 0 0 0,-1 0 0 0 0,1 0 0 0 0,-2 0 0 0 0,0 0 0 0 0,-1 0 0 0 0,0 0 0 0 0,0 0 0 0 0,0 0 0 0 0,0 0 0 0 0,-1 0 0 0 0,1 0 0 0 0,0 0 0 0 0,0 0 0 0 0,-6 5 0 0 0,-1 2 0 0 0,-5 5 0 0 0,0 0 0 0 0,-4 4 0 0 0,1-1 0 0 0,-2 2 0 0 0,1-2 0 0 0,-1 2 0 0 0,2-2 0 0 0,-2 2 0 0 0,2-3 0 0 0,-1 3 0 0 0,-4 2 0 0 0,2-1 0 0 0,3-3 0 0 0,0 0 0 0 0,2 3 0 0 0,3-2 0 0 0,4-3 0 0 0,2-4 0 0 0,2-3 0 0 0,1-3 0 0 0,-4 3 0 0 0,-1 1 0 0 0,-6 4 0 0 0,0 1 0 0 0,2-3 0 0 0,-3 4 0 0 0,1-2 0 0 0,-3 4 0 0 0,2-2 0 0 0,-4 3 0 0 0,3-1 0 0 0,-3 1 0 0 0,2-1 0 0 0,4 1 0 0 0,3 4 0 0 0,3-2 0 0 0,3-3 0 0 0,-4 0 0 0 0,-1-2 0 0 0,1-4 0 0 0,-5 3 0 0 0,-4 4 0 0 0,-1-1 0 0 0,-2 3 0 0 0,1-2 0 0 0,4-4 0 0 0,-1 2 0 0 0,-3 3 0 0 0,0-1 0 0 0,-1 2 0 0 0,2-2 0 0 0,-2 1 0 0 0,3 4 0 0 0,3-3 0 0 0,-1 2 0 0 0,1-3 0 0 0,-2 0 0 0 0,-4 4 0 0 0,1-3 0 0 0,-2 2 0 0 0,2-4 0 0 0,-1 2 0 0 0,-3 2 0 0 0,2-1 0 0 0,-1 0 0 0 0,-2 3 0 0 0,-3 3 0 0 0,-2 2 0 0 0,-2 2 0 0 0,-2 1 0 0 0,0 1 0 0 0,0 0 0 0 0,-1 0 0 0 0,1 1 0 0 0,5-1 0 0 0,1 0 0 0 0,1 0 0 0 0,3 0 0 0 0,1 0 0 0 0,-2 0 0 0 0,-2-1 0 0 0,-3 1 0 0 0,-2 0 0 0 0,-1 0 0 0 0,0 0 0 0 0,-2-1 0 0 0,1 1 0 0 0,-1 0 0 0 0,1 0 0 0 0,0 0 0 0 0,0 0 0 0 0,-6-1 0 0 0,-1 1 0 0 0,1-10 0 0 0,0-15 0 0 0,2-13 0 0 0,2-11 0 0 0,1-7 0 0 0,0-5 0 0 0,1-2 0 0 0,1-2 0 0 0,-1 1 0 0 0,0 0 0 0 0,0 0 0 0 0,1 1 0 0 0,-1 1 0 0 0,0 0 0 0 0,0 0 0 0 0,0 0 0 0 0,0 1 0 0 0,0-1 0 0 0,0 0 0 0 0,0 0 0 0 0,0 1 0 0 0,0-1 0 0 0,0 0 0 0 0,0 0 0 0 0,0 0 0 0 0,0 0 0 0 0,-6 6 0 0 0,-1 1 0 0 0,1 0 0 0 0,0-2 0 0 0,3-1 0 0 0,0-1 0 0 0,2-2 0 0 0,1 0 0 0 0,0-1 0 0 0,-6 5 0 0 0,0 2 0 0 0,-1 0 0 0 0,-3 3 0 0 0,-1 1 0 0 0,3-2 0 0 0,1-2 0 0 0,-2 3 0 0 0,-1-1 0 0 0,2-1 0 0 0,-2 3 0 0 0,-6 5 0 0 0,0 0 0 0 0,4-3 0 0 0,-3 1 0 0 0,2-1 0 0 0,-2 3 0 0 0,1-3 0 0 0,4-2 0 0 0,-3 2 0 0 0,-3-1 0 0 0,0-3 0 0 0,-2 2 0 0 0,2 0 0 0 0,-2 3 0 0 0,3-1 0 0 0,3-3 0 0 0,-1 3 0 0 0,-3-1 0 0 0,0-3 0 0 0,-2 3 0 0 0,-3 4 0 0 0,2 0 0 0 0,4-4 0 0 0,-1 3 0 0 0,3-2 0 0 0,-2 2 0 0 0,-3-1 0 0 0,0-4 0 0 0,0 3 0 0 0,-4 4 0 0 0,2-1 0 0 0,0-3 0 0 0,-2-4 0 0 0,-3-3 0 0 0,-2-3 0 0 0,3-2 0 0 0,1 5 0 0 0,4 0 0 0 0,0 6 0 0 0,3-1 0 0 0,0 5 0 0 0,1-2 0 0 0,-1 3 0 0 0,2-2 0 0 0,-2 2 0 0 0,2-1 0 0 0,-2-5 0 0 0,2-3 0 0 0,-2 2 0 0 0,-4 5 0 0 0,2-1 0 0 0,4-2 0 0 0,-2 2 0 0 0,4-1 0 0 0,-3 2 0 0 0,1-2 0 0 0,4-2 0 0 0,-2 2 0 0 0,0-1 0 0 0,-2 2 0 0 0,1-1 0 0 0,-2 3 0 0 0,1-2 0 0 0,3-2 0 0 0,3-5 0 0 0,3-2 0 0 0,3-2 0 0 0,-4 3 0 0 0,-1 1 0 0 0,1-1 0 0 0,-4 4 0 0 0,0 1 0 0 0,2-3 0 0 0,1-1 0 0 0,3-3 0 0 0,2-2 0 0 0,1 0 0 0 0,1-2 0 0 0,0 0 0 0 0,0 0 0 0 0,1-1 0 0 0,4 6 0 0 0,3 2 0 0 0,-2 0 0 0 0,0-2 0 0 0,-2-1 0 0 0,3-1 0 0 0,2-2 0 0 0,-2 0 0 0 0,3 4 0 0 0,1 2 0 0 0,-2 0 0 0 0,-3-2 0 0 0,3 4 0 0 0,0 1 0 0 0,-1-2 0 0 0,-3-3 0 0 0,-1-1 0 0 0,-2-1 0 0 0,-1-2 0 0 0,-1-1 0 0 0,0 0 0 0 0,-1 0 0 0 0,1 0 0 0 0,-1 0 0 0 0,1 11 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9477 2016 16383 0 0,'-20'5'0'0'0,"-7"1"0"0"0,-1-2 0 0 0,9-2 0 0 0,14-1 0 0 0,12 0 0 0 0,11-1 0 0 0,7-1 0 0 0,5 1 0 0 0,2 0 0 0 0,1 0 0 0 0,1-1 0 0 0,-1 1 0 0 0,-1 0 0 0 0,0 0 0 0 0,-1 0 0 0 0,0 0 0 0 0,0 0 0 0 0,0 0 0 0 0,0 0 0 0 0,-1 0 0 0 0,-4 6 0 0 0,-13 6 0 0 0,-13 1 0 0 0,-12-1 0 0 0,-10 3 0 0 0,-5-2 0 0 0,-5-3 0 0 0,-1-3 0 0 0,0-2 0 0 0,0-3 0 0 0,0-1 0 0 0,1 4 0 0 0,0 1 0 0 0,1 0 0 0 0,5 4 0 0 0,2 1 0 0 0,0-3 0 0 0,-1-1 0 0 0,-2 2 0 0 0,-2 0 0 0 0,5 4 0 0 0,1 0 0 0 0,2-4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11539 2399 16383 0 0,'5'0'0'0'0,"6"0"0"0"0,7 0 0 0 0,4 0 0 0 0,5 0 0 0 0,1 0 0 0 0,2 0 0 0 0,0 0 0 0 0,0 0 0 0 0,0 0 0 0 0,0 0 0 0 0,-1 0 0 0 0,0 0 0 0 0,0 0 0 0 0,0 0 0 0 0,-10 0 0 0 0,-13 0 0 0 0,-13 0 0 0 0,-9 0 0 0 0,-3-5 0 0 0,-2-2 0 0 0,-4 1 0 0 0,-1-4 0 0 0,-2 0 0 0 0,-1 1 0 0 0,0 3 0 0 0,0-3 0 0 0,-1 1 0 0 0,1-5 0 0 0,0 2 0 0 0,0 1 0 0 0,0 3 0 0 0,0 3 0 0 0,5-3 0 0 0,2-1 0 0 0,-1 2 0 0 0,-1 1 0 0 0,-1-3 0 0 0,-2 0 0 0 0,0 1 0 0 0,-2 2 0 0 0,5-3 0 0 0,2-1 0 0 0,-1 2 0 0 0,9 2 0 0 0,11 2 0 0 0,11 1 0 0 0,10 1 0 0 0,6 1 0 0 0,4 0 0 0 0,2 5 0 0 0,1 2 0 0 0,1 5 0 0 0,-2-1 0 0 0,1-1 0 0 0,-2-2 0 0 0,1-4 0 0 0,-1 4 0 0 0,0 0 0 0 0,-1-2 0 0 0,-4 4 0 0 0,-1-1 0 0 0,-1-1 0 0 0,2-2 0 0 0,1-2 0 0 0,2-2 0 0 0,-9-1 0 0 0,-13-1 0 0 0,-6 5 0 0 0,-9 1 0 0 0,-7-1 0 0 0,-1 5 0 0 0,-2 0 0 0 0,2 3 0 0 0,9 0 0 0 0,11-3 0 0 0,11-3 0 0 0,7-2 0 0 0,0-3 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11654 2576 16383 0 0,'-5'0'0'0'0,"-2"-5"0"0"0,1-6 0 0 0,1-7 0 0 0,6 0 0 0 0,4-1 0 0 0,4 1 0 0 0,7 5 0 0 0,6 4 0 0 0,3 4 0 0 0,2 2 0 0 0,3 3 0 0 0,0 0 0 0 0,0 1 0 0 0,0 0 0 0 0,-11-1 0 0 0,-12-4 0 0 0,-13-2 0 0 0,-10-5 0 0 0,-8 0 0 0 0,-4 1 0 0 0,2-2 0 0 0,2 0 0 0 0,-2 3 0 0 0,0 3 0 0 0,-1 2 0 0 0,0 2 0 0 0,3-3 0 0 0,2-2 0 0 0,0 1 0 0 0,-2-3 0 0 0,-2-1 0 0 0,-1 2 0 0 0,0 2 0 0 0,-2 3 0 0 0,0 0 0 0 0,0 2 0 0 0,0 1 0 0 0,5-4 0 0 0,1-2 0 0 0,0 0 0 0 0,-1 1 0 0 0,-1 2 0 0 0,-2 1 0 0 0,5-4 0 0 0,5-6 0 0 0,10-1 0 0 0,8-3 0 0 0,7 1 0 0 0,3-1 0 0 0,4 1 0 0 0,5 4 0 0 0,-2-2 0 0 0,2 2 0 0 0,2-2 0 0 0,2 1 0 0 0,2 2 0 0 0,2 3 0 0 0,-4-2 0 0 0,-2 1 0 0 0,-4-4 0 0 0,0 1 0 0 0,1 1 0 0 0,-2-1 0 0 0,1 0 0 0 0,2 2 0 0 0,3 4 0 0 0,-3 6 0 0 0,-4 8 0 0 0,-6 8 0 0 0,-4 6 0 0 0,-3 4 0 0 0,-2 2 0 0 0,-6-4 0 0 0,-2-1 0 0 0,-1 0 0 0 0,3 1 0 0 0,0 1 0 0 0,3 1 0 0 0,0 1 0 0 0,6-4 0 0 0,3-12 0 0 0,4-12 0 0 0,1-11 0 0 0,-2-9 0 0 0,3 0 0 0 0,-2-3 0 0 0,3 3 0 0 0,-1 0 0 0 0,-3-1 0 0 0,2 3 0 0 0,-1-1 0 0 0,-3-2 0 0 0,3-2 0 0 0,-1-2 0 0 0,-2-2 0 0 0,2 4 0 0 0,0 0 0 0 0,-2 0 0 0 0,-2-1 0 0 0,2 3 0 0 0,1 1 0 0 0,-2-2 0 0 0,-2-1 0 0 0,3 2 0 0 0,0 1 0 0 0,-1-2 0 0 0,-2-2 0 0 0,-1-1 0 0 0,-3 8 0 0 0,0 11 0 0 0,-6 8 0 0 0,-1 8 0 0 0,-1 7 0 0 0,2 6 0 0 0,1 3 0 0 0,-3 3 0 0 0,-1 1 0 0 0,-4 1 0 0 0,0-1 0 0 0,3 0 0 0 0,2 0 0 0 0,2-1 0 0 0,3 0 0 0 0,1 0 0 0 0,1 0 0 0 0,-5 0 0 0 0,-1 0 0 0 0,0-1 0 0 0,2 1 0 0 0,1 0 0 0 0,1 0 0 0 0,1 0 0 0 0,0 0 0 0 0,1-10 0 0 0,0-13 0 0 0,1-13 0 0 0,-1-9 0 0 0,0-8 0 0 0,0-4 0 0 0,0-2 0 0 0,0-2 0 0 0,0 1 0 0 0,0 0 0 0 0,0 1 0 0 0,0 0 0 0 0,0 0 0 0 0,0 1 0 0 0,0 0 0 0 0,0 0 0 0 0,0 1 0 0 0,0-1 0 0 0,0 0 0 0 0,0 0 0 0 0,0 1 0 0 0,0-1 0 0 0,0 10 0 0 0,0 13 0 0 0,0 12 0 0 0,0 11 0 0 0,0 6 0 0 0,-5 0 0 0 0,-1 1 0 0 0,-5 1 0 0 0,-1 2 0 0 0,2 0 0 0 0,3 1 0 0 0,-3-4 0 0 0,1-1 0 0 0,2-1 0 0 0,-3-2 0 0 0,0-1 0 0 0,2 1 0 0 0,-3 3 0 0 0,1 2 0 0 0,-3 2 0 0 0,1 0 0 0 0,-3-3 0 0 0,2-1 0 0 0,2 0 0 0 0,4 1 0 0 0,2-8 0 0 0,3-12 0 0 0,1-11 0 0 0,6-5 0 0 0,2-5 0 0 0,0-5 0 0 0,4-3 0 0 0,-1-3 0 0 0,-1-1 0 0 0,2 5 0 0 0,0 0 0 0 0,-2 1 0 0 0,1 3 0 0 0,1 1 0 0 0,-3-2 0 0 0,-2-2 0 0 0,2-2 0 0 0,1-1 0 0 0,-3-2 0 0 0,4-1 0 0 0,0 0 0 0 0,3 5 0 0 0,-1 1 0 0 0,-2 0 0 0 0,-3-1 0 0 0,-2-2 0 0 0,2 0 0 0 0,0-2 0 0 0,4 4 0 0 0,0 2 0 0 0,-1 9 0 0 0,-4 12 0 0 0,-1 11 0 0 0,-3 8 0 0 0,-1 7 0 0 0,-1 3 0 0 0,0 2 0 0 0,-1 2 0 0 0,1-1 0 0 0,0-1 0 0 0,-1 1 0 0 0,1-2 0 0 0,-5 1 0 0 0,-2-1 0 0 0,1 0 0 0 0,1-1 0 0 0,2 1 0 0 0,0 0 0 0 0,2 0 0 0 0,1 0 0 0 0,0-1 0 0 0,0 1 0 0 0,0 0 0 0 0,1 0 0 0 0,-1 0 0 0 0,0 0 0 0 0,0 0 0 0 0,0-10 0 0 0,5-13 0 0 0,2-13 0 0 0,-1-9 0 0 0,-1-8 0 0 0,-2-4 0 0 0,0-2 0 0 0,3-2 0 0 0,1 1 0 0 0,-1 0 0 0 0,4-4 0 0 0,-1-2 0 0 0,0 1 0 0 0,-3 2 0 0 0,-3 2 0 0 0,0 1 0 0 0,-2 1 0 0 0,4 6 0 0 0,1 1 0 0 0,0 1 0 0 0,-2-2 0 0 0,-1 9 0 0 0,-1 12 0 0 0,-1 11 0 0 0,0 9 0 0 0,-1 6 0 0 0,0 5 0 0 0,-1 2 0 0 0,6-4 0 0 0,1-1 0 0 0,0 0 0 0 0,-1 0 0 0 0,4 1 0 0 0,-1-4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12294 1540 16383 0 0,'-5'0'0'0'0,"-7"5"0"0"0,-5 1 0 0 0,-1 5 0 0 0,-2 1 0 0 0,3 3 0 0 0,-1-2 0 0 0,-3-2 0 0 0,-2 2 0 0 0,-2-2 0 0 0,3 3 0 0 0,1-2 0 0 0,-2-2 0 0 0,-1-3 0 0 0,3 2 0 0 0,0 0 0 0 0,-1 2 0 0 0,-1 1 0 0 0,2 2 0 0 0,1-1 0 0 0,-2-2 0 0 0,-2 1 0 0 0,-1 4 0 0 0,-2-1 0 0 0,-1-3 0 0 0,-1 1 0 0 0,0-1 0 0 0,5 2 0 0 0,1-1 0 0 0,5 1 0 0 0,0 0 0 0 0,-1-4 0 0 0,-2 2 0 0 0,-4 4 0 0 0,-1-2 0 0 0,-1-2 0 0 0,3 2 0 0 0,1 2 0 0 0,5 5 0 0 0,0-2 0 0 0,-1-5 0 0 0,2 2 0 0 0,4 1 0 0 0,-1-1 0 0 0,-2-3 0 0 0,1 0 0 0 0,3 4 0 0 0,4 3 0 0 0,7-2 0 0 0,10-3 0 0 0,8-5 0 0 0,6 1 0 0 0,4-1 0 0 0,2-3 0 0 0,1-2 0 0 0,1-2 0 0 0,-1 3 0 0 0,0 1 0 0 0,0-1 0 0 0,0-1 0 0 0,-1-2 0 0 0,0-1 0 0 0,4-1 0 0 0,3-1 0 0 0,4 5 0 0 0,0 1 0 0 0,-1 0 0 0 0,-3-1 0 0 0,-3-2 0 0 0,-6 4 0 0 0,1 1 0 0 0,2-2 0 0 0,-1-1 0 0 0,1-1 0 0 0,0 2 0 0 0,0 2 0 0 0,-1-2 0 0 0,5-1 0 0 0,1-1 0 0 0,5 2 0 0 0,6 2 0 0 0,-1-2 0 0 0,-3-1 0 0 0,-3-2 0 0 0,-4-1 0 0 0,-3-1 0 0 0,-2-1 0 0 0,-1 0 0 0 0,0 0 0 0 0,-1 0 0 0 0,0-1 0 0 0,-5-4 0 0 0,-6-6 0 0 0,-11-2 0 0 0,-11 2 0 0 0,-5-3 0 0 0,-6-3 0 0 0,-5 1 0 0 0,-3 3 0 0 0,1-1 0 0 0,1 2 0 0 0,-2-2 0 0 0,-1-4 0 0 0,-1 2 0 0 0,-1 3 0 0 0,-2 4 0 0 0,1-2 0 0 0,-1 2 0 0 0,-1-3 0 0 0,1 0 0 0 0,0 3 0 0 0,0 3 0 0 0,5-3 0 0 0,2 0 0 0 0,-1 2 0 0 0,4-3 0 0 0,0 1 0 0 0,-1-4 0 0 0,-3 0 0 0 0,-2 4 0 0 0,-1 2 0 0 0,-2 2 0 0 0,-1 3 0 0 0,0 1 0 0 0,5 6 0 0 0,6 7 0 0 0,6 6 0 0 0,6 5 0 0 0,3 4 0 0 0,7 2 0 0 0,4 1 0 0 0,4-5 0 0 0,6-2 0 0 0,4 1 0 0 0,4-4 0 0 0,2-6 0 0 0,1 0 0 0 0,-4-2 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14658 3466 16383 0 0,'5'0'0'0'0,"1"0"0"0"0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14679 3487 16383 0 0,'0'5'0'0'0,"0"2"0"0"0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3376 7382 16383 0 0,'0'0'0'0'0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1916 9499 16383 0 0,'0'0'0'0'0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15021 2685 16383 0 0,'-5'0'0'0'0,"-7"0"0"0"0,-7 0 0 0 0,-5 0 0 0 0,-4 0 0 0 0,-3 0 0 0 0,0 0 0 0 0,-2 0 0 0 0,6-5 0 0 0,2-2 0 0 0,0 0 0 0 0,-1 2 0 0 0,-1 1 0 0 0,-1 1 0 0 0,-2 2 0 0 0,0 1 0 0 0,-1 0 0 0 0,0 0 0 0 0,0 0 0 0 0,5-5 0 0 0,2-2 0 0 0,0 1 0 0 0,-2 1 0 0 0,-1 1 0 0 0,-1-4 0 0 0,-2 0 0 0 0,0 1 0 0 0,-1 2 0 0 0,0 1 0 0 0,0 2 0 0 0,0 1 0 0 0,0-5 0 0 0,0 0 0 0 0,0-1 0 0 0,0 2 0 0 0,0 2 0 0 0,0 1 0 0 0,0 1 0 0 0,0 0 0 0 0,1 1 0 0 0,-1 0 0 0 0,0 1 0 0 0,0-1 0 0 0,0 0 0 0 0,0 0 0 0 0,6-5 0 0 0,1-2 0 0 0,0 1 0 0 0,-2 0 0 0 0,-1 3 0 0 0,4-5 0 0 0,1 0 0 0 0,-2 0 0 0 0,-2 3 0 0 0,-1 2 0 0 0,-2-5 0 0 0,5-5 0 0 0,0-1 0 0 0,5-3 0 0 0,6-4 0 0 0,4-4 0 0 0,10 3 0 0 0,9 5 0 0 0,4 0 0 0 0,4 2 0 0 0,4 5 0 0 0,4 4 0 0 0,-2-3 0 0 0,-1 0 0 0 0,2 3 0 0 0,1 1 0 0 0,2 2 0 0 0,1 1 0 0 0,1 1 0 0 0,1 1 0 0 0,0 1 0 0 0,0-1 0 0 0,0 0 0 0 0,0 1 0 0 0,0-1 0 0 0,0 0 0 0 0,0 0 0 0 0,0 0 0 0 0,0 0 0 0 0,0 0 0 0 0,0 0 0 0 0,-1 0 0 0 0,1 0 0 0 0,5 0 0 0 0,2 0 0 0 0,0 0 0 0 0,3 0 0 0 0,1 0 0 0 0,-3 0 0 0 0,-1 0 0 0 0,-3 0 0 0 0,-2 0 0 0 0,4 0 0 0 0,1 0 0 0 0,5 0 0 0 0,-1 0 0 0 0,4 0 0 0 0,0 0 0 0 0,1 0 0 0 0,-1 0 0 0 0,-4 0 0 0 0,-3 0 0 0 0,2 0 0 0 0,-1 0 0 0 0,-2 0 0 0 0,-2 0 0 0 0,-2 0 0 0 0,-1 0 0 0 0,-2 0 0 0 0,0 0 0 0 0,0 0 0 0 0,-1 0 0 0 0,0-5 0 0 0,1-2 0 0 0,0 0 0 0 0,-1 2 0 0 0,1 1 0 0 0,0 2 0 0 0,0 0 0 0 0,-1-3 0 0 0,1-2 0 0 0,0-5 0 0 0,0 0 0 0 0,-5 2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14912 2196 16383 0 0,'0'0'0'0'0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15563 2582 16383 0 0,'-5'0'0'0'0,"-8"0"0"0"0,-5 0 0 0 0,-7 0 0 0 0,-3 0 0 0 0,-2 0 0 0 0,-2-5 0 0 0,0-2 0 0 0,0-5 0 0 0,0 0 0 0 0,0 2 0 0 0,6-3 0 0 0,2 1 0 0 0,0 2 0 0 0,-2-2 0 0 0,-1 1 0 0 0,-1-3 0 0 0,-2 1 0 0 0,0 3 0 0 0,-1 2 0 0 0,0 4 0 0 0,5-4 0 0 0,2 0 0 0 0,0-3 0 0 0,-2-1 0 0 0,-1 2 0 0 0,-1 3 0 0 0,-2 2 0 0 0,0 2 0 0 0,-1-3 0 0 0,0-1 0 0 0,0 1 0 0 0,0 1 0 0 0,5-4 0 0 0,2 0 0 0 0,0 2 0 0 0,-2 1 0 0 0,-1-3 0 0 0,-1 0 0 0 0,-2 2 0 0 0,0 1 0 0 0,-1 2 0 0 0,0 2 0 0 0,0 1 0 0 0,0 1 0 0 0,0 1 0 0 0,0-1 0 0 0,0 0 0 0 0,0 1 0 0 0,0-1 0 0 0,0 0 0 0 0,0 0 0 0 0,0-5 0 0 0,1-2 0 0 0,-1 0 0 0 0,0 2 0 0 0,0 1 0 0 0,0 2 0 0 0,0 0 0 0 0,1 2 0 0 0,-1 0 0 0 0,0 0 0 0 0,0 0 0 0 0,0 1 0 0 0,1-1 0 0 0,-1 0 0 0 0,0 0 0 0 0,11 0 0 0 0,13 0 0 0 0,14 0 0 0 0,11 0 0 0 0,7 0 0 0 0,5 0 0 0 0,2 0 0 0 0,2 6 0 0 0,-1 1 0 0 0,0-1 0 0 0,0 5 0 0 0,-1 0 0 0 0,-1-2 0 0 0,0-3 0 0 0,5 4 0 0 0,7-1 0 0 0,2-1 0 0 0,3 3 0 0 0,-2-1 0 0 0,3-1 0 0 0,3-3 0 0 0,-2-2 0 0 0,1 3 0 0 0,2 1 0 0 0,3-1 0 0 0,-3 3 0 0 0,0 0 0 0 0,1-1 0 0 0,3 2 0 0 0,1 0 0 0 0,7-2 0 0 0,3 3 0 0 0,-5-1 0 0 0,-3-3 0 0 0,-1-2 0 0 0,0-2 0 0 0,6 4 0 0 0,2-1 0 0 0,0 0 0 0 0,-6-2 0 0 0,-2-2 0 0 0,-2-1 0 0 0,6-1 0 0 0,-3-1 0 0 0,4 0 0 0 0,2 0 0 0 0,5-1 0 0 0,-4 6 0 0 0,-2 2 0 0 0,2 0 0 0 0,-4-2 0 0 0,-3-1 0 0 0,-6-2 0 0 0,-2-1 0 0 0,1 0 0 0 0,-3-1 0 0 0,0 0 0 0 0,-4-1 0 0 0,2 1 0 0 0,3 0 0 0 0,3 0 0 0 0,8 0 0 0 0,-1 0 0 0 0,-6 0 0 0 0,-2 0 0 0 0,-4 0 0 0 0,-6 0 0 0 0,-4 0 0 0 0,-4 0 0 0 0,2 0 0 0 0,1 0 0 0 0,-1 0 0 0 0,-2 0 0 0 0,-2 0 0 0 0,5 0 0 0 0,1 0 0 0 0,3 0 0 0 0,7 0 0 0 0,-1 0 0 0 0,-4 0 0 0 0,-3 0 0 0 0,-3 0 0 0 0,-4 0 0 0 0,-2 0 0 0 0,-1 0 0 0 0,0 0 0 0 0,-12 0 0 0 0,-13 0 0 0 0,-14 0 0 0 0,-10 0 0 0 0,-7 0 0 0 0,-5 0 0 0 0,-3 0 0 0 0,0 0 0 0 0,-1 0 0 0 0,1 0 0 0 0,1 0 0 0 0,0 0 0 0 0,0 0 0 0 0,1 0 0 0 0,1 0 0 0 0,-1 0 0 0 0,0 0 0 0 0,-5 0 0 0 0,-2 0 0 0 0,1 0 0 0 0,1 5 0 0 0,1 2 0 0 0,2-1 0 0 0,1 0 0 0 0,1-2 0 0 0,0-2 0 0 0,0-1 0 0 0,-5 0 0 0 0,4 4 0 0 0,-3 2 0 0 0,-7-1 0 0 0,-1-1 0 0 0,-3-1 0 0 0,0-2 0 0 0,3-1 0 0 0,-2 0 0 0 0,2-1 0 0 0,3-1 0 0 0,3 1 0 0 0,-3 0 0 0 0,-5-1 0 0 0,0 1 0 0 0,-3 0 0 0 0,2 0 0 0 0,3 0 0 0 0,-2 0 0 0 0,2 0 0 0 0,-2 0 0 0 0,1 0 0 0 0,-8 0 0 0 0,0 0 0 0 0,4 0 0 0 0,-1 0 0 0 0,-3 0 0 0 0,3 0 0 0 0,-1 0 0 0 0,3 0 0 0 0,-7 0 0 0 0,1 0 0 0 0,5 0 0 0 0,-1 0 0 0 0,3 0 0 0 0,-1 0 0 0 0,-3 0 0 0 0,1 0 0 0 0,0 0 0 0 0,1 0 0 0 0,0 0 0 0 0,-3 0 0 0 0,1-5 0 0 0,5-2 0 0 0,0 0 0 0 0,1 2 0 0 0,-2 1 0 0 0,2 2 0 0 0,3 1 0 0 0,-2 0 0 0 0,-4-4 0 0 0,-5-2 0 0 0,2 1 0 0 0,3 1 0 0 0,5 1 0 0 0,-1 2 0 0 0,-3 1 0 0 0,0 0 0 0 0,3 1 0 0 0,-1 1 0 0 0,1-6 0 0 0,2-2 0 0 0,4 0 0 0 0,3 2 0 0 0,1 2 0 0 0,7-5 0 0 0,2 0 0 0 0,0 1 0 0 0,-1 1 0 0 0,-1-3 0 0 0,-2 0 0 0 0,-1 2 0 0 0,-1 1 0 0 0,-1 2 0 0 0,5-3 0 0 0,2-1 0 0 0,-1 1 0 0 0,5-3 0 0 0,0 0 0 0 0,3-4 0 0 0,5-5 0 0 0,9 2 0 0 0,11-3 0 0 0,10 3 0 0 0,6 4 0 0 0,4 4 0 0 0,3 4 0 0 0,2 3 0 0 0,0 1 0 0 0,0 1 0 0 0,-1 1 0 0 0,0 0 0 0 0,-1 0 0 0 0,-5-6 0 0 0,-2-1 0 0 0,0-1 0 0 0,2 2 0 0 0,0 1 0 0 0,3 2 0 0 0,6 0 0 0 0,2 2 0 0 0,0 0 0 0 0,0 0 0 0 0,-2 0 0 0 0,-2 1 0 0 0,-1-1 0 0 0,0 0 0 0 0,4 0 0 0 0,2 0 0 0 0,-1 0 0 0 0,-1 0 0 0 0,-2 0 0 0 0,4 0 0 0 0,7 0 0 0 0,5 0 0 0 0,0 0 0 0 0,1 0 0 0 0,-2 0 0 0 0,-4 0 0 0 0,-5 0 0 0 0,1 0 0 0 0,0 5 0 0 0,2 2 0 0 0,0 0 0 0 0,-3-2 0 0 0,-2-1 0 0 0,-3-1 0 0 0,4 3 0 0 0,4 1 0 0 0,2 0 0 0 0,-3-2 0 0 0,-2-1 0 0 0,-4-2 0 0 0,4 4 0 0 0,-1 1 0 0 0,4 0 0 0 0,0-2 0 0 0,-3-1 0 0 0,-2-2 0 0 0,-2-1 0 0 0,-3-1 0 0 0,4 5 0 0 0,1 2 0 0 0,-1-1 0 0 0,-1-1 0 0 0,-2-1 0 0 0,-1-2 0 0 0,-1-1 0 0 0,-1 0 0 0 0,5-1 0 0 0,6 0 0 0 0,8 4 0 0 0,5 3 0 0 0,-2 0 0 0 0,-4-2 0 0 0,-6-2 0 0 0,-4 0 0 0 0,-4-2 0 0 0,-3 0 0 0 0,-1-1 0 0 0,-1-1 0 0 0,0 1 0 0 0,0 0 0 0 0,0 0 0 0 0,0-1 0 0 0,1 1 0 0 0,-11 0 0 0 0,-14 0 0 0 0,-13 0 0 0 0,-10 0 0 0 0,-9 0 0 0 0,-3 0 0 0 0,-4-5 0 0 0,0-2 0 0 0,-1 0 0 0 0,6-3 0 0 0,-2-1 0 0 0,-3 2 0 0 0,1 2 0 0 0,-6 3 0 0 0,-2-4 0 0 0,2 0 0 0 0,1 2 0 0 0,-3 1 0 0 0,0-4 0 0 0,1 0 0 0 0,2 2 0 0 0,3 1 0 0 0,-4-3 0 0 0,-6 0 0 0 0,-1 2 0 0 0,-3-4 0 0 0,-4 0 0 0 0,2 3 0 0 0,-1 1 0 0 0,2 3 0 0 0,0 2 0 0 0,-3 1 0 0 0,-2-4 0 0 0,-4-2 0 0 0,4 1 0 0 0,6 1 0 0 0,5-3 0 0 0,0-2 0 0 0,-4 3 0 0 0,-3 1 0 0 0,-5-3 0 0 0,2 0 0 0 0,6 1 0 0 0,4 3 0 0 0,0 1 0 0 0,1 2 0 0 0,4-4 0 0 0,-4-1 0 0 0,2 0 0 0 0,1 2 0 0 0,-3 2 0 0 0,1 1 0 0 0,1 1 0 0 0,3 1 0 0 0,3 0 0 0 0,-4 0 0 0 0,-6 0 0 0 0,-1 1 0 0 0,3-1 0 0 0,2 0 0 0 0,4-5 0 0 0,2-2 0 0 0,-4 0 0 0 0,-5 2 0 0 0,-1 1 0 0 0,1-4 0 0 0,-1 0 0 0 0,-5 1 0 0 0,1 2 0 0 0,4 1 0 0 0,4 2 0 0 0,3 1 0 0 0,-2 1 0 0 0,0 0 0 0 0,1 0 0 0 0,3-5 0 0 0,1-1 0 0 0,1-1 0 0 0,2 2 0 0 0,0 1 0 0 0,6-3 0 0 0,1-1 0 0 0,0 0 0 0 0,-1 3 0 0 0,4-4 0 0 0,-1 0 0 0 0,-1 1 0 0 0,-2 3 0 0 0,9 1 0 0 0,12 2 0 0 0,11 1 0 0 0,11 1 0 0 0,7 0 0 0 0,5 1 0 0 0,7-1 0 0 0,3 0 0 0 0,0 1 0 0 0,-2-1 0 0 0,4 5 0 0 0,-1 2 0 0 0,4 0 0 0 0,-1 3 0 0 0,2 1 0 0 0,5 3 0 0 0,8 0 0 0 0,6-3 0 0 0,-4-3 0 0 0,4 2 0 0 0,-4-1 0 0 0,-2 4 0 0 0,-1 0 0 0 0,1-3 0 0 0,1 2 0 0 0,5 5 0 0 0,8-1 0 0 0,-3 2 0 0 0,1-2 0 0 0,1-4 0 0 0,-8 2 0 0 0,1 3 0 0 0,5-1 0 0 0,2-3 0 0 0,-2-4 0 0 0,4 2 0 0 0,-6-1 0 0 0,1-3 0 0 0,0 4 0 0 0,-2-1 0 0 0,4 4 0 0 0,0-2 0 0 0,-2-1 0 0 0,4 1 0 0 0,-6 0 0 0 0,-4 2 0 0 0,4 0 0 0 0,0-4 0 0 0,0 3 0 0 0,-2-2 0 0 0,5-2 0 0 0,-5 2 0 0 0,-3 0 0 0 0,4-2 0 0 0,-4-3 0 0 0,-3-3 0 0 0,0-1 0 0 0,0-1 0 0 0,1-1 0 0 0,-5 0 0 0 0,-1 4 0 0 0,0 3 0 0 0,-3-1 0 0 0,5-1 0 0 0,4-1 0 0 0,2-2 0 0 0,-5-1 0 0 0,-1 5 0 0 0,1 1 0 0 0,-5 0 0 0 0,-6-2 0 0 0,0-2 0 0 0,-2-1 0 0 0,1 0 0 0 0,4-2 0 0 0,-2 0 0 0 0,-2 0 0 0 0,-5-1 0 0 0,-4 1 0 0 0,-2 5 0 0 0,3 2 0 0 0,1-1 0 0 0,-1 0 0 0 0,-2-2 0 0 0,-1-2 0 0 0,-1-1 0 0 0,-2 0 0 0 0,0-1 0 0 0,0 0 0 0 0,0-1 0 0 0,-1 6 0 0 0,1 2 0 0 0,-1-1 0 0 0,1 0 0 0 0,-11-3 0 0 0,-13 0 0 0 0,-14-2 0 0 0,-11-1 0 0 0,-2-5 0 0 0,-3-2 0 0 0,-3 0 0 0 0,-2 2 0 0 0,-1-5 0 0 0,-2 1 0 0 0,-6 1 0 0 0,-1 2 0 0 0,0 2 0 0 0,1 2 0 0 0,2 1 0 0 0,2 1 0 0 0,1 0 0 0 0,0 0 0 0 0,-4 1 0 0 0,-7-1 0 0 0,-1-5 0 0 0,-3-2 0 0 0,0 1 0 0 0,3 0 0 0 0,-6 3 0 0 0,0 0 0 0 0,-2 2 0 0 0,-3 0 0 0 0,3 1 0 0 0,0 1 0 0 0,3-1 0 0 0,0 0 0 0 0,-8 0 0 0 0,1-5 0 0 0,-6-1 0 0 0,-3-1 0 0 0,4 2 0 0 0,-2 1 0 0 0,3 1 0 0 0,2 2 0 0 0,-5 1 0 0 0,-3 0 0 0 0,0 0 0 0 0,-4 0 0 0 0,-7 0 0 0 0,5 1 0 0 0,-1-1 0 0 0,1-5 0 0 0,3-2 0 0 0,2 0 0 0 0,2 2 0 0 0,8 1 0 0 0,-4 2 0 0 0,5 0 0 0 0,-5 2 0 0 0,-2 0 0 0 0,-6 0 0 0 0,3 0 0 0 0,3 1 0 0 0,-4-1 0 0 0,4 0 0 0 0,2 0 0 0 0,7 0 0 0 0,7 0 0 0 0,-4 0 0 0 0,1 0 0 0 0,4 0 0 0 0,-6-5 0 0 0,1-2 0 0 0,3 0 0 0 0,0 2 0 0 0,3 1 0 0 0,-2 2 0 0 0,2 0 0 0 0,4 2 0 0 0,-2 0 0 0 0,-5 0 0 0 0,2 0 0 0 0,3 1 0 0 0,-2-1 0 0 0,-4 0 0 0 0,-4-5 0 0 0,3-2 0 0 0,3 0 0 0 0,5 2 0 0 0,4 1 0 0 0,4 2 0 0 0,2 1 0 0 0,1 0 0 0 0,1 1 0 0 0,0 0 0 0 0,0 1 0 0 0,0-1 0 0 0,0 0 0 0 0,0 0 0 0 0,-1-5 0 0 0,0-2 0 0 0,0 1 0 0 0,0 0 0 0 0,6-3 0 0 0,1 0 0 0 0,0 1 0 0 0,3-3 0 0 0,7-5 0 0 0,9 0 0 0 0,12 3 0 0 0,10 4 0 0 0,6 3 0 0 0,6 2 0 0 0,3 3 0 0 0,0 1 0 0 0,7 0 0 0 0,0 1 0 0 0,6 0 0 0 0,-1-1 0 0 0,-2 1 0 0 0,2-1 0 0 0,4 0 0 0 0,5 0 0 0 0,-2 0 0 0 0,1 0 0 0 0,-3 0 0 0 0,-5 0 0 0 0,6 0 0 0 0,0 5 0 0 0,2 2 0 0 0,-3 0 0 0 0,-5 4 0 0 0,2-1 0 0 0,7-1 0 0 0,1-2 0 0 0,2-3 0 0 0,6-1 0 0 0,-6 3 0 0 0,-4 1 0 0 0,2 0 0 0 0,0 3 0 0 0,3 0 0 0 0,-4-1 0 0 0,5 2 0 0 0,-2 0 0 0 0,0-2 0 0 0,1 3 0 0 0,1-1 0 0 0,-4-3 0 0 0,0-1 0 0 0,5 2 0 0 0,5 0 0 0 0,-5 3 0 0 0,-1 1 0 0 0,0-3 0 0 0,-5-3 0 0 0,-1-2 0 0 0,1-3 0 0 0,3-1 0 0 0,-4 4 0 0 0,0 2 0 0 0,2-1 0 0 0,-3-1 0 0 0,-5-2 0 0 0,-6-1 0 0 0,-3-1 0 0 0,2 5 0 0 0,-1 1 0 0 0,-1-1 0 0 0,4 0 0 0 0,-1-3 0 0 0,5-1 0 0 0,-2 5 0 0 0,4 0 0 0 0,-2 0 0 0 0,-3-2 0 0 0,-3-2 0 0 0,-3-1 0 0 0,-3-1 0 0 0,-1 0 0 0 0,-2-1 0 0 0,1-1 0 0 0,-1 1 0 0 0,0 0 0 0 0,-5 5 0 0 0,-1 2 0 0 0,0-1 0 0 0,-9-1 0 0 0,-13-1 0 0 0,-11-1 0 0 0,-10-7 0 0 0,-7-3 0 0 0,-4 1 0 0 0,-2 0 0 0 0,-6-3 0 0 0,-3-1 0 0 0,2 2 0 0 0,-4 2 0 0 0,1 2 0 0 0,1-4 0 0 0,3 0 0 0 0,3 2 0 0 0,2 0 0 0 0,-4-2 0 0 0,-1-1 0 0 0,-4 1 0 0 0,-6-2 0 0 0,0-1 0 0 0,-2 2 0 0 0,2-2 0 0 0,4 0 0 0 0,-1 2 0 0 0,-3 3 0 0 0,-4-3 0 0 0,-4-1 0 0 0,-3 3 0 0 0,-1 2 0 0 0,-2 1 0 0 0,5 2 0 0 0,2 2 0 0 0,-6-6 0 0 0,2 0 0 0 0,-4-1 0 0 0,-7 2 0 0 0,7-3 0 0 0,0-2 0 0 0,5 3 0 0 0,-3 1 0 0 0,-2 2 0 0 0,-1-3 0 0 0,0-1 0 0 0,6 1 0 0 0,2 2 0 0 0,-5 1 0 0 0,3-3 0 0 0,-5-1 0 0 0,-2 1 0 0 0,-1 2 0 0 0,7 2 0 0 0,1 1 0 0 0,2-5 0 0 0,-2 0 0 0 0,0 1 0 0 0,4 1 0 0 0,-5 1 0 0 0,3 2 0 0 0,6 1 0 0 0,0 1 0 0 0,4 0 0 0 0,-1 0 0 0 0,3 0 0 0 0,-3 1 0 0 0,3-1 0 0 0,2 0 0 0 0,4 0 0 0 0,-2 0 0 0 0,0 0 0 0 0,2 0 0 0 0,2 0 0 0 0,-3 0 0 0 0,-1 0 0 0 0,2 0 0 0 0,2-5 0 0 0,2-2 0 0 0,1 0 0 0 0,1 2 0 0 0,1 1 0 0 0,1 2 0 0 0,-1 0 0 0 0,1 2 0 0 0,-1 0 0 0 0,1 0 0 0 0,4-5 0 0 0,2-1 0 0 0,6-6 0 0 0,10-5 0 0 0,12-1 0 0 0,10-1 0 0 0,9 1 0 0 0,5 5 0 0 0,3 4 0 0 0,7 4 0 0 0,2 2 0 0 0,0 2 0 0 0,-2 1 0 0 0,-2 1 0 0 0,-2 0 0 0 0,3 0 0 0 0,2-1 0 0 0,3 1 0 0 0,1-1 0 0 0,3 0 0 0 0,5 0 0 0 0,-2 0 0 0 0,2 0 0 0 0,2 0 0 0 0,3 0 0 0 0,2 0 0 0 0,3 0 0 0 0,5 0 0 0 0,3 5 0 0 0,5 2 0 0 0,0 0 0 0 0,4 3 0 0 0,-1 1 0 0 0,-3-2 0 0 0,6 3 0 0 0,1-1 0 0 0,-4-2 0 0 0,2-2 0 0 0,8 2 0 0 0,-1 0 0 0 0,1 4 0 0 0,7-1 0 0 0,-2-2 0 0 0,-1 3 0 0 0,-1-2 0 0 0,1 4 0 0 0,6-2 0 0 0,-4 3 0 0 0,4-2 0 0 0,-4-3 0 0 0,-3-3 0 0 0,0-3 0 0 0,5 2 0 0 0,8 1 0 0 0,-4 4 0 0 0,3-1 0 0 0,-1-1 0 0 0,-1-3 0 0 0,-8 3 0 0 0,2 0 0 0 0,1 3 0 0 0,-6-1 0 0 0,3-2 0 0 0,2-3 0 0 0,-4 3 0 0 0,-3 0 0 0 0,0-3 0 0 0,2-1 0 0 0,-5 2 0 0 0,-1 1 0 0 0,7-2 0 0 0,-7-1 0 0 0,-1-3 0 0 0,0 5 0 0 0,-3-1 0 0 0,1 0 0 0 0,3-2 0 0 0,-3-1 0 0 0,-4 3 0 0 0,0 1 0 0 0,4-1 0 0 0,-2-2 0 0 0,-3 4 0 0 0,0 0 0 0 0,-1-2 0 0 0,-3-1 0 0 0,-8-2 0 0 0,1-2 0 0 0,0-1 0 0 0,-6-1 0 0 0,3 0 0 0 0,2-1 0 0 0,-5 1 0 0 0,-2 0 0 0 0,1 5 0 0 0,-5 1 0 0 0,0 1 0 0 0,-5-2 0 0 0,2-1 0 0 0,-4-2 0 0 0,-3 5 0 0 0,1 0 0 0 0,-1 0 0 0 0,-3-2 0 0 0,3-1 0 0 0,-1-2 0 0 0,-2 4 0 0 0,-2 1 0 0 0,-3 0 0 0 0,-1-2 0 0 0,-2-2 0 0 0,0 0 0 0 0,0-2 0 0 0,-1-1 0 0 0,0 0 0 0 0,-10 0 0 0 0,-13-1 0 0 0,-15 1 0 0 0,-9 0 0 0 0,-8 0 0 0 0,-5 0 0 0 0,-3-1 0 0 0,0 1 0 0 0,-1 0 0 0 0,1 0 0 0 0,1 0 0 0 0,0 0 0 0 0,0 1 0 0 0,1-1 0 0 0,-5 0 0 0 0,-7 0 0 0 0,-1-6 0 0 0,-4-1 0 0 0,1 1 0 0 0,3 0 0 0 0,-6 2 0 0 0,0 2 0 0 0,-2 1 0 0 0,-8-5 0 0 0,1-1 0 0 0,0 1 0 0 0,-6 1 0 0 0,3 1 0 0 0,-3 2 0 0 0,-7 1 0 0 0,4 1 0 0 0,-3 0 0 0 0,7 0 0 0 0,-3 0 0 0 0,-5-5 0 0 0,-1-2 0 0 0,-4 1 0 0 0,-4 1 0 0 0,1 1 0 0 0,-2 2 0 0 0,3 0 0 0 0,4 2 0 0 0,-1 0 0 0 0,-3 0 0 0 0,2 0 0 0 0,-3 1 0 0 0,-3-1 0 0 0,8 0 0 0 0,0 0 0 0 0,-2-5 0 0 0,1-2 0 0 0,-2 0 0 0 0,-4 2 0 0 0,-8 1 0 0 0,5 2 0 0 0,2 0 0 0 0,4 2 0 0 0,0 0 0 0 0,-2 0 0 0 0,2 0 0 0 0,-2 1 0 0 0,4-1 0 0 0,3 0 0 0 0,-1 0 0 0 0,-3 0 0 0 0,-5 0 0 0 0,2 0 0 0 0,-2 0 0 0 0,9 0 0 0 0,1 0 0 0 0,-3 0 0 0 0,-4-5 0 0 0,1-2 0 0 0,3 0 0 0 0,5 2 0 0 0,3 1 0 0 0,-2-3 0 0 0,0-2 0 0 0,-4 2 0 0 0,-4 2 0 0 0,-6-4 0 0 0,7 0 0 0 0,1 1 0 0 0,7 3 0 0 0,1-4 0 0 0,1 0 0 0 0,1 1 0 0 0,-4 3 0 0 0,0-4 0 0 0,7 0 0 0 0,2 1 0 0 0,-2-2 0 0 0,2-1 0 0 0,3 2 0 0 0,0 3 0 0 0,4-3 0 0 0,-3 0 0 0 0,1 1 0 0 0,7-2 0 0 0,-1-1 0 0 0,5 3 0 0 0,-2 2 0 0 0,-3 2 0 0 0,-3-4 0 0 0,2 0 0 0 0,4 2 0 0 0,0-5 0 0 0,3 1 0 0 0,3-4 0 0 0,4 1 0 0 0,2 2 0 0 0,3-1 0 0 0,1 0 0 0 0,0 3 0 0 0,1 2 0 0 0,-5 3 0 0 0,3-3 0 0 0,2 0 0 0 0,0 0 0 0 0,6-3 0 0 0,2 0 0 0 0,-1 1 0 0 0,-2 3 0 0 0,4-3 0 0 0,0 0 0 0 0,-2 1 0 0 0,3-3 0 0 0,5-5 0 0 0,11 1 0 0 0,5-3 0 0 0,8 2 0 0 0,8 3 0 0 0,6 4 0 0 0,-1-1 0 0 0,2 0 0 0 0,6 3 0 0 0,4 2 0 0 0,1 2 0 0 0,0 1 0 0 0,0 2 0 0 0,-2 0 0 0 0,-1 0 0 0 0,5 0 0 0 0,1 1 0 0 0,5-1 0 0 0,0 0 0 0 0,9 1 0 0 0,5-1 0 0 0,10 0 0 0 0,-2 0 0 0 0,3 0 0 0 0,7 0 0 0 0,6 0 0 0 0,-6 0 0 0 0,1 0 0 0 0,2 0 0 0 0,-1 0 0 0 0,2 0 0 0 0,3 5 0 0 0,-1 2 0 0 0,0-1 0 0 0,3 5 0 0 0,-2 0 0 0 0,0-2 0 0 0,7 3 0 0 0,4-1 0 0 0,3-2 0 0 0,0 3 0 0 0,-1-1 0 0 0,-5-3 0 0 0,2 4 0 0 0,2-1 0 0 0,5 2 0 0 0,3 0 0 0 0,-2-2 0 0 0,-1 2 0 0 0,-2-2 0 0 0,-2 3 0 0 0,4 0 0 0 0,1-4 0 0 0,4 3 0 0 0,-4-2 0 0 0,-5-2 0 0 0,-1 2 0 0 0,-8 0 0 0 0,4 3 0 0 0,1-1 0 0 0,7-3 0 0 0,-3 3 0 0 0,-2-2 0 0 0,-1-2 0 0 0,-5-3 0 0 0,-3 4 0 0 0,1-2 0 0 0,7 0 0 0 0,-2-3 0 0 0,-1-2 0 0 0,-4-1 0 0 0,-7-1 0 0 0,0-1 0 0 0,1 0 0 0 0,-1 5 0 0 0,1 1 0 0 0,3 1 0 0 0,-7-2 0 0 0,-6 4 0 0 0,1 0 0 0 0,-6-1 0 0 0,2-2 0 0 0,5-3 0 0 0,-4 0 0 0 0,-3-2 0 0 0,-7 4 0 0 0,-3 2 0 0 0,6-1 0 0 0,-3-1 0 0 0,-1-2 0 0 0,2 0 0 0 0,-5-2 0 0 0,-1 4 0 0 0,-3 2 0 0 0,0 0 0 0 0,2-2 0 0 0,-3-2 0 0 0,-3-1 0 0 0,-5 0 0 0 0,-3-2 0 0 0,1 0 0 0 0,1 5 0 0 0,-2 2 0 0 0,4-1 0 0 0,5-1 0 0 0,0-1 0 0 0,-3-2 0 0 0,-3-1 0 0 0,-3 0 0 0 0,-3-1 0 0 0,-2-1 0 0 0,-1 1 0 0 0,0 0 0 0 0,-1 0 0 0 0,0 0 0 0 0,-10-1 0 0 0,-14 1 0 0 0,-13 0 0 0 0,-11 0 0 0 0,-12 0 0 0 0,-7 0 0 0 0,-3 0 0 0 0,2 0 0 0 0,6-5 0 0 0,3-2 0 0 0,-3 1 0 0 0,-2-5 0 0 0,0 0 0 0 0,0 2 0 0 0,1 3 0 0 0,-5 1 0 0 0,-1 3 0 0 0,1 1 0 0 0,-3-5 0 0 0,-11 0 0 0 0,-7-6 0 0 0,-4 0 0 0 0,4 2 0 0 0,1-2 0 0 0,0 0 0 0 0,-1 2 0 0 0,-5-1 0 0 0,-3 0 0 0 0,-1 2 0 0 0,2 3 0 0 0,0-3 0 0 0,-3 0 0 0 0,-6-4 0 0 0,-1 1 0 0 0,-3-4 0 0 0,-4 2 0 0 0,-4 3 0 0 0,8 3 0 0 0,-3 3 0 0 0,-4-2 0 0 0,2-1 0 0 0,-5 1 0 0 0,-4-3 0 0 0,-6 0 0 0 0,8 2 0 0 0,-2 1 0 0 0,0-2 0 0 0,-1 0 0 0 0,-4 2 0 0 0,-2-4 0 0 0,-5 0 0 0 0,10 3 0 0 0,1-4 0 0 0,0 1 0 0 0,-5 3 0 0 0,-1 1 0 0 0,1-2 0 0 0,-4 0 0 0 0,10 2 0 0 0,0 1 0 0 0,-5-2 0 0 0,-1-1 0 0 0,-1 1 0 0 0,3 3 0 0 0,-5 1 0 0 0,11-3 0 0 0,-1-1 0 0 0,0 2 0 0 0,0 0 0 0 0,5 3 0 0 0,1 1 0 0 0,0 1 0 0 0,10 1 0 0 0,1 0 0 0 0,-2-5 0 0 0,2-2 0 0 0,2 1 0 0 0,10 1 0 0 0,-1 1 0 0 0,5 2 0 0 0,2 1 0 0 0,1 0 0 0 0,4 1 0 0 0,0 0 0 0 0,0 1 0 0 0,2-1 0 0 0,5 0 0 0 0,4 0 0 0 0,5 1 0 0 0,3-1 0 0 0,1 0 0 0 0,2 0 0 0 0,0 0 0 0 0,0 0 0 0 0,0 0 0 0 0,0 0 0 0 0,0 0 0 0 0,-1 0 0 0 0,0 0 0 0 0,11 0 0 0 0,14 0 0 0 0,12 0 0 0 0,12 0 0 0 0,7 0 0 0 0,10 0 0 0 0,5 0 0 0 0,0 0 0 0 0,4 0 0 0 0,0 0 0 0 0,3 0 0 0 0,-2 0 0 0 0,3 0 0 0 0,-3 0 0 0 0,3 0 0 0 0,3 0 0 0 0,3 0 0 0 0,4 0 0 0 0,6 0 0 0 0,4 0 0 0 0,-4 0 0 0 0,2 0 0 0 0,0 0 0 0 0,10 0 0 0 0,9 0 0 0 0,-1 0 0 0 0,7 0 0 0 0,-2 0 0 0 0,-6 0 0 0 0,5 0 0 0 0,8 0 0 0 0,-2 0 0 0 0,4 0 0 0 0,6 0 0 0 0,-9 0 0 0 0,1 0 0 0 0,4 0 0 0 0,6 0 0 0 0,-4 0 0 0 0,1 0 0 0 0,5 0 0 0 0,-1 0 0 0 0,-3 0 0 0 0,2 0 0 0 0,-1 0 0 0 0,2 0 0 0 0,-1 0 0 0 0,3 0 0 0 0,2 0 0 0 0,-5 0 0 0 0,-1 0 0 0 0,-3 0 0 0 0,4 0 0 0 0,-2 0 0 0 0,3 0 0 0 0,-7 0 0 0 0,7 0 0 0 0,-5 0 0 0 0,-4 0 0 0 0,2 0 0 0 0,-5 0 0 0 0,2 0 0 0 0,5 0 0 0 0,-8 0 0 0 0,-1 0 0 0 0,1 0 0 0 0,-1 0 0 0 0,0 0 0 0 0,0 0 0 0 0,0 0 0 0 0,-6 0 0 0 0,-1 0 0 0 0,-1 0 0 0 0,-3 0 0 0 0,5 0 0 0 0,4 0 0 0 0,-9 0 0 0 0,-3 0 0 0 0,2 5 0 0 0,-3 2 0 0 0,1-1 0 0 0,2 0 0 0 0,-6-2 0 0 0,-6-2 0 0 0,1-1 0 0 0,-7 0 0 0 0,3-1 0 0 0,-5-1 0 0 0,-3 1 0 0 0,0 0 0 0 0,-5 0 0 0 0,-2-1 0 0 0,-3 1 0 0 0,1 0 0 0 0,-4 0 0 0 0,-4 0 0 0 0,-3 0 0 0 0,-3 0 0 0 0,3 0 0 0 0,0 0 0 0 0,-1 0 0 0 0,-2 0 0 0 0,-11 0 0 0 0,-16 0 0 0 0,-14 0 0 0 0,-12 0 0 0 0,-7 0 0 0 0,-5 0 0 0 0,-3 0 0 0 0,-1 0 0 0 0,0 0 0 0 0,1 0 0 0 0,-5 0 0 0 0,-6 0 0 0 0,-6 0 0 0 0,-5 0 0 0 0,-10 0 0 0 0,3 0 0 0 0,0 0 0 0 0,5 0 0 0 0,8 0 0 0 0,-4 0 0 0 0,2 0 0 0 0,-1 0 0 0 0,-7 0 0 0 0,1 0 0 0 0,0 0 0 0 0,-6 6 0 0 0,3 1 0 0 0,-5-1 0 0 0,-5 0 0 0 0,-3-3 0 0 0,-3 0 0 0 0,5 3 0 0 0,5 2 0 0 0,-2-2 0 0 0,1 0 0 0 0,-5-3 0 0 0,-5-1 0 0 0,0-1 0 0 0,-2-1 0 0 0,-4 0 0 0 0,8 0 0 0 0,-4 0 0 0 0,-5-1 0 0 0,2 1 0 0 0,-1 0 0 0 0,-7 0 0 0 0,7 5 0 0 0,2 2 0 0 0,-1 0 0 0 0,-7-2 0 0 0,1-1 0 0 0,0-2 0 0 0,-1 0 0 0 0,10-2 0 0 0,-2 0 0 0 0,-3 0 0 0 0,-3 0 0 0 0,-3-1 0 0 0,0 1 0 0 0,-2 0 0 0 0,6 0 0 0 0,1 0 0 0 0,-1 0 0 0 0,0 0 0 0 0,-2 0 0 0 0,-7 0 0 0 0,3-5 0 0 0,1-2 0 0 0,1 0 0 0 0,5 2 0 0 0,-3 1 0 0 0,-3-4 0 0 0,-7 0 0 0 0,4 1 0 0 0,7 1 0 0 0,2-2 0 0 0,7-1 0 0 0,-6 1 0 0 0,-3 2 0 0 0,2-3 0 0 0,1 0 0 0 0,4 2 0 0 0,5 1 0 0 0,0-2 0 0 0,-3-1 0 0 0,7 1 0 0 0,0 3 0 0 0,-4 1 0 0 0,6-3 0 0 0,-1-1 0 0 0,2 1 0 0 0,1 2 0 0 0,2-4 0 0 0,-3 0 0 0 0,4 2 0 0 0,-1 1 0 0 0,4 2 0 0 0,7 2 0 0 0,4 1 0 0 0,4 1 0 0 0,0 0 0 0 0,-2-4 0 0 0,1-3 0 0 0,-1 1 0 0 0,3 1 0 0 0,3 1 0 0 0,-1-4 0 0 0,1 0 0 0 0,4 1 0 0 0,2-3 0 0 0,3-1 0 0 0,1 2 0 0 0,2 3 0 0 0,0-3 0 0 0,1-1 0 0 0,0 3 0 0 0,-1 1 0 0 0,1 3 0 0 0,5-4 0 0 0,6-6 0 0 0,12-1 0 0 0,13 2 0 0 0,5-2 0 0 0,6 1 0 0 0,5 3 0 0 0,4 4 0 0 0,3 1 0 0 0,2 3 0 0 0,-4-4 0 0 0,-2-1 0 0 0,0 1 0 0 0,1 2 0 0 0,7 0 0 0 0,3 2 0 0 0,6 1 0 0 0,0 1 0 0 0,5 0 0 0 0,4 0 0 0 0,4 1 0 0 0,3-1 0 0 0,8 0 0 0 0,2 0 0 0 0,1 0 0 0 0,4 1 0 0 0,1-1 0 0 0,2 5 0 0 0,5 2 0 0 0,4-1 0 0 0,4 5 0 0 0,-4 0 0 0 0,-5-2 0 0 0,5 3 0 0 0,8-1 0 0 0,5 3 0 0 0,6-1 0 0 0,2 3 0 0 0,-8-1 0 0 0,2-4 0 0 0,-7 2 0 0 0,3-1 0 0 0,5 2 0 0 0,2-1 0 0 0,3 3 0 0 0,-10-2 0 0 0,0-3 0 0 0,3-4 0 0 0,-3-2 0 0 0,2 3 0 0 0,5-1 0 0 0,2 5 0 0 0,-8 0 0 0 0,-3-2 0 0 0,2 2 0 0 0,1 0 0 0 0,0-3 0 0 0,-1 2 0 0 0,4 0 0 0 0,-10-2 0 0 0,-4 2 0 0 0,-1 0 0 0 0,-5-2 0 0 0,6 2 0 0 0,3 0 0 0 0,2-3 0 0 0,7 4 0 0 0,-8-1 0 0 0,-3-3 0 0 0,-2-2 0 0 0,-3 3 0 0 0,-7 0 0 0 0,-4-1 0 0 0,-10-3 0 0 0,1-1 0 0 0,0 3 0 0 0,0 1 0 0 0,0-2 0 0 0,-5-1 0 0 0,3-1 0 0 0,-3-2 0 0 0,-6-1 0 0 0,-2-1 0 0 0,-3 0 0 0 0,1 0 0 0 0,-3-1 0 0 0,-3 6 0 0 0,-4 2 0 0 0,3-1 0 0 0,0 0 0 0 0,3 3 0 0 0,0 0 0 0 0,-3-1 0 0 0,3-2 0 0 0,0 3 0 0 0,-3 0 0 0 0,-3-1 0 0 0,-13-3 0 0 0,-16-1 0 0 0,-14-2 0 0 0,-11-1 0 0 0,-9-1 0 0 0,-4 0 0 0 0,-3-1 0 0 0,-1 1 0 0 0,0-1 0 0 0,1 1 0 0 0,0 0 0 0 0,1 0 0 0 0,1 0 0 0 0,-6 0 0 0 0,0 0 0 0 0,-6 0 0 0 0,0 0 0 0 0,-3 0 0 0 0,-5 0 0 0 0,1-5 0 0 0,0-2 0 0 0,-9 0 0 0 0,1 2 0 0 0,-5-4 0 0 0,-8-1 0 0 0,3 2 0 0 0,-3 3 0 0 0,-5 1 0 0 0,0-4 0 0 0,-2 0 0 0 0,-5 2 0 0 0,2-5 0 0 0,4 1 0 0 0,-5 1 0 0 0,0 3 0 0 0,-7-3 0 0 0,-4-1 0 0 0,-6 3 0 0 0,-4-4 0 0 0,7 1 0 0 0,-2 1 0 0 0,-6-2 0 0 0,6 0 0 0 0,-3 2 0 0 0,-5-2 0 0 0,-5 0 0 0 0,6 2 0 0 0,0-2 0 0 0,1 0 0 0 0,-1 2 0 0 0,0 3 0 0 0,-2 2 0 0 0,-5 2 0 0 0,2-4 0 0 0,4-1 0 0 0,3 1 0 0 0,0 1 0 0 0,-5-4 0 0 0,0 0 0 0 0,-1 2 0 0 0,6 1 0 0 0,5-3 0 0 0,-1 0 0 0 0,0 1 0 0 0,-4 3 0 0 0,5 1 0 0 0,-2-3 0 0 0,6-1 0 0 0,3 1 0 0 0,1 2 0 0 0,1 2 0 0 0,-7 1 0 0 0,4 1 0 0 0,1 1 0 0 0,11 0 0 0 0,4 0 0 0 0,-2 0 0 0 0,-3-4 0 0 0,2-3 0 0 0,-1 0 0 0 0,7 2 0 0 0,6 1 0 0 0,-1 2 0 0 0,5 1 0 0 0,-2 0 0 0 0,-1 1 0 0 0,7 0 0 0 0,1 1 0 0 0,7-1 0 0 0,0 0 0 0 0,-1 0 0 0 0,-2 0 0 0 0,3 0 0 0 0,5 0 0 0 0,-1 0 0 0 0,3 0 0 0 0,4 0 0 0 0,3 0 0 0 0,2 0 0 0 0,3 0 0 0 0,1 0 0 0 0,0 0 0 0 0,1 0 0 0 0,5-5 0 0 0,7-7 0 0 0,12-2 0 0 0,12 2 0 0 0,10 3 0 0 0,8 3 0 0 0,10 2 0 0 0,10-3 0 0 0,8 0 0 0 0,5 0 0 0 0,4 3 0 0 0,2 0 0 0 0,1 3 0 0 0,-1 0 0 0 0,1 0 0 0 0,-7 2 0 0 0,4-1 0 0 0,-4 0 0 0 0,-1 1 0 0 0,6-1 0 0 0,3 0 0 0 0,0 0 0 0 0,6 0 0 0 0,0 0 0 0 0,5 0 0 0 0,5 0 0 0 0,-2 0 0 0 0,3 0 0 0 0,2 0 0 0 0,3 0 0 0 0,3 0 0 0 0,1 0 0 0 0,-4 0 0 0 0,-2 0 0 0 0,2 0 0 0 0,6 0 0 0 0,-3 0 0 0 0,6 0 0 0 0,1 0 0 0 0,-5 0 0 0 0,3 5 0 0 0,0 2 0 0 0,6 0 0 0 0,-4-2 0 0 0,-3 4 0 0 0,4 1 0 0 0,-10-3 0 0 0,1-1 0 0 0,2 3 0 0 0,5 0 0 0 0,-2-1 0 0 0,-2-2 0 0 0,4-3 0 0 0,-8-1 0 0 0,-4-1 0 0 0,0-1 0 0 0,-5 5 0 0 0,1 2 0 0 0,8-1 0 0 0,4 4 0 0 0,-8 1 0 0 0,-3-2 0 0 0,1 2 0 0 0,-3 1 0 0 0,0-3 0 0 0,3-3 0 0 0,-2 3 0 0 0,-4 1 0 0 0,0-3 0 0 0,-7 4 0 0 0,1-1 0 0 0,3-1 0 0 0,-5 2 0 0 0,2 0 0 0 0,-6-2 0 0 0,-3 2 0 0 0,-2 0 0 0 0,-6-2 0 0 0,5 2 0 0 0,2 0 0 0 0,-4-3 0 0 0,-6-1 0 0 0,0-4 0 0 0,-5-1 0 0 0,1-1 0 0 0,4 4 0 0 0,-3 2 0 0 0,-3-1 0 0 0,-4-1 0 0 0,-3 4 0 0 0,-4 0 0 0 0,-1-1 0 0 0,-1 3 0 0 0,-1-1 0 0 0,0-1 0 0 0,-10-3 0 0 0,-14-2 0 0 0,-14-1 0 0 0,-10-2 0 0 0,-7-1 0 0 0,-5-1 0 0 0,-2 1 0 0 0,-2-1 0 0 0,1 1 0 0 0,0 0 0 0 0,-5 0 0 0 0,-6-1 0 0 0,-1 1 0 0 0,2 0 0 0 0,-3 0 0 0 0,3 0 0 0 0,-4 0 0 0 0,2 0 0 0 0,-7 0 0 0 0,0 0 0 0 0,-2 0 0 0 0,-2 0 0 0 0,-2 0 0 0 0,-7 0 0 0 0,-2 0 0 0 0,-2 0 0 0 0,2 0 0 0 0,-4 0 0 0 0,0 0 0 0 0,-5 0 0 0 0,-4 0 0 0 0,-4 0 0 0 0,-4 0 0 0 0,2 0 0 0 0,-4 0 0 0 0,2 0 0 0 0,-5 0 0 0 0,-3 0 0 0 0,1 0 0 0 0,-6-5 0 0 0,4-2 0 0 0,-2 1 0 0 0,-1 0 0 0 0,-3 2 0 0 0,-1 2 0 0 0,3 1 0 0 0,-4 0 0 0 0,-4 1 0 0 0,6 1 0 0 0,4-1 0 0 0,-1 0 0 0 0,-6 0 0 0 0,-4 1 0 0 0,5-1 0 0 0,-1 0 0 0 0,3-6 0 0 0,8 0 0 0 0,4-1 0 0 0,-3 1 0 0 0,-7 3 0 0 0,4 0 0 0 0,-3 2 0 0 0,5 1 0 0 0,3-1 0 0 0,7 2 0 0 0,-4-1 0 0 0,4 0 0 0 0,0 1 0 0 0,-7-1 0 0 0,8 0 0 0 0,2 0 0 0 0,-1 0 0 0 0,3 0 0 0 0,0 0 0 0 0,3 0 0 0 0,4 0 0 0 0,4 0 0 0 0,8 0 0 0 0,-1 0 0 0 0,0 0 0 0 0,5 0 0 0 0,-4 0 0 0 0,-2 0 0 0 0,0 0 0 0 0,5 0 0 0 0,1 0 0 0 0,7 0 0 0 0,5 0 0 0 0,5 0 0 0 0,5 0 0 0 0,3 0 0 0 0,1 0 0 0 0,1 0 0 0 0,0 0 0 0 0,1 0 0 0 0,-1 0 0 0 0,10 0 0 0 0,14 0 0 0 0,13 0 0 0 0,11 0 0 0 0,7 0 0 0 0,10 0 0 0 0,10 0 0 0 0,7 0 0 0 0,6 0 0 0 0,-2 0 0 0 0,-1 0 0 0 0,8 0 0 0 0,-3 0 0 0 0,4 0 0 0 0,-3 0 0 0 0,-2 0 0 0 0,5 0 0 0 0,2 0 0 0 0,6 0 0 0 0,6 0 0 0 0,5 0 0 0 0,0 0 0 0 0,1 0 0 0 0,7 0 0 0 0,-1 0 0 0 0,4 0 0 0 0,9 0 0 0 0,1 0 0 0 0,4 0 0 0 0,0 0 0 0 0,2 0 0 0 0,-1 0 0 0 0,1 0 0 0 0,3 0 0 0 0,8 0 0 0 0,5 0 0 0 0,-8 0 0 0 0,-4 5 0 0 0,0 2 0 0 0,7 0 0 0 0,-2-2 0 0 0,0-1 0 0 0,7-2 0 0 0,-9-1 0 0 0,3 0 0 0 0,1 4 0 0 0,7 2 0 0 0,2-1 0 0 0,-5-1 0 0 0,3-1 0 0 0,-11-2 0 0 0,2-1 0 0 0,1 0 0 0 0,-4 4 0 0 0,-1 2 0 0 0,2-1 0 0 0,6-1 0 0 0,-12-1 0 0 0,-4-2 0 0 0,0-1 0 0 0,4 0 0 0 0,-2-1 0 0 0,2 5 0 0 0,3 1 0 0 0,-3 1 0 0 0,-9-2 0 0 0,-1-2 0 0 0,3 5 0 0 0,0 0 0 0 0,-2-1 0 0 0,-3-1 0 0 0,-8-3 0 0 0,-3-1 0 0 0,-1-1 0 0 0,0 5 0 0 0,-4 1 0 0 0,-1-1 0 0 0,3-1 0 0 0,-10-2 0 0 0,-6 0 0 0 0,1 3 0 0 0,-6 1 0 0 0,1 0 0 0 0,1-2 0 0 0,-1 4 0 0 0,-6 0 0 0 0,-3-1 0 0 0,-5-3 0 0 0,-1-1 0 0 0,-4-2 0 0 0,1 4 0 0 0,2 1 0 0 0,-1 0 0 0 0,-3-2 0 0 0,-5-2 0 0 0,-4-1 0 0 0,-2-1 0 0 0,-3 0 0 0 0,-10-1 0 0 0,-16-1 0 0 0,-12 1 0 0 0,-12 0 0 0 0,-7 0 0 0 0,-4-1 0 0 0,-3 1 0 0 0,0 0 0 0 0,-1 0 0 0 0,-4 0 0 0 0,-7 0 0 0 0,-6 0 0 0 0,-4 0 0 0 0,-4 0 0 0 0,3 0 0 0 0,0 0 0 0 0,0 0 0 0 0,-1-5 0 0 0,-2-2 0 0 0,-7 0 0 0 0,-1 2 0 0 0,-1 1 0 0 0,-5-3 0 0 0,1-2 0 0 0,-10 2 0 0 0,-6 2 0 0 0,-3 1 0 0 0,-3-3 0 0 0,5-1 0 0 0,-4 1 0 0 0,-2 2 0 0 0,-5-4 0 0 0,-7 0 0 0 0,-7 2 0 0 0,2 1 0 0 0,2 2 0 0 0,1-3 0 0 0,-3-1 0 0 0,1 1 0 0 0,0 2 0 0 0,-8-3 0 0 0,-5-1 0 0 0,8 1 0 0 0,-2 2 0 0 0,3-3 0 0 0,1 0 0 0 0,-8 2 0 0 0,-3 1 0 0 0,-1-3 0 0 0,9 1 0 0 0,5 0 0 0 0,0 2 0 0 0,-2 3 0 0 0,2 1 0 0 0,0 1 0 0 0,-2-4 0 0 0,3-2 0 0 0,3 1 0 0 0,1 1 0 0 0,-4 1 0 0 0,8 2 0 0 0,-1 1 0 0 0,-3 1 0 0 0,6 0 0 0 0,5 0 0 0 0,-3 0 0 0 0,0 0 0 0 0,1 1 0 0 0,2-1 0 0 0,-4 0 0 0 0,9 0 0 0 0,6 0 0 0 0,0 0 0 0 0,0 0 0 0 0,-2 0 0 0 0,-2 0 0 0 0,-1 0 0 0 0,4 0 0 0 0,11 0 0 0 0,8 0 0 0 0,0 0 0 0 0,-5 0 0 0 0,5 0 0 0 0,-1 0 0 0 0,-1 0 0 0 0,7 0 0 0 0,3 0 0 0 0,7 5 0 0 0,1 2 0 0 0,-1 0 0 0 0,-2-2 0 0 0,3-1 0 0 0,5-2 0 0 0,-1-1 0 0 0,9 5 0 0 0,-1 1 0 0 0,2 0 0 0 0,1-2 0 0 0,2-2 0 0 0,2-1 0 0 0,0-1 0 0 0,1 0 0 0 0,11-1 0 0 0,14 0 0 0 0,13-1 0 0 0,11 1 0 0 0,13 0 0 0 0,6 0 0 0 0,7-1 0 0 0,2 1 0 0 0,3 0 0 0 0,-1 0 0 0 0,2 0 0 0 0,-3 0 0 0 0,6-5 0 0 0,0-2 0 0 0,-4 1 0 0 0,0 0 0 0 0,8 2 0 0 0,4 2 0 0 0,8 1 0 0 0,2 0 0 0 0,0 1 0 0 0,9 1 0 0 0,1-1 0 0 0,-3 0 0 0 0,2 0 0 0 0,7 1 0 0 0,0-1 0 0 0,6 0 0 0 0,3 0 0 0 0,-4 0 0 0 0,-3 0 0 0 0,5 0 0 0 0,8 0 0 0 0,-4 0 0 0 0,3 0 0 0 0,-5 0 0 0 0,-4 0 0 0 0,5 0 0 0 0,0 0 0 0 0,0 0 0 0 0,-1 0 0 0 0,4 0 0 0 0,7 0 0 0 0,-11 0 0 0 0,0 0 0 0 0,0 0 0 0 0,-2 0 0 0 0,0 0 0 0 0,-1 0 0 0 0,5 0 0 0 0,-9 0 0 0 0,-4 0 0 0 0,-6 0 0 0 0,5 0 0 0 0,3 5 0 0 0,3 2 0 0 0,-3 0 0 0 0,-6-2 0 0 0,-2-1 0 0 0,-3-2 0 0 0,-4-1 0 0 0,2 0 0 0 0,-2-1 0 0 0,2 0 0 0 0,-5-1 0 0 0,-4 1 0 0 0,2 0 0 0 0,-5 0 0 0 0,-2 0 0 0 0,4-1 0 0 0,-3 7 0 0 0,-8 1 0 0 0,-1-1 0 0 0,-5 0 0 0 0,0-3 0 0 0,-2 0 0 0 0,1-2 0 0 0,4 0 0 0 0,-2-1 0 0 0,-4-1 0 0 0,-4 1 0 0 0,2 0 0 0 0,-1 0 0 0 0,-3-1 0 0 0,-2 1 0 0 0,-2 0 0 0 0,-1 0 0 0 0,-2 0 0 0 0,-11 0 0 0 0,-14 0 0 0 0,-13 0 0 0 0,-11 6 0 0 0,-8 1 0 0 0,-4 4 0 0 0,-2 2 0 0 0,-2 2 0 0 0,1 0 0 0 0,-1-3 0 0 0,2 1 0 0 0,0-1 0 0 0,6 3 0 0 0,2-2 0 0 0,0-2 0 0 0,-2-4 0 0 0,5 2 0 0 0,-1 1 0 0 0,-1-3 0 0 0,4 4 0 0 0,-1-1 0 0 0,-2 4 0 0 0,-3-1 0 0 0,-2-3 0 0 0,4-3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14870 3254 16383 0 0,'5'0'0'0'0,"7"0"0"0"0,2 6 0 0 0,3 1 0 0 0,4-1 0 0 0,4 0 0 0 0,8-3 0 0 0,4 5 0 0 0,6 0 0 0 0,1 5 0 0 0,-2-1 0 0 0,2-2 0 0 0,5 3 0 0 0,9-1 0 0 0,1-3 0 0 0,-6-3 0 0 0,-5 4 0 0 0,-1-1 0 0 0,-4 3 0 0 0,3 0 0 0 0,2 4 0 0 0,5-2 0 0 0,3 2 0 0 0,9-1 0 0 0,-3-3 0 0 0,-1-5 0 0 0,0 3 0 0 0,-5 0 0 0 0,-2 2 0 0 0,0 0 0 0 0,-3-2 0 0 0,0 3 0 0 0,-4-2 0 0 0,6-2 0 0 0,5 2 0 0 0,-3 0 0 0 0,-5-2 0 0 0,0 2 0 0 0,-5 0 0 0 0,2-2 0 0 0,3-3 0 0 0,-2 3 0 0 0,-4 0 0 0 0,-4-2 0 0 0,2-2 0 0 0,4-1 0 0 0,4-2 0 0 0,5-1 0 0 0,4-1 0 0 0,-4-1 0 0 0,-6 1 0 0 0,-5 0 0 0 0,-6-1 0 0 0,-3 1 0 0 0,-3 0 0 0 0,-2 5 0 0 0,0 2 0 0 0,0 0 0 0 0,-1-2 0 0 0,1-1 0 0 0,1-2 0 0 0,-1 0 0 0 0,1-2 0 0 0,-1 0 0 0 0,1 0 0 0 0,0 0 0 0 0,0-1 0 0 0,0 1 0 0 0,0 0 0 0 0,-6 5 0 0 0,-1 2 0 0 0,0 0 0 0 0,2-2 0 0 0,1-1 0 0 0,-9-2 0 0 0,-13-1 0 0 0,-12 0 0 0 0,-11-1 0 0 0,-7 0 0 0 0,1 5 0 0 0,-2 1 0 0 0,0 1 0 0 0,-2-2 0 0 0,-1 4 0 0 0,-1 0 0 0 0,-1-1 0 0 0,0-2 0 0 0,0-2 0 0 0,0-2 0 0 0,5 4 0 0 0,2 1 0 0 0,0 0 0 0 0,-2-2 0 0 0,-1-2 0 0 0,-1-1 0 0 0,-2-1 0 0 0,0-1 0 0 0,-1 0 0 0 0,0 0 0 0 0,0 0 0 0 0,0 0 0 0 0,0-1 0 0 0,0 1 0 0 0,0 0 0 0 0,0 0 0 0 0,0 0 0 0 0,0 0 0 0 0,0 0 0 0 0,1 0 0 0 0,-1 0 0 0 0,0 0 0 0 0,0 0 0 0 0,0 0 0 0 0,6 0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19174 3954 16383 0 0,'5'0'0'0'0,"7"0"0"0"0,7 0 0 0 0,0-5 0 0 0,2-2 0 0 0,3 1 0 0 0,-3-5 0 0 0,-10 0 0 0 0,-12-3 0 0 0,-12 0 0 0 0,-8 3 0 0 0,-6 4 0 0 0,-4 2 0 0 0,-1-3 0 0 0,-1 0 0 0 0,0 1 0 0 0,0-3 0 0 0,1 0 0 0 0,0 2 0 0 0,-4-4 0 0 0,-8 1 0 0 0,-5 2 0 0 0,-6 3 0 0 0,1 2 0 0 0,5 2 0 0 0,6 1 0 0 0,-1 1 0 0 0,-3-5 0 0 0,1-1 0 0 0,-7 0 0 0 0,-6 1 0 0 0,8-4 0 0 0,-3 0 0 0 0,2 1 0 0 0,-1 2 0 0 0,-1 2 0 0 0,-8-3 0 0 0,-3-1 0 0 0,-7 1 0 0 0,-6 2 0 0 0,-2 2 0 0 0,4 1 0 0 0,-2 1 0 0 0,3 0 0 0 0,8-4 0 0 0,5-1 0 0 0,-3-1 0 0 0,-5 2 0 0 0,3 2 0 0 0,-2 0 0 0 0,-16 2 0 0 0,-4 1 0 0 0,8 0 0 0 0,2 0 0 0 0,-1 0 0 0 0,8 1 0 0 0,0-1 0 0 0,-4 0 0 0 0,-3 0 0 0 0,5 0 0 0 0,0 0 0 0 0,2 0 0 0 0,8 0 0 0 0,5 0 0 0 0,1 0 0 0 0,6 0 0 0 0,0 5 0 0 0,0 2 0 0 0,3 0 0 0 0,-1 4 0 0 0,3-1 0 0 0,4-1 0 0 0,0-2 0 0 0,0 3 0 0 0,4-1 0 0 0,-3 4 0 0 0,-4-1 0 0 0,0-1 0 0 0,3-4 0 0 0,3-3 0 0 0,3-1 0 0 0,9 3 0 0 0,2 1 0 0 0,2-1 0 0 0,-1 4 0 0 0,-1 1 0 0 0,-2-3 0 0 0,-1-1 0 0 0,10 2 0 0 0,12 0 0 0 0,14-1 0 0 0,11-3 0 0 0,7-1 0 0 0,4-2 0 0 0,4-1 0 0 0,0-1 0 0 0,6 0 0 0 0,1-1 0 0 0,4-5 0 0 0,0-1 0 0 0,3-5 0 0 0,-1 0 0 0 0,-3-4 0 0 0,1 1 0 0 0,-1 3 0 0 0,-3 4 0 0 0,-3 3 0 0 0,3-3 0 0 0,4 0 0 0 0,7 2 0 0 0,3-4 0 0 0,5-1 0 0 0,-9-2 0 0 0,-2 0 0 0 0,12-3 0 0 0,11 1 0 0 0,4-1 0 0 0,0 1 0 0 0,-7 4 0 0 0,-1 3 0 0 0,0-2 0 0 0,-1 1 0 0 0,4 1 0 0 0,0-2 0 0 0,-1 0 0 0 0,-7 1 0 0 0,1-2 0 0 0,1 0 0 0 0,6-3 0 0 0,0 1 0 0 0,0 3 0 0 0,3-3 0 0 0,-6 1 0 0 0,2 3 0 0 0,-5 3 0 0 0,1 2 0 0 0,1-3 0 0 0,-1 0 0 0 0,0 0 0 0 0,-2 2 0 0 0,-5 2 0 0 0,2-4 0 0 0,2-1 0 0 0,-4 1 0 0 0,3 2 0 0 0,2 1 0 0 0,1 2 0 0 0,0 1 0 0 0,0 1 0 0 0,-1 0 0 0 0,-6 0 0 0 0,-2 1 0 0 0,-5-1 0 0 0,-6-5 0 0 0,-5-2 0 0 0,-4 1 0 0 0,2 0 0 0 0,1 3 0 0 0,-1 0 0 0 0,-2 2 0 0 0,-2 0 0 0 0,5 1 0 0 0,0 1 0 0 0,0-6 0 0 0,-2-2 0 0 0,-2 1 0 0 0,-1 0 0 0 0,-1 3 0 0 0,-1 0 0 0 0,-11 2 0 0 0,-14 1 0 0 0,-13 0 0 0 0,-11 0 0 0 0,-7 0 0 0 0,-5 0 0 0 0,-3 1 0 0 0,0-1 0 0 0,-1 0 0 0 0,1 5 0 0 0,1 2 0 0 0,0 0 0 0 0,0-2 0 0 0,1-1 0 0 0,0-2 0 0 0,1 5 0 0 0,-6 0 0 0 0,-2 5 0 0 0,1 0 0 0 0,1-2 0 0 0,1-2 0 0 0,2-3 0 0 0,-5-3 0 0 0,5 5 0 0 0,3 0 0 0 0,-5-1 0 0 0,-1 4 0 0 0,-5 1 0 0 0,0-3 0 0 0,-5 4 0 0 0,1-1 0 0 0,3-2 0 0 0,-2-3 0 0 0,-5 3 0 0 0,2 0 0 0 0,-2-1 0 0 0,2 3 0 0 0,4-1 0 0 0,-1-2 0 0 0,-4-1 0 0 0,-5-3 0 0 0,-2-2 0 0 0,1-2 0 0 0,1 1 0 0 0,3-2 0 0 0,0 1 0 0 0,-7 5 0 0 0,0 1 0 0 0,1 1 0 0 0,-8-2 0 0 0,4-2 0 0 0,5 5 0 0 0,2 0 0 0 0,0-1 0 0 0,-7-1 0 0 0,2-3 0 0 0,-1 0 0 0 0,-5-2 0 0 0,-8-1 0 0 0,4 5 0 0 0,2 2 0 0 0,2-1 0 0 0,2-1 0 0 0,0-2 0 0 0,6 0 0 0 0,2-2 0 0 0,0-1 0 0 0,3 5 0 0 0,1 2 0 0 0,2 0 0 0 0,-5-2 0 0 0,1-2 0 0 0,3-1 0 0 0,1 0 0 0 0,-3-2 0 0 0,2 0 0 0 0,-1 0 0 0 0,3 0 0 0 0,4-1 0 0 0,-1 1 0 0 0,2 0 0 0 0,-3 5 0 0 0,1 2 0 0 0,4 0 0 0 0,-3-2 0 0 0,-5-1 0 0 0,2-2 0 0 0,-3-1 0 0 0,2 0 0 0 0,-1-1 0 0 0,1 0 0 0 0,5-1 0 0 0,3 1 0 0 0,4 0 0 0 0,2 0 0 0 0,1 0 0 0 0,12 0 0 0 0,15 0 0 0 0,18 0 0 0 0,12 0 0 0 0,7 0 0 0 0,9 0 0 0 0,8 0 0 0 0,0 0 0 0 0,-2 0 0 0 0,1 0 0 0 0,3 0 0 0 0,8 0 0 0 0,5 0 0 0 0,2 5 0 0 0,1 2 0 0 0,3-1 0 0 0,-3 0 0 0 0,-4-2 0 0 0,4 3 0 0 0,-5 1 0 0 0,3 0 0 0 0,6-3 0 0 0,2 4 0 0 0,-1 0 0 0 0,-3-2 0 0 0,3-1 0 0 0,5 3 0 0 0,0 0 0 0 0,-3-1 0 0 0,2-3 0 0 0,-2 4 0 0 0,-2 0 0 0 0,1-2 0 0 0,10-1 0 0 0,12 3 0 0 0,-5 0 0 0 0,-3-2 0 0 0,-5 4 0 0 0,-6 0 0 0 0,0-3 0 0 0,2-2 0 0 0,-1-2 0 0 0,2 4 0 0 0,3 0 0 0 0,-7-2 0 0 0,0-1 0 0 0,-3-1 0 0 0,-3 3 0 0 0,2 1 0 0 0,5-1 0 0 0,-5-2 0 0 0,-4-2 0 0 0,2-1 0 0 0,-5-1 0 0 0,-4 0 0 0 0,5-2 0 0 0,-4 1 0 0 0,-2 0 0 0 0,-6 0 0 0 0,-1-1 0 0 0,1 6 0 0 0,-4 2 0 0 0,1 0 0 0 0,-3-2 0 0 0,-4-1 0 0 0,-4-2 0 0 0,-4 0 0 0 0,3-2 0 0 0,0 0 0 0 0,-1 5 0 0 0,-2 2 0 0 0,-1-1 0 0 0,-2-1 0 0 0,0-1 0 0 0,-1-2 0 0 0,0 0 0 0 0,-1-2 0 0 0,1 0 0 0 0,-1 0 0 0 0,-4 5 0 0 0,-13 1 0 0 0,-13 1 0 0 0,-13-2 0 0 0,-8-1 0 0 0,-7-2 0 0 0,-3-1 0 0 0,-2 0 0 0 0,0-1 0 0 0,-1 0 0 0 0,-4-6 0 0 0,-1-1 0 0 0,1 0 0 0 0,-4 1 0 0 0,0-3 0 0 0,2 0 0 0 0,-2 1 0 0 0,0 2 0 0 0,-3 2 0 0 0,-10 2 0 0 0,0-4 0 0 0,-2-1 0 0 0,4 0 0 0 0,0 2 0 0 0,-6-3 0 0 0,-4-1 0 0 0,-7 1 0 0 0,-7-3 0 0 0,-6 1 0 0 0,5 1 0 0 0,1-3 0 0 0,-3 1 0 0 0,3-3 0 0 0,-8 1 0 0 0,-4 2 0 0 0,-9-1 0 0 0,8 0 0 0 0,3-2 0 0 0,-4 1 0 0 0,-3 2 0 0 0,-1-1 0 0 0,-6 0 0 0 0,-5 3 0 0 0,8-2 0 0 0,2 0 0 0 0,-6 3 0 0 0,1-4 0 0 0,0 2 0 0 0,-3 1 0 0 0,-4 3 0 0 0,-1 2 0 0 0,9-3 0 0 0,0-1 0 0 0,-4 2 0 0 0,-6-5 0 0 0,7 1 0 0 0,-2 2 0 0 0,-3 1 0 0 0,12-2 0 0 0,0 0 0 0 0,-3 1 0 0 0,-7-3 0 0 0,5 1 0 0 0,-2 1 0 0 0,1 3 0 0 0,2-3 0 0 0,8 0 0 0 0,-1 1 0 0 0,-2 3 0 0 0,6-4 0 0 0,-3 0 0 0 0,-2 2 0 0 0,0 1 0 0 0,10 3 0 0 0,4-4 0 0 0,-1-1 0 0 0,4 1 0 0 0,-1 2 0 0 0,7 1 0 0 0,6 2 0 0 0,-8 2 0 0 0,4-1 0 0 0,3 1 0 0 0,2-4 0 0 0,7-3 0 0 0,3 1 0 0 0,4 0 0 0 0,7 3 0 0 0,-6 0 0 0 0,1 2 0 0 0,2 1 0 0 0,5 0 0 0 0,4 0 0 0 0,2 0 0 0 0,3 1 0 0 0,1-1 0 0 0,0 0 0 0 0,12 0 0 0 0,13 0 0 0 0,14 0 0 0 0,10 0 0 0 0,7 0 0 0 0,6 0 0 0 0,1 0 0 0 0,7 0 0 0 0,7 0 0 0 0,5 5 0 0 0,1 2 0 0 0,1 0 0 0 0,2-2 0 0 0,8-1 0 0 0,-3 4 0 0 0,6 0 0 0 0,1-1 0 0 0,0-2 0 0 0,-1-1 0 0 0,-1-2 0 0 0,-2-1 0 0 0,5-1 0 0 0,7 5 0 0 0,0 2 0 0 0,4-1 0 0 0,4-1 0 0 0,-2 4 0 0 0,1 0 0 0 0,3-1 0 0 0,7-2 0 0 0,-1 3 0 0 0,5 0 0 0 0,7-1 0 0 0,-4 3 0 0 0,-2-1 0 0 0,2-1 0 0 0,1-3 0 0 0,4 3 0 0 0,0 0 0 0 0,4-1 0 0 0,-7 3 0 0 0,1-1 0 0 0,-1-1 0 0 0,3 2 0 0 0,5 0 0 0 0,4-2 0 0 0,0 2 0 0 0,-10 0 0 0 0,-1-2 0 0 0,3 2 0 0 0,0 0 0 0 0,2-2 0 0 0,0 2 0 0 0,1 0 0 0 0,-6-3 0 0 0,-5-2 0 0 0,2-2 0 0 0,5 4 0 0 0,-5-1 0 0 0,2 0 0 0 0,5 3 0 0 0,-11 0 0 0 0,-5-1 0 0 0,2-3 0 0 0,2 4 0 0 0,-4-1 0 0 0,-3-2 0 0 0,0 4 0 0 0,-4 0 0 0 0,-6-3 0 0 0,0-2 0 0 0,-3 3 0 0 0,2 1 0 0 0,4-3 0 0 0,-7-1 0 0 0,0 2 0 0 0,-2 1 0 0 0,-7-1 0 0 0,0-3 0 0 0,-5-1 0 0 0,-2 3 0 0 0,0 1 0 0 0,0-1 0 0 0,-3-2 0 0 0,-2-2 0 0 0,-3 4 0 0 0,0 1 0 0 0,2-1 0 0 0,3-2 0 0 0,-3-1 0 0 0,-4-2 0 0 0,-5-1 0 0 0,-5-1 0 0 0,-3 5 0 0 0,-2 2 0 0 0,-2-1 0 0 0,0-1 0 0 0,-10-1 0 0 0,-15-2 0 0 0,-12-1 0 0 0,-12 0 0 0 0,-6-1 0 0 0,-5-1 0 0 0,-3 1 0 0 0,-5 0 0 0 0,-3 0 0 0 0,-4-1 0 0 0,-5 1 0 0 0,-4 0 0 0 0,1 0 0 0 0,5 0 0 0 0,0 0 0 0 0,3 0 0 0 0,-2 0 0 0 0,2 0 0 0 0,-6 0 0 0 0,-1 0 0 0 0,-7 0 0 0 0,2 0 0 0 0,0 0 0 0 0,-7 0 0 0 0,-7 0 0 0 0,2 0 0 0 0,-2 0 0 0 0,0 0 0 0 0,-3 0 0 0 0,0 0 0 0 0,-3 0 0 0 0,-4 0 0 0 0,-4 0 0 0 0,2 0 0 0 0,-1 0 0 0 0,-1 0 0 0 0,3 0 0 0 0,-1 0 0 0 0,-6 0 0 0 0,-5 0 0 0 0,4 0 0 0 0,-4 0 0 0 0,-2 0 0 0 0,11 0 0 0 0,-2 0 0 0 0,-2 0 0 0 0,5 0 0 0 0,-6 0 0 0 0,-2 0 0 0 0,3 0 0 0 0,7 0 0 0 0,-4 0 0 0 0,3 0 0 0 0,-1 0 0 0 0,-2 0 0 0 0,4 0 0 0 0,-6 6 0 0 0,2 1 0 0 0,0-1 0 0 0,4 0 0 0 0,0-3 0 0 0,-2 0 0 0 0,4-2 0 0 0,4-1 0 0 0,5 6 0 0 0,3 1 0 0 0,-1-1 0 0 0,-6-1 0 0 0,6-2 0 0 0,-2 5 0 0 0,6 0 0 0 0,3-1 0 0 0,3-1 0 0 0,5-3 0 0 0,2-1 0 0 0,-1 4 0 0 0,-2 2 0 0 0,-2-2 0 0 0,3-1 0 0 0,6-1 0 0 0,6-2 0 0 0,4 4 0 0 0,4 1 0 0 0,-2 0 0 0 0,-2-2 0 0 0,2-2 0 0 0,1 0 0 0 0,1-2 0 0 0,2-1 0 0 0,5 5 0 0 0,3 2 0 0 0,0-1 0 0 0,4 4 0 0 0,11 1 0 0 0,12-2 0 0 0,10-3 0 0 0,10-1 0 0 0,4-3 0 0 0,4-1 0 0 0,2-1 0 0 0,0 5 0 0 0,0 2 0 0 0,5-1 0 0 0,1-1 0 0 0,-1-2 0 0 0,-1 0 0 0 0,-2-2 0 0 0,3-1 0 0 0,1 0 0 0 0,-1 0 0 0 0,3 0 0 0 0,1-1 0 0 0,8 6 0 0 0,6 2 0 0 0,-1 0 0 0 0,1-2 0 0 0,1-1 0 0 0,1-2 0 0 0,2 0 0 0 0,0-2 0 0 0,2 0 0 0 0,4 0 0 0 0,-2 0 0 0 0,3-1 0 0 0,1 1 0 0 0,-2 0 0 0 0,5 0 0 0 0,6 0 0 0 0,0 0 0 0 0,-3 0 0 0 0,3 0 0 0 0,-3 5 0 0 0,3 2 0 0 0,4 0 0 0 0,-1-2 0 0 0,0-1 0 0 0,-1-2 0 0 0,-5-1 0 0 0,1 0 0 0 0,-6-1 0 0 0,0 0 0 0 0,4 5 0 0 0,5 1 0 0 0,-4 1 0 0 0,-1-2 0 0 0,-6-1 0 0 0,1-2 0 0 0,4-1 0 0 0,1 0 0 0 0,-2 4 0 0 0,-2 2 0 0 0,-3-1 0 0 0,-2-1 0 0 0,5-1 0 0 0,-6-2 0 0 0,-2-1 0 0 0,-1 0 0 0 0,-5 4 0 0 0,-3 2 0 0 0,2-1 0 0 0,1-1 0 0 0,3-1 0 0 0,-5-2 0 0 0,1-1 0 0 0,-5-1 0 0 0,-5 0 0 0 0,1 0 0 0 0,-3 0 0 0 0,-3 0 0 0 0,3-1 0 0 0,-1 1 0 0 0,3 0 0 0 0,-6 5 0 0 0,-4 2 0 0 0,-2 0 0 0 0,-3-2 0 0 0,1-1 0 0 0,-1-2 0 0 0,1 0 0 0 0,-11-2 0 0 0,-13 0 0 0 0,-13 0 0 0 0,-11 0 0 0 0,-7-1 0 0 0,-5 1 0 0 0,-3 0 0 0 0,0 0 0 0 0,0 0 0 0 0,-6 0 0 0 0,0 0 0 0 0,0 0 0 0 0,-3 0 0 0 0,-5 0 0 0 0,0-5 0 0 0,-2-2 0 0 0,-9 0 0 0 0,1 2 0 0 0,-1 1 0 0 0,-1 2 0 0 0,4 0 0 0 0,-4 2 0 0 0,-7 0 0 0 0,1 0 0 0 0,-3-5 0 0 0,-6-2 0 0 0,4 1 0 0 0,-1 1 0 0 0,-5-4 0 0 0,0 0 0 0 0,-2 1 0 0 0,-5 2 0 0 0,3 2 0 0 0,3-3 0 0 0,-5-1 0 0 0,0 1 0 0 0,-1-4 0 0 0,-8 1 0 0 0,-4 1 0 0 0,3 3 0 0 0,3 2 0 0 0,-1-3 0 0 0,0-1 0 0 0,0 1 0 0 0,-1 2 0 0 0,-6-4 0 0 0,-2 0 0 0 0,5 2 0 0 0,3 1 0 0 0,2 3 0 0 0,-1 0 0 0 0,0-3 0 0 0,-1-1 0 0 0,0 1 0 0 0,5 1 0 0 0,6 1 0 0 0,-4-3 0 0 0,-4-1 0 0 0,-2 1 0 0 0,3 2 0 0 0,2 1 0 0 0,9 2 0 0 0,2 1 0 0 0,-2 1 0 0 0,-4 0 0 0 0,1 0 0 0 0,-2-5 0 0 0,3-1 0 0 0,9-1 0 0 0,1 2 0 0 0,6 1 0 0 0,-1 2 0 0 0,-1 1 0 0 0,5 0 0 0 0,2 1 0 0 0,6 1 0 0 0,6-1 0 0 0,0 0 0 0 0,3 0 0 0 0,3 1 0 0 0,3-1 0 0 0,2 0 0 0 0,2 0 0 0 0,1 0 0 0 0,1 0 0 0 0,0 0 0 0 0,10 0 0 0 0,9 5 0 0 0,11 2 0 0 0,11 0 0 0 0,9-2 0 0 0,7-1 0 0 0,3 3 0 0 0,2 2 0 0 0,6-2 0 0 0,7-2 0 0 0,7-1 0 0 0,4-2 0 0 0,-1-1 0 0 0,0-1 0 0 0,6 0 0 0 0,-2-1 0 0 0,5 1 0 0 0,-3 0 0 0 0,-2 0 0 0 0,5 5 0 0 0,-3 1 0 0 0,4 1 0 0 0,6-2 0 0 0,2-1 0 0 0,-1-1 0 0 0,8 3 0 0 0,6 2 0 0 0,0-2 0 0 0,5-1 0 0 0,3-1 0 0 0,-4-2 0 0 0,4-1 0 0 0,-3-1 0 0 0,-2 6 0 0 0,5 0 0 0 0,2 1 0 0 0,6-2 0 0 0,-4-2 0 0 0,2-1 0 0 0,-5 0 0 0 0,-3 3 0 0 0,3 2 0 0 0,2 0 0 0 0,5-2 0 0 0,-4-2 0 0 0,2-1 0 0 0,-5 0 0 0 0,-4 3 0 0 0,0 2 0 0 0,4 0 0 0 0,2-2 0 0 0,0-2 0 0 0,0-1 0 0 0,-7 5 0 0 0,-8 0 0 0 0,4 0 0 0 0,-4-2 0 0 0,1-2 0 0 0,-3 5 0 0 0,0 0 0 0 0,-8-1 0 0 0,0-2 0 0 0,-3-2 0 0 0,-2-1 0 0 0,3-1 0 0 0,1 0 0 0 0,-8-1 0 0 0,-2-1 0 0 0,-8 6 0 0 0,-2 2 0 0 0,1-1 0 0 0,-3-1 0 0 0,0-1 0 0 0,-2-2 0 0 0,-5 0 0 0 0,2-2 0 0 0,3 0 0 0 0,-1 0 0 0 0,3 0 0 0 0,-3-1 0 0 0,-3 1 0 0 0,-4 0 0 0 0,-3 0 0 0 0,-3 0 0 0 0,-12 0 0 0 0,-14 0 0 0 0,-15 0 0 0 0,-10 0 0 0 0,-8 0 0 0 0,-5 0 0 0 0,4-5 0 0 0,0-2 0 0 0,0 0 0 0 0,-1 2 0 0 0,-6-4 0 0 0,-7-1 0 0 0,-3 2 0 0 0,1 3 0 0 0,-2 1 0 0 0,1 2 0 0 0,-3 1 0 0 0,-3 0 0 0 0,1-4 0 0 0,-1-1 0 0 0,-3 0 0 0 0,2 1 0 0 0,0 1 0 0 0,-8-3 0 0 0,2-2 0 0 0,-6 2 0 0 0,-13 2 0 0 0,1 1 0 0 0,3 2 0 0 0,-2-4 0 0 0,1-1 0 0 0,-2 0 0 0 0,5 2 0 0 0,5 2 0 0 0,-8 1 0 0 0,-1 1 0 0 0,0 0 0 0 0,-2 1 0 0 0,-4 1 0 0 0,6-1 0 0 0,0 0 0 0 0,3 1 0 0 0,-9-1 0 0 0,0 0 0 0 0,2 0 0 0 0,0 0 0 0 0,1 0 0 0 0,4 0 0 0 0,-1 0 0 0 0,-4 0 0 0 0,-4 0 0 0 0,1 0 0 0 0,-2 0 0 0 0,9 0 0 0 0,6 0 0 0 0,-1 0 0 0 0,0 0 0 0 0,3 0 0 0 0,-5 0 0 0 0,0 0 0 0 0,-3 0 0 0 0,5 0 0 0 0,4 0 0 0 0,2 0 0 0 0,7 0 0 0 0,-2 0 0 0 0,-3 5 0 0 0,5 2 0 0 0,5 0 0 0 0,3-2 0 0 0,2 4 0 0 0,0 0 0 0 0,2-1 0 0 0,3-2 0 0 0,4-2 0 0 0,-3-2 0 0 0,1-1 0 0 0,1 5 0 0 0,2 0 0 0 0,2 1 0 0 0,7 3 0 0 0,2 0 0 0 0,1-1 0 0 0,4 3 0 0 0,11-1 0 0 0,7 3 0 0 0,8-1 0 0 0,10-2 0 0 0,6-3 0 0 0,6-4 0 0 0,2-1 0 0 0,2-3 0 0 0,0 0 0 0 0,1 0 0 0 0,-1-1 0 0 0,5 1 0 0 0,7-1 0 0 0,1 1 0 0 0,-2 0 0 0 0,2 0 0 0 0,-1 0 0 0 0,-3 0 0 0 0,2 0 0 0 0,4-6 0 0 0,5-1 0 0 0,9 1 0 0 0,10 0 0 0 0,4-3 0 0 0,-2 0 0 0 0,-1 1 0 0 0,-9 2 0 0 0,-3 3 0 0 0,2 0 0 0 0,-3 2 0 0 0,4 1 0 0 0,2 0 0 0 0,0 1 0 0 0,-1-1 0 0 0,5 1 0 0 0,-4-1 0 0 0,3 0 0 0 0,-6 0 0 0 0,3 0 0 0 0,6 0 0 0 0,7 0 0 0 0,6 0 0 0 0,-7-5 0 0 0,0-2 0 0 0,-3 0 0 0 0,-8 2 0 0 0,-6 1 0 0 0,-7 2 0 0 0,3 0 0 0 0,2 2 0 0 0,-3 0 0 0 0,-1 0 0 0 0,1 0 0 0 0,-3 1 0 0 0,-1-1 0 0 0,-3 0 0 0 0,1 0 0 0 0,-4 0 0 0 0,2 0 0 0 0,4-5 0 0 0,-3-2 0 0 0,2 0 0 0 0,-3 2 0 0 0,-3 1 0 0 0,0 2 0 0 0,-1 1 0 0 0,-4 0 0 0 0,-2 1 0 0 0,-3 0 0 0 0,-1 1 0 0 0,-2-1 0 0 0,0 0 0 0 0,-1 0 0 0 0,0 0 0 0 0,0 0 0 0 0,1 0 0 0 0,-1 0 0 0 0,-9 0 0 0 0,-15 0 0 0 0,-13 0 0 0 0,-11 0 0 0 0,-7 0 0 0 0,-5 0 0 0 0,-2 0 0 0 0,-7 0 0 0 0,-1 0 0 0 0,0 0 0 0 0,2 0 0 0 0,2 0 0 0 0,3 0 0 0 0,-5 0 0 0 0,-6 0 0 0 0,-5 0 0 0 0,-6 0 0 0 0,2 0 0 0 0,-1 0 0 0 0,4 0 0 0 0,-6 0 0 0 0,-3 0 0 0 0,2 0 0 0 0,2 0 0 0 0,-2 0 0 0 0,-1 0 0 0 0,-6 0 0 0 0,2 0 0 0 0,-3 0 0 0 0,-3 0 0 0 0,2 0 0 0 0,-5 0 0 0 0,-6 0 0 0 0,0 0 0 0 0,-3 0 0 0 0,2 0 0 0 0,8 0 0 0 0,2 0 0 0 0,-5-5 0 0 0,1-2 0 0 0,-4 1 0 0 0,-5 0 0 0 0,2 2 0 0 0,2 2 0 0 0,6 1 0 0 0,-3 0 0 0 0,-3 1 0 0 0,1-5 0 0 0,2-1 0 0 0,-1-1 0 0 0,6 2 0 0 0,5 1 0 0 0,-3 2 0 0 0,0 1 0 0 0,0 1 0 0 0,-3-1 0 0 0,4 2 0 0 0,3-1 0 0 0,8 0 0 0 0,-4 0 0 0 0,-1 1 0 0 0,3-1 0 0 0,2 0 0 0 0,-1 0 0 0 0,-1 0 0 0 0,4 0 0 0 0,6 0 0 0 0,0 0 0 0 0,-3 0 0 0 0,3 0 0 0 0,4 0 0 0 0,3 0 0 0 0,4 0 0 0 0,3 0 0 0 0,1 0 0 0 0,7 5 0 0 0,12 2 0 0 0,9 5 0 0 0,10 0 0 0 0,9-1 0 0 0,3 2 0 0 0,2-1 0 0 0,10-3 0 0 0,4-2 0 0 0,1-3 0 0 0,1-2 0 0 0,4 4 0 0 0,6 1 0 0 0,6 4 0 0 0,-1 1 0 0 0,-4-2 0 0 0,0-3 0 0 0,-1-2 0 0 0,0 3 0 0 0,9 0 0 0 0,1-1 0 0 0,-5-2 0 0 0,5 4 0 0 0,4 0 0 0 0,1-2 0 0 0,7-1 0 0 0,2 2 0 0 0,0 1 0 0 0,3-1 0 0 0,-5-2 0 0 0,2-3 0 0 0,4-1 0 0 0,0-1 0 0 0,3-1 0 0 0,5 5 0 0 0,-7 2 0 0 0,5-1 0 0 0,-1 4 0 0 0,-3 1 0 0 0,2-2 0 0 0,7-3 0 0 0,6 4 0 0 0,-8-1 0 0 0,-1-1 0 0 0,10 3 0 0 0,1-1 0 0 0,-5-1 0 0 0,-2 2 0 0 0,0 0 0 0 0,1-2 0 0 0,-3-3 0 0 0,-1 3 0 0 0,-3 0 0 0 0,-1-1 0 0 0,3-3 0 0 0,-2 4 0 0 0,-10-1 0 0 0,0 0 0 0 0,-3 3 0 0 0,4-1 0 0 0,0-1 0 0 0,-2-3 0 0 0,4 3 0 0 0,-6 0 0 0 0,-4-1 0 0 0,4-3 0 0 0,-5-1 0 0 0,-2 3 0 0 0,4 1 0 0 0,-4-2 0 0 0,-1 0 0 0 0,0-3 0 0 0,-5-1 0 0 0,-7-1 0 0 0,-5-1 0 0 0,0 0 0 0 0,3 0 0 0 0,0 5 0 0 0,-3 1 0 0 0,2 1 0 0 0,4-2 0 0 0,4-1 0 0 0,-1 3 0 0 0,-4 1 0 0 0,-5 0 0 0 0,-5-3 0 0 0,-2-1 0 0 0,-3-2 0 0 0,-7 4 0 0 0,-2 1 0 0 0,-10 0 0 0 0,-13-2 0 0 0,-11-2 0 0 0,-9-1 0 0 0,-7-1 0 0 0,-4 0 0 0 0,-1-2 0 0 0,-2 1 0 0 0,-4 0 0 0 0,-2 0 0 0 0,-4-1 0 0 0,-5 1 0 0 0,0 0 0 0 0,-2 0 0 0 0,3 0 0 0 0,-1 0 0 0 0,2 0 0 0 0,4-5 0 0 0,0-2 0 0 0,0 0 0 0 0,-2 2 0 0 0,-3 1 0 0 0,0 2 0 0 0,-2 0 0 0 0,-3 2 0 0 0,-2 0 0 0 0,-4-5 0 0 0,5-2 0 0 0,-6 1 0 0 0,-7 1 0 0 0,2 1 0 0 0,-4-3 0 0 0,-6-2 0 0 0,5 2 0 0 0,4 2 0 0 0,-3 1 0 0 0,0 2 0 0 0,-4 1 0 0 0,-5 1 0 0 0,5-5 0 0 0,5-2 0 0 0,-3 1 0 0 0,2 1 0 0 0,-4-4 0 0 0,0 0 0 0 0,2 1 0 0 0,-3 2 0 0 0,1-3 0 0 0,2 0 0 0 0,3 2 0 0 0,-2 1 0 0 0,4-3 0 0 0,-1 0 0 0 0,-6 2 0 0 0,5 1 0 0 0,3-3 0 0 0,3 0 0 0 0,1 2 0 0 0,0 1 0 0 0,-5-2 0 0 0,3-1 0 0 0,8 1 0 0 0,2 2 0 0 0,0 3 0 0 0,-2-4 0 0 0,4-1 0 0 0,-1 1 0 0 0,4 2 0 0 0,5 1 0 0 0,-1 2 0 0 0,1 2 0 0 0,-1-1 0 0 0,0 1 0 0 0,4 1 0 0 0,2-1 0 0 0,3 0 0 0 0,-3 1 0 0 0,-1-1 0 0 0,2 0 0 0 0,1 0 0 0 0,2 0 0 0 0,7-5 0 0 0,13-2 0 0 0,14 0 0 0 0,12 2 0 0 0,10 1 0 0 0,6 1 0 0 0,3-3 0 0 0,2-2 0 0 0,1 2 0 0 0,-1 1 0 0 0,0 1 0 0 0,5 2 0 0 0,5 1 0 0 0,2 1 0 0 0,-2 0 0 0 0,-3 0 0 0 0,-3 0 0 0 0,3 1 0 0 0,-1-1 0 0 0,-1 0 0 0 0,8 0 0 0 0,3 0 0 0 0,2 0 0 0 0,-2 0 0 0 0,-4 0 0 0 0,6 0 0 0 0,5 0 0 0 0,-2 0 0 0 0,6 0 0 0 0,-3 0 0 0 0,1 0 0 0 0,-1 0 0 0 0,2 0 0 0 0,6 0 0 0 0,3 0 0 0 0,-1 0 0 0 0,0 0 0 0 0,-7 0 0 0 0,3 0 0 0 0,6 0 0 0 0,-4 0 0 0 0,3 0 0 0 0,6 0 0 0 0,-5 0 0 0 0,-3 0 0 0 0,-3 0 0 0 0,-1 0 0 0 0,4 0 0 0 0,2 0 0 0 0,0 0 0 0 0,3 0 0 0 0,-4 5 0 0 0,-4 2 0 0 0,-2 0 0 0 0,0-2 0 0 0,-1-1 0 0 0,-5-1 0 0 0,4-2 0 0 0,-3-1 0 0 0,0 6 0 0 0,0 0 0 0 0,-4 1 0 0 0,0-2 0 0 0,2-2 0 0 0,-4 0 0 0 0,-4-2 0 0 0,-6-1 0 0 0,2 0 0 0 0,3 0 0 0 0,1 0 0 0 0,1-1 0 0 0,-1 1 0 0 0,-3 0 0 0 0,-4 0 0 0 0,-3 0 0 0 0,-3 0 0 0 0,-1 0 0 0 0,-2 0 0 0 0,0 5 0 0 0,1 2 0 0 0,-1 0 0 0 0,0-2 0 0 0,0-1 0 0 0,1-2 0 0 0,0 0 0 0 0,0-2 0 0 0,-11 0 0 0 0,-14 0 0 0 0,-13 0 0 0 0,-10-1 0 0 0,-8 1 0 0 0,-5 0 0 0 0,-3 0 0 0 0,0 0 0 0 0,-1 0 0 0 0,1 0 0 0 0,1 0 0 0 0,0 0 0 0 0,0 0 0 0 0,1 0 0 0 0,0 0 0 0 0,1 0 0 0 0,-6 0 0 0 0,-7 0 0 0 0,-1 0 0 0 0,1 0 0 0 0,3 0 0 0 0,3 0 0 0 0,-3-6 0 0 0,-5-1 0 0 0,0 1 0 0 0,-2 0 0 0 0,0 3 0 0 0,4 0 0 0 0,-2 2 0 0 0,3 1 0 0 0,-4 0 0 0 0,-3 0 0 0 0,1 0 0 0 0,3 0 0 0 0,5 1 0 0 0,-2-1 0 0 0,-5 0 0 0 0,2 0 0 0 0,-3 0 0 0 0,1 0 0 0 0,-1 0 0 0 0,-3 0 0 0 0,2 0 0 0 0,-2 0 0 0 0,3 0 0 0 0,0 0 0 0 0,-4 0 0 0 0,-2 0 0 0 0,2 0 0 0 0,-1 0 0 0 0,-1 0 0 0 0,3 0 0 0 0,5 0 0 0 0,5 0 0 0 0,-1 0 0 0 0,-4 0 0 0 0,-4 0 0 0 0,0 0 0 0 0,-1 0 0 0 0,3 0 0 0 0,4 0 0 0 0,4 0 0 0 0,4 0 0 0 0,-2 0 0 0 0,-6 0 0 0 0,0 0 0 0 0,-3 0 0 0 0,-4 0 0 0 0,1 0 0 0 0,4 0 0 0 0,5 0 0 0 0,-2 0 0 0 0,2 0 0 0 0,2 0 0 0 0,-2 0 0 0 0,0 0 0 0 0,2 0 0 0 0,2 0 0 0 0,3 0 0 0 0,1 0 0 0 0,2 0 0 0 0,0 0 0 0 0,5-5 0 0 0,8-8 0 0 0,12 0 0 0 0,12 1 0 0 0,10 3 0 0 0,8-3 0 0 0,5 2 0 0 0,3-4 0 0 0,1 1 0 0 0,5 3 0 0 0,2 3 0 0 0,0 2 0 0 0,2 3 0 0 0,0 1 0 0 0,-2 1 0 0 0,-2 0 0 0 0,2 1 0 0 0,0 0 0 0 0,-1-1 0 0 0,2 0 0 0 0,1 1 0 0 0,2-1 0 0 0,5 0 0 0 0,0 0 0 0 0,1 0 0 0 0,-2 0 0 0 0,1 0 0 0 0,2 0 0 0 0,-1 0 0 0 0,0 0 0 0 0,9 0 0 0 0,3 0 0 0 0,-3 0 0 0 0,0 0 0 0 0,4 0 0 0 0,-3 0 0 0 0,0 0 0 0 0,-7 0 0 0 0,-5 0 0 0 0,-2 0 0 0 0,-3 0 0 0 0,2 0 0 0 0,3 0 0 0 0,0 0 0 0 0,-4 0 0 0 0,-4 0 0 0 0,1 0 0 0 0,5 0 0 0 0,5 0 0 0 0,-1 0 0 0 0,-4 0 0 0 0,-4 0 0 0 0,-5 0 0 0 0,-3 5 0 0 0,4 2 0 0 0,0-1 0 0 0,-1 0 0 0 0,3-2 0 0 0,1-2 0 0 0,-2-1 0 0 0,-2 0 0 0 0,-2-1 0 0 0,-2 0 0 0 0,-1-1 0 0 0,-12-4 0 0 0,-14-3 0 0 0,-13 2 0 0 0,-11-5 0 0 0,-8 0 0 0 0,-4 2 0 0 0,-2-3 0 0 0,-2 1 0 0 0,-5-3 0 0 0,-1 0 0 0 0,-4 4 0 0 0,-6-3 0 0 0,1 1 0 0 0,4 3 0 0 0,4-2 0 0 0,3 0 0 0 0,-1-3 0 0 0,-6 1 0 0 0,1 3 0 0 0,-4-3 0 0 0,2 2 0 0 0,-2 2 0 0 0,-3 3 0 0 0,1-3 0 0 0,-1 0 0 0 0,-7-4 0 0 0,1 1 0 0 0,-1 2 0 0 0,-1-2 0 0 0,0 0 0 0 0,-2 3 0 0 0,-5-3 0 0 0,3 1 0 0 0,-4-2 0 0 0,0-1 0 0 0,5 4 0 0 0,3-2 0 0 0,2 0 0 0 0,-1 3 0 0 0,-6 3 0 0 0,-3-3 0 0 0,5 0 0 0 0,3 2 0 0 0,6 1 0 0 0,-4 3 0 0 0,-3 1 0 0 0,4 1 0 0 0,1 1 0 0 0,-6 0 0 0 0,-3 1 0 0 0,-1-1 0 0 0,5 1 0 0 0,2-1 0 0 0,6 0 0 0 0,7 0 0 0 0,0 0 0 0 0,-3 0 0 0 0,-3 0 0 0 0,1 0 0 0 0,5 0 0 0 0,4 0 0 0 0,4 0 0 0 0,3 0 0 0 0,2 0 0 0 0,1 0 0 0 0,1 0 0 0 0,0 0 0 0 0,0 0 0 0 0,5 5 0 0 0,12 2 0 0 0,14 0 0 0 0,11 3 0 0 0,9 1 0 0 0,7-2 0 0 0,-2 3 0 0 0,0-1 0 0 0,1-2 0 0 0,1-2 0 0 0,1-3 0 0 0,0 3 0 0 0,2 1 0 0 0,0-1 0 0 0,0-2 0 0 0,5-2 0 0 0,2-1 0 0 0,5-1 0 0 0,5-1 0 0 0,1 0 0 0 0,1-1 0 0 0,4 6 0 0 0,-3 2 0 0 0,0-1 0 0 0,3 0 0 0 0,2-3 0 0 0,2 0 0 0 0,2-2 0 0 0,-4 5 0 0 0,-1 1 0 0 0,0-1 0 0 0,7-1 0 0 0,-2-1 0 0 0,4-2 0 0 0,8-1 0 0 0,7-1 0 0 0,0 0 0 0 0,-3 0 0 0 0,2 0 0 0 0,-2 5 0 0 0,2 1 0 0 0,3 1 0 0 0,4-2 0 0 0,-3-1 0 0 0,-4-2 0 0 0,0 0 0 0 0,-2-2 0 0 0,-4 0 0 0 0,-4 0 0 0 0,-8 0 0 0 0,1-1 0 0 0,7 1 0 0 0,-4 0 0 0 0,3 5 0 0 0,1 2 0 0 0,-6 0 0 0 0,-3-2 0 0 0,-1-1 0 0 0,0-2 0 0 0,1-1 0 0 0,0 0 0 0 0,2-1 0 0 0,-6 0 0 0 0,-5-1 0 0 0,3 1 0 0 0,-2 5 0 0 0,2 2 0 0 0,1-1 0 0 0,-3 0 0 0 0,-4-2 0 0 0,-1-2 0 0 0,3-1 0 0 0,-1 0 0 0 0,-5-1 0 0 0,2 0 0 0 0,-2-1 0 0 0,-3 1 0 0 0,2 0 0 0 0,5 0 0 0 0,-1-1 0 0 0,3 1 0 0 0,-3 0 0 0 0,-2 0 0 0 0,-5 0 0 0 0,-3 0 0 0 0,-3 0 0 0 0,-1 0 0 0 0,-12 0 0 0 0,-15 0 0 0 0,-12 0 0 0 0,-12 0 0 0 0,-6 0 0 0 0,-6 0 0 0 0,-1 0 0 0 0,-2 0 0 0 0,1-5 0 0 0,-1-2 0 0 0,2 1 0 0 0,0 0 0 0 0,-4-3 0 0 0,-8 0 0 0 0,0 1 0 0 0,1 2 0 0 0,-2 2 0 0 0,-4 2 0 0 0,1 1 0 0 0,-2-4 0 0 0,-3-2 0 0 0,3 1 0 0 0,-1 1 0 0 0,3 1 0 0 0,-1 2 0 0 0,-3 1 0 0 0,3-5 0 0 0,-6-1 0 0 0,-5 1 0 0 0,3 1 0 0 0,1 1 0 0 0,4 2 0 0 0,1 1 0 0 0,-6 1 0 0 0,0 0 0 0 0,-5 0 0 0 0,-3 0 0 0 0,5 1 0 0 0,-4-1 0 0 0,5 0 0 0 0,6 0 0 0 0,-3 0 0 0 0,2 0 0 0 0,-4 0 0 0 0,-4 0 0 0 0,-12 0 0 0 0,-4 0 0 0 0,1 0 0 0 0,3 0 0 0 0,4 0 0 0 0,8 0 0 0 0,4 0 0 0 0,7 0 0 0 0,2 0 0 0 0,-7 0 0 0 0,1 0 0 0 0,-1 0 0 0 0,-1 0 0 0 0,4 0 0 0 0,0 0 0 0 0,5 0 0 0 0,-1 0 0 0 0,-3 0 0 0 0,4 0 0 0 0,3 0 0 0 0,5 0 0 0 0,-2 0 0 0 0,-4 0 0 0 0,1 0 0 0 0,-3 0 0 0 0,2 0 0 0 0,3 0 0 0 0,-1 0 0 0 0,-4 0 0 0 0,1 0 0 0 0,4 0 0 0 0,3 0 0 0 0,-2 0 0 0 0,1 0 0 0 0,3 0 0 0 0,-4 0 0 0 0,1 0 0 0 0,8-5 0 0 0,3-2 0 0 0,2 0 0 0 0,0 2 0 0 0,1 1 0 0 0,-2 2 0 0 0,5-5 0 0 0,12 0 0 0 0,12 0 0 0 0,7-3 0 0 0,8-1 0 0 0,6 3 0 0 0,4 1 0 0 0,4 3 0 0 0,3 2 0 0 0,-1 1 0 0 0,2 1 0 0 0,-1 0 0 0 0,5 0 0 0 0,7 1 0 0 0,6-1 0 0 0,0 0 0 0 0,2 1 0 0 0,-3-1 0 0 0,7 0 0 0 0,-2 0 0 0 0,6 0 0 0 0,8 0 0 0 0,-1 0 0 0 0,3 0 0 0 0,5 0 0 0 0,11 0 0 0 0,2 0 0 0 0,1 5 0 0 0,6 2 0 0 0,-7 0 0 0 0,-3 3 0 0 0,5 1 0 0 0,2-2 0 0 0,2 3 0 0 0,6-1 0 0 0,2 3 0 0 0,-12 0 0 0 0,0-4 0 0 0,6-2 0 0 0,2 2 0 0 0,0-1 0 0 0,0-1 0 0 0,3 2 0 0 0,-10 0 0 0 0,-4-1 0 0 0,3-3 0 0 0,3-2 0 0 0,1-2 0 0 0,0 4 0 0 0,0 1 0 0 0,-11-1 0 0 0,2 4 0 0 0,1 1 0 0 0,-2-3 0 0 0,-1-1 0 0 0,2 2 0 0 0,2 0 0 0 0,-9-1 0 0 0,-1 3 0 0 0,1-1 0 0 0,-7-1 0 0 0,0-3 0 0 0,-1 3 0 0 0,-3 0 0 0 0,-6-1 0 0 0,-5-3 0 0 0,0-1 0 0 0,1-2 0 0 0,-5 4 0 0 0,0 1 0 0 0,-4-1 0 0 0,0-1 0 0 0,3 4 0 0 0,3 0 0 0 0,3-2 0 0 0,2-1 0 0 0,-3-2 0 0 0,-2-2 0 0 0,-4-1 0 0 0,-5-1 0 0 0,-5 0 0 0 0,-5 5 0 0 0,-2 1 0 0 0,-2 1 0 0 0,-12-2 0 0 0,-13-2 0 0 0,-14 0 0 0 0,-11-2 0 0 0,-7-1 0 0 0,-4 0 0 0 0,-3 0 0 0 0,0 0 0 0 0,-1 0 0 0 0,1-1 0 0 0,1 1 0 0 0,0 0 0 0 0,1 0 0 0 0,-6 0 0 0 0,-6 0 0 0 0,-1 0 0 0 0,-4 0 0 0 0,-4 0 0 0 0,-4 0 0 0 0,3-5 0 0 0,-6-2 0 0 0,-3 0 0 0 0,4 2 0 0 0,-5 1 0 0 0,4 2 0 0 0,2 1 0 0 0,-6-5 0 0 0,2-1 0 0 0,-3 0 0 0 0,-7 2 0 0 0,-2 2 0 0 0,1 1 0 0 0,3-5 0 0 0,1 0 0 0 0,-2 0 0 0 0,-5 2 0 0 0,-1 2 0 0 0,-3 1 0 0 0,2 1 0 0 0,3 0 0 0 0,3 1 0 0 0,-1 1 0 0 0,1-1 0 0 0,-3 0 0 0 0,-5 0 0 0 0,5 1 0 0 0,1-1 0 0 0,-4 0 0 0 0,1 0 0 0 0,-3 0 0 0 0,-3 0 0 0 0,7 0 0 0 0,6 0 0 0 0,4 0 0 0 0,-3 0 0 0 0,-5 0 0 0 0,-1 0 0 0 0,2 0 0 0 0,-3 0 0 0 0,6 0 0 0 0,5 0 0 0 0,-3 0 0 0 0,-1 0 0 0 0,2 0 0 0 0,-5 0 0 0 0,5 0 0 0 0,-2 0 0 0 0,6 0 0 0 0,2 0 0 0 0,1 0 0 0 0,5 0 0 0 0,-3 0 0 0 0,2 0 0 0 0,0 0 0 0 0,-1 0 0 0 0,4 0 0 0 0,0 5 0 0 0,-1 2 0 0 0,-3 0 0 0 0,4-2 0 0 0,4-1 0 0 0,6-2 0 0 0,5-1 0 0 0,3 0 0 0 0,3-1 0 0 0,0 0 0 0 0,-4-1 0 0 0,-2 1 0 0 0,1 0 0 0 0,0 0 0 0 0,2 0 0 0 0,12 0 0 0 0,14-1 0 0 0,15 1 0 0 0,10 1 0 0 0,14-1 0 0 0,6 0 0 0 0,3 0 0 0 0,4 0 0 0 0,0 0 0 0 0,4 0 0 0 0,-2 0 0 0 0,2 0 0 0 0,3-6 0 0 0,4-1 0 0 0,-2 1 0 0 0,-1 0 0 0 0,3-3 0 0 0,1 0 0 0 0,-2 1 0 0 0,-1 2 0 0 0,1 2 0 0 0,7 2 0 0 0,-1 1 0 0 0,5 1 0 0 0,1 0 0 0 0,-4 1 0 0 0,2-1 0 0 0,-5 0 0 0 0,5-5 0 0 0,6-1 0 0 0,7-1 0 0 0,-5 2 0 0 0,-3 1 0 0 0,-3 2 0 0 0,2 0 0 0 0,6-3 0 0 0,1-2 0 0 0,-2 0 0 0 0,2 2 0 0 0,-6 2 0 0 0,-5 0 0 0 0,4 2 0 0 0,-1 1 0 0 0,0 0 0 0 0,3-5 0 0 0,1-2 0 0 0,-6 1 0 0 0,-5 1 0 0 0,-1 1 0 0 0,5 2 0 0 0,-3 1 0 0 0,3 0 0 0 0,2 1 0 0 0,-5 0 0 0 0,-3 1 0 0 0,-6-1 0 0 0,-1 0 0 0 0,1 0 0 0 0,-3 0 0 0 0,6 0 0 0 0,-1 0 0 0 0,-5 0 0 0 0,0 0 0 0 0,-3 0 0 0 0,1 0 0 0 0,-2 0 0 0 0,-4-5 0 0 0,-3-2 0 0 0,-3 1 0 0 0,-2 0 0 0 0,3 2 0 0 0,2 2 0 0 0,-1 1 0 0 0,3 0 0 0 0,1 1 0 0 0,-1 0 0 0 0,-3 1 0 0 0,-2-1 0 0 0,-2 0 0 0 0,-1 0 0 0 0,-12 1 0 0 0,-13-1 0 0 0,-15 0 0 0 0,-10 0 0 0 0,-7 0 0 0 0,-6 0 0 0 0,-1 0 0 0 0,-7 0 0 0 0,-2 0 0 0 0,2 0 0 0 0,1 0 0 0 0,2 0 0 0 0,-3 0 0 0 0,0 0 0 0 0,1 0 0 0 0,2 0 0 0 0,1 0 0 0 0,-3 0 0 0 0,0 0 0 0 0,0 0 0 0 0,-3 5 0 0 0,-6 2 0 0 0,1-1 0 0 0,-3 0 0 0 0,2-2 0 0 0,3-2 0 0 0,-1-1 0 0 0,-3 0 0 0 0,-4 4 0 0 0,1 2 0 0 0,-1-1 0 0 0,4-1 0 0 0,4-1 0 0 0,4 3 0 0 0,4 1 0 0 0,3-1 0 0 0,-3-1 0 0 0,-7-3 0 0 0,-1 5 0 0 0,-3 0 0 0 0,1-1 0 0 0,3-2 0 0 0,3-2 0 0 0,4-1 0 0 0,3-1 0 0 0,-4-1 0 0 0,-1 6 0 0 0,1 0 0 0 0,1 1 0 0 0,2-2 0 0 0,2-2 0 0 0,5 5 0 0 0,3 0 0 0 0,0-1 0 0 0,-1-2 0 0 0,-2-1 0 0 0,4-7 0 0 0,11-3 0 0 0,13-1 0 0 0,12-3 0 0 0,3-7 0 0 0,4-4 0 0 0,4 0 0 0 0,4-1 0 0 0,1 4 0 0 0,-3-2 0 0 0,-2 4 0 0 0,1 4 0 0 0,1-1 0 0 0,2-3 0 0 0,1-5 0 0 0,1 1 0 0 0,6 0 0 0 0,1 2 0 0 0,1 0 0 0 0,4-3 0 0 0,0 2 0 0 0,-2 5 0 0 0,3-1 0 0 0,-1-3 0 0 0,-2-4 0 0 0,7 2 0 0 0,-3-1 0 0 0,0 4 0 0 0,-1 4 0 0 0,2-1 0 0 0,4-3 0 0 0,-1 1 0 0 0,2-2 0 0 0,2-3 0 0 0,-1 2 0 0 0,-6 4 0 0 0,2 5 0 0 0,2-1 0 0 0,4-4 0 0 0,3 0 0 0 0,-3-2 0 0 0,1 1 0 0 0,-5-1 0 0 0,-4-3 0 0 0,0 1 0 0 0,3 5 0 0 0,-2 4 0 0 0,3-1 0 0 0,2 1 0 0 0,-6-3 0 0 0,-2 1 0 0 0,-7-3 0 0 0,1 1 0 0 0,4-2 0 0 0,6 1 0 0 0,0 4 0 0 0,2-2 0 0 0,-1 1 0 0 0,-10-2 0 0 0,-5 1 0 0 0,2-2 0 0 0,0 0 0 0 0,-1 4 0 0 0,0 4 0 0 0,-1-3 0 0 0,-1 1 0 0 0,-1 1 0 0 0,-5-2 0 0 0,-3 0 0 0 0,1 1 0 0 0,2 3 0 0 0,-10 2 0 0 0,-12 2 0 0 0,-12 2 0 0 0,-10-1 0 0 0,-2 7 0 0 0,-3 1 0 0 0,-3 1 0 0 0,-2-3 0 0 0,4 5 0 0 0,1-1 0 0 0,-7 4 0 0 0,-3 5 0 0 0,-6 5 0 0 0,-8-2 0 0 0,0 1 0 0 0,2-3 0 0 0,3 0 0 0 0,10 2 0 0 0,-1-2 0 0 0,0-5 0 0 0,0 1 0 0 0,1 3 0 0 0,1-1 0 0 0,-1-5 0 0 0,1 2 0 0 0,1 4 0 0 0,-1 4 0 0 0,0-3 0 0 0,0-3 0 0 0,1 0 0 0 0,-1 3 0 0 0,0 3 0 0 0,0 4 0 0 0,-5 2 0 0 0,-2 1 0 0 0,1-3 0 0 0,6-2 0 0 0,3 1 0 0 0,2-4 0 0 0,-1 0 0 0 0,5 1 0 0 0,0-3 0 0 0,0-5 0 0 0,2 1 0 0 0,6 3 0 0 0,-1 3 0 0 0,-3-1 0 0 0,-3-4 0 0 0,1-1 0 0 0,5 4 0 0 0,-1-2 0 0 0,-3 1 0 0 0,2 4 0 0 0,-1 2 0 0 0,-3 3 0 0 0,-3 2 0 0 0,2 1 0 0 0,5 1 0 0 0,1-5 0 0 0,2-1 0 0 0,9-6 0 0 0,11-5 0 0 0,9-6 0 0 0,3-9 0 0 0,3-9 0 0 0,3-4 0 0 0,3 1 0 0 0,2-2 0 0 0,1-5 0 0 0,1 2 0 0 0,1-1 0 0 0,-1-4 0 0 0,1 3 0 0 0,-1 0 0 0 0,0-3 0 0 0,5 4 0 0 0,-3-2 0 0 0,-2 4 0 0 0,-2 5 0 0 0,-5-1 0 0 0,4-4 0 0 0,2-4 0 0 0,6 1 0 0 0,3 0 0 0 0,-5-3 0 0 0,-4 3 0 0 0,-1 4 0 0 0,-1 1 0 0 0,1-4 0 0 0,0-2 0 0 0,0 1 0 0 0,1 4 0 0 0,1 0 0 0 0,0-2 0 0 0,-1-4 0 0 0,1 2 0 0 0,0-1 0 0 0,5-2 0 0 0,2 3 0 0 0,0-1 0 0 0,3-1 0 0 0,-4-3 0 0 0,-5 3 0 0 0,5 5 0 0 0,-6 1 0 0 0,-2-3 0 0 0,-1-3 0 0 0,0 2 0 0 0,1 5 0 0 0,-5-1 0 0 0,-1 3 0 0 0,1-2 0 0 0,1 1 0 0 0,2 4 0 0 0,-4-2 0 0 0,0 1 0 0 0,-5-3 0 0 0,1 1 0 0 0,-9 3 0 0 0,-11 3 0 0 0,-11 2 0 0 0,-8 3 0 0 0,-6 1 0 0 0,-4 6 0 0 0,-2 3 0 0 0,-1-1 0 0 0,0-1 0 0 0,0 4 0 0 0,1 4 0 0 0,0 1 0 0 0,1-2 0 0 0,-5 2 0 0 0,-2-3 0 0 0,6 4 0 0 0,3-3 0 0 0,-5-2 0 0 0,5 2 0 0 0,-4-2 0 0 0,-2-2 0 0 0,6 2 0 0 0,-4 0 0 0 0,5 3 0 0 0,-4-1 0 0 0,-1 2 0 0 0,-1-1 0 0 0,0-2 0 0 0,-4 1 0 0 0,4 3 0 0 0,3 0 0 0 0,-4 3 0 0 0,-7-3 0 0 0,-1 1 0 0 0,1-2 0 0 0,3 2 0 0 0,-2 3 0 0 0,-1-2 0 0 0,-2 2 0 0 0,1-4 0 0 0,7 2 0 0 0,5-3 0 0 0,2 2 0 0 0,1-2 0 0 0,0-4 0 0 0,0 1 0 0 0,-2 0 0 0 0,6 1 0 0 0,1 0 0 0 0,-1-2 0 0 0,-2 1 0 0 0,-1-1 0 0 0,-1 3 0 0 0,3 5 0 0 0,2-2 0 0 0,-2-3 0 0 0,5 1 0 0 0,5 3 0 0 0,0-1 0 0 0,2 2 0 0 0,4 2 0 0 0,3 3 0 0 0,8-2 0 0 0,9-5 0 0 0,8 0 0 0 0,5-3 0 0 0,5-5 0 0 0,2-2 0 0 0,1 2 0 0 0,1-1 0 0 0,-1-1 0 0 0,0-2 0 0 0,0-2 0 0 0,5-1 0 0 0,1-2 0 0 0,4 0 0 0 0,7 0 0 0 0,-1 0 0 0 0,8-1 0 0 0,-1 1 0 0 0,1 0 0 0 0,-4 0 0 0 0,-6 0 0 0 0,-4-6 0 0 0,-1-1 0 0 0,5-5 0 0 0,-1 0 0 0 0,-3 2 0 0 0,3 2 0 0 0,3 3 0 0 0,4-3 0 0 0,-1 0 0 0 0,6 1 0 0 0,-1-4 0 0 0,-5 1 0 0 0,-6 2 0 0 0,-5-4 0 0 0,0 1 0 0 0,5-3 0 0 0,0 1 0 0 0,2-3 0 0 0,4 2 0 0 0,-1 2 0 0 0,-5 5 0 0 0,1-3 0 0 0,-1 0 0 0 0,-5-2 0 0 0,-2-1 0 0 0,-4-2 0 0 0,4 1 0 0 0,5 3 0 0 0,7 3 0 0 0,-6-2 0 0 0,-5 1 0 0 0,1-4 0 0 0,-1 1 0 0 0,-1-3 0 0 0,-3 1 0 0 0,-1 3 0 0 0,-2 3 0 0 0,-6-2 0 0 0,-2 1 0 0 0,0-4 0 0 0,1 1 0 0 0,1 2 0 0 0,3-3 0 0 0,-5-3 0 0 0,-6-6 0 0 0,-12 2 0 0 0,-11 5 0 0 0,-11 3 0 0 0,-7 6 0 0 0,-6 2 0 0 0,-8 3 0 0 0,-3 1 0 0 0,1 0 0 0 0,0 1 0 0 0,3 0 0 0 0,2 0 0 0 0,-4-1 0 0 0,-1 1 0 0 0,-4-1 0 0 0,0 0 0 0 0,-3 0 0 0 0,-4 0 0 0 0,1 0 0 0 0,-2 0 0 0 0,3 0 0 0 0,-1 0 0 0 0,2 5 0 0 0,-1 2 0 0 0,3 5 0 0 0,-2 0 0 0 0,2-1 0 0 0,3-4 0 0 0,9 4 0 0 0,5-2 0 0 0,2-1 0 0 0,-1 3 0 0 0,1 0 0 0 0,-2-3 0 0 0,4 4 0 0 0,2-2 0 0 0,-2 4 0 0 0,-2-1 0 0 0,5 3 0 0 0,-1-1 0 0 0,-1-4 0 0 0,3 2 0 0 0,0 4 0 0 0,-2-1 0 0 0,-3-3 0 0 0,3 1 0 0 0,6 4 0 0 0,0-2 0 0 0,2 3 0 0 0,10-3 0 0 0,10-4 0 0 0,9-4 0 0 0,8-3 0 0 0,5-2 0 0 0,2-3 0 0 0,3 0 0 0 0,0-1 0 0 0,-1 0 0 0 0,1-5 0 0 0,-1-1 0 0 0,-1-5 0 0 0,1-1 0 0 0,-2 3 0 0 0,1 2 0 0 0,-5-2 0 0 0,-2 0 0 0 0,0-3 0 0 0,6 0 0 0 0,4 3 0 0 0,1-3 0 0 0,0 2 0 0 0,-1-3 0 0 0,-6-5 0 0 0,3 2 0 0 0,1 3 0 0 0,0-1 0 0 0,1 2 0 0 0,-1-3 0 0 0,0-2 0 0 0,-1 0 0 0 0,0 4 0 0 0,0 0 0 0 0,0 1 0 0 0,-6-2 0 0 0,-1 1 0 0 0,6 4 0 0 0,-3-2 0 0 0,-1 0 0 0 0,2-2 0 0 0,-6-4 0 0 0,0 1 0 0 0,1 3 0 0 0,2-1 0 0 0,-3-3 0 0 0,-1 1 0 0 0,2 4 0 0 0,-3-2 0 0 0,-5-3 0 0 0,-10 2 0 0 0,-12 3 0 0 0,-9 4 0 0 0,-7 3 0 0 0,-6 4 0 0 0,-2 0 0 0 0,-2 3 0 0 0,0-1 0 0 0,0 1 0 0 0,1 0 0 0 0,0-1 0 0 0,1 1 0 0 0,-1 4 0 0 0,2 2 0 0 0,-1 0 0 0 0,0-2 0 0 0,0-1 0 0 0,1-2 0 0 0,-6 5 0 0 0,-2 0 0 0 0,-5 5 0 0 0,0 6 0 0 0,2-1 0 0 0,2-3 0 0 0,3-4 0 0 0,3 2 0 0 0,0-2 0 0 0,2 4 0 0 0,1-2 0 0 0,5 3 0 0 0,-4-1 0 0 0,-2-3 0 0 0,0 2 0 0 0,-1-1 0 0 0,5 2 0 0 0,2-1 0 0 0,0-3 0 0 0,-1-2 0 0 0,4 1 0 0 0,0 1 0 0 0,-1 2 0 0 0,4 6 0 0 0,-1-1 0 0 0,-2-4 0 0 0,-3-3 0 0 0,4 2 0 0 0,4 3 0 0 0,1 0 0 0 0,8-3 0 0 0,10-3 0 0 0,11-4 0 0 0,7-7 0 0 0,7-4 0 0 0,3-6 0 0 0,2 0 0 0 0,1-5 0 0 0,-5-3 0 0 0,-3 0 0 0 0,1 5 0 0 0,-5-1 0 0 0,-1 3 0 0 0,2-3 0 0 0,3 3 0 0 0,-4-3 0 0 0,0 2 0 0 0,2-2 0 0 0,-3-4 0 0 0,0 2 0 0 0,3 4 0 0 0,-4-1 0 0 0,1 2 0 0 0,2-2 0 0 0,3 2 0 0 0,-4-3 0 0 0,1 2 0 0 0,-4-2 0 0 0,1 2 0 0 0,-4-3 0 0 0,2 3 0 0 0,3 3 0 0 0,3-2 0 0 0,-3-4 0 0 0,2 1 0 0 0,1 4 0 0 0,-3-3 0 0 0,-4-2 0 0 0,-1 0 0 0 0,3-1 0 0 0,-1-4 0 0 0,1 3 0 0 0,-3-1 0 0 0,-8 3 0 0 0,-11 4 0 0 0,-5-1 0 0 0,-6 3 0 0 0,-6 2 0 0 0,-4 3 0 0 0,-4 3 0 0 0,-1 1 0 0 0,-2 2 0 0 0,0 0 0 0 0,0 0 0 0 0,0 1 0 0 0,1 0 0 0 0,0-1 0 0 0,-1 0 0 0 0,2 0 0 0 0,-1 0 0 0 0,0 0 0 0 0,0 0 0 0 0,0 0 0 0 0,1 0 0 0 0,-1 0 0 0 0,0 0 0 0 0,0 0 0 0 0,0 6 0 0 0,1 1 0 0 0,-1-1 0 0 0,0 5 0 0 0,0 0 0 0 0,0 3 0 0 0,0-1 0 0 0,1-2 0 0 0,-1-3 0 0 0,0 2 0 0 0,0 0 0 0 0,5 3 0 0 0,3-1 0 0 0,-2-2 0 0 0,0-3 0 0 0,3 3 0 0 0,6 4 0 0 0,0 1 0 0 0,-2-3 0 0 0,1 2 0 0 0,-1-1 0 0 0,3 2 0 0 0,-2-2 0 0 0,2 3 0 0 0,4 4 0 0 0,3 3 0 0 0,9-2 0 0 0,9-4 0 0 0,8-6 0 0 0,7-4 0 0 0,4-3 0 0 0,2-3 0 0 0,1-1 0 0 0,1-1 0 0 0,-1 0 0 0 0,0 0 0 0 0,0 0 0 0 0,-1 1 0 0 0,1-1 0 0 0,-1 1 0 0 0,-1 0 0 0 0,6-5 0 0 0,7-2 0 0 0,2 0 0 0 0,-3 2 0 0 0,4-4 0 0 0,-2 0 0 0 0,-9-5 0 0 0,-4 2 0 0 0,-2 1 0 0 0,-1-2 0 0 0,-1 2 0 0 0,2 1 0 0 0,0 4 0 0 0,0-3 0 0 0,2 0 0 0 0,-6-4 0 0 0,-1 1 0 0 0,0 2 0 0 0,2 3 0 0 0,1-3 0 0 0,1-5 0 0 0,2 1 0 0 0,0-4 0 0 0,1 3 0 0 0,0-3 0 0 0,0-2 0 0 0,1 1 0 0 0,-1 4 0 0 0,-6 0 0 0 0,-1-3 0 0 0,-5-4 0 0 0,0 2 0 0 0,-4-1 0 0 0,1 3 0 0 0,-2 0 0 0 0,-4-3 0 0 0,-3-3 0 0 0,-8 3 0 0 0,-9 5 0 0 0,-9 5 0 0 0,-5 4 0 0 0,0-2 0 0 0,0 2 0 0 0,-2 0 0 0 0,-1 3 0 0 0,-2 1 0 0 0,0 1 0 0 0,-2 2 0 0 0,0 0 0 0 0,0 0 0 0 0,0 1 0 0 0,0-1 0 0 0,-5 0 0 0 0,-2 0 0 0 0,0 6 0 0 0,2 1 0 0 0,1 5 0 0 0,-3 0 0 0 0,-1-2 0 0 0,1-2 0 0 0,-4 2 0 0 0,-4 0 0 0 0,-1 3 0 0 0,4 0 0 0 0,-3 2 0 0 0,2 0 0 0 0,3-4 0 0 0,4-3 0 0 0,2 2 0 0 0,2-1 0 0 0,2 4 0 0 0,-5-1 0 0 0,-1 3 0 0 0,0-1 0 0 0,-4-3 0 0 0,0-3 0 0 0,1-3 0 0 0,3-3 0 0 0,2 4 0 0 0,2 1 0 0 0,-4 5 0 0 0,-1-1 0 0 0,-5 4 0 0 0,1 0 0 0 0,-5 1 0 0 0,2-1 0 0 0,3-3 0 0 0,-2-4 0 0 0,1-3 0 0 0,8 2 0 0 0,5 1 0 0 0,2-2 0 0 0,1-1 0 0 0,-1 3 0 0 0,0 1 0 0 0,-6 4 0 0 0,-3-1 0 0 0,0-2 0 0 0,1-2 0 0 0,1-3 0 0 0,7 2 0 0 0,3 1 0 0 0,5 5 0 0 0,12-2 0 0 0,12-1 0 0 0,11-2 0 0 0,8-4 0 0 0,6-1 0 0 0,2-2 0 0 0,2-1 0 0 0,0 0 0 0 0,0-1 0 0 0,0 1 0 0 0,-1-1 0 0 0,-1 1 0 0 0,0 0 0 0 0,0 0 0 0 0,0-1 0 0 0,-5-4 0 0 0,3-2 0 0 0,2 1 0 0 0,1 0 0 0 0,0 3 0 0 0,0-5 0 0 0,0 0 0 0 0,0-5 0 0 0,4 1 0 0 0,2-3 0 0 0,5 0 0 0 0,0 4 0 0 0,-7-3 0 0 0,-4 3 0 0 0,2 1 0 0 0,-4-1 0 0 0,-2 0 0 0 0,0 3 0 0 0,-1 2 0 0 0,2-3 0 0 0,0 0 0 0 0,-5-4 0 0 0,0 1 0 0 0,0 2 0 0 0,-4-3 0 0 0,0 2 0 0 0,2 2 0 0 0,3 2 0 0 0,-4-2 0 0 0,0 0 0 0 0,3-3 0 0 0,1-1 0 0 0,2-2 0 0 0,2 1 0 0 0,-4-3 0 0 0,-1-3 0 0 0,0 2 0 0 0,-3-2 0 0 0,-6-2 0 0 0,0 2 0 0 0,-2 0 0 0 0,-4-3 0 0 0,-3-1 0 0 0,-8 2 0 0 0,-9 5 0 0 0,-8 0 0 0 0,-5 4 0 0 0,-5 3 0 0 0,3-1 0 0 0,1 0 0 0 0,-1 3 0 0 0,-1 3 0 0 0,-1 1 0 0 0,-2 3 0 0 0,0 0 0 0 0,-1 1 0 0 0,1 1 0 0 0,-1-1 0 0 0,-1 0 0 0 0,-4 1 0 0 0,-2-1 0 0 0,1 0 0 0 0,0 0 0 0 0,-3 0 0 0 0,-5 0 0 0 0,-6 0 0 0 0,1 0 0 0 0,3 0 0 0 0,0 0 0 0 0,-3 0 0 0 0,1 0 0 0 0,5 0 0 0 0,-1 0 0 0 0,1 0 0 0 0,4 0 0 0 0,-2 0 0 0 0,0 0 0 0 0,3 0 0 0 0,-3 0 0 0 0,-4 0 0 0 0,-1 0 0 0 0,-1 5 0 0 0,-4 2 0 0 0,-4 5 0 0 0,-2 1 0 0 0,3-3 0 0 0,6-2 0 0 0,6-3 0 0 0,-1-2 0 0 0,-2 3 0 0 0,-5 2 0 0 0,-3 3 0 0 0,-4 1 0 0 0,-2 3 0 0 0,4-1 0 0 0,0 3 0 0 0,6 3 0 0 0,5-1 0 0 0,5-5 0 0 0,5-3 0 0 0,2-5 0 0 0,7 2 0 0 0,3 0 0 0 0,0-1 0 0 0,4 3 0 0 0,0-1 0 0 0,3 5 0 0 0,4 4 0 0 0,5 5 0 0 0,3 3 0 0 0,7 3 0 0 0,9-4 0 0 0,8 0 0 0 0,5 0 0 0 0,3-4 0 0 0,4-5 0 0 0,5-1 0 0 0,-3 3 0 0 0,-2-2 0 0 0,-1-3 0 0 0,-6 0 0 0 0,3-1 0 0 0,8 3 0 0 0,2-2 0 0 0,6-3 0 0 0,0-3 0 0 0,-2-2 0 0 0,-2 2 0 0 0,1 1 0 0 0,5-2 0 0 0,5-1 0 0 0,5 4 0 0 0,-3-1 0 0 0,1 0 0 0 0,-4-3 0 0 0,0-1 0 0 0,-3-2 0 0 0,-5-1 0 0 0,2-1 0 0 0,3 0 0 0 0,5 0 0 0 0,3-1 0 0 0,-2 1 0 0 0,1 0 0 0 0,-5-1 0 0 0,1 1 0 0 0,2 0 0 0 0,-2 0 0 0 0,0 0 0 0 0,-3 0 0 0 0,2 0 0 0 0,-3 0 0 0 0,1 0 0 0 0,-2 0 0 0 0,-3 0 0 0 0,1 0 0 0 0,5 0 0 0 0,3-5 0 0 0,0-2 0 0 0,0 1 0 0 0,3 0 0 0 0,-3 2 0 0 0,1 2 0 0 0,-4 1 0 0 0,-10-5 0 0 0,0-1 0 0 0,3 1 0 0 0,-5-5 0 0 0,1 1 0 0 0,6-4 0 0 0,6 0 0 0 0,-1 4 0 0 0,-3 2 0 0 0,-9-2 0 0 0,0 0 0 0 0,-1 3 0 0 0,-7-4 0 0 0,-2 1 0 0 0,-1 1 0 0 0,1 3 0 0 0,-5-3 0 0 0,1 0 0 0 0,0 2 0 0 0,-2-4 0 0 0,0-5 0 0 0,2 1 0 0 0,-3-3 0 0 0,-5-4 0 0 0,-4-3 0 0 0,-4-2 0 0 0,-9-3 0 0 0,-8 5 0 0 0,-8 6 0 0 0,-1 1 0 0 0,-2-1 0 0 0,-3 2 0 0 0,-2 4 0 0 0,-7 4 0 0 0,-3-1 0 0 0,0 1 0 0 0,0 2 0 0 0,2-4 0 0 0,2 1 0 0 0,0 2 0 0 0,-4-3 0 0 0,-1 0 0 0 0,1 3 0 0 0,-4 1 0 0 0,-1 4 0 0 0,-2 0 0 0 0,-6 3 0 0 0,-4 0 0 0 0,2 0 0 0 0,4 0 0 0 0,6 1 0 0 0,4-1 0 0 0,-2 1 0 0 0,1-1 0 0 0,-4 0 0 0 0,1 0 0 0 0,2 0 0 0 0,2 0 0 0 0,3 0 0 0 0,2 0 0 0 0,-4 0 0 0 0,-1 0 0 0 0,1 0 0 0 0,1 0 0 0 0,2 0 0 0 0,1 0 0 0 0,1 0 0 0 0,1 0 0 0 0,1 5 0 0 0,-1 2 0 0 0,0 5 0 0 0,1 0 0 0 0,-1-1 0 0 0,1 2 0 0 0,4 4 0 0 0,2-1 0 0 0,0-2 0 0 0,-1-5 0 0 0,3 2 0 0 0,6 5 0 0 0,0-2 0 0 0,3 4 0 0 0,-2-3 0 0 0,2 3 0 0 0,3 2 0 0 0,-2-1 0 0 0,1 0 0 0 0,-3 4 0 0 0,1 1 0 0 0,3 4 0 0 0,3 1 0 0 0,-3-4 0 0 0,1-1 0 0 0,2 0 0 0 0,1 2 0 0 0,3 2 0 0 0,1 1 0 0 0,7-5 0 0 0,7-6 0 0 0,2 0 0 0 0,3-4 0 0 0,5-5 0 0 0,-2 3 0 0 0,1-2 0 0 0,3-2 0 0 0,1-3 0 0 0,-2 3 0 0 0,-1 1 0 0 0,2-2 0 0 0,1-2 0 0 0,3-1 0 0 0,1-2 0 0 0,1-2 0 0 0,0 1 0 0 0,1-2 0 0 0,1 1 0 0 0,-1 0 0 0 0,0-1 0 0 0,0 1 0 0 0,0 0 0 0 0,0 0 0 0 0,5 0 0 0 0,2 0 0 0 0,-1 0 0 0 0,-1 0 0 0 0,-1 0 0 0 0,-2 0 0 0 0,-1 0 0 0 0,0-5 0 0 0,-2-2 0 0 0,1 0 0 0 0,5 2 0 0 0,1 1 0 0 0,-5-4 0 0 0,-3 0 0 0 0,-1 1 0 0 0,0 1 0 0 0,0 3 0 0 0,1 1 0 0 0,1 1 0 0 0,0 1 0 0 0,0 0 0 0 0,6 0 0 0 0,2 0 0 0 0,-5-4 0 0 0,1-3 0 0 0,1 0 0 0 0,0 2 0 0 0,4-4 0 0 0,1 0 0 0 0,-2 1 0 0 0,-1-3 0 0 0,-2 0 0 0 0,-2 2 0 0 0,-1 3 0 0 0,-1 2 0 0 0,0 2 0 0 0,-1 1 0 0 0,-5-5 0 0 0,-1 0 0 0 0,0 0 0 0 0,-4-5 0 0 0,-6-4 0 0 0,-4-6 0 0 0,-5-4 0 0 0,-8 1 0 0 0,-8 1 0 0 0,-9-2 0 0 0,-5 4 0 0 0,-4 5 0 0 0,-2 0 0 0 0,-7 3 0 0 0,4-1 0 0 0,2 1 0 0 0,1-3 0 0 0,1 3 0 0 0,0 2 0 0 0,-5 4 0 0 0,-2 2 0 0 0,-6-2 0 0 0,-5-1 0 0 0,-5-3 0 0 0,-4-1 0 0 0,-4-3 0 0 0,0 1 0 0 0,3 2 0 0 0,3 5 0 0 0,4 2 0 0 0,1 2 0 0 0,3 2 0 0 0,0 1 0 0 0,2-5 0 0 0,3-1 0 0 0,0 0 0 0 0,0 1 0 0 0,-3 2 0 0 0,-3 1 0 0 0,0 0 0 0 0,3 2 0 0 0,5 0 0 0 0,3 0 0 0 0,3 6 0 0 0,2 1 0 0 0,1 5 0 0 0,1 1 0 0 0,-1-3 0 0 0,1-2 0 0 0,0 2 0 0 0,0 5 0 0 0,-1 0 0 0 0,1-3 0 0 0,4 3 0 0 0,2 2 0 0 0,0 0 0 0 0,4 2 0 0 0,0-3 0 0 0,-2 2 0 0 0,-2 2 0 0 0,2 4 0 0 0,1 2 0 0 0,-2 3 0 0 0,3 1 0 0 0,5 1 0 0 0,-1-5 0 0 0,3-1 0 0 0,4 0 0 0 0,3 0 0 0 0,3 3 0 0 0,1 0 0 0 0,7-3 0 0 0,8-7 0 0 0,1-1 0 0 0,4-3 0 0 0,4-4 0 0 0,3-4 0 0 0,-2 2 0 0 0,0 0 0 0 0,2-1 0 0 0,1-2 0 0 0,1-2 0 0 0,3-2 0 0 0,0 0 0 0 0,0-1 0 0 0,-4 5 0 0 0,-2 2 0 0 0,1-1 0 0 0,1-1 0 0 0,1-1 0 0 0,2-2 0 0 0,0-1 0 0 0,2 0 0 0 0,-1-1 0 0 0,1-1 0 0 0,1 1 0 0 0,-1 0 0 0 0,0 0 0 0 0,0-1 0 0 0,-6-4 0 0 0,-1-2 0 0 0,0-5 0 0 0,2 0 0 0 0,1 1 0 0 0,1 4 0 0 0,2-4 0 0 0,0-4 0 0 0,1 0 0 0 0,-5-2 0 0 0,-2 1 0 0 0,-5-1 0 0 0,-5-4 0 0 0,-6-3 0 0 0,-9-3 0 0 0,-9 4 0 0 0,-9 4 0 0 0,-1 2 0 0 0,-2 3 0 0 0,-3-1 0 0 0,-2 1 0 0 0,-2 4 0 0 0,4-2 0 0 0,1 1 0 0 0,-1 3 0 0 0,-1 2 0 0 0,-1 2 0 0 0,-2 3 0 0 0,-1-5 0 0 0,0-1 0 0 0,-1 1 0 0 0,0 1 0 0 0,0-4 0 0 0,-1 0 0 0 0,1 2 0 0 0,0 1 0 0 0,1 2 0 0 0,-7 2 0 0 0,-6-4 0 0 0,-6-1 0 0 0,-1 0 0 0 0,3 2 0 0 0,0-3 0 0 0,-4-1 0 0 0,3 1 0 0 0,3 2 0 0 0,5-3 0 0 0,3 0 0 0 0,4 2 0 0 0,1 1 0 0 0,1 3 0 0 0,1 1 0 0 0,0 1 0 0 0,0 1 0 0 0,0 0 0 0 0,-1 0 0 0 0,1 1 0 0 0,-1-1 0 0 0,-5 0 0 0 0,-7 0 0 0 0,-1 0 0 0 0,1 0 0 0 0,3 0 0 0 0,3 0 0 0 0,2 0 0 0 0,3 0 0 0 0,0 0 0 0 0,2 0 0 0 0,5 6 0 0 0,12 1 0 0 0,8 4 0 0 0,11 2 0 0 0,9 2 0 0 0,8 0 0 0 0,4-3 0 0 0,-2 1 0 0 0,1-1 0 0 0,0-2 0 0 0,1-4 0 0 0,2-2 0 0 0,0-2 0 0 0,-4 3 0 0 0,-1 2 0 0 0,0-1 0 0 0,7 4 0 0 0,4 1 0 0 0,0-3 0 0 0,0-1 0 0 0,-1 2 0 0 0,-1 0 0 0 0,0-1 0 0 0,-2-2 0 0 0,1-3 0 0 0,-2-1 0 0 0,1-1 0 0 0,0-1 0 0 0,5 0 0 0 0,1-1 0 0 0,6 1 0 0 0,0 0 0 0 0,-2 5 0 0 0,-2 1 0 0 0,-3 1 0 0 0,-3-2 0 0 0,-1-1 0 0 0,5-2 0 0 0,0 0 0 0 0,0-2 0 0 0,-1 0 0 0 0,-2 0 0 0 0,-1 0 0 0 0,-1-1 0 0 0,-1 1 0 0 0,0 0 0 0 0,-1 0 0 0 0,1 0 0 0 0,-1 0 0 0 0,1 0 0 0 0,0 0 0 0 0,-1 0 0 0 0,1 0 0 0 0,0 0 0 0 0,0 0 0 0 0,0 0 0 0 0,0 0 0 0 0,-1 0 0 0 0,1 0 0 0 0,0 0 0 0 0,0 0 0 0 0,0 0 0 0 0,-6-5 0 0 0,-6-8 0 0 0,-7-5 0 0 0,-11-1 0 0 0,-5-2 0 0 0,-7 2 0 0 0,-8 0 0 0 0,-5 2 0 0 0,-4 5 0 0 0,3 4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17340 3872 16383 0 0,'0'-5'0'0'0,"-5"-2"0"0"0,-8 0 0 0 0,0-3 0 0 0,-4-1 0 0 0,0-3 0 0 0,-1 0 0 0 0,-3 3 0 0 0,2-2 0 0 0,-1 1 0 0 0,-3-2 0 0 0,-2 1 0 0 0,-2-3 0 0 0,-2 2 0 0 0,4-3 0 0 0,1 3 0 0 0,5-3 0 0 0,0 3 0 0 0,-2 2 0 0 0,8 5 0 0 0,11 2 0 0 0,12 3 0 0 0,9 1 0 0 0,6 2 0 0 0,5-1 0 0 0,2 1 0 0 0,1 0 0 0 0,0-1 0 0 0,0 0 0 0 0,-1 1 0 0 0,0-1 0 0 0,-1 0 0 0 0,0 0 0 0 0,0 0 0 0 0,5 0 0 0 0,2 0 0 0 0,-1 0 0 0 0,-1 5 0 0 0,-1 2 0 0 0,-2 0 0 0 0,-1-2 0 0 0,-1-1 0 0 0,0-2 0 0 0,5-1 0 0 0,-4 5 0 0 0,4 1 0 0 0,5-1 0 0 0,2 0 0 0 0,4-3 0 0 0,-2-1 0 0 0,-2-1 0 0 0,-3 0 0 0 0,-4-1 0 0 0,-3-1 0 0 0,-1 1 0 0 0,-1 0 0 0 0,0 0 0 0 0,-1-1 0 0 0,0 1 0 0 0,5 0 0 0 0,3 0 0 0 0,-1 0 0 0 0,-1 6 0 0 0,-1 0 0 0 0,-2 1 0 0 0,-1-1 0 0 0,-1-3 0 0 0,0 0 0 0 0,0-2 0 0 0,-11-1 0 0 0,-14-5 0 0 0,-13-2 0 0 0,-11-5 0 0 0,-7-1 0 0 0,-5-3 0 0 0,-3 1 0 0 0,-5 4 0 0 0,-3-3 0 0 0,1 2 0 0 0,-3-3 0 0 0,1 2 0 0 0,1-2 0 0 0,-2 0 0 0 0,1 4 0 0 0,-3-1 0 0 0,-4 0 0 0 0,-5-2 0 0 0,2 1 0 0 0,0-3 0 0 0,-8-3 0 0 0,-9-4 0 0 0,-3 1 0 0 0,-6 0 0 0 0,1 4 0 0 0,-3 4 0 0 0,2 0 0 0 0,4-3 0 0 0,-1 1 0 0 0,1-1 0 0 0,-2-4 0 0 0,-10-3 0 0 0,-5 2 0 0 0,2 0 0 0 0,1-2 0 0 0,-1 4 0 0 0,-1-1 0 0 0,-1-1 0 0 0,-5 2 0 0 0,-3 0 0 0 0,-5-2 0 0 0,9 3 0 0 0,1-1 0 0 0,-5 3 0 0 0,-7-1 0 0 0,-1 3 0 0 0,2 4 0 0 0,-2-2 0 0 0,1 2 0 0 0,4-3 0 0 0,2 2 0 0 0,3-4 0 0 0,-2 2 0 0 0,-7-2 0 0 0,5 2 0 0 0,10 2 0 0 0,-2-1 0 0 0,5 2 0 0 0,2 2 0 0 0,0-2 0 0 0,3 0 0 0 0,1 3 0 0 0,4 2 0 0 0,4-3 0 0 0,5 0 0 0 0,-2 2 0 0 0,6 1 0 0 0,3 3 0 0 0,2 1 0 0 0,6 1 0 0 0,2 1 0 0 0,-1 0 0 0 0,3 1 0 0 0,0-1 0 0 0,3 0 0 0 0,4 1 0 0 0,5-1 0 0 0,13 0 0 0 0,17 5 0 0 0,14 2 0 0 0,13 0 0 0 0,7-2 0 0 0,10 4 0 0 0,4 0 0 0 0,0-1 0 0 0,0-2 0 0 0,-3-2 0 0 0,-2-2 0 0 0,-2-1 0 0 0,-1-1 0 0 0,-1 0 0 0 0,5 0 0 0 0,1-1 0 0 0,0 1 0 0 0,-1 0 0 0 0,-2-1 0 0 0,5 1 0 0 0,-1 0 0 0 0,6 0 0 0 0,-1 0 0 0 0,-2 0 0 0 0,-3 0 0 0 0,-2 0 0 0 0,-3 0 0 0 0,-1 0 0 0 0,4 0 0 0 0,2 0 0 0 0,-1 0 0 0 0,-2 0 0 0 0,5 0 0 0 0,5 0 0 0 0,6 0 0 0 0,-1 0 0 0 0,-4 0 0 0 0,-3 0 0 0 0,-5 0 0 0 0,-4 0 0 0 0,-1 0 0 0 0,-2 0 0 0 0,-1-5 0 0 0,0-2 0 0 0,0 1 0 0 0,0 0 0 0 0,0 2 0 0 0,6 2 0 0 0,2-5 0 0 0,-1 0 0 0 0,-1 0 0 0 0,-1 2 0 0 0,-2 2 0 0 0,-1 1 0 0 0,0 1 0 0 0,-2-5 0 0 0,1-1 0 0 0,0 1 0 0 0,-1 1 0 0 0,1 1 0 0 0,-1 2 0 0 0,1 1 0 0 0,0 1 0 0 0,0 0 0 0 0,-6-5 0 0 0,-1-2 0 0 0,0 1 0 0 0,2 0 0 0 0,-4-2 0 0 0,-11-2 0 0 0,-13 2 0 0 0,-11 3 0 0 0,-3-4 0 0 0,-4-1 0 0 0,-5 3 0 0 0,-2 1 0 0 0,-2-3 0 0 0,-2 0 0 0 0,0 2 0 0 0,-1 1 0 0 0,0 3 0 0 0,1 1 0 0 0,10 1 0 0 0,14 1 0 0 0,9 5 0 0 0,8 3 0 0 0,9-1 0 0 0,6 4 0 0 0,3 0 0 0 0,3-2 0 0 0,-4 3 0 0 0,-1-1 0 0 0,0-2 0 0 0,1-3 0 0 0,1-2 0 0 0,1-1 0 0 0,0 3 0 0 0,2 1 0 0 0,0-1 0 0 0,0-1 0 0 0,0-2 0 0 0,0 4 0 0 0,5 1 0 0 0,2-1 0 0 0,5-2 0 0 0,0-1 0 0 0,-2-2 0 0 0,-2-1 0 0 0,-3-1 0 0 0,-3 0 0 0 0,-1 0 0 0 0,5 0 0 0 0,0-1 0 0 0,0 1 0 0 0,-1 0 0 0 0,-2 0 0 0 0,-1 0 0 0 0,-1 0 0 0 0,4 0 0 0 0,2 0 0 0 0,-1 0 0 0 0,-1 0 0 0 0,-2 0 0 0 0,-1 0 0 0 0,5 0 0 0 0,-5 0 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1515 16383 0 0,'13'-15'0'0'0,"7"-4"0"0"0,-5-2 0 0 0,1 3 0 0 0,-3-1 0 0 0,-3-2 0 0 0,2 2 0 0 0,-1-1 0 0 0,-3-1 0 0 0,-2-4 0 0 0,3 3 0 0 0,-1 0 0 0 0,5 4 0 0 0,-1-1 0 0 0,3 4 0 0 0,-1-2 0 0 0,-2-2 0 0 0,-5-4 0 0 0,4 2 0 0 0,-2 0 0 0 0,4-3 0 0 0,-1-1 0 0 0,-2-3 0 0 0,-3-1 0 0 0,3 4 0 0 0,-1 1 0 0 0,-7 17 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9886 958 16383 0 0,'-3'12'0'0'0,"-5"11"0"0"0,-4-2 0 0 0,-1-1 0 0 0,3 3 0 0 0,2 2 0 0 0,-3 3 0 0 0,-4 0 0 0 0,0 3 0 0 0,-3-6 0 0 0,3-1 0 0 0,2 1 0 0 0,0 1 0 0 0,1-9 0 0 0,2-13 0 0 0,9-7 0 0 0,5-8 0 0 0,6-7 0 0 0,7-1 0 0 0,1-3 0 0 0,-3-2 0 0 0,-4-3 0 0 0,-4-1 0 0 0,2 3 0 0 0,0 1 0 0 0,3 5 0 0 0,0 0 0 0 0,-2-2 0 0 0,-3-3 0 0 0,2-2 0 0 0,-1 4 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9909 958 16383 0 0,'-3'3'0'0'0,"-15"21"0"0"0,4 2 0 0 0,0-3 0 0 0,-4-6 0 0 0,2 0 0 0 0,-2 2 0 0 0,2 3 0 0 0,4 4 0 0 0,-1-4 0 0 0,1 0 0 0 0,-2-3 0 0 0,1 0 0 0 0,3 2 0 0 0,3 3 0 0 0,-3-3 0 0 0,-4 0 0 0 0,0 2 0 0 0,-3-3 0 0 0,1 1 0 0 0,-2-4 0 0 0,6-3 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9889 958 16383 0 0,'-12'24'0'0'0,"-3"8"0"0"0,3 0 0 0 0,3 0 0 0 0,-2-1 0 0 0,1 0 0 0 0,-4-5 0 0 0,2-3 0 0 0,-3-4 0 0 0,1 0 0 0 0,3 1 0 0 0,3 3 0 0 0,3 3 0 0 0,-2-3 0 0 0,-1-1 0 0 0,1 2 0 0 0,-3-3 0 0 0,0-1 0 0 0,2-8 0 0 0,1-12 0 0 0,9-5 0 0 0,3-8 0 0 0,0-7 0 0 0,0-4 0 0 0,5-5 0 0 0,0-2 0 0 0,-2 0 0 0 0,3 4 0 0 0,0 1 0 0 0,4 1 0 0 0,-2-1 0 0 0,-2-2 0 0 0,-4 0 0 0 0,-2-2 0 0 0,3 5 0 0 0,0 1 0 0 0,-2 0 0 0 0,4 3 0 0 0,0 1 0 0 0,-8 17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9978 958 16383 0 0,'0'18'0'0'0,"-5"7"0"0"0,-3 0 0 0 0,1 1 0 0 0,1 2 0 0 0,2 1 0 0 0,-3-4 0 0 0,-2-2 0 0 0,2 1 0 0 0,-4-3 0 0 0,1-1 0 0 0,1 2 0 0 0,-2 3 0 0 0,0 1 0 0 0,2 3 0 0 0,-3-5 0 0 0,1 0 0 0 0,3 0 0 0 0,-4-3 0 0 0,1 0 0 0 0,3 1 0 0 0,2 2 0 0 0,-3-2 0 0 0,0-1 0 0 0,-4 3 0 0 0,1 1 0 0 0,-4-3 0 0 0,2 0 0 0 0,3 1 0 0 0,3 3 0 0 0,3 1 0 0 0,-3-4 0 0 0,1 0 0 0 0,-5-4 0 0 0,0 0 0 0 0,2 2 0 0 0,3 2 0 0 0,-3-2 0 0 0,1 0 0 0 0,-4-3 0 0 0,0 0 0 0 0,3 3 0 0 0,3 3 0 0 0,-3-3 0 0 0,-5-5 0 0 0,1 0 0 0 0,-3-2 0 0 0,1 1 0 0 0,-2-2 0 0 0,-2-3 0 0 0,-4-3 0 0 0,2 2 0 0 0,0 0 0 0 0,-1-2 0 0 0,20-5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1509 16383 0 0,'6'-3'0'0'0,"19"-13"0"0"0,-2 3 0 0 0,1 2 0 0 0,-3-1 0 0 0,-1 1 0 0 0,-3-3 0 0 0,0 1 0 0 0,3 3 0 0 0,-2-2 0 0 0,1 0 0 0 0,3-2 0 0 0,2-4 0 0 0,3 0 0 0 0,2-1 0 0 0,1-3 0 0 0,1 2 0 0 0,-5 0 0 0 0,-1 3 0 0 0,-1 4 0 0 0,-3-1 0 0 0,-1-3 0 0 0,2 1 0 0 0,3-1 0 0 0,-4-4 0 0 0,0 2 0 0 0,3 4 0 0 0,-4 0 0 0 0,0 2 0 0 0,-3-2 0 0 0,-10 1 0 0 0,-11 4 0 0 0,-5 8 0 0 0,-6 5 0 0 0,-6 2 0 0 0,0 5 0 0 0,-1 6 0 0 0,-2 0 0 0 0,-2-2 0 0 0,3 2 0 0 0,6 3 0 0 0,0-2 0 0 0,3 2 0 0 0,-1-3 0 0 0,2 2 0 0 0,-2-3 0 0 0,1 2 0 0 0,-2-2 0 0 0,-3-4 0 0 0,1 1 0 0 0,4 5 0 0 0,-2 4 0 0 0,-2-2 0 0 0,2 2 0 0 0,-3 2 0 0 0,-2-2 0 0 0,-3-1 0 0 0,2 3 0 0 0,0-3 0 0 0,3 0 0 0 0,1-3 0 0 0,2 1 0 0 0,5 2 0 0 0,-2-2 0 0 0,2 1 0 0 0,2 3 0 0 0,-2-3 0 0 0,6-4 0 0 0,4-10 0 0 0,7-6 0 0 0,8-8 0 0 0,2-8 0 0 0,2-6 0 0 0,5-4 0 0 0,3-3 0 0 0,-3-2 0 0 0,0 0 0 0 0,1 4 0 0 0,-3 3 0 0 0,-5 0 0 0 0,-6-1 0 0 0,1 4 0 0 0,4 0 0 0 0,-1-1 0 0 0,3 4 0 0 0,-2-1 0 0 0,2-2 0 0 0,-2-3 0 0 0,2 4 0 0 0,-2-1 0 0 0,-4-1 0 0 0,2 3 0 0 0,-2-1 0 0 0,3 4 0 0 0,-1-1 0 0 0,3-2 0 0 0,-2-3 0 0 0,-3-3 0 0 0,2 3 0 0 0,-2 0 0 0 0,-2-1 0 0 0,2 3 0 0 0,0 0 0 0 0,-8 4 0 0 0,-9 5 0 0 0,-4 9 0 0 0,-5 5 0 0 0,-1 8 0 0 0,-2 2 0 0 0,2 5 0 0 0,-2-2 0 0 0,2 3 0 0 0,-1-2 0 0 0,2 2 0 0 0,-1 2 0 0 0,1 4 0 0 0,-1-3 0 0 0,11-15 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9984 979 16383 0 0,'-14'15'0'0'0,"-4"9"0"0"0,-1 1 0 0 0,2 3 0 0 0,-1-4 0 0 0,3-1 0 0 0,4 1 0 0 0,-2 2 0 0 0,-4-4 0 0 0,2 0 0 0 0,-3 1 0 0 0,2 2 0 0 0,-1 3 0 0 0,-4 0 0 0 0,3 2 0 0 0,-2 1 0 0 0,-2-5 0 0 0,2-2 0 0 0,0-5 0 0 0,3 0 0 0 0,4 2 0 0 0,0-3 0 0 0,11-15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2013 16383 0 0,'15'-11'0'0'0,"5"-6"0"0"0,3-5 0 0 0,2-3 0 0 0,2-3 0 0 0,2 3 0 0 0,-4 1 0 0 0,-1-1 0 0 0,1-1 0 0 0,0-2 0 0 0,3 5 0 0 0,-4 0 0 0 0,-2 4 0 0 0,-3 0 0 0 0,0-1 0 0 0,-4-4 0 0 0,1 3 0 0 0,4 0 0 0 0,-3-2 0 0 0,2 3 0 0 0,3 5 0 0 0,-3 0 0 0 0,-4-3 0 0 0,0 1 0 0 0,4-1 0 0 0,-3-3 0 0 0,2 2 0 0 0,-2 0 0 0 0,1 2 0 0 0,4 4 0 0 0,-3-1 0 0 0,-4-3 0 0 0,1 1 0 0 0,3-1 0 0 0,-1-4 0 0 0,1 2 0 0 0,-2-1 0 0 0,1 3 0 0 0,-1-1 0 0 0,0 2 0 0 0,-1 0 0 0 0,1 1 0 0 0,-2-1 0 0 0,3 2 0 0 0,-3-3 0 0 0,-3-2 0 0 0,2 1 0 0 0,-2 9 0 0 0,-7 6 0 0 0,-10 4 0 0 0,-4 6 0 0 0,-6 3 0 0 0,1 5 0 0 0,2 4 0 0 0,-2 0 0 0 0,-3-4 0 0 0,1 1 0 0 0,3 3 0 0 0,-1-2 0 0 0,3 2 0 0 0,-3 3 0 0 0,1 2 0 0 0,-1-2 0 0 0,1 0 0 0 0,-2 1 0 0 0,-4-2 0 0 0,2-1 0 0 0,3 3 0 0 0,0 1 0 0 0,-3-2 0 0 0,1 0 0 0 0,4 1 0 0 0,-1-3 0 0 0,-4 1 0 0 0,-3 1 0 0 0,1 2 0 0 0,-1-2 0 0 0,3 0 0 0 0,-1 1 0 0 0,-2 3 0 0 0,3 1 0 0 0,-2-3 0 0 0,4-1 0 0 0,-2-5 0 0 0,3 1 0 0 0,-2 2 0 0 0,-2-3 0 0 0,1 1 0 0 0,-1 3 0 0 0,2 2 0 0 0,-1-2 0 0 0,-2-6 0 0 0,1 1 0 0 0,5 2 0 0 0,-1-2 0 0 0,2 1 0 0 0,-1-2 0 0 0,6-5 0 0 0,10-3 0 0 0,10-8 0 0 0,2-10 0 0 0,5-3 0 0 0,4-5 0 0 0,4-4 0 0 0,-3-4 0 0 0,-1 3 0 0 0,2 0 0 0 0,1-2 0 0 0,-4-1 0 0 0,1 3 0 0 0,0 1 0 0 0,-3-2 0 0 0,0-1 0 0 0,3-2 0 0 0,1 3 0 0 0,-2 1 0 0 0,-6-1 0 0 0,0-1 0 0 0,3 2 0 0 0,-2 2 0 0 0,1-3 0 0 0,3 4 0 0 0,-2 0 0 0 0,1-2 0 0 0,-3-3 0 0 0,0 4 0 0 0,4-1 0 0 0,-3-1 0 0 0,2 3 0 0 0,-4-1 0 0 0,2-1 0 0 0,-3-3 0 0 0,2 4 0 0 0,2-1 0 0 0,-1-1 0 0 0,2 3 0 0 0,-4-1 0 0 0,2 4 0 0 0,-3 0 0 0 0,2-4 0 0 0,-3-2 0 0 0,3-3 0 0 0,2 3 0 0 0,4 0 0 0 0,-2-1 0 0 0,1 3 0 0 0,-4 0 0 0 0,1 4 0 0 0,-3-1 0 0 0,-5-2 0 0 0,2 2 0 0 0,-2-1 0 0 0,-2-3 0 0 0,2 3 0 0 0,-6 4 0 0 0,-9 11 0 0 0,-9 5 0 0 0,-8 8 0 0 0,-5 7 0 0 0,-4 2 0 0 0,4 3 0 0 0,0 2 0 0 0,0-2 0 0 0,4 1 0 0 0,1-4 0 0 0,-1 0 0 0 0,-3 3 0 0 0,-2 3 0 0 0,-1 2 0 0 0,3 3 0 0 0,2-5 0 0 0,-2-5 0 0 0,5-1 0 0 0,4 1 0 0 0,1-2 0 0 0,-3-4 0 0 0,-3 1 0 0 0,2 3 0 0 0,-2 4 0 0 0,-2-1 0 0 0,3 1 0 0 0,0 2 0 0 0,-3-3 0 0 0,-1-5 0 0 0,2 1 0 0 0,5 2 0 0 0,-5-1 0 0 0,2 1 0 0 0,-2-3 0 0 0,-2 3 0 0 0,3 2 0 0 0,0-2 0 0 0,-1 2 0 0 0,-3-4 0 0 0,3 2 0 0 0,0 3 0 0 0,-2 2 0 0 0,-1-2 0 0 0,3 1 0 0 0,0-4 0 0 0,4 1 0 0 0,0-4 0 0 0,2 2 0 0 0,0 3 0 0 0,-4-3 0 0 0,3 3 0 0 0,3 1 0 0 0,10-7 0 0 0,10-6 0 0 0,5-9 0 0 0,5-6 0 0 0,0-6 0 0 0,3 0 0 0 0,-2-5 0 0 0,1 2 0 0 0,-2-2 0 0 0,1 3 0 0 0,-2-3 0 0 0,2 3 0 0 0,2 4 0 0 0,-1-2 0 0 0,2-4 0 0 0,2-4 0 0 0,2-4 0 0 0,3-2 0 0 0,3 2 0 0 0,-5 1 0 0 0,-1-1 0 0 0,0-1 0 0 0,2-2 0 0 0,-4-1 0 0 0,0 4 0 0 0,2 2 0 0 0,-5-2 0 0 0,2 0 0 0 0,1 3 0 0 0,-3 0 0 0 0,1-1 0 0 0,2 3 0 0 0,-3 0 0 0 0,1 3 0 0 0,-3-1 0 0 0,-5-2 0 0 0,2 2 0 0 0,2-1 0 0 0,0-3 0 0 0,2 3 0 0 0,-3-1 0 0 0,3 3 0 0 0,-3-1 0 0 0,2 3 0 0 0,-3-2 0 0 0,-8 3 0 0 0,-11 3 0 0 0,-4 9 0 0 0,-6 5 0 0 0,-6 7 0 0 0,-4 7 0 0 0,-4 0 0 0 0,4 4 0 0 0,1-3 0 0 0,-2 1 0 0 0,7-3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9965 1064 16383 0 0,'-10'10'0'0'0,"-12"12"0"0"0,-2 0 0 0 0,-1 2 0 0 0,-2-4 0 0 0,4 0 0 0 0,0 3 0 0 0,-1 1 0 0 0,-2-2 0 0 0,-1-5 0 0 0,3-1 0 0 0,7 3 0 0 0,0-3 0 0 0,-2-3 0 0 0,2 1 0 0 0,-1-1 0 0 0,6-2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9885 1109 16383 0 0,'4'-22'0'0'0,"3"-2"0"0"0,0 0 0 0 0,3 4 0 0 0,1 0 0 0 0,-2-2 0 0 0,-2-2 0 0 0,2 2 0 0 0,-5 6 0 0 0,-8 5 0 0 0,-9 5 0 0 0,-8 8 0 0 0,20-2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2023 16383 0 0,'3'7'0'0'0,"12"1"0"0"0,7-3 0 0 0,7-2 0 0 0,2-2 0 0 0,2-1 0 0 0,0 0 0 0 0,0-1 0 0 0,-1 1 0 0 0,0-1 0 0 0,0 1 0 0 0,4 0 0 0 0,2 0 0 0 0,0 0 0 0 0,-2 0 0 0 0,-2 0 0 0 0,5 0 0 0 0,5 0 0 0 0,6 0 0 0 0,5 0 0 0 0,4 0 0 0 0,-4 0 0 0 0,0 0 0 0 0,-4 0 0 0 0,0 0 0 0 0,1 0 0 0 0,-3 0 0 0 0,2 0 0 0 0,-4 0 0 0 0,1 0 0 0 0,3 0 0 0 0,-2 0 0 0 0,6 0 0 0 0,0 0 0 0 0,0 0 0 0 0,1 0 0 0 0,-3 0 0 0 0,0 0 0 0 0,-4 0 0 0 0,0 0 0 0 0,7 0 0 0 0,0 0 0 0 0,1 0 0 0 0,0 0 0 0 0,2 0 0 0 0,-4 0 0 0 0,-1 0 0 0 0,1 0 0 0 0,-4 0 0 0 0,0 0 0 0 0,2 0 0 0 0,-3 0 0 0 0,-5 0 0 0 0,-4 0 0 0 0,-5 0 0 0 0,-2 0 0 0 0,-3 0 0 0 0,0 0 0 0 0,-1 0 0 0 0,0 0 0 0 0,0 0 0 0 0,0 0 0 0 0,0 0 0 0 0,1 0 0 0 0,-1 0 0 0 0,1 0 0 0 0,0 0 0 0 0,-11 0 0 0 0,-13 0 0 0 0,-14 0 0 0 0,-10 0 0 0 0,-9 0 0 0 0,-4 0 0 0 0,-2 0 0 0 0,-2 0 0 0 0,1 0 0 0 0,-5 0 0 0 0,-2 0 0 0 0,2 0 0 0 0,1 0 0 0 0,2 0 0 0 0,2 0 0 0 0,1 0 0 0 0,0 0 0 0 0,2 0 0 0 0,-1 0 0 0 0,-4 0 0 0 0,-3 0 0 0 0,1 0 0 0 0,-4 0 0 0 0,4 5 0 0 0,-1 2 0 0 0,1-1 0 0 0,0 0 0 0 0,-3-2 0 0 0,0-2 0 0 0,-4-1 0 0 0,0 0 0 0 0,3-1 0 0 0,2 0 0 0 0,4-1 0 0 0,-4 6 0 0 0,-5 2 0 0 0,0-1 0 0 0,-4 0 0 0 0,2-3 0 0 0,-3 0 0 0 0,-2 3 0 0 0,1 2 0 0 0,-1-2 0 0 0,3 0 0 0 0,5-3 0 0 0,4-1 0 0 0,3 4 0 0 0,-2 2 0 0 0,-6-2 0 0 0,0-1 0 0 0,-3-1 0 0 0,1-2 0 0 0,3-1 0 0 0,-2-1 0 0 0,-3 0 0 0 0,-4 0 0 0 0,-4 5 0 0 0,2 2 0 0 0,6-1 0 0 0,5-1 0 0 0,5 4 0 0 0,3 0 0 0 0,3 5 0 0 0,12-2 0 0 0,15-1 0 0 0,13-4 0 0 0,10-2 0 0 0,8-2 0 0 0,10 3 0 0 0,4 1 0 0 0,0-1 0 0 0,-1-1 0 0 0,-2-2 0 0 0,-2-1 0 0 0,-2-1 0 0 0,-1 0 0 0 0,4-1 0 0 0,2-1 0 0 0,4 1 0 0 0,1 0 0 0 0,3-1 0 0 0,-1 1 0 0 0,3 5 0 0 0,3 2 0 0 0,-2 0 0 0 0,-3-2 0 0 0,0-1 0 0 0,3-1 0 0 0,4-2 0 0 0,-2-1 0 0 0,1 0 0 0 0,2 0 0 0 0,-3 0 0 0 0,5 0 0 0 0,4-1 0 0 0,-2 1 0 0 0,3 0 0 0 0,-2 0 0 0 0,-2 0 0 0 0,1 0 0 0 0,-5 0 0 0 0,0 0 0 0 0,6 0 0 0 0,-2 0 0 0 0,0 0 0 0 0,-4 0 0 0 0,-1 0 0 0 0,1 5 0 0 0,-3 2 0 0 0,1 0 0 0 0,-4-2 0 0 0,1-1 0 0 0,3-2 0 0 0,3 0 0 0 0,-2-2 0 0 0,0 0 0 0 0,2 0 0 0 0,2 0 0 0 0,-2-1 0 0 0,-2 1 0 0 0,3 5 0 0 0,-4 2 0 0 0,-5 0 0 0 0,-5-2 0 0 0,-5-1 0 0 0,-2-2 0 0 0,-3 0 0 0 0,-1-2 0 0 0,0 0 0 0 0,0 0 0 0 0,-5 5 0 0 0,-7 7 0 0 0,-12 1 0 0 0,-12-1 0 0 0,-10-3 0 0 0,-8-3 0 0 0,-5-2 0 0 0,-2-3 0 0 0,-2 0 0 0 0,0-1 0 0 0,0 5 0 0 0,0 1 0 0 0,1 0 0 0 0,1-1 0 0 0,-6-1 0 0 0,-1-2 0 0 0,1-1 0 0 0,1-1 0 0 0,1 0 0 0 0,2 0 0 0 0,1 5 0 0 0,1 2 0 0 0,0-1 0 0 0,1 0 0 0 0,-6-3 0 0 0,-2 0 0 0 0,1-2 0 0 0,-4-1 0 0 0,-1 6 0 0 0,2 0 0 0 0,-2 1 0 0 0,0-2 0 0 0,2-2 0 0 0,-3 0 0 0 0,-4-2 0 0 0,1-1 0 0 0,-3 0 0 0 0,-3 0 0 0 0,-4 0 0 0 0,3-1 0 0 0,5 1 0 0 0,1 5 0 0 0,2 2 0 0 0,-1 0 0 0 0,2-2 0 0 0,2-1 0 0 0,0 3 0 0 0,-5 2 0 0 0,-5-2 0 0 0,-4 3 0 0 0,-2 1 0 0 0,-3-2 0 0 0,-1 2 0 0 0,5 0 0 0 0,2-2 0 0 0,9 3 0 0 0,9-1 0 0 0,-1-3 0 0 0,1-1 0 0 0,1-4 0 0 0,2-1 0 0 0,2-1 0 0 0,0 4 0 0 0,1 2 0 0 0,1-1 0 0 0,-1-1 0 0 0,6 4 0 0 0,12 0 0 0 0,13-1 0 0 0,13-3 0 0 0,8-1 0 0 0,7-2 0 0 0,3-1 0 0 0,2-1 0 0 0,0 0 0 0 0,1 0 0 0 0,-2-1 0 0 0,1 1 0 0 0,-2 0 0 0 0,1 0 0 0 0,-1 0 0 0 0,5 0 0 0 0,7 0 0 0 0,1 0 0 0 0,4 0 0 0 0,-1 0 0 0 0,2 0 0 0 0,-3 0 0 0 0,-3 0 0 0 0,2 0 0 0 0,8 0 0 0 0,1 0 0 0 0,1 0 0 0 0,2 0 0 0 0,-3 0 0 0 0,-1 0 0 0 0,2 0 0 0 0,1 0 0 0 0,-3 0 0 0 0,0 0 0 0 0,1 0 0 0 0,-3 0 0 0 0,0 0 0 0 0,2 0 0 0 0,2 0 0 0 0,-3 0 0 0 0,1 0 0 0 0,-4 0 0 0 0,-5 0 0 0 0,-5 0 0 0 0,-3 0 0 0 0,2 0 0 0 0,0 0 0 0 0,-1 0 0 0 0,3 0 0 0 0,1 0 0 0 0,3 0 0 0 0,0 0 0 0 0,3 0 0 0 0,-2 0 0 0 0,-3 0 0 0 0,-3-6 0 0 0,-3-1 0 0 0,-3 1 0 0 0,-1 0 0 0 0,-2 3 0 0 0,1 0 0 0 0,-12 2 0 0 0,-13 0 0 0 0,-13 1 0 0 0,-11 1 0 0 0,-8-1 0 0 0,-4 0 0 0 0,-2 0 0 0 0,-2 1 0 0 0,1-1 0 0 0,0 0 0 0 0,-5 0 0 0 0,-1 0 0 0 0,1 0 0 0 0,2 0 0 0 0,1 0 0 0 0,-3 0 0 0 0,-7 0 0 0 0,1 0 0 0 0,-4 0 0 0 0,1 0 0 0 0,4 0 0 0 0,-2 0 0 0 0,2 0 0 0 0,3 0 0 0 0,2 0 0 0 0,4 5 0 0 0,-4 2 0 0 0,0 0 0 0 0,0-2 0 0 0,3-1 0 0 0,1-2 0 0 0,1-1 0 0 0,-4 0 0 0 0,-6-1 0 0 0,-7 5 0 0 0,1 2 0 0 0,-3-1 0 0 0,3 4 0 0 0,5 1 0 0 0,3-2 0 0 0,5 3 0 0 0,3-1 0 0 0,1-2 0 0 0,2-3 0 0 0,-1-2 0 0 0,2-1 0 0 0,-1-3 0 0 0,-1 6 0 0 0,1 0 0 0 0,-1 0 0 0 0,6 4 0 0 0,1 1 0 0 0,0-2 0 0 0,-2 2 0 0 0,-1 0 0 0 0,-1-2 0 0 0,-2-2 0 0 0,0-3 0 0 0,-1-2 0 0 0,5 4 0 0 0,2 1 0 0 0,0-1 0 0 0,3 4 0 0 0,1 1 0 0 0,-2-3 0 0 0,3 4 0 0 0,-1-1 0 0 0,4 3 0 0 0,9 0 0 0 0,11-4 0 0 0,11-2 0 0 0,7 1 0 0 0,5 1 0 0 0,4-3 0 0 0,2-1 0 0 0,0-3 0 0 0,0-1 0 0 0,-1-1 0 0 0,0-1 0 0 0,0-1 0 0 0,-1 1 0 0 0,0-1 0 0 0,0 1 0 0 0,-1 0 0 0 0,6 0 0 0 0,2 0 0 0 0,5 0 0 0 0,0 0 0 0 0,-2 0 0 0 0,3 0 0 0 0,9 0 0 0 0,2 0 0 0 0,1 0 0 0 0,1 0 0 0 0,-2 0 0 0 0,-2 0 0 0 0,-3 0 0 0 0,-1 0 0 0 0,2 0 0 0 0,4 0 0 0 0,2 0 0 0 0,-4 0 0 0 0,6 0 0 0 0,-2 0 0 0 0,-6 0 0 0 0,-1 0 0 0 0,7 0 0 0 0,-1 0 0 0 0,0 0 0 0 0,-4 0 0 0 0,0 0 0 0 0,1 0 0 0 0,-3 0 0 0 0,1 0 0 0 0,1 5 0 0 0,-2 2 0 0 0,-4 0 0 0 0,-6-2 0 0 0,-3-1 0 0 0,2-2 0 0 0,-1-1 0 0 0,-1 0 0 0 0,-1-1 0 0 0,-3 0 0 0 0,5-1 0 0 0,0 1 0 0 0,0 0 0 0 0,-7 5 0 0 0,-4 2 0 0 0,-1-1 0 0 0,1 0 0 0 0,0-3 0 0 0,1 0 0 0 0,2-2 0 0 0,0 0 0 0 0,-5 4 0 0 0,-1 2 0 0 0,-10-1 0 0 0,-13-1 0 0 0,-6 4 0 0 0,-8 0 0 0 0,-7-1 0 0 0,-5-2 0 0 0,-4-3 0 0 0,-2 0 0 0 0,-1-2 0 0 0,0-1 0 0 0,0 5 0 0 0,0 1 0 0 0,0 1 0 0 0,1-2 0 0 0,0-2 0 0 0,0-1 0 0 0,0 0 0 0 0,0-2 0 0 0,1 0 0 0 0,-1 0 0 0 0,0 0 0 0 0,0-1 0 0 0,1 1 0 0 0,-1 0 0 0 0,0 0 0 0 0,0 0 0 0 0,0 0 0 0 0,6 5 0 0 0,1 2 0 0 0,0 0 0 0 0,-2-2 0 0 0,-1-1 0 0 0,-1-2 0 0 0,3 5 0 0 0,2 0 0 0 0,-1 0 0 0 0,-2-2 0 0 0,-1-2 0 0 0,-2 0 0 0 0,-1 3 0 0 0,0 1 0 0 0,-1 0 0 0 0,-5-2 0 0 0,-8-2 0 0 0,-1-1 0 0 0,2-1 0 0 0,3 0 0 0 0,3-1 0 0 0,3-1 0 0 0,1 1 0 0 0,2 0 0 0 0,0 0 0 0 0,1-1 0 0 0,0 1 0 0 0,-1 5 0 0 0,1 2 0 0 0,-1 0 0 0 0,1-2 0 0 0,-1-1 0 0 0,0 4 0 0 0,0 0 0 0 0,0-1 0 0 0,1-1 0 0 0,-1-3 0 0 0,0 5 0 0 0,5 5 0 0 0,13 1 0 0 0,13 3 0 0 0,12-1 0 0 0,10-4 0 0 0,0 2 0 0 0,2-2 0 0 0,3-2 0 0 0,1 1 0 0 0,1 0 0 0 0,2-3 0 0 0,-6 3 0 0 0,0 0 0 0 0,-1-3 0 0 0,2 4 0 0 0,1-2 0 0 0,-3 4 0 0 0,-1-1 0 0 0,0-2 0 0 0,3-4 0 0 0,-4 3 0 0 0,-1-1 0 0 0,-3 4 0 0 0,1 0 0 0 0,1-3 0 0 0,4-3 0 0 0,-4 2 0 0 0,2 1 0 0 0,-4 3 0 0 0,0-1 0 0 0,-2 3 0 0 0,0 0 0 0 0,4-4 0 0 0,-2 2 0 0 0,-4 4 0 0 0,0-1 0 0 0,4-3 0 0 0,-1 1 0 0 0,-4 4 0 0 0,1-2 0 0 0,-7-2 0 0 0,-10-5 0 0 0,-9-4 0 0 0,-9-2 0 0 0,-5-2 0 0 0,-4-1 0 0 0,-2-5 0 0 0,0-3 0 0 0,-1 0 0 0 0,0 2 0 0 0,6-3 0 0 0,3-1 0 0 0,-1-3 0 0 0,-6 0 0 0 0,-3-2 0 0 0,-1-5 0 0 0,0 1 0 0 0,6 0 0 0 0,3 2 0 0 0,-5 4 0 0 0,4-1 0 0 0,0-3 0 0 0,-1 1 0 0 0,1 3 0 0 0,-2 4 0 0 0,-1-1 0 0 0,5-5 0 0 0,2 0 0 0 0,-1-2 0 0 0,-2 1 0 0 0,-1 4 0 0 0,-2-1 0 0 0,0-5 0 0 0,-2-3 0 0 0,0 1 0 0 0,0 5 0 0 0,0 4 0 0 0,0-1 0 0 0,5-4 0 0 0,2 1 0 0 0,0 3 0 0 0,-2-1 0 0 0,-1 0 0 0 0,4-1 0 0 0,0 0 0 0 0,0 4 0 0 0,-3-3 0 0 0,-1-3 0 0 0,-2-5 0 0 0,0 1 0 0 0,-2 4 0 0 0,0 0 0 0 0,0-3 0 0 0,0 2 0 0 0,5-2 0 0 0,2 3 0 0 0,-1-1 0 0 0,0-3 0 0 0,8 1 0 0 0,13 5 0 0 0,12 4 0 0 0,10 4 0 0 0,2 9 0 0 0,3 8 0 0 0,3 3 0 0 0,2-1 0 0 0,1 2 0 0 0,2-1 0 0 0,-6 2 0 0 0,0-2 0 0 0,0-2 0 0 0,1 1 0 0 0,1 3 0 0 0,2 0 0 0 0,-5 2 0 0 0,-1-2 0 0 0,2-4 0 0 0,-5 2 0 0 0,0 3 0 0 0,2-1 0 0 0,3-3 0 0 0,2 1 0 0 0,1 4 0 0 0,2-2 0 0 0,1-3 0 0 0,0 2 0 0 0,0 2 0 0 0,0 0 0 0 0,-5 1 0 0 0,-2-2 0 0 0,1-3 0 0 0,0-5 0 0 0,-3 2 0 0 0,0-1 0 0 0,-5 4 0 0 0,1-1 0 0 0,3-2 0 0 0,2 2 0 0 0,3-1 0 0 0,-3 3 0 0 0,0 0 0 0 0,-4 1 0 0 0,-1 0 0 0 0,3 1 0 0 0,3-1 0 0 0,2 1 0 0 0,-3 4 0 0 0,-10-7 0 0 0,-14-6 0 0 0,-5-9 0 0 0,-8-4 0 0 0,-7-7 0 0 0,1-6 0 0 0,-2-5 0 0 0,-2 2 0 0 0,-3 4 0 0 0,4 0 0 0 0,0-2 0 0 0,-1 2 0 0 0,4 0 0 0 0,-1 2 0 0 0,4-2 0 0 0,0-2 0 0 0,-3 2 0 0 0,-4-1 0 0 0,-2 2 0 0 0,3-1 0 0 0,0 3 0 0 0,-1-2 0 0 0,-2 3 0 0 0,4-2 0 0 0,0 1 0 0 0,4-1 0 0 0,-1 2 0 0 0,4-2 0 0 0,-2-4 0 0 0,-2 2 0 0 0,-4-2 0 0 0,-3-2 0 0 0,-2 3 0 0 0,-2-1 0 0 0,-1-3 0 0 0,5-2 0 0 0,1 3 0 0 0,1 6 0 0 0,-2-1 0 0 0,4-2 0 0 0,0 2 0 0 0,-1 5 0 0 0,3-2 0 0 0,0 1 0 0 0,-2-1 0 0 0,-2-4 0 0 0,-3 0 0 0 0,-2 5 0 0 0,4-2 0 0 0,2-3 0 0 0,-2 1 0 0 0,-1 4 0 0 0,9 4 0 0 0,13 3 0 0 0,6 8 0 0 0,9 4 0 0 0,8 1 0 0 0,0 4 0 0 0,2 1 0 0 0,-2 3 0 0 0,1-1 0 0 0,-3 3 0 0 0,0-2 0 0 0,4-4 0 0 0,2 3 0 0 0,4 3 0 0 0,1-1 0 0 0,2 2 0 0 0,1 3 0 0 0,0 3 0 0 0,1-2 0 0 0,-1 0 0 0 0,0 2 0 0 0,0-3 0 0 0,0-6 0 0 0,-5 0 0 0 0,-2 4 0 0 0,0-3 0 0 0,-4 2 0 0 0,0-3 0 0 0,2 3 0 0 0,2-3 0 0 0,-2 1 0 0 0,-1-1 0 0 0,2-4 0 0 0,-3 1 0 0 0,1 5 0 0 0,1-1 0 0 0,2 2 0 0 0,3 3 0 0 0,-3 3 0 0 0,-1-2 0 0 0,-4 0 0 0 0,0-3 0 0 0,-4-1 0 0 0,2-2 0 0 0,2-4 0 0 0,-1 0 0 0 0,-4 5 0 0 0,-5 3 0 0 0,2 0 0 0 0,-1 0 0 0 0,-3 3 0 0 0,-7-2 0 0 0,-9-6 0 0 0,-8-5 0 0 0,-7-9 0 0 0,-4-5 0 0 0,-3-2 0 0 0,-1-4 0 0 0,-1-2 0 0 0,6-3 0 0 0,2 0 0 0 0,0-2 0 0 0,-1 2 0 0 0,-2 3 0 0 0,0-1 0 0 0,-2 1 0 0 0,5-2 0 0 0,1 1 0 0 0,0 3 0 0 0,-2 2 0 0 0,-1-1 0 0 0,4-6 0 0 0,0 1 0 0 0,-1 2 0 0 0,4-2 0 0 0,0 2 0 0 0,-2 2 0 0 0,-3-2 0 0 0,-2-4 0 0 0,-1 0 0 0 0,-2 4 0 0 0,-1 3 0 0 0,5-2 0 0 0,2-5 0 0 0,-1 2 0 0 0,-1 2 0 0 0,-1 3 0 0 0,4-2 0 0 0,0 1 0 0 0,5-3 0 0 0,-1 1 0 0 0,-2-4 0 0 0,-2 2 0 0 0,2-2 0 0 0,5 7 0 0 0,6 10 0 0 0,3 10 0 0 0,9 3 0 0 0,9 5 0 0 0,3 4 0 0 0,-1 3 0 0 0,-3 3 0 0 0,3-4 0 0 0,-2 0 0 0 0,3-5 0 0 0,-1-1 0 0 0,-2 2 0 0 0,1 3 0 0 0,0 2 0 0 0,2-3 0 0 0,-1-1 0 0 0,3-3 0 0 0,-2 0 0 0 0,-3 2 0 0 0,2-3 0 0 0,-2 1 0 0 0,4-2 0 0 0,-2 0 0 0 0,2-2 0 0 0,0 1 0 0 0,1 4 0 0 0,4 3 0 0 0,-2 3 0 0 0,1-2 0 0 0,4-1 0 0 0,1 1 0 0 0,-2 2 0 0 0,1-4 0 0 0,-5 1 0 0 0,1-5 0 0 0,-4 0 0 0 0,-3 3 0 0 0,0-3 0 0 0,5-4 0 0 0,-2 0 0 0 0,-3 4 0 0 0,-3-7 0 0 0,-9-5 0 0 0,-4-9 0 0 0,-7-9 0 0 0,-6-8 0 0 0,-6-1 0 0 0,0-1 0 0 0,6-3 0 0 0,-1 3 0 0 0,-2 0 0 0 0,2-1 0 0 0,-1 3 0 0 0,3 0 0 0 0,-1 2 0 0 0,2 1 0 0 0,-2 2 0 0 0,3-2 0 0 0,-2 3 0 0 0,1-2 0 0 0,-1 2 0 0 0,2-2 0 0 0,-3 2 0 0 0,3-3 0 0 0,-2-2 0 0 0,-4-5 0 0 0,-3-2 0 0 0,2-3 0 0 0,-1 4 0 0 0,4 1 0 0 0,-1 5 0 0 0,3 0 0 0 0,-1 3 0 0 0,3-1 0 0 0,-2 3 0 0 0,1 9 0 0 0,10 5 0 0 0,5 7 0 0 0,7 4 0 0 0,3 4 0 0 0,0 6 0 0 0,4-2 0 0 0,-2 2 0 0 0,4 2 0 0 0,-2 3 0 0 0,-3 2 0 0 0,2 1 0 0 0,4-4 0 0 0,-1-1 0 0 0,-3 1 0 0 0,1-4 0 0 0,-1-1 0 0 0,-4 2 0 0 0,-2 3 0 0 0,2-4 0 0 0,0 1 0 0 0,3 1 0 0 0,0 2 0 0 0,-2 2 0 0 0,-3 2 0 0 0,3-4 0 0 0,0-1 0 0 0,-3 0 0 0 0,4-3 0 0 0,-1-1 0 0 0,-1-8 0 0 0,-3-12 0 0 0,-2-11 0 0 0,-7-4 0 0 0,-4-4 0 0 0,1-4 0 0 0,-5 1 0 0 0,0 0 0 0 0,-4-2 0 0 0,1-2 0 0 0,-2-2 0 0 0,-5-2 0 0 0,3 0 0 0 0,-2 4 0 0 0,3 2 0 0 0,-1 0 0 0 0,2-2 0 0 0,0 4 0 0 0,1 0 0 0 0,-1-1 0 0 0,1-2 0 0 0,-1 3 0 0 0,-3 6 0 0 0,1 0 0 0 0,4-3 0 0 0,-1 2 0 0 0,2-1 0 0 0,-2 3 0 0 0,1-2 0 0 0,4-4 0 0 0,3 8 0 0 0,3 11 0 0 0,2 12 0 0 0,1 8 0 0 0,1 7 0 0 0,1 4 0 0 0,-1 3 0 0 0,1 1 0 0 0,-1 0 0 0 0,1 0 0 0 0,-1-1 0 0 0,0 0 0 0 0,0-1 0 0 0,5 1 0 0 0,2-2 0 0 0,0 1 0 0 0,-2 0 0 0 0,4-6 0 0 0,1-1 0 0 0,3 0 0 0 0,5-4 0 0 0,-1-10 0 0 0,-8-7 0 0 0,-11-5 0 0 0,-5-6 0 0 0,-2-8 0 0 0,1-5 0 0 0,-3-1 0 0 0,-5 5 0 0 0,0-1 0 0 0,2-2 0 0 0,-1 2 0 0 0,2-1 0 0 0,-2 3 0 0 0,1-1 0 0 0,4-4 0 0 0,-3 3 0 0 0,2-1 0 0 0,2-3 0 0 0,-2 2 0 0 0,0 0 0 0 0,-2 3 0 0 0,0-1 0 0 0,2-2 0 0 0,-1 2 0 0 0,0-2 0 0 0,3-1 0 0 0,-2 1 0 0 0,0 11 0 0 0,8 6 0 0 0,4 8 0 0 0,1 10 0 0 0,7 2 0 0 0,1 3 0 0 0,4-2 0 0 0,0 1 0 0 0,-2 3 0 0 0,-4 3 0 0 0,3-3 0 0 0,-2 0 0 0 0,4-3 0 0 0,0-1 0 0 0,2-2 0 0 0,-1-10 0 0 0,-3-11 0 0 0,-8-9 0 0 0,-5-9 0 0 0,-8 1 0 0 0,-1-2 0 0 0,0-2 0 0 0,3-2 0 0 0,-3 5 0 0 0,0 0 0 0 0,-2 4 0 0 0,0 0 0 0 0,2-2 0 0 0,4-2 0 0 0,-3 2 0 0 0,1 0 0 0 0,-4 3 0 0 0,1 0 0 0 0,-4 2 0 0 0,2 0 0 0 0,3-4 0 0 0,3-3 0 0 0,-2 2 0 0 0,-4 5 0 0 0,-1 0 0 0 0,3-3 0 0 0,4-4 0 0 0,-3 3 0 0 0,1 0 0 0 0,-3 2 0 0 0,0 0 0 0 0,-2 2 0 0 0,1-1 0 0 0,3-3 0 0 0,-2-3 0 0 0,-4 2 0 0 0,1 0 0 0 0,3-2 0 0 0,-1 2 0 0 0,-4 1 0 0 0,1-3 0 0 0,4-1 0 0 0,-1 2 0 0 0,1 0 0 0 0,-2 4 0 0 0,2-1 0 0 0,3 9 0 0 0,8 6 0 0 0,4 8 0 0 0,8 5 0 0 0,2 5 0 0 0,-2 5 0 0 0,4 0 0 0 0,-1 2 0 0 0,2-3 0 0 0,-1 1 0 0 0,2-2 0 0 0,-1 0 0 0 0,-4 3 0 0 0,2-2 0 0 0,-1 1 0 0 0,2-2 0 0 0,4 1 0 0 0,-1 2 0 0 0,2-2 0 0 0,-2 2 0 0 0,1-4 0 0 0,-2 2 0 0 0,-5 3 0 0 0,2-3 0 0 0,-1 1 0 0 0,2-2 0 0 0,-2 1 0 0 0,4-3 0 0 0,-2 1 0 0 0,2 4 0 0 0,4-2 0 0 0,-2 1 0 0 0,1 3 0 0 0,4-2 0 0 0,-4 0 0 0 0,2-3 0 0 0,-4 1 0 0 0,1-3 0 0 0,-3 2 0 0 0,2-3 0 0 0,-3 2 0 0 0,-3-7 0 0 0,-4-10 0 0 0,-8-5 0 0 0,-4-7 0 0 0,-1-7 0 0 0,-5-4 0 0 0,-5 1 0 0 0,-1 0 0 0 0,-2 3 0 0 0,2 0 0 0 0,3-1 0 0 0,0-4 0 0 0,-3 4 0 0 0,0 0 0 0 0,5-3 0 0 0,3-1 0 0 0,-2 3 0 0 0,-4 0 0 0 0,0-1 0 0 0,-2 3 0 0 0,2-1 0 0 0,3-1 0 0 0,3-3 0 0 0,-1 4 0 0 0,1-1 0 0 0,-4 4 0 0 0,1 0 0 0 0,2-3 0 0 0,3-3 0 0 0,-3-2 0 0 0,1-2 0 0 0,-4-2 0 0 0,-4-1 0 0 0,0 0 0 0 0,3 0 0 0 0,4-1 0 0 0,4 1 0 0 0,-3 5 0 0 0,1 2 0 0 0,1 0 0 0 0,2-2 0 0 0,-3-1 0 0 0,-1-1 0 0 0,2-2 0 0 0,1 0 0 0 0,3-1 0 0 0,1 0 0 0 0,1 0 0 0 0,-4 5 0 0 0,-2 2 0 0 0,1 0 0 0 0,1-2 0 0 0,1-1 0 0 0,2-1 0 0 0,1 9 0 0 0,0 13 0 0 0,1 13 0 0 0,1 10 0 0 0,-1 8 0 0 0,0 5 0 0 0,0 2 0 0 0,1 1 0 0 0,-1 1 0 0 0,5-7 0 0 0,2-1 0 0 0,0-1 0 0 0,3-4 0 0 0,1-1 0 0 0,-2 2 0 0 0,-2 2 0 0 0,2-3 0 0 0,0 1 0 0 0,-1 1 0 0 0,3-3 0 0 0,-1 0 0 0 0,4-3 0 0 0,-1 1 0 0 0,-2 2 0 0 0,-4 3 0 0 0,3-2 0 0 0,0-10 0 0 0,-3-12 0 0 0,-1-11 0 0 0,-3-9 0 0 0,-1-6 0 0 0,-1-4 0 0 0,-1-1 0 0 0,-1-2 0 0 0,1 1 0 0 0,-1 1 0 0 0,1 0 0 0 0,0 0 0 0 0,0 1 0 0 0,0 0 0 0 0,0 0 0 0 0,0 0 0 0 0,0 0 0 0 0,0 1 0 0 0,0-1 0 0 0,0 0 0 0 0,-6 5 0 0 0,-1 3 0 0 0,1-2 0 0 0,0 0 0 0 0,-3-2 0 0 0,0-1 0 0 0,1-2 0 0 0,2 0 0 0 0,-3 4 0 0 0,0 2 0 0 0,1 0 0 0 0,3-2 0 0 0,1-2 0 0 0,2 0 0 0 0,-4 3 0 0 0,-1 2 0 0 0,-5-1 0 0 0,1-2 0 0 0,1-1 0 0 0,2-2 0 0 0,-2 5 0 0 0,0 0 0 0 0,3 0 0 0 0,-4-2 0 0 0,0-1 0 0 0,-3-2 0 0 0,-4 4 0 0 0,1 2 0 0 0,-3 4 0 0 0,3 0 0 0 0,-1 4 0 0 0,-3 4 0 0 0,3 9 0 0 0,3 10 0 0 0,5 9 0 0 0,-1 2 0 0 0,1 3 0 0 0,-2 2 0 0 0,-1 3 0 0 0,4 2 0 0 0,-3-4 0 0 0,1-1 0 0 0,2 1 0 0 0,2 1 0 0 0,4 2 0 0 0,-5-5 0 0 0,1 0 0 0 0,0 1 0 0 0,-3-4 0 0 0,0 1 0 0 0,1 1 0 0 0,3-8 0 0 0,2-12 0 0 0,2-11 0 0 0,6-5 0 0 0,3-4 0 0 0,0-5 0 0 0,4-4 0 0 0,5 3 0 0 0,1 1 0 0 0,1-2 0 0 0,4-2 0 0 0,-2-1 0 0 0,1 4 0 0 0,-3 1 0 0 0,0-1 0 0 0,3-1 0 0 0,2 2 0 0 0,-1 2 0 0 0,-6-2 0 0 0,0 3 0 0 0,3-1 0 0 0,-2-1 0 0 0,1 3 0 0 0,-2-1 0 0 0,1 3 0 0 0,-2 0 0 0 0,-4-3 0 0 0,2 1 0 0 0,4 0 0 0 0,-2-3 0 0 0,3-2 0 0 0,-2-3 0 0 0,-4-2 0 0 0,2 4 0 0 0,-3 1 0 0 0,-7 5 0 0 0,-5 10 0 0 0,-7 7 0 0 0,-3 10 0 0 0,-4 2 0 0 0,0 6 0 0 0,-2-1 0 0 0,1 3 0 0 0,-1 4 0 0 0,-4 2 0 0 0,-3 4 0 0 0,3 1 0 0 0,-1 2 0 0 0,-2-5 0 0 0,-2-2 0 0 0,4 1 0 0 0,0 1 0 0 0,-2 2 0 0 0,4 0 0 0 0,0-3 0 0 0,-2-7 0 0 0,2-1 0 0 0,0 2 0 0 0,4 3 0 0 0,-2 3 0 0 0,-2 3 0 0 0,2 1 0 0 0,-2-4 0 0 0,4-1 0 0 0,-2-5 0 0 0,3 1 0 0 0,-1-5 0 0 0,1 2 0 0 0,-1 2 0 0 0,-4-1 0 0 0,2 0 0 0 0,4 4 0 0 0,-1-3 0 0 0,3 1 0 0 0,-3-3 0 0 0,1 1 0 0 0,-1-2 0 0 0,6-5 0 0 0,10-4 0 0 0,5-8 0 0 0,2-9 0 0 0,4-3 0 0 0,1-5 0 0 0,2 1 0 0 0,0-1 0 0 0,2 1 0 0 0,-2-1 0 0 0,2 2 0 0 0,3 5 0 0 0,-2-2 0 0 0,-3-4 0 0 0,0 1 0 0 0,3-2 0 0 0,4-3 0 0 0,3-3 0 0 0,3 2 0 0 0,-3 0 0 0 0,-2-2 0 0 0,2-1 0 0 0,1-3 0 0 0,2-1 0 0 0,1 4 0 0 0,-4 1 0 0 0,-7 0 0 0 0,-1 3 0 0 0,2 1 0 0 0,-2-2 0 0 0,1-3 0 0 0,3 4 0 0 0,-3-1 0 0 0,2-1 0 0 0,2 3 0 0 0,-2 0 0 0 0,0-3 0 0 0,-3-1 0 0 0,1-3 0 0 0,2-2 0 0 0,-2-1 0 0 0,2-1 0 0 0,-4 0 0 0 0,2 5 0 0 0,-3 2 0 0 0,-4-1 0 0 0,2 5 0 0 0,-2 0 0 0 0,-2-2 0 0 0,-3-2 0 0 0,-8 2 0 0 0,-8 6 0 0 0,-4 10 0 0 0,-3 7 0 0 0,-5 8 0 0 0,-3 7 0 0 0,-4 8 0 0 0,-1-2 0 0 0,4 1 0 0 0,1-3 0 0 0,6 0 0 0 0,-1-3 0 0 0,5 0 0 0 0,-2-2 0 0 0,-7 1 0 0 0,-1 4 0 0 0,0-2 0 0 0,6-9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9950 1191 16383 0 0,'-2'1'0'0'0,"-21"14"0"0"0,0-3 0 0 0,5 3 0 0 0,0 4 0 0 0,-3-2 0 0 0,-2 2 0 0 0,-3 3 0 0 0,-2-3 0 0 0,-2-4 0 0 0,4 1 0 0 0,2 2 0 0 0,-1 4 0 0 0,-1-2 0 0 0,-1-4 0 0 0,27-16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1733 16383 0 0,'16'-8'0'0'0,"9"-8"0"0"0,0 2 0 0 0,-6-1 0 0 0,0 2 0 0 0,1-2 0 0 0,4-4 0 0 0,1-4 0 0 0,3 2 0 0 0,-3-1 0 0 0,-2-1 0 0 0,2 2 0 0 0,-4 1 0 0 0,-1 2 0 0 0,2 6 0 0 0,-2-2 0 0 0,-1-3 0 0 0,3 2 0 0 0,-2-3 0 0 0,-1 3 0 0 0,-2-3 0 0 0,1-2 0 0 0,2 2 0 0 0,-2-2 0 0 0,2 3 0 0 0,-4 0 0 0 0,2 1 0 0 0,-5 2 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9975 1322 16383 0 0,'2'-2'0'0'0,"15"-13"0"0"0,2-1 0 0 0,-1-3 0 0 0,2 1 0 0 0,1-2 0 0 0,-1-1 0 0 0,0 1 0 0 0,-3 0 0 0 0,1 3 0 0 0,-3-1 0 0 0,-3-3 0 0 0,0 3 0 0 0,0-2 0 0 0,-9 9 0 0 0,-9 11 0 0 0,-5 11 0 0 0,-4 8 0 0 0,-6 7 0 0 0,-4 4 0 0 0,1 2 0 0 0,1-4 0 0 0,-2-2 0 0 0,4 0 0 0 0,0 1 0 0 0,-2-5 0 0 0,4 0 0 0 0,4 1 0 0 0,0-3 0 0 0,2 0 0 0 0,-1-3 0 0 0,-5 0 0 0 0,2 3 0 0 0,-1-2 0 0 0,-4 2 0 0 0,3 1 0 0 0,-2 4 0 0 0,-1-3 0 0 0,-3-6 0 0 0,3 1 0 0 0,5 2 0 0 0,1-2 0 0 0,-3 1 0 0 0,2 3 0 0 0,-1 3 0 0 0,-3-2 0 0 0,-3-1 0 0 0,2 3 0 0 0,0-4 0 0 0,-1-4 0 0 0,2-1 0 0 0,6 3 0 0 0,0 4 0 0 0,-3-3 0 0 0,-4-3 0 0 0,2 0 0 0 0,3-1 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9608 1381 16383 0 0,'-6'9'0'0'0,"-7"16"0"0"0,3 1 0 0 0,3-7 0 0 0,3-14 0 0 0,7-12 0 0 0,3-10 0 0 0,6-7 0 0 0,1-6 0 0 0,-9 24 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9659 1381 16383 0 0,'-13'14'0'0'0,"-4"3"0"0"0,-2-4 0 0 0,-3 1 0 0 0,3 4 0 0 0,-2-2 0 0 0,-2 2 0 0 0,-2-2 0 0 0,-2 1 0 0 0,-2 4 0 0 0,4 2 0 0 0,4-4 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9503 1381 16383 0 0,'-16'14'0'0'0,"-8"8"0"0"0,-1-2 0 0 0,3 1 0 0 0,4-7 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1504 16383 0 0,'5'-2'0'0'0,"18"-14"0"0"0,2 1 0 0 0,-3-4 0 0 0,0 2 0 0 0,1 5 0 0 0,-3-3 0 0 0,6-2 0 0 0,-16 7 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9572 1381 16383 0 0,'-12'14'0'0'0,"-4"1"0"0"0,1 1 0 0 0,-1-1 0 0 0,1 1 0 0 0,4 3 0 0 0,-2-1 0 0 0,-4 2 0 0 0,2 2 0 0 0,-3-3 0 0 0,-3 1 0 0 0,16-16 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20141 4197 16383 0 0,'-6'0'0'0'0,"-6"0"0"0"0,-2-6 0 0 0,-3-1 0 0 0,-4 1 0 0 0,-4 0 0 0 0,-3 3 0 0 0,-2 0 0 0 0,-1 2 0 0 0,0 1 0 0 0,-1-1 0 0 0,1 2 0 0 0,4-6 0 0 0,3-2 0 0 0,0 1 0 0 0,-2-5 0 0 0,-1 1 0 0 0,-1 1 0 0 0,3-3 0 0 0,2 1 0 0 0,-1 1 0 0 0,-2 4 0 0 0,-1 2 0 0 0,-2 2 0 0 0,5-4 0 0 0,0-1 0 0 0,0 1 0 0 0,-2 1 0 0 0,-1 1 0 0 0,3-3 0 0 0,1-1 0 0 0,0 1 0 0 0,-3 2 0 0 0,-1 1 0 0 0,-2 2 0 0 0,-1 1 0 0 0,0 1 0 0 0,-1 0 0 0 0,-1 1 0 0 0,1-1 0 0 0,0 0 0 0 0,0 0 0 0 0,0 1 0 0 0,0-1 0 0 0,0 0 0 0 0,0 0 0 0 0,1 0 0 0 0,-1 0 0 0 0,0 0 0 0 0,0 0 0 0 0,0 0 0 0 0,1 0 0 0 0,-1 0 0 0 0,0 0 0 0 0,0 0 0 0 0,0 0 0 0 0,0 0 0 0 0,-5 0 0 0 0,-7 0 0 0 0,-1 0 0 0 0,-4 0 0 0 0,-4 0 0 0 0,1 0 0 0 0,5 0 0 0 0,4 0 0 0 0,4 0 0 0 0,4 0 0 0 0,2 0 0 0 0,1 0 0 0 0,-4 0 0 0 0,-2 0 0 0 0,0 0 0 0 0,-3 0 0 0 0,-1 5 0 0 0,-4 2 0 0 0,-5 0 0 0 0,2-2 0 0 0,2-1 0 0 0,0-2 0 0 0,-3-1 0 0 0,1 0 0 0 0,4-1 0 0 0,-2 0 0 0 0,3 5 0 0 0,3 1 0 0 0,2 1 0 0 0,4-2 0 0 0,1-1 0 0 0,2-2 0 0 0,-5 4 0 0 0,-6 2 0 0 0,-2-1 0 0 0,2-2 0 0 0,-3-2 0 0 0,1-1 0 0 0,3 5 0 0 0,3 0 0 0 0,3-1 0 0 0,2-1 0 0 0,2-1 0 0 0,0-2 0 0 0,-5-1 0 0 0,-6 5 0 0 0,-2 1 0 0 0,2-1 0 0 0,2-1 0 0 0,3-1 0 0 0,3-2 0 0 0,1-1 0 0 0,2-1 0 0 0,0 0 0 0 0,1 0 0 0 0,-5 0 0 0 0,-3-1 0 0 0,1 1 0 0 0,1 0 0 0 0,2 0 0 0 0,1 0 0 0 0,-5 0 0 0 0,0 0 0 0 0,1 0 0 0 0,1 0 0 0 0,1 0 0 0 0,2 0 0 0 0,1 0 0 0 0,1 0 0 0 0,0 0 0 0 0,1 0 0 0 0,-1 0 0 0 0,1 0 0 0 0,-1 0 0 0 0,1 0 0 0 0,-1 0 0 0 0,0 0 0 0 0,6 5 0 0 0,11 2 0 0 0,14 5 0 0 0,13 0 0 0 0,8-1 0 0 0,7 2 0 0 0,3-1 0 0 0,2-3 0 0 0,-5 3 0 0 0,-2-1 0 0 0,6 3 0 0 0,2-1 0 0 0,0-2 0 0 0,0-4 0 0 0,0 3 0 0 0,4-1 0 0 0,6 4 0 0 0,6 4 0 0 0,0 0 0 0 0,2 2 0 0 0,3-2 0 0 0,-4-4 0 0 0,7 1 0 0 0,2-2 0 0 0,-2-3 0 0 0,-2-3 0 0 0,1 3 0 0 0,-4 0 0 0 0,4 3 0 0 0,4 0 0 0 0,1 3 0 0 0,6 5 0 0 0,2-2 0 0 0,-6 1 0 0 0,3-1 0 0 0,4 0 0 0 0,2-3 0 0 0,-2 2 0 0 0,4-2 0 0 0,-2-4 0 0 0,-7 2 0 0 0,1-2 0 0 0,4 3 0 0 0,-4-1 0 0 0,2-3 0 0 0,5-3 0 0 0,6 2 0 0 0,-1 1 0 0 0,-3 2 0 0 0,-3 1 0 0 0,-5-3 0 0 0,-3 2 0 0 0,-1-1 0 0 0,-8-2 0 0 0,4-2 0 0 0,1 2 0 0 0,-4 0 0 0 0,-2-2 0 0 0,6 4 0 0 0,4-1 0 0 0,0-1 0 0 0,-6 2 0 0 0,-1 0 0 0 0,-6-2 0 0 0,-2-3 0 0 0,-3-2 0 0 0,-5-2 0 0 0,1-1 0 0 0,3 4 0 0 0,6 2 0 0 0,-3-1 0 0 0,-3-1 0 0 0,1 3 0 0 0,-3 1 0 0 0,3-1 0 0 0,-3 3 0 0 0,2 0 0 0 0,-1-2 0 0 0,-3-3 0 0 0,-4 3 0 0 0,-3 0 0 0 0,-2-1 0 0 0,-1-3 0 0 0,-1-1 0 0 0,-1-2 0 0 0,0-1 0 0 0,0-1 0 0 0,-5 5 0 0 0,-12 1 0 0 0,-13 0 0 0 0,-12-1 0 0 0,-10-1 0 0 0,-5-2 0 0 0,-5-1 0 0 0,-1 0 0 0 0,-5-1 0 0 0,-3 0 0 0 0,2-1 0 0 0,2 1 0 0 0,1 0 0 0 0,2 0 0 0 0,-3 0 0 0 0,-7 0 0 0 0,0 0 0 0 0,2 0 0 0 0,2 0 0 0 0,-2-6 0 0 0,-4-1 0 0 0,-5 1 0 0 0,-5 0 0 0 0,-8 3 0 0 0,-9 0 0 0 0,3 2 0 0 0,3 0 0 0 0,-4 1 0 0 0,1 1 0 0 0,1-1 0 0 0,2 0 0 0 0,2 0 0 0 0,2 1 0 0 0,-5-1 0 0 0,-1 0 0 0 0,-4 0 0 0 0,5 0 0 0 0,3 0 0 0 0,-3 0 0 0 0,0 0 0 0 0,1 0 0 0 0,-4 0 0 0 0,0 0 0 0 0,-5 0 0 0 0,2 0 0 0 0,7 0 0 0 0,-1 0 0 0 0,-4 0 0 0 0,0 0 0 0 0,-5 0 0 0 0,7 0 0 0 0,4 0 0 0 0,3 0 0 0 0,2 0 0 0 0,1 0 0 0 0,-6 0 0 0 0,4 0 0 0 0,2 0 0 0 0,0 0 0 0 0,0 0 0 0 0,0 5 0 0 0,5 2 0 0 0,1 0 0 0 0,-1-2 0 0 0,-1-1 0 0 0,4 3 0 0 0,-1 2 0 0 0,5-2 0 0 0,-1-2 0 0 0,3-1 0 0 0,-1 3 0 0 0,-4 1 0 0 0,3-1 0 0 0,-2-2 0 0 0,3-1 0 0 0,4-2 0 0 0,3-1 0 0 0,5-1 0 0 0,2 0 0 0 0,1-1 0 0 0,-3 1 0 0 0,-2 5 0 0 0,0 2 0 0 0,2-1 0 0 0,1-1 0 0 0,1-1 0 0 0,1-1 0 0 0,1-2 0 0 0,10-1 0 0 0,15 0 0 0 0,13 0 0 0 0,11 0 0 0 0,7 0 0 0 0,6-1 0 0 0,1 1 0 0 0,2 0 0 0 0,-1 0 0 0 0,0 0 0 0 0,0 0 0 0 0,4 0 0 0 0,7 0 0 0 0,0 0 0 0 0,-1 0 0 0 0,2 0 0 0 0,-1 0 0 0 0,2 0 0 0 0,-1 0 0 0 0,-3 0 0 0 0,7 0 0 0 0,0 0 0 0 0,3 0 0 0 0,2 0 0 0 0,3 0 0 0 0,2 0 0 0 0,-3 0 0 0 0,-1 0 0 0 0,5 0 0 0 0,-1 0 0 0 0,4 0 0 0 0,-3 0 0 0 0,-1 0 0 0 0,5 0 0 0 0,2 0 0 0 0,0 0 0 0 0,5 0 0 0 0,1 0 0 0 0,-2 0 0 0 0,-1 0 0 0 0,-3 0 0 0 0,-2 0 0 0 0,-1 0 0 0 0,4 0 0 0 0,1 0 0 0 0,0 0 0 0 0,-1 0 0 0 0,-2 0 0 0 0,-2 0 0 0 0,0 0 0 0 0,-1 0 0 0 0,0 0 0 0 0,-1 0 0 0 0,-5 0 0 0 0,-1 0 0 0 0,0 0 0 0 0,1 0 0 0 0,1 0 0 0 0,3 0 0 0 0,-5 0 0 0 0,-6 0 0 0 0,-6 0 0 0 0,-1 0 0 0 0,5 0 0 0 0,-2 5 0 0 0,-3 2 0 0 0,2 0 0 0 0,4-2 0 0 0,-1-1 0 0 0,-3-2 0 0 0,-4 0 0 0 0,-4-2 0 0 0,-2 5 0 0 0,-2 2 0 0 0,-1 0 0 0 0,-1-2 0 0 0,0-2 0 0 0,0-1 0 0 0,1 0 0 0 0,-6 3 0 0 0,-2 2 0 0 0,1 0 0 0 0,2-2 0 0 0,-10-2 0 0 0,-12-1 0 0 0,-12-1 0 0 0,-10 0 0 0 0,-7-1 0 0 0,-5 0 0 0 0,-2-1 0 0 0,-1 1 0 0 0,0 0 0 0 0,0 0 0 0 0,-5 0 0 0 0,-1 0 0 0 0,1-1 0 0 0,2 1 0 0 0,-4 0 0 0 0,0 1 0 0 0,1-1 0 0 0,3 0 0 0 0,-4 0 0 0 0,-5 0 0 0 0,-6 0 0 0 0,1 0 0 0 0,-2 0 0 0 0,4 0 0 0 0,3 0 0 0 0,0 0 0 0 0,2 0 0 0 0,-3 0 0 0 0,3 5 0 0 0,2 2 0 0 0,-2-1 0 0 0,1 0 0 0 0,-3-2 0 0 0,-4-2 0 0 0,1-1 0 0 0,-2 0 0 0 0,-3-1 0 0 0,-8-1 0 0 0,-4 1 0 0 0,3 0 0 0 0,3 0 0 0 0,5 0 0 0 0,7 5 0 0 0,1 2 0 0 0,-2-1 0 0 0,1 0 0 0 0,-1-3 0 0 0,2 0 0 0 0,4-2 0 0 0,-2 0 0 0 0,-4-1 0 0 0,2-1 0 0 0,2 1 0 0 0,-1 0 0 0 0,2-1 0 0 0,-3 1 0 0 0,2 0 0 0 0,3 0 0 0 0,3 0 0 0 0,3 0 0 0 0,2 0 0 0 0,1 0 0 0 0,2 0 0 0 0,10 0 0 0 0,14 0 0 0 0,13 0 0 0 0,11 0 0 0 0,8 0 0 0 0,9 0 0 0 0,5 0 0 0 0,0 0 0 0 0,-1 0 0 0 0,3 0 0 0 0,5 0 0 0 0,0 0 0 0 0,-3 0 0 0 0,1 0 0 0 0,-1 0 0 0 0,2 0 0 0 0,4 0 0 0 0,3 0 0 0 0,-1 0 0 0 0,-5 0 0 0 0,1 0 0 0 0,7 0 0 0 0,0 0 0 0 0,1 0 0 0 0,6 0 0 0 0,-1 0 0 0 0,4 0 0 0 0,2 0 0 0 0,-1-5 0 0 0,5-2 0 0 0,1 0 0 0 0,-2-3 0 0 0,3-1 0 0 0,0 2 0 0 0,3-3 0 0 0,-1 1 0 0 0,3-3 0 0 0,-2 0 0 0 0,-3-2 0 0 0,-4 2 0 0 0,3-3 0 0 0,-1 3 0 0 0,-2 2 0 0 0,3-1 0 0 0,0 2 0 0 0,3-3 0 0 0,0 1 0 0 0,-8 2 0 0 0,0 4 0 0 0,0 3 0 0 0,-2 2 0 0 0,-1-4 0 0 0,5-1 0 0 0,-5 1 0 0 0,-3-4 0 0 0,-1-1 0 0 0,-5 3 0 0 0,3-4 0 0 0,-2 1 0 0 0,-1 2 0 0 0,1-2 0 0 0,-4 0 0 0 0,-5 2 0 0 0,4 3 0 0 0,-5-3 0 0 0,-1 0 0 0 0,2 1 0 0 0,-1-2 0 0 0,-3-1 0 0 0,-4 3 0 0 0,-3 2 0 0 0,3 2 0 0 0,4 2 0 0 0,2-5 0 0 0,-3 0 0 0 0,-3 1 0 0 0,-2-4 0 0 0,-4 0 0 0 0,0 1 0 0 0,-2 3 0 0 0,-1 1 0 0 0,1 3 0 0 0,-6-4 0 0 0,-13-1 0 0 0,-12 0 0 0 0,-13 2 0 0 0,-8 2 0 0 0,-7 1 0 0 0,-3 1 0 0 0,-2 1 0 0 0,-1 0 0 0 0,1 5 0 0 0,0 8 0 0 0,-4 1 0 0 0,-2 3 0 0 0,2 0 0 0 0,0 1 0 0 0,8 3 0 0 0,3-2 0 0 0,0 1 0 0 0,-5 3 0 0 0,-3 2 0 0 0,5 2 0 0 0,1-3 0 0 0,1-1 0 0 0,-1 1 0 0 0,5 2 0 0 0,1 2 0 0 0,-1-5 0 0 0,-2 0 0 0 0,3 1 0 0 0,1 2 0 0 0,-2 1 0 0 0,3 2 0 0 0,5 1 0 0 0,0 0 0 0 0,-3-4 0 0 0,2-2 0 0 0,3 1 0 0 0,-1-5 0 0 0,2 0 0 0 0,2 2 0 0 0,4 3 0 0 0,-3-4 0 0 0,1 1 0 0 0,0 1 0 0 0,-2-3 0 0 0,0-10 0 0 0,1-13 0 0 0,9-4 0 0 0,3-8 0 0 0,1-6 0 0 0,6-4 0 0 0,1-4 0 0 0,3 4 0 0 0,0 0 0 0 0,3-1 0 0 0,-2 0 0 0 0,2-3 0 0 0,-2 0 0 0 0,2 5 0 0 0,-2 0 0 0 0,-4 0 0 0 0,2 3 0 0 0,-2 1 0 0 0,3-2 0 0 0,4-2 0 0 0,5-3 0 0 0,-3-2 0 0 0,2 0 0 0 0,2 3 0 0 0,-4 2 0 0 0,-4-1 0 0 0,-1 5 0 0 0,4-6 0 0 0,2-8 0 0 0,4-4 0 0 0,3-1 0 0 0,-4 1 0 0 0,0 2 0 0 0,1 2 0 0 0,1 1 0 0 0,-4 2 0 0 0,0 5 0 0 0,1 7 0 0 0,-3 2 0 0 0,-5-1 0 0 0,1-3 0 0 0,1 1 0 0 0,5 0 0 0 0,3-2 0 0 0,2-3 0 0 0,-3-2 0 0 0,0 3 0 0 0,-5 1 0 0 0,1 4 0 0 0,1 5 0 0 0,-3 0 0 0 0,-4-3 0 0 0,1 2 0 0 0,2 3 0 0 0,0-2 0 0 0,-5-3 0 0 0,2 0 0 0 0,-1-1 0 0 0,1 2 0 0 0,5-1 0 0 0,-2-4 0 0 0,-8 3 0 0 0,-12 9 0 0 0,-10 11 0 0 0,-8 6 0 0 0,-1 6 0 0 0,4 6 0 0 0,0 0 0 0 0,-3-3 0 0 0,2 0 0 0 0,0 3 0 0 0,-3 2 0 0 0,-3 4 0 0 0,4 3 0 0 0,-1-5 0 0 0,4 0 0 0 0,-1-5 0 0 0,4 0 0 0 0,-2-3 0 0 0,3 1 0 0 0,3 2 0 0 0,4 4 0 0 0,-3-2 0 0 0,-4 0 0 0 0,0 2 0 0 0,-3 3 0 0 0,2 1 0 0 0,-3-3 0 0 0,3-1 0 0 0,-2 1 0 0 0,2 2 0 0 0,4 2 0 0 0,-2 0 0 0 0,1 2 0 0 0,-2 1 0 0 0,1 0 0 0 0,3 0 0 0 0,-2 0 0 0 0,-5 0 0 0 0,2 0 0 0 0,-3-5 0 0 0,1-2 0 0 0,5 0 0 0 0,4 2 0 0 0,-2-4 0 0 0,0-1 0 0 0,3 2 0 0 0,2 2 0 0 0,-4-3 0 0 0,6-6 0 0 0,3-10 0 0 0,1-12 0 0 0,6-5 0 0 0,7-5 0 0 0,1-6 0 0 0,4 1 0 0 0,-2-1 0 0 0,-4-2 0 0 0,-4-2 0 0 0,2 3 0 0 0,4 1 0 0 0,5-7 0 0 0,-2-4 0 0 0,-2-1 0 0 0,0 5 0 0 0,-3-3 0 0 0,3-1 0 0 0,-3-1 0 0 0,3-4 0 0 0,-2-2 0 0 0,2 1 0 0 0,4 2 0 0 0,-2 2 0 0 0,1-3 0 0 0,-2-1 0 0 0,-4 1 0 0 0,1 2 0 0 0,-3-4 0 0 0,4 6 0 0 0,3-3 0 0 0,-1 0 0 0 0,-4-4 0 0 0,2-5 0 0 0,3-6 0 0 0,-1 1 0 0 0,1 3 0 0 0,-1 6 0 0 0,-5 4 0 0 0,-4-2 0 0 0,2 1 0 0 0,5 1 0 0 0,-1 3 0 0 0,3-4 0 0 0,3-6 0 0 0,-1 0 0 0 0,-4 2 0 0 0,-4-2 0 0 0,0 7 0 0 0,0-1 0 0 0,-4 1 0 0 0,4 7 0 0 0,-1 4 0 0 0,-2-5 0 0 0,3-7 0 0 0,0-1 0 0 0,2 4 0 0 0,1 0 0 0 0,-4-1 0 0 0,3 7 0 0 0,-2-2 0 0 0,-2-1 0 0 0,-2-1 0 0 0,-4 1 0 0 0,5 6 0 0 0,-1 3 0 0 0,0-6 0 0 0,3-3 0 0 0,0-1 0 0 0,-1 1 0 0 0,-3-1 0 0 0,-2 2 0 0 0,-2 0 0 0 0,-1 0 0 0 0,4 6 0 0 0,2 3 0 0 0,-1 9 0 0 0,-1 13 0 0 0,-6 7 0 0 0,-4 7 0 0 0,-1 7 0 0 0,-4 5 0 0 0,-1 3 0 0 0,2 3 0 0 0,-3-4 0 0 0,-5-2 0 0 0,1 1 0 0 0,-3 1 0 0 0,3 0 0 0 0,3 2 0 0 0,5 1 0 0 0,-3 1 0 0 0,2-1 0 0 0,-4 1 0 0 0,1 0 0 0 0,2 0 0 0 0,3 0 0 0 0,-2 6 0 0 0,0 1 0 0 0,-4-6 0 0 0,0 2 0 0 0,-2 7 0 0 0,-4 5 0 0 0,1 7 0 0 0,3-2 0 0 0,5-3 0 0 0,-2 0 0 0 0,2 3 0 0 0,-3-8 0 0 0,1 0 0 0 0,-3 3 0 0 0,-4 3 0 0 0,1 0 0 0 0,4-4 0 0 0,4 1 0 0 0,3-2 0 0 0,-1-3 0 0 0,0-3 0 0 0,-4-4 0 0 0,0-1 0 0 0,-3 3 0 0 0,-4 7 0 0 0,1 6 0 0 0,-2 0 0 0 0,3 2 0 0 0,-1-2 0 0 0,3-4 0 0 0,3-5 0 0 0,-1-4 0 0 0,1-2 0 0 0,-2-8 0 0 0,2-2 0 0 0,-4-1 0 0 0,2 2 0 0 0,3 1 0 0 0,-1-3 0 0 0,0-1 0 0 0,-2-4 0 0 0,1 0 0 0 0,2 3 0 0 0,-1-3 0 0 0,1-9 0 0 0,2-12 0 0 0,3-10 0 0 0,2-9 0 0 0,2-10 0 0 0,1-6 0 0 0,1-1 0 0 0,1 0 0 0 0,5 3 0 0 0,1 1 0 0 0,5-4 0 0 0,1 0 0 0 0,-2 1 0 0 0,-4 2 0 0 0,4 2 0 0 0,-1-4 0 0 0,-2-1 0 0 0,-3-4 0 0 0,-1 0 0 0 0,-3 2 0 0 0,0-2 0 0 0,4 5 0 0 0,2 0 0 0 0,-1-5 0 0 0,4 0 0 0 0,1-3 0 0 0,-2 0 0 0 0,2 4 0 0 0,1-2 0 0 0,-3-4 0 0 0,-3-5 0 0 0,3 3 0 0 0,0-2 0 0 0,-1 3 0 0 0,2 0 0 0 0,1 2 0 0 0,3 4 0 0 0,-1 0 0 0 0,2 0 0 0 0,0 4 0 0 0,-4-3 0 0 0,-3-4 0 0 0,2-5 0 0 0,-1 0 0 0 0,4 0 0 0 0,-1-3 0 0 0,4 2 0 0 0,-2 0 0 0 0,-3 4 0 0 0,2 4 0 0 0,-2 5 0 0 0,-2-1 0 0 0,3 0 0 0 0,-1-3 0 0 0,-3 0 0 0 0,-2 3 0 0 0,-2 2 0 0 0,-2 3 0 0 0,-2-4 0 0 0,6 1 0 0 0,0 0 0 0 0,0 2 0 0 0,-1 2 0 0 0,-1 2 0 0 0,-2-5 0 0 0,4 4 0 0 0,1 3 0 0 0,0-5 0 0 0,-2-6 0 0 0,-1-2 0 0 0,-2 2 0 0 0,-1 2 0 0 0,-1 2 0 0 0,0-2 0 0 0,0-1 0 0 0,0 2 0 0 0,-1 2 0 0 0,-4 2 0 0 0,-2 2 0 0 0,0 0 0 0 0,2 1 0 0 0,-5 6 0 0 0,1 1 0 0 0,-4 6 0 0 0,-5 5 0 0 0,-5 5 0 0 0,-3 9 0 0 0,2 10 0 0 0,6 8 0 0 0,0 6 0 0 0,3 4 0 0 0,5 2 0 0 0,-2-4 0 0 0,2 4 0 0 0,-4 2 0 0 0,2 6 0 0 0,2 1 0 0 0,3 5 0 0 0,3-1 0 0 0,-4-2 0 0 0,1 3 0 0 0,0 3 0 0 0,-3-1 0 0 0,0-3 0 0 0,1 2 0 0 0,3-3 0 0 0,-3 3 0 0 0,0 4 0 0 0,1 3 0 0 0,2-1 0 0 0,3 0 0 0 0,1 2 0 0 0,1-2 0 0 0,1-1 0 0 0,0 3 0 0 0,1-4 0 0 0,-6 1 0 0 0,-2-3 0 0 0,1 0 0 0 0,1 3 0 0 0,-4-2 0 0 0,-1 2 0 0 0,2 1 0 0 0,3-2 0 0 0,1 1 0 0 0,2-3 0 0 0,1 1 0 0 0,-5 2 0 0 0,-1-2 0 0 0,1-4 0 0 0,1 1 0 0 0,2-3 0 0 0,-5-3 0 0 0,0-3 0 0 0,1 3 0 0 0,2 0 0 0 0,1 3 0 0 0,2-1 0 0 0,1-1 0 0 0,1-3 0 0 0,-5-3 0 0 0,-2-1 0 0 0,1-3 0 0 0,1 0 0 0 0,-4-5 0 0 0,0-3 0 0 0,1 1 0 0 0,2 1 0 0 0,2 1 0 0 0,-3 3 0 0 0,-1 0 0 0 0,1 1 0 0 0,2 1 0 0 0,2 0 0 0 0,1-10 0 0 0,1-14 0 0 0,1-14 0 0 0,0-10 0 0 0,0-9 0 0 0,6-3 0 0 0,1-9 0 0 0,0-3 0 0 0,-2 1 0 0 0,4-3 0 0 0,6-6 0 0 0,5 1 0 0 0,0 3 0 0 0,1-1 0 0 0,-3-3 0 0 0,-4 1 0 0 0,0 4 0 0 0,4 4 0 0 0,-2 4 0 0 0,-4 2 0 0 0,2-3 0 0 0,-1-6 0 0 0,-4-1 0 0 0,3 2 0 0 0,-2 3 0 0 0,-1 2 0 0 0,2 3 0 0 0,-1-3 0 0 0,4-1 0 0 0,-1 0 0 0 0,-2 3 0 0 0,-4 1 0 0 0,3-4 0 0 0,-1-1 0 0 0,4 1 0 0 0,-1-3 0 0 0,-2 0 0 0 0,3 1 0 0 0,-2 3 0 0 0,3 2 0 0 0,0 2 0 0 0,-4-4 0 0 0,-2-1 0 0 0,-4 1 0 0 0,-2-4 0 0 0,4 5 0 0 0,1 3 0 0 0,0-2 0 0 0,3 3 0 0 0,0-2 0 0 0,-2-6 0 0 0,-1-2 0 0 0,2 7 0 0 0,0 3 0 0 0,-1-2 0 0 0,-3-2 0 0 0,-1 1 0 0 0,-2 1 0 0 0,-1-5 0 0 0,-1 0 0 0 0,0 1 0 0 0,-1 1 0 0 0,6 8 0 0 0,2 3 0 0 0,-1 0 0 0 0,-1 1 0 0 0,-1-2 0 0 0,-2-1 0 0 0,0-2 0 0 0,-2 11 0 0 0,0 13 0 0 0,0 13 0 0 0,-6 10 0 0 0,-1 8 0 0 0,-5 5 0 0 0,-1 2 0 0 0,3 1 0 0 0,-3 1 0 0 0,1-1 0 0 0,2-1 0 0 0,4 0 0 0 0,2 0 0 0 0,2-1 0 0 0,-4 5 0 0 0,-1 2 0 0 0,0-1 0 0 0,3-1 0 0 0,-5-1 0 0 0,0-2 0 0 0,2 4 0 0 0,-4 7 0 0 0,0 0 0 0 0,2-1 0 0 0,3 1 0 0 0,2 5 0 0 0,2-1 0 0 0,1 2 0 0 0,-5 3 0 0 0,0-3 0 0 0,0-4 0 0 0,1 0 0 0 0,-4-7 0 0 0,0 0 0 0 0,1-2 0 0 0,3 4 0 0 0,-5 5 0 0 0,1 6 0 0 0,2-2 0 0 0,-4-3 0 0 0,0 0 0 0 0,3-2 0 0 0,1-3 0 0 0,4-5 0 0 0,0-2 0 0 0,2-2 0 0 0,1-2 0 0 0,1-1 0 0 0,-1 0 0 0 0,1 0 0 0 0,-6 1 0 0 0,-2-1 0 0 0,1 1 0 0 0,0-1 0 0 0,3 1 0 0 0,0 0 0 0 0,-3-6 0 0 0,-2-1 0 0 0,2 0 0 0 0,0 2 0 0 0,3 1 0 0 0,1 1 0 0 0,1 2 0 0 0,0 0 0 0 0,2 1 0 0 0,-1 0 0 0 0,0-10 0 0 0,0-14 0 0 0,1-19 0 0 0,-1-13 0 0 0,5-7 0 0 0,2-3 0 0 0,0-1 0 0 0,-2-5 0 0 0,4 4 0 0 0,1-1 0 0 0,3 5 0 0 0,-1 3 0 0 0,4-4 0 0 0,-1-6 0 0 0,-4-2 0 0 0,2 1 0 0 0,-1 2 0 0 0,2 3 0 0 0,0 2 0 0 0,1 1 0 0 0,-1 2 0 0 0,-3 0 0 0 0,-3-4 0 0 0,2-3 0 0 0,4-4 0 0 0,6-1 0 0 0,-1 2 0 0 0,-4 3 0 0 0,-4-3 0 0 0,1 5 0 0 0,-1 5 0 0 0,2-5 0 0 0,5-5 0 0 0,4-7 0 0 0,-2 0 0 0 0,-4 3 0 0 0,1-2 0 0 0,2 2 0 0 0,-2-1 0 0 0,-3 1 0 0 0,0 3 0 0 0,-2 4 0 0 0,3 8 0 0 0,-2-1 0 0 0,3-1 0 0 0,-2 0 0 0 0,-3 0 0 0 0,-4 1 0 0 0,-2 0 0 0 0,2 5 0 0 0,1 2 0 0 0,-2-1 0 0 0,4 0 0 0 0,0-2 0 0 0,-1-1 0 0 0,-3-2 0 0 0,-2 0 0 0 0,-2-1 0 0 0,-1 10 0 0 0,-1 15 0 0 0,0 12 0 0 0,0 12 0 0 0,-6 2 0 0 0,-1 2 0 0 0,0 4 0 0 0,1 2 0 0 0,2 2 0 0 0,-4 1 0 0 0,0 0 0 0 0,1 0 0 0 0,-3 1 0 0 0,-1-1 0 0 0,2 0 0 0 0,-2-5 0 0 0,0-2 0 0 0,2 0 0 0 0,3 2 0 0 0,2 1 0 0 0,2 1 0 0 0,-5-4 0 0 0,0 0 0 0 0,1 0 0 0 0,1 2 0 0 0,2 1 0 0 0,1 2 0 0 0,-4-5 0 0 0,-1 0 0 0 0,0 0 0 0 0,2 2 0 0 0,1 1 0 0 0,2 2 0 0 0,1 1 0 0 0,1 0 0 0 0,0 1 0 0 0,0 0 0 0 0,0 0 0 0 0,1 0 0 0 0,-1 0 0 0 0,0-10 0 0 0,0-15 0 0 0,0-12 0 0 0,0-12 0 0 0,0-7 0 0 0,0-5 0 0 0,0-3 0 0 0,6 0 0 0 0,0-1 0 0 0,1-4 0 0 0,-2-7 0 0 0,-1 0 0 0 0,4 1 0 0 0,0 4 0 0 0,-1 3 0 0 0,4-3 0 0 0,-1 1 0 0 0,-1 1 0 0 0,-3 2 0 0 0,4 7 0 0 0,-1 4 0 0 0,-1-5 0 0 0,-3-3 0 0 0,-1 0 0 0 0,-3-1 0 0 0,0 1 0 0 0,-1 1 0 0 0,0 0 0 0 0,0 1 0 0 0,-1 0 0 0 0,6 0 0 0 0,2 0 0 0 0,-1 0 0 0 0,0 1 0 0 0,-2-1 0 0 0,-2 0 0 0 0,-1-5 0 0 0,0-2 0 0 0,-1 1 0 0 0,-1 1 0 0 0,1 1 0 0 0,0 2 0 0 0,0 1 0 0 0,0 0 0 0 0,-1 2 0 0 0,1-1 0 0 0,0 0 0 0 0,0 1 0 0 0,0-1 0 0 0,0 11 0 0 0,0 14 0 0 0,-5 8 0 0 0,-2 8 0 0 0,-5 9 0 0 0,0 5 0 0 0,-4 5 0 0 0,2 2 0 0 0,2 1 0 0 0,4 1 0 0 0,-3-6 0 0 0,2-2 0 0 0,-4 0 0 0 0,1 1 0 0 0,2 2 0 0 0,3 0 0 0 0,-3-3 0 0 0,1-2 0 0 0,-4 1 0 0 0,0 2 0 0 0,3 1 0 0 0,3 2 0 0 0,-3-5 0 0 0,1 0 0 0 0,1 0 0 0 0,-2-4 0 0 0,-1 1 0 0 0,3 1 0 0 0,-4 2 0 0 0,2 3 0 0 0,1 2 0 0 0,-3 0 0 0 0,2 2 0 0 0,1 0 0 0 0,-2-5 0 0 0,0-2 0 0 0,2 1 0 0 0,3 1 0 0 0,2 1 0 0 0,-3-4 0 0 0,-1 0 0 0 0,1 1 0 0 0,2 1 0 0 0,-3-3 0 0 0,-1 0 0 0 0,1 1 0 0 0,3 2 0 0 0,-4-3 0 0 0,0 0 0 0 0,1 1 0 0 0,3 2 0 0 0,1 3 0 0 0,2 1 0 0 0,1 0 0 0 0,6-3 0 0 0,8-12 0 0 0,1-14 0 0 0,4-12 0 0 0,3-4 0 0 0,-1-4 0 0 0,-4-5 0 0 0,0-2 0 0 0,-2-3 0 0 0,1 4 0 0 0,-1 2 0 0 0,2 4 0 0 0,-3 1 0 0 0,-2-2 0 0 0,2-3 0 0 0,3-2 0 0 0,0-2 0 0 0,-3-2 0 0 0,1 0 0 0 0,-1-1 0 0 0,2-1 0 0 0,-2 1 0 0 0,-2 0 0 0 0,-4 0 0 0 0,2 5 0 0 0,0 2 0 0 0,-1 0 0 0 0,2-2 0 0 0,1-1 0 0 0,-3-1 0 0 0,3 3 0 0 0,0 2 0 0 0,-2-1 0 0 0,-3-2 0 0 0,-2-1 0 0 0,-2-2 0 0 0,4 5 0 0 0,1 0 0 0 0,-1 0 0 0 0,4-2 0 0 0,1-1 0 0 0,-3-2 0 0 0,-1-1 0 0 0,-3 0 0 0 0,-2-1 0 0 0,-1 10 0 0 0,-1 14 0 0 0,0 14 0 0 0,0 10 0 0 0,-1 8 0 0 0,1 5 0 0 0,-6-2 0 0 0,-1-2 0 0 0,0 1 0 0 0,2 1 0 0 0,1 0 0 0 0,-4 2 0 0 0,0 0 0 0 0,1 1 0 0 0,-3 5 0 0 0,-1 2 0 0 0,2-1 0 0 0,-2-6 0 0 0,0 3 0 0 0,2-1 0 0 0,3 6 0 0 0,-4-5 0 0 0,1-2 0 0 0,2-1 0 0 0,-4 4 0 0 0,1 7 0 0 0,1 1 0 0 0,3 4 0 0 0,-3-1 0 0 0,0-2 0 0 0,1-5 0 0 0,-2-2 0 0 0,-1-4 0 0 0,-3-1 0 0 0,1-1 0 0 0,3 0 0 0 0,2-1 0 0 0,4 0 0 0 0,-4 5 0 0 0,0 3 0 0 0,-4-6 0 0 0,0 2 0 0 0,-3 1 0 0 0,1-1 0 0 0,3 0 0 0 0,3-1 0 0 0,-2 4 0 0 0,-5 7 0 0 0,-5 6 0 0 0,1-1 0 0 0,-1-7 0 0 0,2-2 0 0 0,4-2 0 0 0,0-1 0 0 0,2-3 0 0 0,-2-2 0 0 0,1 0 0 0 0,2-2 0 0 0,5 1 0 0 0,-4-1 0 0 0,1 1 0 0 0,-4-6 0 0 0,1-2 0 0 0,-3 2 0 0 0,1 0 0 0 0,3 2 0 0 0,3 1 0 0 0,-2-3 0 0 0,-5-2 0 0 0,1 1 0 0 0,2-9 0 0 0,3-12 0 0 0,4-12 0 0 0,2-9 0 0 0,1-13 0 0 0,2-6 0 0 0,1-7 0 0 0,-1-1 0 0 0,1-4 0 0 0,0-4 0 0 0,4 2 0 0 0,2 4 0 0 0,0 0 0 0 0,4 3 0 0 0,0-3 0 0 0,-2 3 0 0 0,-3-2 0 0 0,-2 1 0 0 0,-1-2 0 0 0,-2 2 0 0 0,-1 3 0 0 0,0-1 0 0 0,-1 0 0 0 0,1-2 0 0 0,-1-4 0 0 0,1 1 0 0 0,0-2 0 0 0,5-2 0 0 0,2 1 0 0 0,0 0 0 0 0,-2 3 0 0 0,-1-6 0 0 0,-2 0 0 0 0,0 6 0 0 0,-2-1 0 0 0,0-8 0 0 0,0 2 0 0 0,5-2 0 0 0,1 5 0 0 0,1 0 0 0 0,-2-2 0 0 0,-1 4 0 0 0,-2-1 0 0 0,-1 4 0 0 0,0-1 0 0 0,-1-3 0 0 0,0 2 0 0 0,-1-1 0 0 0,1 3 0 0 0,0-2 0 0 0,0-2 0 0 0,0 2 0 0 0,0-1 0 0 0,-1 2 0 0 0,1 5 0 0 0,6-1 0 0 0,1 1 0 0 0,-1 3 0 0 0,0-2 0 0 0,-2 1 0 0 0,-2 2 0 0 0,-1 3 0 0 0,0 1 0 0 0,-1-3 0 0 0,-1-5 0 0 0,1-2 0 0 0,0 3 0 0 0,0 2 0 0 0,-1 4 0 0 0,1 1 0 0 0,0 3 0 0 0,0 1 0 0 0,0 0 0 0 0,0 1 0 0 0,0 0 0 0 0,0 0 0 0 0,0-1 0 0 0,0 1 0 0 0,0 9 0 0 0,-5 10 0 0 0,-2 11 0 0 0,0 11 0 0 0,2 9 0 0 0,-4 6 0 0 0,0 4 0 0 0,-4 2 0 0 0,0 6 0 0 0,-3-3 0 0 0,2 3 0 0 0,2 0 0 0 0,-1 4 0 0 0,1 5 0 0 0,-2-5 0 0 0,1 1 0 0 0,-3 3 0 0 0,2 5 0 0 0,3 4 0 0 0,-2 2 0 0 0,1-2 0 0 0,3 0 0 0 0,-2-5 0 0 0,0 0 0 0 0,-2 2 0 0 0,0-2 0 0 0,3 0 0 0 0,-3 2 0 0 0,2-2 0 0 0,-4 1 0 0 0,2 2 0 0 0,3-3 0 0 0,2 1 0 0 0,4 7 0 0 0,2 0 0 0 0,-5-1 0 0 0,1-4 0 0 0,-1 0 0 0 0,-3 5 0 0 0,0 0 0 0 0,2-1 0 0 0,-4 6 0 0 0,-4-7 0 0 0,0 2 0 0 0,3-4 0 0 0,-2 0 0 0 0,2 1 0 0 0,4-3 0 0 0,2-1 0 0 0,3 2 0 0 0,-3-3 0 0 0,-1 1 0 0 0,2 2 0 0 0,-4-3 0 0 0,0 1 0 0 0,-4 1 0 0 0,1-1 0 0 0,2 0 0 0 0,-2 1 0 0 0,2-1 0 0 0,1-6 0 0 0,-1-4 0 0 0,0 1 0 0 0,2-1 0 0 0,3-3 0 0 0,3-2 0 0 0,-5-2 0 0 0,1-2 0 0 0,0 4 0 0 0,-3 2 0 0 0,0-1 0 0 0,1-1 0 0 0,3-2 0 0 0,-3-1 0 0 0,-1-1 0 0 0,3-1 0 0 0,1 0 0 0 0,3-1 0 0 0,1 1 0 0 0,1-1 0 0 0,1-10 0 0 0,0-13 0 0 0,1-14 0 0 0,-1-11 0 0 0,0-7 0 0 0,6-5 0 0 0,1-3 0 0 0,5 5 0 0 0,0 2 0 0 0,-1-1 0 0 0,-4 0 0 0 0,4-1 0 0 0,-1-1 0 0 0,3-1 0 0 0,-1 0 0 0 0,4-6 0 0 0,-2-2 0 0 0,-3 0 0 0 0,2 2 0 0 0,-1 1 0 0 0,2 2 0 0 0,-1 0 0 0 0,-2 2 0 0 0,1 0 0 0 0,-1 1 0 0 0,-2-1 0 0 0,-3 1 0 0 0,-2-1 0 0 0,3-5 0 0 0,6 4 0 0 0,1 1 0 0 0,-3-3 0 0 0,3-3 0 0 0,-1 1 0 0 0,-3-4 0 0 0,-3-1 0 0 0,2-4 0 0 0,0 1 0 0 0,4 3 0 0 0,-1 2 0 0 0,-2 3 0 0 0,2-2 0 0 0,0-1 0 0 0,-3-4 0 0 0,-3 0 0 0 0,3 2 0 0 0,0-2 0 0 0,4 1 0 0 0,-1 2 0 0 0,-2 3 0 0 0,-3 2 0 0 0,3 2 0 0 0,0 1 0 0 0,-3 2 0 0 0,-1-1 0 0 0,-3-4 0 0 0,-1-3 0 0 0,4 7 0 0 0,1-4 0 0 0,-1 1 0 0 0,-1-1 0 0 0,4 2 0 0 0,0 0 0 0 0,-2-4 0 0 0,-1-2 0 0 0,-2 2 0 0 0,-2 0 0 0 0,-1 3 0 0 0,-1 1 0 0 0,0 1 0 0 0,0 1 0 0 0,-1 0 0 0 0,1 0 0 0 0,0 1 0 0 0,-1-1 0 0 0,1 1 0 0 0,0 10 0 0 0,0 13 0 0 0,0 14 0 0 0,0 11 0 0 0,0 7 0 0 0,0 5 0 0 0,-5 8 0 0 0,-2 2 0 0 0,-5 0 0 0 0,0 4 0 0 0,2 5 0 0 0,2-2 0 0 0,-3-2 0 0 0,2-4 0 0 0,1-4 0 0 0,2-3 0 0 0,-3 4 0 0 0,0 5 0 0 0,-3 6 0 0 0,-6 5 0 0 0,1-1 0 0 0,3-5 0 0 0,4 1 0 0 0,4-4 0 0 0,-3 2 0 0 0,1-2 0 0 0,-4-4 0 0 0,0 2 0 0 0,-3 4 0 0 0,1-1 0 0 0,-2 3 0 0 0,1 3 0 0 0,-2 3 0 0 0,3 3 0 0 0,2-3 0 0 0,-1-1 0 0 0,-3 1 0 0 0,0-3 0 0 0,-2 0 0 0 0,2-4 0 0 0,-2-5 0 0 0,3 1 0 0 0,4-2 0 0 0,-2 3 0 0 0,1 3 0 0 0,-2-5 0 0 0,1-1 0 0 0,-2 4 0 0 0,-5 4 0 0 0,3 5 0 0 0,-3 2 0 0 0,3-2 0 0 0,-1-6 0 0 0,3-5 0 0 0,-2-6 0 0 0,2-4 0 0 0,4-2 0 0 0,4-1 0 0 0,-3 4 0 0 0,1 2 0 0 0,-3-6 0 0 0,0-3 0 0 0,2 0 0 0 0,-2-1 0 0 0,0 1 0 0 0,3 1 0 0 0,-2 1 0 0 0,0 0 0 0 0,2 0 0 0 0,-2-4 0 0 0,0-13 0 0 0,3-13 0 0 0,2-12 0 0 0,2-9 0 0 0,7-12 0 0 0,3-5 0 0 0,1-2 0 0 0,-1-4 0 0 0,3 6 0 0 0,1-3 0 0 0,3 2 0 0 0,0-3 0 0 0,3 0 0 0 0,-1 2 0 0 0,-4 2 0 0 0,-3 3 0 0 0,2-3 0 0 0,0-1 0 0 0,3-4 0 0 0,-1-5 0 0 0,3 0 0 0 0,-1 4 0 0 0,2-2 0 0 0,-1-4 0 0 0,-4 2 0 0 0,2-1 0 0 0,-1-4 0 0 0,2 3 0 0 0,5-1 0 0 0,-2-2 0 0 0,-3 3 0 0 0,1-2 0 0 0,-2-1 0 0 0,2 3 0 0 0,-2-1 0 0 0,-2-7 0 0 0,1 1 0 0 0,-1 4 0 0 0,-2 2 0 0 0,2 3 0 0 0,0 1 0 0 0,3-4 0 0 0,4-2 0 0 0,-1 1 0 0 0,2 0 0 0 0,-2 4 0 0 0,-4-2 0 0 0,1-1 0 0 0,-2 1 0 0 0,-3 0 0 0 0,-3-2 0 0 0,3 7 0 0 0,-1 1 0 0 0,-1 3 0 0 0,4-3 0 0 0,4-3 0 0 0,1 0 0 0 0,-4 4 0 0 0,3-3 0 0 0,-2 3 0 0 0,-3-3 0 0 0,-4 2 0 0 0,-2 3 0 0 0,4-3 0 0 0,-1 2 0 0 0,5-3 0 0 0,0-4 0 0 0,3 1 0 0 0,-1 3 0 0 0,-3 5 0 0 0,-3 3 0 0 0,-3 3 0 0 0,-2 2 0 0 0,-3 1 0 0 0,6 1 0 0 0,0 0 0 0 0,0 0 0 0 0,-1 10 0 0 0,-2 14 0 0 0,-1 13 0 0 0,-1 11 0 0 0,0 7 0 0 0,-1 5 0 0 0,-6-3 0 0 0,-1 0 0 0 0,-5 5 0 0 0,-6 8 0 0 0,0 2 0 0 0,4-1 0 0 0,-2-1 0 0 0,3-3 0 0 0,-3-3 0 0 0,2 4 0 0 0,-2 1 0 0 0,2-2 0 0 0,3-1 0 0 0,-2 3 0 0 0,-3 1 0 0 0,0-2 0 0 0,-2 4 0 0 0,-3 5 0 0 0,-4 4 0 0 0,3 0 0 0 0,6 1 0 0 0,-1 2 0 0 0,3-2 0 0 0,-1 0 0 0 0,-4 1 0 0 0,-3-2 0 0 0,1 5 0 0 0,0 4 0 0 0,-2 8 0 0 0,-3 2 0 0 0,4-5 0 0 0,-1 2 0 0 0,0 0 0 0 0,-3-7 0 0 0,4-2 0 0 0,0 0 0 0 0,-1-6 0 0 0,3 4 0 0 0,0 4 0 0 0,-8 2 0 0 0,2-5 0 0 0,-1-1 0 0 0,0 0 0 0 0,4-4 0 0 0,6 0 0 0 0,0 6 0 0 0,-1-1 0 0 0,-4 0 0 0 0,-3-4 0 0 0,-2-7 0 0 0,3 6 0 0 0,0 4 0 0 0,-5 3 0 0 0,1 1 0 0 0,1-3 0 0 0,4-7 0 0 0,2-1 0 0 0,-2-3 0 0 0,-1 0 0 0 0,2 3 0 0 0,1-7 0 0 0,3 1 0 0 0,5-3 0 0 0,0-2 0 0 0,-4-3 0 0 0,2-2 0 0 0,-3-1 0 0 0,2-1 0 0 0,5-1 0 0 0,2 1 0 0 0,-1-1 0 0 0,1 0 0 0 0,-3-4 0 0 0,-1-3 0 0 0,4 1 0 0 0,2 2 0 0 0,-3-4 0 0 0,1-1 0 0 0,-4-3 0 0 0,1 0 0 0 0,2 2 0 0 0,2-7 0 0 0,4-11 0 0 0,7-12 0 0 0,3-8 0 0 0,0-8 0 0 0,5-3 0 0 0,0-3 0 0 0,4-1 0 0 0,5 0 0 0 0,-2 0 0 0 0,-4-5 0 0 0,2 5 0 0 0,-3 2 0 0 0,3 1 0 0 0,2 1 0 0 0,0-1 0 0 0,-4-4 0 0 0,0 2 0 0 0,-1 2 0 0 0,2-5 0 0 0,-1-1 0 0 0,-4 0 0 0 0,2-4 0 0 0,5-6 0 0 0,4-6 0 0 0,4-4 0 0 0,3 2 0 0 0,-4 5 0 0 0,-5 0 0 0 0,-1 4 0 0 0,-4-2 0 0 0,2 3 0 0 0,-3 2 0 0 0,3 0 0 0 0,2-5 0 0 0,0 0 0 0 0,-4-1 0 0 0,-5-4 0 0 0,2 7 0 0 0,-1 1 0 0 0,3-8 0 0 0,5-5 0 0 0,4-5 0 0 0,-2 5 0 0 0,-3 0 0 0 0,-1 5 0 0 0,-2 1 0 0 0,-3-1 0 0 0,-5 3 0 0 0,3-1 0 0 0,0-3 0 0 0,3 9 0 0 0,0 0 0 0 0,-2-2 0 0 0,2 1 0 0 0,0-2 0 0 0,2 2 0 0 0,-1 3 0 0 0,-2-2 0 0 0,-4-4 0 0 0,3-4 0 0 0,-1 2 0 0 0,4 3 0 0 0,-1 5 0 0 0,-2 5 0 0 0,3-3 0 0 0,-2-4 0 0 0,-2 0 0 0 0,-3 1 0 0 0,-2 4 0 0 0,-2 3 0 0 0,4 2 0 0 0,1 2 0 0 0,-1 1 0 0 0,-1 1 0 0 0,4 0 0 0 0,0-1 0 0 0,-2 1 0 0 0,-1 0 0 0 0,3 4 0 0 0,0 3 0 0 0,-1-2 0 0 0,-3 0 0 0 0,-1-2 0 0 0,-2 9 0 0 0,-7 13 0 0 0,-1 12 0 0 0,-6 11 0 0 0,-1 7 0 0 0,2 4 0 0 0,-2-2 0 0 0,-5 5 0 0 0,-4 2 0 0 0,2 5 0 0 0,-1 2 0 0 0,-3-1 0 0 0,3 3 0 0 0,1-6 0 0 0,2 2 0 0 0,0-1 0 0 0,-2-2 0 0 0,-4 4 0 0 0,3 6 0 0 0,5-1 0 0 0,0 4 0 0 0,-3 3 0 0 0,-3-7 0 0 0,-3-1 0 0 0,-3 3 0 0 0,4-1 0 0 0,0 1 0 0 0,0 10 0 0 0,-3 4 0 0 0,0-7 0 0 0,-2-3 0 0 0,4 6 0 0 0,1-2 0 0 0,0 1 0 0 0,-2 6 0 0 0,-1-2 0 0 0,-2-1 0 0 0,0 0 0 0 0,3 1 0 0 0,2 0 0 0 0,0 1 0 0 0,-2 0 0 0 0,-1 5 0 0 0,-2-7 0 0 0,0-5 0 0 0,3 0 0 0 0,2 1 0 0 0,0 1 0 0 0,-2 2 0 0 0,-1-3 0 0 0,-2-2 0 0 0,0 2 0 0 0,3-4 0 0 0,8 1 0 0 0,0 1 0 0 0,-1 2 0 0 0,-3-3 0 0 0,3 1 0 0 0,-2-5 0 0 0,4-4 0 0 0,-1 1 0 0 0,-3 3 0 0 0,3-2 0 0 0,-1-3 0 0 0,-3-3 0 0 0,2-4 0 0 0,6 3 0 0 0,4 5 0 0 0,-2 0 0 0 0,-3 3 0 0 0,1 0 0 0 0,-3-4 0 0 0,2-4 0 0 0,3-3 0 0 0,4-3 0 0 0,3-1 0 0 0,2-1 0 0 0,8-11 0 0 0,7-15 0 0 0,2-12 0 0 0,10-11 0 0 0,-1-8 0 0 0,3-4 0 0 0,0-3 0 0 0,3 0 0 0 0,1-1 0 0 0,-5 1 0 0 0,-1 1 0 0 0,5 0 0 0 0,-1 0 0 0 0,-1-4 0 0 0,5 3 0 0 0,4-2 0 0 0,-6-2 0 0 0,-2 2 0 0 0,5 0 0 0 0,1 2 0 0 0,1-5 0 0 0,5-1 0 0 0,1 2 0 0 0,-2 1 0 0 0,-2 1 0 0 0,-2 2 0 0 0,4 1 0 0 0,0-4 0 0 0,-1-2 0 0 0,3-4 0 0 0,0 4 0 0 0,-1-1 0 0 0,-3 0 0 0 0,-3 2 0 0 0,5 2 0 0 0,5-4 0 0 0,0 0 0 0 0,-1-4 0 0 0,-4 5 0 0 0,-2 4 0 0 0,2-3 0 0 0,6 0 0 0 0,0-4 0 0 0,-3 4 0 0 0,-3 4 0 0 0,3-3 0 0 0,-1-1 0 0 0,-2 6 0 0 0,3-3 0 0 0,4 0 0 0 0,0 1 0 0 0,-2 5 0 0 0,-4-3 0 0 0,-4-1 0 0 0,4-1 0 0 0,-1 1 0 0 0,4-1 0 0 0,-6 2 0 0 0,2-1 0 0 0,-1 6 0 0 0,-6 2 0 0 0,1 0 0 0 0,0-1 0 0 0,1 3 0 0 0,-2 0 0 0 0,1 0 0 0 0,3-3 0 0 0,3 3 0 0 0,-7 0 0 0 0,-3-1 0 0 0,-1 3 0 0 0,-5 0 0 0 0,-2 3 0 0 0,1-1 0 0 0,2 3 0 0 0,3-1 0 0 0,1 2 0 0 0,-4-3 0 0 0,-1-2 0 0 0,2 1 0 0 0,-5 9 0 0 0,-10 12 0 0 0,-7 10 0 0 0,-9 8 0 0 0,-9 1 0 0 0,-2 1 0 0 0,2 3 0 0 0,-2 2 0 0 0,-3-4 0 0 0,2-1 0 0 0,-1 6 0 0 0,-3 4 0 0 0,2 1 0 0 0,0 0 0 0 0,-8 5 0 0 0,2 1 0 0 0,4-1 0 0 0,1-2 0 0 0,0-2 0 0 0,-4-2 0 0 0,4-1 0 0 0,0 5 0 0 0,-7 6 0 0 0,-4 6 0 0 0,3 0 0 0 0,2-8 0 0 0,0 0 0 0 0,-6 2 0 0 0,-2 1 0 0 0,4 1 0 0 0,2 0 0 0 0,2-3 0 0 0,-1-3 0 0 0,5 2 0 0 0,1-1 0 0 0,-1 3 0 0 0,-2 6 0 0 0,-2-2 0 0 0,-2-2 0 0 0,5 1 0 0 0,1-2 0 0 0,-2-3 0 0 0,-1 1 0 0 0,-1 0 0 0 0,4 3 0 0 0,0-2 0 0 0,-1-2 0 0 0,-2-3 0 0 0,4 3 0 0 0,0-1 0 0 0,-1-2 0 0 0,-2 4 0 0 0,-2 4 0 0 0,-2 0 0 0 0,-1-2 0 0 0,5-4 0 0 0,1-4 0 0 0,4-2 0 0 0,2-1 0 0 0,-3-2 0 0 0,3-1 0 0 0,-1 0 0 0 0,3 0 0 0 0,-2-5 0 0 0,-2-1 0 0 0,2 0 0 0 0,-1 1 0 0 0,2 2 0 0 0,0 1 0 0 0,-4 2 0 0 0,3 0 0 0 0,-2-4 0 0 0,4-2 0 0 0,-2-5 0 0 0,3 0 0 0 0,3-9 0 0 0,10-11 0 0 0,10-11 0 0 0,4-8 0 0 0,4-1 0 0 0,6-3 0 0 0,-1-1 0 0 0,0 2 0 0 0,-2 1 0 0 0,0-1 0 0 0,2 2 0 0 0,-2 1 0 0 0,1-2 0 0 0,2-3 0 0 0,2-2 0 0 0,9-1 0 0 0,2-2 0 0 0,2-1 0 0 0,-1 0 0 0 0,-1-1 0 0 0,-1 6 0 0 0,-7 2 0 0 0,-2 5 0 0 0,0 0 0 0 0,0-1 0 0 0,2-3 0 0 0,1 2 0 0 0,1 0 0 0 0,2-2 0 0 0,-1-2 0 0 0,1 3 0 0 0,0 0 0 0 0,0-1 0 0 0,0 3 0 0 0,0-1 0 0 0,0-1 0 0 0,-5-3 0 0 0,-2 4 0 0 0,0-1 0 0 0,-4-1 0 0 0,0 2 0 0 0,2 6 0 0 0,2 0 0 0 0,-2-3 0 0 0,-1-3 0 0 0,2 1 0 0 0,2-1 0 0 0,3-2 0 0 0,1 3 0 0 0,1 0 0 0 0,0-3 0 0 0,-4-1 0 0 0,-1 2 0 0 0,-1 0 0 0 0,2 4 0 0 0,-4-1 0 0 0,-6-2 0 0 0,-10 3 0 0 0,-12 4 0 0 0,-10 5 0 0 0,-8 3 0 0 0,-4 3 0 0 0,-4 3 0 0 0,-1 0 0 0 0,0 1 0 0 0,-5 5 0 0 0,-1 7 0 0 0,0 1 0 0 0,2 4 0 0 0,2-2 0 0 0,2-3 0 0 0,1 1 0 0 0,1-1 0 0 0,0 2 0 0 0,0-2 0 0 0,-4 3 0 0 0,-8 3 0 0 0,4 4 0 0 0,-2 3 0 0 0,1-2 0 0 0,2-6 0 0 0,-3 0 0 0 0,5 1 0 0 0,4 3 0 0 0,-4-1 0 0 0,0-6 0 0 0,0 1 0 0 0,-3 2 0 0 0,-2 4 0 0 0,2 3 0 0 0,2-2 0 0 0,2-6 0 0 0,2 0 0 0 0,-4 3 0 0 0,-6 2 0 0 0,-2 3 0 0 0,8 3 0 0 0,-1-4 0 0 0,1-5 0 0 0,2-2 0 0 0,1 3 0 0 0,1 2 0 0 0,2-2 0 0 0,0 0 0 0 0,5 3 0 0 0,2-3 0 0 0,1 0 0 0 0,-3-3 0 0 0,5 1 0 0 0,-1 2 0 0 0,0-1 0 0 0,2 0 0 0 0,0 3 0 0 0,-2-3 0 0 0,3 1 0 0 0,9-3 0 0 0,7-10 0 0 0,10-5 0 0 0,7-10 0 0 0,8-2 0 0 0,5-5 0 0 0,3-5 0 0 0,-3-5 0 0 0,-1 2 0 0 0,-1 0 0 0 0,8-2 0 0 0,2 4 0 0 0,-5 0 0 0 0,4-2 0 0 0,1-1 0 0 0,-1 2 0 0 0,0 0 0 0 0,-1 4 0 0 0,-1 0 0 0 0,0-3 0 0 0,-1 3 0 0 0,0-1 0 0 0,4-3 0 0 0,3-2 0 0 0,-1 2 0 0 0,-1 0 0 0 0,4-1 0 0 0,-5-3 0 0 0,2 4 0 0 0,0 5 0 0 0,-6 1 0 0 0,2-3 0 0 0,5-8 0 0 0,3 0 0 0 0,4 0 0 0 0,-6-1 0 0 0,2-1 0 0 0,-2 4 0 0 0,-7 2 0 0 0,2-1 0 0 0,-1-2 0 0 0,6 4 0 0 0,1 1 0 0 0,-7-3 0 0 0,-3 5 0 0 0,-1-2 0 0 0,-2 5 0 0 0,-4-2 0 0 0,-1-2 0 0 0,1 2 0 0 0,2 4 0 0 0,1-1 0 0 0,-3-3 0 0 0,0 2 0 0 0,-4-2 0 0 0,-1 2 0 0 0,3 4 0 0 0,-3-2 0 0 0,1-3 0 0 0,3 2 0 0 0,-3-3 0 0 0,-10 2 0 0 0,-11 4 0 0 0,-11 3 0 0 0,-8 5 0 0 0,-6 1 0 0 0,-4 3 0 0 0,-2 0 0 0 0,0 0 0 0 0,0 1 0 0 0,1 0 0 0 0,0 5 0 0 0,0 1 0 0 0,1 5 0 0 0,0 1 0 0 0,0 2 0 0 0,0 0 0 0 0,0-3 0 0 0,1-4 0 0 0,-1 2 0 0 0,0 0 0 0 0,0 3 0 0 0,-5-1 0 0 0,-7-2 0 0 0,-1 2 0 0 0,1 5 0 0 0,-2 4 0 0 0,1-1 0 0 0,3 1 0 0 0,3-3 0 0 0,3 1 0 0 0,-4 2 0 0 0,1 3 0 0 0,1-3 0 0 0,-4-4 0 0 0,-6-1 0 0 0,1 3 0 0 0,3 3 0 0 0,2-2 0 0 0,5 1 0 0 0,-4-4 0 0 0,-4 2 0 0 0,4 1 0 0 0,0 4 0 0 0,-5 2 0 0 0,-5-2 0 0 0,-4-1 0 0 0,6 1 0 0 0,2 2 0 0 0,3 1 0 0 0,3-3 0 0 0,-1-6 0 0 0,0-1 0 0 0,3 2 0 0 0,2-2 0 0 0,2 1 0 0 0,-4-3 0 0 0,0 2 0 0 0,0 3 0 0 0,-3-2 0 0 0,0 2 0 0 0,2-4 0 0 0,7 2 0 0 0,4-3 0 0 0,1-3 0 0 0,6 1 0 0 0,1-2 0 0 0,9-2 0 0 0,6-9 0 0 0,10-9 0 0 0,9-3 0 0 0,7 1 0 0 0,0-4 0 0 0,2-4 0 0 0,2 2 0 0 0,8-8 0 0 0,3 1 0 0 0,0-1 0 0 0,6-1 0 0 0,-1-2 0 0 0,0-1 0 0 0,-3 5 0 0 0,-3 0 0 0 0,-2 0 0 0 0,5-2 0 0 0,0 4 0 0 0,-1 0 0 0 0,4-1 0 0 0,0-2 0 0 0,4-2 0 0 0,4-2 0 0 0,5-1 0 0 0,3 0 0 0 0,-2-1 0 0 0,-1-1 0 0 0,2 6 0 0 0,-4 2 0 0 0,-6-5 0 0 0,1 1 0 0 0,2 1 0 0 0,8 0 0 0 0,-5-1 0 0 0,-1-1 0 0 0,2 0 0 0 0,1-2 0 0 0,-2 1 0 0 0,-6-1 0 0 0,-4 5 0 0 0,0 2 0 0 0,-1 0 0 0 0,2 3 0 0 0,-5 1 0 0 0,-5-2 0 0 0,-2-2 0 0 0,-1 3 0 0 0,-1-1 0 0 0,0 5 0 0 0,-4-2 0 0 0,-2 4 0 0 0,0 3 0 0 0,-3 0 0 0 0,0-4 0 0 0,-3-5 0 0 0,0 2 0 0 0,3 3 0 0 0,-2 0 0 0 0,-5-3 0 0 0,-8 2 0 0 0,-12 4 0 0 0,-9 4 0 0 0,-7 3 0 0 0,-6 4 0 0 0,-2 1 0 0 0,-6 1 0 0 0,-3 1 0 0 0,-5-1 0 0 0,0 1 0 0 0,3 0 0 0 0,-3-1 0 0 0,-3 0 0 0 0,1 0 0 0 0,3 6 0 0 0,-2 1 0 0 0,-3-1 0 0 0,-3 5 0 0 0,1 0 0 0 0,-1 3 0 0 0,3-1 0 0 0,0 4 0 0 0,2-3 0 0 0,5 3 0 0 0,-2 3 0 0 0,-4-1 0 0 0,-8-5 0 0 0,-2 1 0 0 0,0-2 0 0 0,4 2 0 0 0,7 4 0 0 0,-1-2 0 0 0,-1 2 0 0 0,-4 3 0 0 0,-2-3 0 0 0,2-4 0 0 0,5 1 0 0 0,-5 2 0 0 0,1 4 0 0 0,0-2 0 0 0,-3 1 0 0 0,3 2 0 0 0,0-3 0 0 0,-2-5 0 0 0,9 1 0 0 0,1-3 0 0 0,-2 1 0 0 0,1 5 0 0 0,-2 3 0 0 0,-4-2 0 0 0,2-3 0 0 0,-1-1 0 0 0,2-2 0 0 0,5 1 0 0 0,-2 4 0 0 0,3-2 0 0 0,2 2 0 0 0,-2-3 0 0 0,1-3 0 0 0,2 0 0 0 0,2-1 0 0 0,3-3 0 0 0,1 2 0 0 0,-4 5 0 0 0,-1-1 0 0 0,1-2 0 0 0,2-4 0 0 0,0 2 0 0 0,3-1 0 0 0,0 3 0 0 0,1-1 0 0 0,0-2 0 0 0,6 2 0 0 0,12 0 0 0 0,13-3 0 0 0,12-3 0 0 0,10-2 0 0 0,6-2 0 0 0,3-2 0 0 0,2 0 0 0 0,6 0 0 0 0,1-1 0 0 0,-1-4 0 0 0,4-3 0 0 0,5-4 0 0 0,-1 0 0 0 0,-3 1 0 0 0,2 3 0 0 0,3-2 0 0 0,-1 0 0 0 0,7 2 0 0 0,4 3 0 0 0,8 1 0 0 0,-2 2 0 0 0,-1-4 0 0 0,3-1 0 0 0,-4 1 0 0 0,-2-4 0 0 0,-1 0 0 0 0,-5 1 0 0 0,3 3 0 0 0,-3-4 0 0 0,5 1 0 0 0,3 1 0 0 0,-4-3 0 0 0,-2 1 0 0 0,1 1 0 0 0,-6 3 0 0 0,6-3 0 0 0,2 0 0 0 0,2 1 0 0 0,1-2 0 0 0,-6-1 0 0 0,-1 3 0 0 0,0 2 0 0 0,1 2 0 0 0,-4 2 0 0 0,-6 1 0 0 0,-5-5 0 0 0,-5 0 0 0 0,-4-1 0 0 0,-1 3 0 0 0,-2-5 0 0 0,0 0 0 0 0,0 1 0 0 0,-1 2 0 0 0,-9 3 0 0 0,-14 0 0 0 0,-13 2 0 0 0,-11 1 0 0 0,-7 0 0 0 0,-5 1 0 0 0,-3-1 0 0 0,0 1 0 0 0,0-1 0 0 0,-1 0 0 0 0,2 0 0 0 0,0 0 0 0 0,1 0 0 0 0,-6 0 0 0 0,0 0 0 0 0,-6 0 0 0 0,0 0 0 0 0,2 0 0 0 0,-3 0 0 0 0,1 0 0 0 0,-8 5 0 0 0,-5 2 0 0 0,1 0 0 0 0,-6-2 0 0 0,-3 4 0 0 0,5 1 0 0 0,-5-2 0 0 0,0-3 0 0 0,-1-1 0 0 0,0 4 0 0 0,-4 0 0 0 0,5-2 0 0 0,-9 0 0 0 0,-2-3 0 0 0,2-1 0 0 0,-3-1 0 0 0,-5-1 0 0 0,8 5 0 0 0,4 2 0 0 0,-1-1 0 0 0,-5-1 0 0 0,1 4 0 0 0,-4 0 0 0 0,1-1 0 0 0,-1-2 0 0 0,1 3 0 0 0,-1 0 0 0 0,6-1 0 0 0,-4 2 0 0 0,-1 1 0 0 0,3-2 0 0 0,3 2 0 0 0,-2 0 0 0 0,7-2 0 0 0,3-3 0 0 0,-3 3 0 0 0,0 0 0 0 0,5-1 0 0 0,2-3 0 0 0,2-2 0 0 0,4 5 0 0 0,7-1 0 0 0,0 0 0 0 0,3 3 0 0 0,-2 1 0 0 0,-4 3 0 0 0,2-1 0 0 0,-2-2 0 0 0,7 2 0 0 0,6-2 0 0 0,3-2 0 0 0,3-2 0 0 0,0 2 0 0 0,1 0 0 0 0,11-2 0 0 0,12-2 0 0 0,14-1 0 0 0,10-2 0 0 0,8-2 0 0 0,9 0 0 0 0,10 0 0 0 0,2 0 0 0 0,-2-6 0 0 0,2-1 0 0 0,4 0 0 0 0,4-4 0 0 0,-3 0 0 0 0,0-3 0 0 0,3-5 0 0 0,1 1 0 0 0,-2-1 0 0 0,-1 1 0 0 0,1 5 0 0 0,8 0 0 0 0,3-5 0 0 0,1 2 0 0 0,5-2 0 0 0,2-3 0 0 0,3 2 0 0 0,-1-1 0 0 0,4-2 0 0 0,2 2 0 0 0,0 0 0 0 0,0-3 0 0 0,-2 4 0 0 0,1 4 0 0 0,-3 0 0 0 0,7 2 0 0 0,4-2 0 0 0,-1-3 0 0 0,-6-5 0 0 0,-1 3 0 0 0,-3-1 0 0 0,-5 3 0 0 0,2-1 0 0 0,4-2 0 0 0,-2 2 0 0 0,3 0 0 0 0,-7 2 0 0 0,-5 5 0 0 0,-4 4 0 0 0,-2-2 0 0 0,-1-5 0 0 0,1 1 0 0 0,-1-3 0 0 0,-5 2 0 0 0,-6 3 0 0 0,-2-1 0 0 0,-3 1 0 0 0,2-3 0 0 0,-3 2 0 0 0,3-2 0 0 0,4 0 0 0 0,3 4 0 0 0,-1 4 0 0 0,-10-3 0 0 0,-7 1 0 0 0,-4 1 0 0 0,-7-2 0 0 0,-3 0 0 0 0,1 1 0 0 0,-10 3 0 0 0,-10 3 0 0 0,-13 1 0 0 0,-8 1 0 0 0,-7 1 0 0 0,-4 0 0 0 0,-7 0 0 0 0,-9 1 0 0 0,0-1 0 0 0,-4 0 0 0 0,1 1 0 0 0,-1-1 0 0 0,3 0 0 0 0,4 0 0 0 0,-7 5 0 0 0,-5 2 0 0 0,2 0 0 0 0,-1 3 0 0 0,-2 1 0 0 0,4 3 0 0 0,0 0 0 0 0,-7-3 0 0 0,-4 2 0 0 0,-1-2 0 0 0,-6 4 0 0 0,-2 3 0 0 0,7 0 0 0 0,-2-4 0 0 0,6-4 0 0 0,-3 1 0 0 0,-12-1 0 0 0,3 3 0 0 0,2 5 0 0 0,-2-1 0 0 0,1 1 0 0 0,2-1 0 0 0,3 1 0 0 0,-3 3 0 0 0,4-3 0 0 0,-1 2 0 0 0,0-3 0 0 0,6-4 0 0 0,-3 0 0 0 0,0 4 0 0 0,0 4 0 0 0,0-1 0 0 0,1 0 0 0 0,6-2 0 0 0,1 0 0 0 0,1 3 0 0 0,-1-2 0 0 0,-2 1 0 0 0,-1-4 0 0 0,-1 2 0 0 0,-1 2 0 0 0,4-2 0 0 0,8 2 0 0 0,0-4 0 0 0,5 2 0 0 0,3-3 0 0 0,4-3 0 0 0,3-5 0 0 0,3 3 0 0 0,0 4 0 0 0,1 0 0 0 0,0-2 0 0 0,-1-4 0 0 0,7 3 0 0 0,0 4 0 0 0,0 5 0 0 0,4 4 0 0 0,11-1 0 0 0,11 0 0 0 0,12-4 0 0 0,8-5 0 0 0,5-5 0 0 0,4-4 0 0 0,2-3 0 0 0,0-1 0 0 0,0-2 0 0 0,0 0 0 0 0,-1 0 0 0 0,-1 0 0 0 0,6 1 0 0 0,6-1 0 0 0,7 1 0 0 0,5 0 0 0 0,-2 0 0 0 0,1 0 0 0 0,2 0 0 0 0,-4 0 0 0 0,1 0 0 0 0,0 0 0 0 0,3 0 0 0 0,-3 0 0 0 0,5 0 0 0 0,-3 0 0 0 0,1 0 0 0 0,1 0 0 0 0,-4 0 0 0 0,5 0 0 0 0,2 0 0 0 0,-3-5 0 0 0,0-2 0 0 0,-6 0 0 0 0,0 2 0 0 0,1 1 0 0 0,-3 2 0 0 0,1-5 0 0 0,3 0 0 0 0,-4 0 0 0 0,2 2 0 0 0,-3 2 0 0 0,0-5 0 0 0,3 0 0 0 0,4 1 0 0 0,2 2 0 0 0,-3 1 0 0 0,-6 2 0 0 0,0 1 0 0 0,-3 1 0 0 0,-9-5 0 0 0,-1-2 0 0 0,0 1 0 0 0,-2 1 0 0 0,0 1 0 0 0,-1-3 0 0 0,-1-1 0 0 0,0 1 0 0 0,-1 1 0 0 0,1-2 0 0 0,0-1 0 0 0,-11 1 0 0 0,-14 2 0 0 0,-13 3 0 0 0,-11 1 0 0 0,-7 1 0 0 0,-5 0 0 0 0,-2 2 0 0 0,-2-1 0 0 0,1 0 0 0 0,0 1 0 0 0,-5-1 0 0 0,-1 0 0 0 0,1 0 0 0 0,-4 0 0 0 0,1 0 0 0 0,1 0 0 0 0,3 0 0 0 0,2 6 0 0 0,-4 0 0 0 0,0 1 0 0 0,-3-2 0 0 0,-7-1 0 0 0,2 4 0 0 0,-3 0 0 0 0,-3-1 0 0 0,2 4 0 0 0,-1-1 0 0 0,4-1 0 0 0,-1-2 0 0 0,-8 2 0 0 0,1 0 0 0 0,4-1 0 0 0,1-3 0 0 0,4-1 0 0 0,-1-2 0 0 0,-3-2 0 0 0,3 0 0 0 0,4 5 0 0 0,3 2 0 0 0,0-1 0 0 0,-5-1 0 0 0,6 4 0 0 0,-1 0 0 0 0,1-1 0 0 0,3 3 0 0 0,2 0 0 0 0,1-2 0 0 0,2-3 0 0 0,-4-2 0 0 0,-2-2 0 0 0,1-1 0 0 0,7 4 0 0 0,2 2 0 0 0,2-1 0 0 0,0 4 0 0 0,-2 1 0 0 0,5 3 0 0 0,1-1 0 0 0,9-2 0 0 0,12 2 0 0 0,12-1 0 0 0,9-3 0 0 0,6-3 0 0 0,4-2 0 0 0,3-2 0 0 0,0-1 0 0 0,0-1 0 0 0,0-1 0 0 0,-1 1 0 0 0,0-1 0 0 0,-1 1 0 0 0,0 0 0 0 0,0-1 0 0 0,5 1 0 0 0,1 0 0 0 0,1 0 0 0 0,3 0 0 0 0,11 0 0 0 0,2 0 0 0 0,-3-5 0 0 0,5-2 0 0 0,-1 0 0 0 0,-5 2 0 0 0,-1 1 0 0 0,2 2 0 0 0,4-5 0 0 0,1 0 0 0 0,3 0 0 0 0,1-3 0 0 0,2-1 0 0 0,-6 3 0 0 0,0-4 0 0 0,4 1 0 0 0,-1 2 0 0 0,-1-3 0 0 0,5 2 0 0 0,8-4 0 0 0,-2 0 0 0 0,-4 4 0 0 0,-1-3 0 0 0,-7 2 0 0 0,-3 2 0 0 0,-4 2 0 0 0,-7 4 0 0 0,1 1 0 0 0,-8-4 0 0 0,1-1 0 0 0,5 1 0 0 0,5-4 0 0 0,0-1 0 0 0,3-2 0 0 0,-2-1 0 0 0,-5 4 0 0 0,-3 2 0 0 0,-4 3 0 0 0,-2-3 0 0 0,-3 0 0 0 0,-5-4 0 0 0,-3 0 0 0 0,-5-3 0 0 0,-11 1 0 0 0,-11-2 0 0 0,-11 1 0 0 0,-8 3 0 0 0,-5 4 0 0 0,-4 4 0 0 0,-1-4 0 0 0,0 0 0 0 0,0 2 0 0 0,1 1 0 0 0,0 2 0 0 0,0 1 0 0 0,1 2 0 0 0,0-1 0 0 0,0 2 0 0 0,1-1 0 0 0,-1 0 0 0 0,-5 1 0 0 0,-2-1 0 0 0,1 0 0 0 0,-5 0 0 0 0,1 0 0 0 0,-4 0 0 0 0,-5 0 0 0 0,-4 0 0 0 0,2 0 0 0 0,-1 0 0 0 0,3 0 0 0 0,1 0 0 0 0,-4 0 0 0 0,4 0 0 0 0,-1 0 0 0 0,2 0 0 0 0,0 0 0 0 0,-3 5 0 0 0,2 2 0 0 0,-2 0 0 0 0,4-2 0 0 0,-1 4 0 0 0,-4 1 0 0 0,3-3 0 0 0,-1-1 0 0 0,-3 3 0 0 0,-2 1 0 0 0,-8 2 0 0 0,1 1 0 0 0,1-3 0 0 0,6 3 0 0 0,2-2 0 0 0,4-1 0 0 0,5-4 0 0 0,1-2 0 0 0,-5-2 0 0 0,3-1 0 0 0,-3-2 0 0 0,-4 6 0 0 0,-3 2 0 0 0,3 4 0 0 0,4 1 0 0 0,6-2 0 0 0,4-2 0 0 0,-1 2 0 0 0,0 0 0 0 0,2-2 0 0 0,1-3 0 0 0,3-1 0 0 0,6 3 0 0 0,2 1 0 0 0,-4-2 0 0 0,-3-1 0 0 0,-2-1 0 0 0,1-2 0 0 0,0-1 0 0 0,0-1 0 0 0,12 0 0 0 0,14-1 0 0 0,14 1 0 0 0,10 0 0 0 0,8 0 0 0 0,5-1 0 0 0,-2-4 0 0 0,-2-2 0 0 0,7 0 0 0 0,1 2 0 0 0,2-4 0 0 0,-1 0 0 0 0,-1 1 0 0 0,4-3 0 0 0,1 0 0 0 0,-1-3 0 0 0,-2 1 0 0 0,-1 2 0 0 0,3 3 0 0 0,6-1 0 0 0,1-1 0 0 0,3-3 0 0 0,-1 1 0 0 0,6-3 0 0 0,1 1 0 0 0,-5-3 0 0 0,6 3 0 0 0,9-3 0 0 0,4-3 0 0 0,1 2 0 0 0,-1 3 0 0 0,4 0 0 0 0,-5 2 0 0 0,-4-2 0 0 0,4-3 0 0 0,0-5 0 0 0,0 2 0 0 0,-1 0 0 0 0,3-2 0 0 0,7-3 0 0 0,-5 3 0 0 0,1 1 0 0 0,-6 4 0 0 0,-4-1 0 0 0,-2 4 0 0 0,-6-2 0 0 0,3-2 0 0 0,8-4 0 0 0,9-3 0 0 0,2-3 0 0 0,4 5 0 0 0,-7 0 0 0 0,-4-1 0 0 0,-5-1 0 0 0,-2-2 0 0 0,-6-1 0 0 0,-8 5 0 0 0,-1 5 0 0 0,-4 2 0 0 0,-3 3 0 0 0,1-1 0 0 0,0-3 0 0 0,-3-4 0 0 0,-2 2 0 0 0,-2 4 0 0 0,4 0 0 0 0,-5-3 0 0 0,-3 2 0 0 0,5-1 0 0 0,1 2 0 0 0,-6-2 0 0 0,3 3 0 0 0,1-1 0 0 0,-5-4 0 0 0,-3 2 0 0 0,0 4 0 0 0,-5-1 0 0 0,-5-3 0 0 0,-1 1 0 0 0,-3-1 0 0 0,-3-3 0 0 0,-3-3 0 0 0,-3-3 0 0 0,-7 3 0 0 0,-8 0 0 0 0,-8 5 0 0 0,-5 6 0 0 0,-3 4 0 0 0,-3 4 0 0 0,-1 3 0 0 0,-1 2 0 0 0,1-5 0 0 0,0-1 0 0 0,0 1 0 0 0,1 0 0 0 0,0 2 0 0 0,-5 1 0 0 0,-2 1 0 0 0,-5-5 0 0 0,0-1 0 0 0,2 1 0 0 0,-8 1 0 0 0,-6 1 0 0 0,1 2 0 0 0,-6 1 0 0 0,-3 0 0 0 0,4 1 0 0 0,1 1 0 0 0,5-1 0 0 0,-3 0 0 0 0,-4 1 0 0 0,-1-1 0 0 0,-2 0 0 0 0,1 0 0 0 0,-1 0 0 0 0,1 0 0 0 0,-1 5 0 0 0,1 2 0 0 0,0 0 0 0 0,-5 3 0 0 0,4 1 0 0 0,2-2 0 0 0,-5 3 0 0 0,4-1 0 0 0,3-2 0 0 0,-6-2 0 0 0,4-3 0 0 0,2 3 0 0 0,5 1 0 0 0,2 4 0 0 0,-2 0 0 0 0,5 3 0 0 0,-1-1 0 0 0,-3 3 0 0 0,4-3 0 0 0,-2-2 0 0 0,-1 1 0 0 0,1-1 0 0 0,1 2 0 0 0,2-1 0 0 0,5-3 0 0 0,4-2 0 0 0,-2 1 0 0 0,-4 6 0 0 0,0-1 0 0 0,3-2 0 0 0,2 2 0 0 0,4-2 0 0 0,3-2 0 0 0,1 2 0 0 0,1-1 0 0 0,0 3 0 0 0,1-1 0 0 0,0 2 0 0 0,-1 0 0 0 0,11-4 0 0 0,14-4 0 0 0,13-2 0 0 0,11-3 0 0 0,7-1 0 0 0,5-1 0 0 0,3 0 0 0 0,0-1 0 0 0,1 0 0 0 0,4 1 0 0 0,7-1 0 0 0,0-4 0 0 0,-2-2 0 0 0,-2 0 0 0 0,-4-3 0 0 0,2-1 0 0 0,6 2 0 0 0,0-3 0 0 0,3 1 0 0 0,-2 2 0 0 0,-3 2 0 0 0,7 3 0 0 0,5 2 0 0 0,-1-4 0 0 0,0-1 0 0 0,-3 1 0 0 0,5 1 0 0 0,3-3 0 0 0,3-1 0 0 0,1 1 0 0 0,5-3 0 0 0,-3 0 0 0 0,-3 3 0 0 0,5 1 0 0 0,-5-2 0 0 0,3 0 0 0 0,2 1 0 0 0,-1-2 0 0 0,-7-1 0 0 0,4 3 0 0 0,-5 1 0 0 0,-1-2 0 0 0,-6 0 0 0 0,5 2 0 0 0,3 1 0 0 0,2 3 0 0 0,2 1 0 0 0,-6 1 0 0 0,-1-4 0 0 0,-6-2 0 0 0,0 1 0 0 0,-3 1 0 0 0,-5-4 0 0 0,1 0 0 0 0,-2 1 0 0 0,4 2 0 0 0,-2 3 0 0 0,-8-5 0 0 0,1 0 0 0 0,0 1 0 0 0,-2 2 0 0 0,-1 2 0 0 0,-1 1 0 0 0,0 1 0 0 0,-1 1 0 0 0,-11 0 0 0 0,-14 0 0 0 0,-13 0 0 0 0,-11 1 0 0 0,-7-1 0 0 0,-5 0 0 0 0,-3 0 0 0 0,-5 0 0 0 0,-3 0 0 0 0,2 0 0 0 0,1 0 0 0 0,2 0 0 0 0,-3 0 0 0 0,0 0 0 0 0,1 0 0 0 0,-4 0 0 0 0,1 0 0 0 0,-4 0 0 0 0,-9 0 0 0 0,-2 0 0 0 0,0 0 0 0 0,-3 0 0 0 0,5 0 0 0 0,-5 0 0 0 0,2 0 0 0 0,-4 0 0 0 0,-8 0 0 0 0,2 5 0 0 0,3 2 0 0 0,-4 0 0 0 0,-1-2 0 0 0,-4-1 0 0 0,-6-1 0 0 0,1-2 0 0 0,-3-1 0 0 0,2 0 0 0 0,4 0 0 0 0,0 0 0 0 0,1 0 0 0 0,3-1 0 0 0,-2 1 0 0 0,-5 5 0 0 0,7 2 0 0 0,-2 0 0 0 0,2-2 0 0 0,3-1 0 0 0,-4-2 0 0 0,6 0 0 0 0,4-2 0 0 0,1 0 0 0 0,7 0 0 0 0,-4 0 0 0 0,-3-1 0 0 0,5 1 0 0 0,0 0 0 0 0,5 5 0 0 0,1 2 0 0 0,3 0 0 0 0,5-2 0 0 0,4-1 0 0 0,3-2 0 0 0,-2 0 0 0 0,-1 3 0 0 0,1 2 0 0 0,2 0 0 0 0,1-2 0 0 0,1-2 0 0 0,2-1 0 0 0,10 0 0 0 0,15-2 0 0 0,13 0 0 0 0,11 0 0 0 0,8-1 0 0 0,4 1 0 0 0,8 0 0 0 0,2 0 0 0 0,0 0 0 0 0,-1 0 0 0 0,-3-1 0 0 0,4 1 0 0 0,10 1 0 0 0,2-1 0 0 0,8 0 0 0 0,4 0 0 0 0,-3 0 0 0 0,-2 0 0 0 0,0 0 0 0 0,5 0 0 0 0,8 0 0 0 0,7 0 0 0 0,0 0 0 0 0,-1 0 0 0 0,5 0 0 0 0,0 0 0 0 0,2 0 0 0 0,6 0 0 0 0,0 0 0 0 0,4 0 0 0 0,-3 0 0 0 0,-2 0 0 0 0,0 0 0 0 0,5 0 0 0 0,8 0 0 0 0,-3 0 0 0 0,2 0 0 0 0,5-6 0 0 0,-11-1 0 0 0,0 1 0 0 0,4 0 0 0 0,1 3 0 0 0,-2-5 0 0 0,0 0 0 0 0,-3 1 0 0 0,-7 1 0 0 0,-2 3 0 0 0,4-5 0 0 0,3 0 0 0 0,-4 1 0 0 0,-2 2 0 0 0,0-4 0 0 0,-9 1 0 0 0,-4 0 0 0 0,-2 2 0 0 0,-5-3 0 0 0,-2 0 0 0 0,2 2 0 0 0,-4 1 0 0 0,-3-3 0 0 0,-1 0 0 0 0,-6 2 0 0 0,-1 1 0 0 0,-5 3 0 0 0,0-4 0 0 0,3-1 0 0 0,2 1 0 0 0,-2-3 0 0 0,-4-1 0 0 0,-5 3 0 0 0,-5 1 0 0 0,-3 3 0 0 0,-2 2 0 0 0,-2 1 0 0 0,0 1 0 0 0,-5-5 0 0 0,-7-7 0 0 0,-12-1 0 0 0,-12 1 0 0 0,-11 3 0 0 0,-7 3 0 0 0,-5 3 0 0 0,-2 1 0 0 0,-2 2 0 0 0,-6 0 0 0 0,-1 0 0 0 0,-4 1 0 0 0,0-6 0 0 0,-4-1 0 0 0,-3-1 0 0 0,2 2 0 0 0,-2 1 0 0 0,-8 2 0 0 0,2 1 0 0 0,-1 0 0 0 0,-6 1 0 0 0,-3 0 0 0 0,5 1 0 0 0,-2-1 0 0 0,-2 0 0 0 0,1 0 0 0 0,0 0 0 0 0,-4 1 0 0 0,-6-1 0 0 0,4 0 0 0 0,-1 0 0 0 0,-9 0 0 0 0,3 0 0 0 0,0-1 0 0 0,-9 1 0 0 0,7 0 0 0 0,0 0 0 0 0,-2 0 0 0 0,3 0 0 0 0,-7 0 0 0 0,2 0 0 0 0,4 0 0 0 0,-1 0 0 0 0,-1 0 0 0 0,8 0 0 0 0,0 6 0 0 0,-2 1 0 0 0,-5-1 0 0 0,2 0 0 0 0,-2 3 0 0 0,2 0 0 0 0,5-1 0 0 0,-2-2 0 0 0,8-2 0 0 0,-1-2 0 0 0,-4-1 0 0 0,4 4 0 0 0,0 2 0 0 0,5-1 0 0 0,3-1 0 0 0,2-1 0 0 0,-5 3 0 0 0,-2 1 0 0 0,5-1 0 0 0,2-2 0 0 0,6-1 0 0 0,2 3 0 0 0,-2 1 0 0 0,-1-1 0 0 0,2-2 0 0 0,6-1 0 0 0,-1 3 0 0 0,-2 1 0 0 0,2-1 0 0 0,3-2 0 0 0,5-1 0 0 0,3-2 0 0 0,2-1 0 0 0,8 4 0 0 0,2 2 0 0 0,0-1 0 0 0,0-1 0 0 0,8-1 0 0 0,13-2 0 0 0,11-6 0 0 0,10-8 0 0 0,13-2 0 0 0,6 2 0 0 0,7-2 0 0 0,1 0 0 0 0,-1-2 0 0 0,-3 2 0 0 0,1-2 0 0 0,5 1 0 0 0,5 4 0 0 0,-2-2 0 0 0,-4 2 0 0 0,7-3 0 0 0,-2 1 0 0 0,2-3 0 0 0,8 2 0 0 0,-2-2 0 0 0,5 1 0 0 0,-4 4 0 0 0,0 3 0 0 0,-1-2 0 0 0,0 1 0 0 0,7-3 0 0 0,6-1 0 0 0,8-2 0 0 0,-5 1 0 0 0,1-2 0 0 0,2-4 0 0 0,0 2 0 0 0,1-2 0 0 0,4-2 0 0 0,3 2 0 0 0,-8 0 0 0 0,-2 2 0 0 0,8 0 0 0 0,-5 3 0 0 0,4 4 0 0 0,5-2 0 0 0,-3-3 0 0 0,-11 0 0 0 0,-1-1 0 0 0,1-4 0 0 0,0 1 0 0 0,2 0 0 0 0,0-2 0 0 0,1 2 0 0 0,-6 0 0 0 0,-5 3 0 0 0,-4-1 0 0 0,-1 2 0 0 0,0 5 0 0 0,-1-1 0 0 0,-5-5 0 0 0,-7 2 0 0 0,-1-3 0 0 0,-3 2 0 0 0,2-1 0 0 0,2-4 0 0 0,5 3 0 0 0,-2 4 0 0 0,-10-2 0 0 0,-6 3 0 0 0,1-1 0 0 0,0-5 0 0 0,-1 2 0 0 0,-1 3 0 0 0,-7-1 0 0 0,-2 3 0 0 0,-1-3 0 0 0,-3-4 0 0 0,-7-4 0 0 0,-10 3 0 0 0,-11 3 0 0 0,-4 1 0 0 0,-6 2 0 0 0,-5 4 0 0 0,-4 3 0 0 0,-3 4 0 0 0,-2 1 0 0 0,0 2 0 0 0,-7 0 0 0 0,-6-4 0 0 0,-6-3 0 0 0,-6 1 0 0 0,2 1 0 0 0,0 2 0 0 0,-7 1 0 0 0,-9 1 0 0 0,2 0 0 0 0,3 1 0 0 0,-4 0 0 0 0,-1 0 0 0 0,2 1 0 0 0,-4-1 0 0 0,0 0 0 0 0,2 0 0 0 0,2 0 0 0 0,-3 0 0 0 0,-5 0 0 0 0,0 0 0 0 0,-9 0 0 0 0,-4 0 0 0 0,6 0 0 0 0,3 0 0 0 0,-7 0 0 0 0,-4 0 0 0 0,3 0 0 0 0,-4 0 0 0 0,-3 0 0 0 0,10 0 0 0 0,-2 0 0 0 0,-2 0 0 0 0,5 0 0 0 0,-1 0 0 0 0,-5 0 0 0 0,-4 5 0 0 0,8 2 0 0 0,5 0 0 0 0,4-2 0 0 0,0 5 0 0 0,-3-1 0 0 0,-3 4 0 0 0,7 0 0 0 0,6-3 0 0 0,-1-2 0 0 0,1-3 0 0 0,3-3 0 0 0,-4-1 0 0 0,0 5 0 0 0,1 0 0 0 0,8 0 0 0 0,4 4 0 0 0,-4 1 0 0 0,-3 2 0 0 0,6 1 0 0 0,2-3 0 0 0,5 2 0 0 0,6-2 0 0 0,1-1 0 0 0,3 1 0 0 0,2 0 0 0 0,-1-2 0 0 0,0 2 0 0 0,3 0 0 0 0,2-3 0 0 0,1-2 0 0 0,8 3 0 0 0,3 0 0 0 0,-1-1 0 0 0,5 2 0 0 0,1 1 0 0 0,8-3 0 0 0,6 4 0 0 0,10-1 0 0 0,8-3 0 0 0,8-1 0 0 0,6-4 0 0 0,3 0 0 0 0,1-3 0 0 0,2 0 0 0 0,-1 0 0 0 0,1-1 0 0 0,-1 1 0 0 0,-1 0 0 0 0,1-1 0 0 0,-1 1 0 0 0,5 0 0 0 0,2 0 0 0 0,-1 0 0 0 0,10 0 0 0 0,1 0 0 0 0,-1 0 0 0 0,-5 0 0 0 0,8 0 0 0 0,4-5 0 0 0,5-2 0 0 0,2 0 0 0 0,7 2 0 0 0,-4-4 0 0 0,4 0 0 0 0,6 1 0 0 0,1 2 0 0 0,3 2 0 0 0,4 2 0 0 0,-1-4 0 0 0,-5-2 0 0 0,2 2 0 0 0,-3 1 0 0 0,2 2 0 0 0,4 1 0 0 0,3-5 0 0 0,3 0 0 0 0,3 0 0 0 0,-3 2 0 0 0,-7 2 0 0 0,5 1 0 0 0,3 1 0 0 0,-2 0 0 0 0,-1-4 0 0 0,-4-1 0 0 0,0-1 0 0 0,2 2 0 0 0,2 2 0 0 0,-2 0 0 0 0,0 2 0 0 0,2 1 0 0 0,-9 0 0 0 0,-1 0 0 0 0,3-5 0 0 0,-8-2 0 0 0,1 1 0 0 0,4 1 0 0 0,-6 1 0 0 0,-4 2 0 0 0,-8 0 0 0 0,3 2 0 0 0,6-5 0 0 0,-3-2 0 0 0,-7 1 0 0 0,4 0 0 0 0,1 3 0 0 0,0 1 0 0 0,-3 1 0 0 0,-8 0 0 0 0,-7 1 0 0 0,-5 0 0 0 0,-4 1 0 0 0,-2-1 0 0 0,-2 0 0 0 0,0 0 0 0 0,-1 0 0 0 0,-4-5 0 0 0,-2-2 0 0 0,0 1 0 0 0,-8 0 0 0 0,-13 2 0 0 0,-11 2 0 0 0,-10 1 0 0 0,-7 0 0 0 0,-3 1 0 0 0,-4 0 0 0 0,0 1 0 0 0,0-1 0 0 0,0 0 0 0 0,-4 0 0 0 0,-2 1 0 0 0,1-1 0 0 0,-4 0 0 0 0,1 0 0 0 0,-5 0 0 0 0,2 0 0 0 0,-8 0 0 0 0,0 0 0 0 0,-3 0 0 0 0,-1 0 0 0 0,-7 0 0 0 0,1 0 0 0 0,-4 0 0 0 0,-1 0 0 0 0,0 0 0 0 0,-4 0 0 0 0,-6 0 0 0 0,-6 0 0 0 0,-4 0 0 0 0,-3 0 0 0 0,-2 0 0 0 0,-1 0 0 0 0,5 0 0 0 0,1 0 0 0 0,0 5 0 0 0,-6 2 0 0 0,3-1 0 0 0,0 5 0 0 0,0 0 0 0 0,-1-2 0 0 0,5-3 0 0 0,-3 4 0 0 0,-4-1 0 0 0,5-1 0 0 0,1 3 0 0 0,0-1 0 0 0,9-1 0 0 0,2-3 0 0 0,-6-2 0 0 0,-6 3 0 0 0,7 1 0 0 0,2-1 0 0 0,-2 3 0 0 0,8 0 0 0 0,1 4 0 0 0,2-1 0 0 0,2 3 0 0 0,2-1 0 0 0,-2 2 0 0 0,3-3 0 0 0,4-2 0 0 0,-4 1 0 0 0,3-2 0 0 0,3 4 0 0 0,0-2 0 0 0,5 2 0 0 0,2-1 0 0 0,3-3 0 0 0,1-3 0 0 0,2-4 0 0 0,5 4 0 0 0,-2 0 0 0 0,1-2 0 0 0,-2 4 0 0 0,1 0 0 0 0,2-1 0 0 0,3 2 0 0 0,3 0 0 0 0,2-2 0 0 0,12-3 0 0 0,14-2 0 0 0,15-2 0 0 0,10-6 0 0 0,8-3 0 0 0,4 0 0 0 0,3 1 0 0 0,0-3 0 0 0,1-1 0 0 0,-1-4 0 0 0,0 1 0 0 0,-1-2 0 0 0,-1 0 0 0 0,0 4 0 0 0,5-3 0 0 0,2 3 0 0 0,4-4 0 0 0,7 2 0 0 0,-1-2 0 0 0,2-5 0 0 0,4 2 0 0 0,2 4 0 0 0,3 4 0 0 0,1-1 0 0 0,1 1 0 0 0,1-4 0 0 0,1-3 0 0 0,-1 0 0 0 0,0-2 0 0 0,5 3 0 0 0,7-2 0 0 0,-3 2 0 0 0,-5-1 0 0 0,4 3 0 0 0,-6-3 0 0 0,2 3 0 0 0,1 3 0 0 0,-1-2 0 0 0,4 2 0 0 0,-4-3 0 0 0,-4 1 0 0 0,4-3 0 0 0,-4 2 0 0 0,3 3 0 0 0,1-1 0 0 0,-5 0 0 0 0,-3 3 0 0 0,-1-2 0 0 0,-4 0 0 0 0,-2-3 0 0 0,7 1 0 0 0,-1 3 0 0 0,0 3 0 0 0,-5 2 0 0 0,-5 3 0 0 0,-6 1 0 0 0,-4-4 0 0 0,1-2 0 0 0,0 1 0 0 0,-1 1 0 0 0,-2 2 0 0 0,-1 1 0 0 0,-2-4 0 0 0,-1-2 0 0 0,0 2 0 0 0,0 1 0 0 0,-1 1 0 0 0,1 2 0 0 0,-1 1 0 0 0,1 1 0 0 0,-6 5 0 0 0,-11 2 0 0 0,-9 5 0 0 0,-5 6 0 0 0,-8 0 0 0 0,-8-4 0 0 0,-6 2 0 0 0,1 3 0 0 0,-2-2 0 0 0,-7 2 0 0 0,-4 3 0 0 0,-1 2 0 0 0,-1 3 0 0 0,2-3 0 0 0,1-1 0 0 0,0 2 0 0 0,1 1 0 0 0,1-4 0 0 0,0 0 0 0 0,-5 1 0 0 0,-1 3 0 0 0,0-4 0 0 0,-5 5 0 0 0,1 3 0 0 0,1 2 0 0 0,3-5 0 0 0,-4 4 0 0 0,1 2 0 0 0,-4 0 0 0 0,-4 0 0 0 0,0 0 0 0 0,3-1 0 0 0,-1 4 0 0 0,2-3 0 0 0,3 3 0 0 0,-2 1 0 0 0,-4 4 0 0 0,1-5 0 0 0,3-3 0 0 0,3 4 0 0 0,-2 0 0 0 0,2-1 0 0 0,-4-1 0 0 0,1-1 0 0 0,2 3 0 0 0,3-3 0 0 0,-3-4 0 0 0,1 5 0 0 0,2 1 0 0 0,2-5 0 0 0,-4 2 0 0 0,6 1 0 0 0,3-6 0 0 0,-4-1 0 0 0,4 4 0 0 0,2 3 0 0 0,-4-5 0 0 0,3-2 0 0 0,2 5 0 0 0,0-3 0 0 0,0-7 0 0 0,4 4 0 0 0,1 3 0 0 0,0-4 0 0 0,-2-1 0 0 0,3 1 0 0 0,1 1 0 0 0,-2 2 0 0 0,3 1 0 0 0,0 1 0 0 0,-2 0 0 0 0,2 1 0 0 0,6 0 0 0 0,4 0 0 0 0,9-5 0 0 0,11-7 0 0 0,8-7 0 0 0,6-5 0 0 0,5-4 0 0 0,3-3 0 0 0,0-6 0 0 0,1-2 0 0 0,0 0 0 0 0,4-4 0 0 0,-3-5 0 0 0,2-5 0 0 0,1 2 0 0 0,-7-2 0 0 0,3-2 0 0 0,1-2 0 0 0,0 4 0 0 0,-1-1 0 0 0,5-1 0 0 0,-5-1 0 0 0,4 3 0 0 0,4 0 0 0 0,-3-7 0 0 0,2-3 0 0 0,4-2 0 0 0,0 0 0 0 0,4 5 0 0 0,3-2 0 0 0,4-2 0 0 0,-2-5 0 0 0,0-2 0 0 0,-4 7 0 0 0,-4-3 0 0 0,0 1 0 0 0,8-5 0 0 0,6-1 0 0 0,-2 1 0 0 0,0 3 0 0 0,5-3 0 0 0,-2-6 0 0 0,0 1 0 0 0,-6 7 0 0 0,-2 0 0 0 0,-3 1 0 0 0,-6 2 0 0 0,0-4 0 0 0,4 4 0 0 0,4-1 0 0 0,-1-6 0 0 0,1-1 0 0 0,3 2 0 0 0,-3 8 0 0 0,0-1 0 0 0,-2 0 0 0 0,-1-5 0 0 0,-2 4 0 0 0,2 4 0 0 0,-3 0 0 0 0,-3-3 0 0 0,1 2 0 0 0,4 3 0 0 0,0 1 0 0 0,1-1 0 0 0,4-5 0 0 0,-2-3 0 0 0,-4 6 0 0 0,0 2 0 0 0,-2 1 0 0 0,-3 0 0 0 0,-4 5 0 0 0,-2 1 0 0 0,-3-1 0 0 0,-1 4 0 0 0,0-1 0 0 0,-1 3 0 0 0,0 0 0 0 0,0-3 0 0 0,1 2 0 0 0,-6-1 0 0 0,-1 2 0 0 0,0 5 0 0 0,-4-1 0 0 0,0 1 0 0 0,2-2 0 0 0,2 1 0 0 0,3 3 0 0 0,-4-2 0 0 0,0 1 0 0 0,-10 2 0 0 0,-11 3 0 0 0,-8 7 0 0 0,-1 10 0 0 0,-5 2 0 0 0,-6 4 0 0 0,0 5 0 0 0,-2 3 0 0 0,-3-2 0 0 0,-3 1 0 0 0,3 0 0 0 0,1-3 0 0 0,-2-5 0 0 0,3 5 0 0 0,6 4 0 0 0,-6-2 0 0 0,-4 0 0 0 0,2 2 0 0 0,0 1 0 0 0,-2 2 0 0 0,-1 1 0 0 0,3 2 0 0 0,-4-6 0 0 0,-4 5 0 0 0,4 1 0 0 0,1-4 0 0 0,1 4 0 0 0,-8 2 0 0 0,4 6 0 0 0,0-4 0 0 0,-5 2 0 0 0,-2 1 0 0 0,-5 4 0 0 0,-1 0 0 0 0,6-1 0 0 0,-1-4 0 0 0,1 4 0 0 0,-4-1 0 0 0,-1 4 0 0 0,2-1 0 0 0,2-2 0 0 0,2-3 0 0 0,2-2 0 0 0,1-3 0 0 0,6-1 0 0 0,-3-1 0 0 0,-1-6 0 0 0,3-2 0 0 0,-3 6 0 0 0,-3-2 0 0 0,6-1 0 0 0,1 1 0 0 0,0 1 0 0 0,-1-4 0 0 0,4-2 0 0 0,-4 2 0 0 0,2 1 0 0 0,0-3 0 0 0,5 0 0 0 0,-5 1 0 0 0,-4-3 0 0 0,4 0 0 0 0,0 2 0 0 0,-1 3 0 0 0,0-4 0 0 0,3 1 0 0 0,1 1 0 0 0,-2-2 0 0 0,4-1 0 0 0,5 2 0 0 0,5-8 0 0 0,10-6 0 0 0,5-10 0 0 0,6-5 0 0 0,7-5 0 0 0,5-2 0 0 0,0-4 0 0 0,0 2 0 0 0,2-2 0 0 0,-4-3 0 0 0,1 2 0 0 0,1 4 0 0 0,2 0 0 0 0,-3-3 0 0 0,0 1 0 0 0,6-1 0 0 0,-1-4 0 0 0,0 3 0 0 0,1-1 0 0 0,0 3 0 0 0,1-1 0 0 0,1-2 0 0 0,1 2 0 0 0,-1-2 0 0 0,1 3 0 0 0,0 0 0 0 0,0-4 0 0 0,0-2 0 0 0,0 2 0 0 0,5-1 0 0 0,2-1 0 0 0,0-3 0 0 0,-2 4 0 0 0,-2 0 0 0 0,0-1 0 0 0,-2 2 0 0 0,-6 1 0 0 0,3 3 0 0 0,2-1 0 0 0,1-2 0 0 0,0 2 0 0 0,-5-1 0 0 0,-3-3 0 0 0,1 3 0 0 0,1-1 0 0 0,1 3 0 0 0,2-1 0 0 0,0 3 0 0 0,2-2 0 0 0,-6-2 0 0 0,-1-4 0 0 0,1 2 0 0 0,0 4 0 0 0,-3 1 0 0 0,0-3 0 0 0,1 2 0 0 0,2 4 0 0 0,-3-1 0 0 0,-11 2 0 0 0,-12 2 0 0 0,-12 4 0 0 0,-8 2 0 0 0,-6 8 0 0 0,-4 8 0 0 0,-1 2 0 0 0,-2-2 0 0 0,1 3 0 0 0,0 4 0 0 0,1-1 0 0 0,1 1 0 0 0,-1-2 0 0 0,1 1 0 0 0,1-3 0 0 0,-1 2 0 0 0,0 3 0 0 0,-5-2 0 0 0,4 1 0 0 0,-4 3 0 0 0,-6 3 0 0 0,-6-3 0 0 0,5 0 0 0 0,-1 1 0 0 0,-3 3 0 0 0,1 2 0 0 0,3-5 0 0 0,-1 6 0 0 0,-5 2 0 0 0,-3 1 0 0 0,-4 1 0 0 0,8-1 0 0 0,1 1 0 0 0,-2-1 0 0 0,-2-1 0 0 0,1 0 0 0 0,5 0 0 0 0,-1 0 0 0 0,-3 0 0 0 0,1-1 0 0 0,4 1 0 0 0,4-5 0 0 0,4-3 0 0 0,3 2 0 0 0,1-5 0 0 0,-4 0 0 0 0,4 2 0 0 0,2-3 0 0 0,2 0 0 0 0,-1-2 0 0 0,5 0 0 0 0,2 3 0 0 0,-2 4 0 0 0,-1-3 0 0 0,-1 0 0 0 0,-3-3 0 0 0,5 1 0 0 0,0-4 0 0 0,5 2 0 0 0,1-2 0 0 0,2 1 0 0 0,10-2 0 0 0,11-3 0 0 0,10-4 0 0 0,8-3 0 0 0,-1-7 0 0 0,2-3 0 0 0,2-1 0 0 0,2-4 0 0 0,1-1 0 0 0,1-3 0 0 0,6-4 0 0 0,2 1 0 0 0,0 3 0 0 0,3 0 0 0 0,1-4 0 0 0,4-3 0 0 0,-2 1 0 0 0,3 6 0 0 0,4-1 0 0 0,4-3 0 0 0,-3-3 0 0 0,1-4 0 0 0,1 4 0 0 0,-2-1 0 0 0,-1-1 0 0 0,3 3 0 0 0,-4 0 0 0 0,1 4 0 0 0,2 0 0 0 0,-3-4 0 0 0,1 3 0 0 0,7-1 0 0 0,-1-3 0 0 0,1-2 0 0 0,0-3 0 0 0,1 3 0 0 0,2 1 0 0 0,-6 4 0 0 0,0 0 0 0 0,0-2 0 0 0,1-2 0 0 0,-3 2 0 0 0,-6 5 0 0 0,-5 0 0 0 0,-5 2 0 0 0,2-1 0 0 0,-1-3 0 0 0,-1 1 0 0 0,4-2 0 0 0,-1 2 0 0 0,-1 5 0 0 0,-2-1 0 0 0,-3 1 0 0 0,-1-2 0 0 0,-1 1 0 0 0,-6-3 0 0 0,-3 2 0 0 0,1 3 0 0 0,1-1 0 0 0,2 0 0 0 0,-4-2 0 0 0,-1 1 0 0 0,-9 2 0 0 0,-12 4 0 0 0,-11 3 0 0 0,-10 7 0 0 0,-6 3 0 0 0,-4 1 0 0 0,-3-1 0 0 0,5 3 0 0 0,2 1 0 0 0,-5 4 0 0 0,-3 4 0 0 0,0 0 0 0 0,-6-4 0 0 0,-1 1 0 0 0,7 4 0 0 0,-1-2 0 0 0,-1 2 0 0 0,1-3 0 0 0,2-4 0 0 0,0 2 0 0 0,1 3 0 0 0,-4 4 0 0 0,-2-2 0 0 0,1-3 0 0 0,-5 0 0 0 0,-4 3 0 0 0,-6 3 0 0 0,-4 3 0 0 0,-3 3 0 0 0,3-3 0 0 0,6-1 0 0 0,6-5 0 0 0,5 0 0 0 0,-1 2 0 0 0,2-3 0 0 0,0 2 0 0 0,3 1 0 0 0,2-2 0 0 0,1-4 0 0 0,1 0 0 0 0,0 3 0 0 0,0 4 0 0 0,-4-2 0 0 0,-3 0 0 0 0,-4-2 0 0 0,4 0 0 0 0,4-2 0 0 0,2-4 0 0 0,2 0 0 0 0,0 0 0 0 0,0 1 0 0 0,0 5 0 0 0,0-1 0 0 0,0-3 0 0 0,4 1 0 0 0,3-2 0 0 0,-1 2 0 0 0,-2-2 0 0 0,-1-2 0 0 0,9-4 0 0 0,8-8 0 0 0,10-4 0 0 0,11-1 0 0 0,3-4 0 0 0,5-7 0 0 0,4 0 0 0 0,4 4 0 0 0,-3-3 0 0 0,-1 3 0 0 0,2-3 0 0 0,-4-3 0 0 0,0 1 0 0 0,2 4 0 0 0,1-1 0 0 0,3-3 0 0 0,2 2 0 0 0,6-3 0 0 0,3-2 0 0 0,-6-3 0 0 0,-2 2 0 0 0,3 5 0 0 0,8 0 0 0 0,1-2 0 0 0,4-3 0 0 0,0 2 0 0 0,-3-1 0 0 0,2-1 0 0 0,-2-4 0 0 0,-2 4 0 0 0,-4 0 0 0 0,-2 4 0 0 0,-3-1 0 0 0,0 4 0 0 0,-2-2 0 0 0,1-2 0 0 0,-1 1 0 0 0,0-1 0 0 0,1 2 0 0 0,-6 0 0 0 0,-1 2 0 0 0,-6-2 0 0 0,1 3 0 0 0,1 2 0 0 0,-7 5 0 0 0,-12 3 0 0 0,-10 2 0 0 0,-10 1 0 0 0,-7 7 0 0 0,-3 1 0 0 0,-3 1 0 0 0,-1-2 0 0 0,5 3 0 0 0,-3 1 0 0 0,-2 3 0 0 0,5 5 0 0 0,-3 0 0 0 0,-2-4 0 0 0,-5 1 0 0 0,3 4 0 0 0,-2-2 0 0 0,-1-4 0 0 0,1 2 0 0 0,-3 3 0 0 0,-1-2 0 0 0,7 2 0 0 0,-1 4 0 0 0,0-3 0 0 0,1 1 0 0 0,-5-3 0 0 0,0 1 0 0 0,0 3 0 0 0,-2 2 0 0 0,-1 4 0 0 0,2 1 0 0 0,-2-3 0 0 0,5-1 0 0 0,4-5 0 0 0,-2 0 0 0 0,3 2 0 0 0,-2-3 0 0 0,-1 2 0 0 0,1 1 0 0 0,0 3 0 0 0,1-2 0 0 0,1-6 0 0 0,-5 1 0 0 0,4 2 0 0 0,3 3 0 0 0,-5-2 0 0 0,4 0 0 0 0,2-2 0 0 0,1 0 0 0 0,0 3 0 0 0,-1-3 0 0 0,-1 2 0 0 0,0-4 0 0 0,5 2 0 0 0,2-3 0 0 0,-2-3 0 0 0,5 0 0 0 0,0 5 0 0 0,-2 4 0 0 0,-2-2 0 0 0,-3 2 0 0 0,-1 2 0 0 0,-2-3 0 0 0,4 1 0 0 0,13-4 0 0 0,13-4 0 0 0,6-10 0 0 0,8-5 0 0 0,2-8 0 0 0,2-2 0 0 0,5 1 0 0 0,-3-3 0 0 0,1 1 0 0 0,3-2 0 0 0,-4-5 0 0 0,1 2 0 0 0,6 4 0 0 0,0-1 0 0 0,0 1 0 0 0,0-1 0 0 0,2 2 0 0 0,0-3 0 0 0,1 2 0 0 0,1 3 0 0 0,-1-1 0 0 0,1-5 0 0 0,0 1 0 0 0,0-2 0 0 0,0 2 0 0 0,0-1 0 0 0,0 1 0 0 0,0 0 0 0 0,0 1 0 0 0,0 4 0 0 0,5-2 0 0 0,-4-4 0 0 0,-1 2 0 0 0,-2-3 0 0 0,1 2 0 0 0,-1 4 0 0 0,6-2 0 0 0,2-3 0 0 0,0-4 0 0 0,4 1 0 0 0,1 5 0 0 0,-8-1 0 0 0,-3 2 0 0 0,-3-1 0 0 0,0 1 0 0 0,0 4 0 0 0,1 3 0 0 0,-5-3 0 0 0,4 1 0 0 0,3-3 0 0 0,-4-6 0 0 0,-2 2 0 0 0,1 2 0 0 0,0 4 0 0 0,2 4 0 0 0,-4-3 0 0 0,-1 1 0 0 0,1 1 0 0 0,-9 2 0 0 0,-12 2 0 0 0,-12 7 0 0 0,-10 7 0 0 0,-7 3 0 0 0,-3 3 0 0 0,-9 0 0 0 0,3 1 0 0 0,-3 4 0 0 0,0 3 0 0 0,0 2 0 0 0,3-3 0 0 0,0-1 0 0 0,3-4 0 0 0,0 0 0 0 0,1 2 0 0 0,0 3 0 0 0,1-3 0 0 0,-1 0 0 0 0,1 2 0 0 0,-1 3 0 0 0,1 1 0 0 0,-1-3 0 0 0,5-1 0 0 0,2-4 0 0 0,0-1 0 0 0,4 3 0 0 0,0-3 0 0 0,-2 2 0 0 0,-2 1 0 0 0,-3 3 0 0 0,-1-2 0 0 0,3 0 0 0 0,2 1 0 0 0,-2-2 0 0 0,5-1 0 0 0,-1 2 0 0 0,-1-2 0 0 0,-3 0 0 0 0,4 2 0 0 0,-1 2 0 0 0,-1-2 0 0 0,3 0 0 0 0,0-4 0 0 0,3 1 0 0 0,-1-4 0 0 0,3 2 0 0 0,-1-3 0 0 0,1 2 0 0 0,5 3 0 0 0,-3-1 0 0 0,2 1 0 0 0,-3-2 0 0 0,7-5 0 0 0,9-3 0 0 0,9-4 0 0 0,9-3 0 0 0,6-2 0 0 0,4-5 0 0 0,1-8 0 0 0,2-7 0 0 0,0 0 0 0 0,-1 4 0 0 0,6-1 0 0 0,-5-3 0 0 0,3-3 0 0 0,1 2 0 0 0,-1 0 0 0 0,-1-2 0 0 0,-2-3 0 0 0,5 4 0 0 0,5 0 0 0 0,7-2 0 0 0,0-1 0 0 0,-4-2 0 0 0,2 3 0 0 0,-3 1 0 0 0,1-1 0 0 0,4-2 0 0 0,-6-1 0 0 0,-1-2 0 0 0,3-1 0 0 0,4-1 0 0 0,4 1 0 0 0,-2-7 0 0 0,-4 4 0 0 0,0 2 0 0 0,-4 2 0 0 0,-2-1 0 0 0,0 1 0 0 0,5-1 0 0 0,4 0 0 0 0,-6 0 0 0 0,-1 4 0 0 0,-2 3 0 0 0,-8-2 0 0 0,0 0 0 0 0,0 3 0 0 0,-1 0 0 0 0,0-1 0 0 0,-1-2 0 0 0,4-2 0 0 0,2 4 0 0 0,-6 0 0 0 0,-3 4 0 0 0,-1 1 0 0 0,0 2 0 0 0,-5 0 0 0 0,-6-4 0 0 0,-1 3 0 0 0,2 3 0 0 0,-2-1 0 0 0,1 3 0 0 0,-1-3 0 0 0,1 2 0 0 0,-8 2 0 0 0,-10 4 0 0 0,-10 3 0 0 0,-9 2 0 0 0,-6 1 0 0 0,-4 1 0 0 0,-2 6 0 0 0,-1 2 0 0 0,0 4 0 0 0,1 1 0 0 0,0-2 0 0 0,0 2 0 0 0,1 4 0 0 0,-6 5 0 0 0,0-2 0 0 0,-1 2 0 0 0,-3-4 0 0 0,5 1 0 0 0,-3 2 0 0 0,-3-2 0 0 0,-2 0 0 0 0,-2 3 0 0 0,-5 3 0 0 0,-4 2 0 0 0,7 1 0 0 0,-3-3 0 0 0,1-1 0 0 0,-1 1 0 0 0,3 1 0 0 0,-2 1 0 0 0,-1 2 0 0 0,1-4 0 0 0,5-2 0 0 0,-1 1 0 0 0,-2 2 0 0 0,0 2 0 0 0,-1-5 0 0 0,-3 0 0 0 0,3 1 0 0 0,3 1 0 0 0,0 2 0 0 0,2-3 0 0 0,4-1 0 0 0,-3 1 0 0 0,2 1 0 0 0,2 3 0 0 0,2-5 0 0 0,3 0 0 0 0,-4 1 0 0 0,0-4 0 0 0,0 1 0 0 0,2-4 0 0 0,2 0 0 0 0,2-2 0 0 0,0 1 0 0 0,1 4 0 0 0,0-2 0 0 0,1 1 0 0 0,-1-3 0 0 0,6 2 0 0 0,1-3 0 0 0,0-4 0 0 0,-1-3 0 0 0,3 2 0 0 0,11-1 0 0 0,13-2 0 0 0,10-2 0 0 0,10-2 0 0 0,5-1 0 0 0,4-2 0 0 0,2-5 0 0 0,0-2 0 0 0,0-6 0 0 0,0 1 0 0 0,-1 1 0 0 0,5 3 0 0 0,-4-3 0 0 0,3 2 0 0 0,0-5 0 0 0,5-4 0 0 0,6 1 0 0 0,0-2 0 0 0,3 2 0 0 0,-3 5 0 0 0,-3 3 0 0 0,6-1 0 0 0,6-5 0 0 0,-2 1 0 0 0,0-3 0 0 0,2-4 0 0 0,-4 2 0 0 0,0-1 0 0 0,2 3 0 0 0,2-2 0 0 0,1-1 0 0 0,3 1 0 0 0,-4 5 0 0 0,-7-1 0 0 0,-1 2 0 0 0,2-2 0 0 0,3-3 0 0 0,3 1 0 0 0,-3-2 0 0 0,0-3 0 0 0,-4 3 0 0 0,-4 4 0 0 0,-1 4 0 0 0,4 0 0 0 0,-1-4 0 0 0,-4 0 0 0 0,2-2 0 0 0,-8-3 0 0 0,2 1 0 0 0,-2 4 0 0 0,-1-1 0 0 0,-2 3 0 0 0,-1-2 0 0 0,-1 2 0 0 0,-1-3 0 0 0,-1 2 0 0 0,1-2 0 0 0,-1 2 0 0 0,-4-3 0 0 0,-3 3 0 0 0,1 3 0 0 0,2 3 0 0 0,-4-2 0 0 0,-1-4 0 0 0,2 0 0 0 0,-3-3 0 0 0,0 1 0 0 0,-4-1 0 0 0,2 2 0 0 0,-3-2 0 0 0,-4-4 0 0 0,-4-2 0 0 0,-8 2 0 0 0,-4-1 0 0 0,-6 4 0 0 0,-2-1 0 0 0,-3 3 0 0 0,-5 5 0 0 0,-4 3 0 0 0,-2 4 0 0 0,2-3 0 0 0,1 0 0 0 0,0 0 0 0 0,-3 3 0 0 0,0 1 0 0 0,-3 1 0 0 0,0 1 0 0 0,0 1 0 0 0,-6 0 0 0 0,-2 1 0 0 0,0-1 0 0 0,-4 0 0 0 0,-5 1 0 0 0,-5-1 0 0 0,-5 0 0 0 0,-2 0 0 0 0,-2 0 0 0 0,4 0 0 0 0,1 0 0 0 0,5 0 0 0 0,6 0 0 0 0,6 0 0 0 0,3 0 0 0 0,-2 0 0 0 0,-5 0 0 0 0,0 0 0 0 0,-4 0 0 0 0,-4 5 0 0 0,-4 7 0 0 0,2 2 0 0 0,5 3 0 0 0,0-1 0 0 0,3-3 0 0 0,-1-4 0 0 0,1 2 0 0 0,4-1 0 0 0,4 3 0 0 0,2 4 0 0 0,-3 0 0 0 0,-6-3 0 0 0,5 1 0 0 0,-1-2 0 0 0,0 2 0 0 0,2 4 0 0 0,-2 3 0 0 0,-1-1 0 0 0,2-4 0 0 0,-3-1 0 0 0,6 3 0 0 0,3 4 0 0 0,3-3 0 0 0,-5-5 0 0 0,4 1 0 0 0,2 3 0 0 0,1-2 0 0 0,0 1 0 0 0,4 3 0 0 0,2-2 0 0 0,-2 1 0 0 0,-1 2 0 0 0,4 3 0 0 0,-1-3 0 0 0,4 0 0 0 0,0 2 0 0 0,-2 1 0 0 0,-4 3 0 0 0,4 1 0 0 0,3 1 0 0 0,6 0 0 0 0,5 2 0 0 0,3-1 0 0 0,2 0 0 0 0,6-5 0 0 0,8-7 0 0 0,2-2 0 0 0,3-3 0 0 0,4-5 0 0 0,4-3 0 0 0,2-3 0 0 0,2-2 0 0 0,1-1 0 0 0,0-1 0 0 0,1 0 0 0 0,5 1 0 0 0,1-1 0 0 0,0 1 0 0 0,4-1 0 0 0,-1 1 0 0 0,-1 0 0 0 0,-2 0 0 0 0,-3 0 0 0 0,-2 0 0 0 0,-1-5 0 0 0,-1-2 0 0 0,-1-5 0 0 0,6 0 0 0 0,1-4 0 0 0,0 2 0 0 0,4 2 0 0 0,1 4 0 0 0,3-3 0 0 0,-6-4 0 0 0,1 1 0 0 0,4-3 0 0 0,5 1 0 0 0,0-1 0 0 0,-4 1 0 0 0,-4-1 0 0 0,-3-3 0 0 0,-4 2 0 0 0,3 4 0 0 0,-4-1 0 0 0,-3 2 0 0 0,4-2 0 0 0,-4-4 0 0 0,4 2 0 0 0,1 3 0 0 0,-6 0 0 0 0,-1 1 0 0 0,3-2 0 0 0,3 1 0 0 0,1-1 0 0 0,-6-4 0 0 0,-3-5 0 0 0,5 3 0 0 0,3 5 0 0 0,-5-1 0 0 0,3-2 0 0 0,-4-3 0 0 0,-1 2 0 0 0,0 4 0 0 0,1 0 0 0 0,-5-3 0 0 0,-1 2 0 0 0,1 4 0 0 0,-3-1 0 0 0,-5-3 0 0 0,0 0 0 0 0,-3-1 0 0 0,3 2 0 0 0,3 4 0 0 0,-1-1 0 0 0,-4-4 0 0 0,2 1 0 0 0,-2-2 0 0 0,-4-3 0 0 0,-2-4 0 0 0,-9-2 0 0 0,-8 4 0 0 0,-9 4 0 0 0,0 2 0 0 0,-3 3 0 0 0,-2 4 0 0 0,-3 3 0 0 0,-2 4 0 0 0,-1 2 0 0 0,0 0 0 0 0,-7 2 0 0 0,-1 0 0 0 0,0 0 0 0 0,1-1 0 0 0,2 1 0 0 0,2-1 0 0 0,1 0 0 0 0,-5 0 0 0 0,-6 0 0 0 0,-6 0 0 0 0,-1 0 0 0 0,4 0 0 0 0,4 0 0 0 0,-2 0 0 0 0,-3 0 0 0 0,1 0 0 0 0,-2 0 0 0 0,1 0 0 0 0,4 0 0 0 0,-1 0 0 0 0,2 0 0 0 0,-4 0 0 0 0,-3 0 0 0 0,1 5 0 0 0,-1 2 0 0 0,1 0 0 0 0,5 3 0 0 0,-2 1 0 0 0,8 3 0 0 0,-2 0 0 0 0,-3 2 0 0 0,-6-1 0 0 0,1-4 0 0 0,2 3 0 0 0,4-3 0 0 0,-2 4 0 0 0,7 3 0 0 0,-1-1 0 0 0,1-3 0 0 0,0 1 0 0 0,2-2 0 0 0,6 2 0 0 0,4-1 0 0 0,-1-4 0 0 0,5 2 0 0 0,0 0 0 0 0,-1 2 0 0 0,-3-1 0 0 0,3 2 0 0 0,-1-1 0 0 0,-1 3 0 0 0,3 3 0 0 0,0-2 0 0 0,3 1 0 0 0,10-2 0 0 0,11-4 0 0 0,10-5 0 0 0,8-8 0 0 0,6-5 0 0 0,-2-6 0 0 0,-1-2 0 0 0,7-3 0 0 0,2-5 0 0 0,2-4 0 0 0,4-2 0 0 0,1 2 0 0 0,-6 1 0 0 0,0 0 0 0 0,1 3 0 0 0,-1 0 0 0 0,-2-2 0 0 0,5-1 0 0 0,6-3 0 0 0,-4-2 0 0 0,1-1 0 0 0,4 5 0 0 0,0 1 0 0 0,3-1 0 0 0,-2-1 0 0 0,-3-1 0 0 0,-4 4 0 0 0,2 0 0 0 0,-1-1 0 0 0,4-7 0 0 0,-1-3 0 0 0,-2 4 0 0 0,2 2 0 0 0,-1 0 0 0 0,-2 0 0 0 0,-3 5 0 0 0,3 0 0 0 0,0 0 0 0 0,-2-2 0 0 0,-2 3 0 0 0,-2-4 0 0 0,-1-4 0 0 0,-2 3 0 0 0,0 2 0 0 0,0-1 0 0 0,-1-1 0 0 0,1 4 0 0 0,-1 1 0 0 0,1-2 0 0 0,-1-1 0 0 0,1-2 0 0 0,0-1 0 0 0,0-2 0 0 0,0-1 0 0 0,-6 0 0 0 0,-1 5 0 0 0,0 2 0 0 0,2 0 0 0 0,-4-2 0 0 0,-1 4 0 0 0,-3 0 0 0 0,0 5 0 0 0,-3-1 0 0 0,-4-3 0 0 0,-4-2 0 0 0,-3-3 0 0 0,-7 3 0 0 0,-9 5 0 0 0,-8 6 0 0 0,-4 6 0 0 0,-5 2 0 0 0,-2 3 0 0 0,-2 2 0 0 0,1 0 0 0 0,0 0 0 0 0,0 0 0 0 0,-5-1 0 0 0,4 6 0 0 0,2 7 0 0 0,1 0 0 0 0,1 0 0 0 0,-6 1 0 0 0,-6 4 0 0 0,-3 5 0 0 0,2 3 0 0 0,-3-3 0 0 0,1 0 0 0 0,3 7 0 0 0,-3-2 0 0 0,-3-1 0 0 0,6 1 0 0 0,-1 1 0 0 0,-4 0 0 0 0,-4 1 0 0 0,1 6 0 0 0,4-4 0 0 0,-2-2 0 0 0,-2 0 0 0 0,1 5 0 0 0,-7 1 0 0 0,1 1 0 0 0,-6-2 0 0 0,7-1 0 0 0,2-1 0 0 0,0 5 0 0 0,2-5 0 0 0,0 3 0 0 0,-3 0 0 0 0,-8 5 0 0 0,1 0 0 0 0,6-6 0 0 0,0 1 0 0 0,5 0 0 0 0,0 3 0 0 0,-8 7 0 0 0,0-5 0 0 0,0-4 0 0 0,4-3 0 0 0,5-3 0 0 0,1 0 0 0 0,-3-1 0 0 0,-4 5 0 0 0,3 2 0 0 0,4-6 0 0 0,0-2 0 0 0,1 4 0 0 0,-1 2 0 0 0,-3 0 0 0 0,1-6 0 0 0,9-3 0 0 0,0 0 0 0 0,2 0 0 0 0,2-3 0 0 0,2-2 0 0 0,0 2 0 0 0,-3 2 0 0 0,-2 2 0 0 0,1-4 0 0 0,6 0 0 0 0,4-5 0 0 0,1 1 0 0 0,-1-3 0 0 0,5 0 0 0 0,11-2 0 0 0,13-3 0 0 0,11-4 0 0 0,14-8 0 0 0,2-9 0 0 0,2-4 0 0 0,0-3 0 0 0,1 0 0 0 0,0-2 0 0 0,-1-3 0 0 0,1 3 0 0 0,4-2 0 0 0,2 4 0 0 0,0-1 0 0 0,3-3 0 0 0,1-2 0 0 0,-2 1 0 0 0,2 1 0 0 0,11-2 0 0 0,6-3 0 0 0,-2-7 0 0 0,1-3 0 0 0,-5 5 0 0 0,-7 2 0 0 0,6 0 0 0 0,4 1 0 0 0,-3 0 0 0 0,1-2 0 0 0,1-5 0 0 0,2 3 0 0 0,-3 7 0 0 0,-1-3 0 0 0,7-1 0 0 0,3-2 0 0 0,-9 0 0 0 0,-3 4 0 0 0,6-3 0 0 0,3-7 0 0 0,2-2 0 0 0,-4 0 0 0 0,-2 6 0 0 0,-5 4 0 0 0,-5 2 0 0 0,-1 0 0 0 0,-3-1 0 0 0,-3 0 0 0 0,3 4 0 0 0,-2 1 0 0 0,-1-1 0 0 0,-3-2 0 0 0,4 4 0 0 0,-1 1 0 0 0,-6-2 0 0 0,2-2 0 0 0,-1 3 0 0 0,-5 0 0 0 0,-3-1 0 0 0,0-2 0 0 0,1 3 0 0 0,-5 0 0 0 0,-1 4 0 0 0,2-1 0 0 0,2-1 0 0 0,2-4 0 0 0,-4-2 0 0 0,0 3 0 0 0,-4 0 0 0 0,-6-1 0 0 0,1 3 0 0 0,-3 1 0 0 0,3 3 0 0 0,-1-1 0 0 0,-4-2 0 0 0,-7 2 0 0 0,-10 4 0 0 0,-9 4 0 0 0,-7 5 0 0 0,-4 2 0 0 0,-3 2 0 0 0,-1 2 0 0 0,-1-1 0 0 0,1 1 0 0 0,0 0 0 0 0,0 5 0 0 0,0 1 0 0 0,1 5 0 0 0,0 1 0 0 0,0-3 0 0 0,1-2 0 0 0,-1 2 0 0 0,5 5 0 0 0,-3 0 0 0 0,3 3 0 0 0,-4-3 0 0 0,-3 3 0 0 0,0 3 0 0 0,-6 3 0 0 0,-6-3 0 0 0,-1 1 0 0 0,2 2 0 0 0,3 1 0 0 0,4-2 0 0 0,8-1 0 0 0,-2-4 0 0 0,0 1 0 0 0,-1 1 0 0 0,0-2 0 0 0,-5 2 0 0 0,4 1 0 0 0,2-2 0 0 0,-4 1 0 0 0,4 2 0 0 0,-3 3 0 0 0,-1-3 0 0 0,0 0 0 0 0,0-4 0 0 0,2 1 0 0 0,1 1 0 0 0,0-1 0 0 0,1 0 0 0 0,0-2 0 0 0,0 0 0 0 0,1 3 0 0 0,-1-1 0 0 0,1 0 0 0 0,-1 3 0 0 0,0-3 0 0 0,0 1 0 0 0,0-3 0 0 0,6 1 0 0 0,-4-3 0 0 0,-8 2 0 0 0,4 3 0 0 0,-5-3 0 0 0,0 3 0 0 0,1 1 0 0 0,2 4 0 0 0,1-3 0 0 0,1-5 0 0 0,1-1 0 0 0,7 3 0 0 0,1-2 0 0 0,0-4 0 0 0,4 1 0 0 0,0-2 0 0 0,4 3 0 0 0,-1-2 0 0 0,2 2 0 0 0,10-1 0 0 0,4-8 0 0 0,9-5 0 0 0,8-9 0 0 0,6-2 0 0 0,5-5 0 0 0,3-5 0 0 0,7-4 0 0 0,2 1 0 0 0,6 0 0 0 0,-6-1 0 0 0,2 3 0 0 0,-2 0 0 0 0,-7-2 0 0 0,2-2 0 0 0,5-2 0 0 0,7-2 0 0 0,6-1 0 0 0,-6 0 0 0 0,-6 4 0 0 0,1 7 0 0 0,-1 1 0 0 0,3-1 0 0 0,5-8 0 0 0,4-5 0 0 0,-1-2 0 0 0,-4 5 0 0 0,-5 7 0 0 0,-4 2 0 0 0,2-6 0 0 0,4-3 0 0 0,6-3 0 0 0,-1 4 0 0 0,-3 2 0 0 0,-5 1 0 0 0,2-2 0 0 0,4-1 0 0 0,-1 4 0 0 0,-3 1 0 0 0,1 0 0 0 0,0-3 0 0 0,-4 4 0 0 0,-3 1 0 0 0,-2-3 0 0 0,-2-1 0 0 0,3 3 0 0 0,2 1 0 0 0,-1-3 0 0 0,-2-1 0 0 0,-1 3 0 0 0,-1 0 0 0 0,-1-1 0 0 0,-1 3 0 0 0,-5 0 0 0 0,-3 3 0 0 0,1 4 0 0 0,-4 0 0 0 0,0-4 0 0 0,2 2 0 0 0,2 2 0 0 0,-3 0 0 0 0,0-5 0 0 0,3-4 0 0 0,1 2 0 0 0,-3-1 0 0 0,-11 3 0 0 0,-12 5 0 0 0,-16 4 0 0 0,-17 9 0 0 0,-1 10 0 0 0,-1 4 0 0 0,1 3 0 0 0,1 0 0 0 0,1-3 0 0 0,1 1 0 0 0,0 3 0 0 0,1 4 0 0 0,-5-1 0 0 0,-1 0 0 0 0,-6 2 0 0 0,0 3 0 0 0,2 1 0 0 0,3-3 0 0 0,-3-1 0 0 0,0 2 0 0 0,-3 6 0 0 0,-5 3 0 0 0,1-4 0 0 0,4-1 0 0 0,-2-2 0 0 0,-4 7 0 0 0,3 1 0 0 0,-3-4 0 0 0,-2 2 0 0 0,7 2 0 0 0,-4-1 0 0 0,1 0 0 0 0,3-1 0 0 0,-1 4 0 0 0,-3 1 0 0 0,-4 5 0 0 0,-4 1 0 0 0,-1 2 0 0 0,-3-1 0 0 0,5 3 0 0 0,0-7 0 0 0,1-1 0 0 0,3 0 0 0 0,6-4 0 0 0,0 4 0 0 0,-3-5 0 0 0,2 2 0 0 0,-1-1 0 0 0,-4 5 0 0 0,2 1 0 0 0,5-8 0 0 0,-1 2 0 0 0,-3-1 0 0 0,1 5 0 0 0,-1 1 0 0 0,3-8 0 0 0,3-2 0 0 0,4-3 0 0 0,-2 0 0 0 0,1 0 0 0 0,2 1 0 0 0,-3 0 0 0 0,0 1 0 0 0,-3 0 0 0 0,5 1 0 0 0,5-5 0 0 0,-3-2 0 0 0,5 0 0 0 0,3 1 0 0 0,1-3 0 0 0,0 0 0 0 0,-1 1 0 0 0,0-3 0 0 0,5 0 0 0 0,1 2 0 0 0,-1 2 0 0 0,9-2 0 0 0,7-11 0 0 0,10-7 0 0 0,5-9 0 0 0,6-5 0 0 0,7 1 0 0 0,-1-4 0 0 0,2-6 0 0 0,3 2 0 0 0,-3-3 0 0 0,5-2 0 0 0,4-3 0 0 0,2-3 0 0 0,1-1 0 0 0,-6-2 0 0 0,4 0 0 0 0,1 0 0 0 0,1-1 0 0 0,5 1 0 0 0,2 0 0 0 0,-2-5 0 0 0,4-2 0 0 0,-5 0 0 0 0,-4 7 0 0 0,-2 3 0 0 0,-1-3 0 0 0,-1 2 0 0 0,6 2 0 0 0,1-5 0 0 0,-4-3 0 0 0,-4 5 0 0 0,5-3 0 0 0,-3-1 0 0 0,-2 0 0 0 0,5 0 0 0 0,2-4 0 0 0,0-1 0 0 0,5 1 0 0 0,1-4 0 0 0,-1 5 0 0 0,-3-1 0 0 0,3-4 0 0 0,1-2 0 0 0,2-2 0 0 0,1-5 0 0 0,2 2 0 0 0,-1-2 0 0 0,-2 2 0 0 0,0 5 0 0 0,0 5 0 0 0,-8 3 0 0 0,0-2 0 0 0,5-6 0 0 0,-4 0 0 0 0,-3 2 0 0 0,-3 8 0 0 0,-5 0 0 0 0,-2-1 0 0 0,0 7 0 0 0,1-3 0 0 0,3-1 0 0 0,1-1 0 0 0,-4 1 0 0 0,-1 5 0 0 0,-4 2 0 0 0,0 0 0 0 0,1 4 0 0 0,-1 1 0 0 0,-6-1 0 0 0,2-4 0 0 0,3 4 0 0 0,-2 0 0 0 0,-3-2 0 0 0,1 3 0 0 0,-2-1 0 0 0,3 4 0 0 0,-2 0 0 0 0,-3 7 0 0 0,-8 6 0 0 0,-5 8 0 0 0,-6 10 0 0 0,-8 1 0 0 0,-1 4 0 0 0,-2 5 0 0 0,-8 2 0 0 0,0 2 0 0 0,0 3 0 0 0,-1 0 0 0 0,0-5 0 0 0,4 4 0 0 0,2 2 0 0 0,-1-5 0 0 0,-1-1 0 0 0,-3 5 0 0 0,0-3 0 0 0,-2 5 0 0 0,0 2 0 0 0,-1-1 0 0 0,0-4 0 0 0,0 1 0 0 0,0 7 0 0 0,-1-3 0 0 0,-4 3 0 0 0,4 0 0 0 0,1-6 0 0 0,1 1 0 0 0,-4 7 0 0 0,-8 6 0 0 0,-1 6 0 0 0,-4 4 0 0 0,0 4 0 0 0,-1-3 0 0 0,-4-7 0 0 0,7-1 0 0 0,1 2 0 0 0,2-2 0 0 0,4-5 0 0 0,3-5 0 0 0,-4 2 0 0 0,0 5 0 0 0,-3-1 0 0 0,-1-3 0 0 0,2 3 0 0 0,3-7 0 0 0,3 0 0 0 0,1 5 0 0 0,-3-5 0 0 0,-1 1 0 0 0,-4 0 0 0 0,-1 3 0 0 0,3 0 0 0 0,1-2 0 0 0,-1-3 0 0 0,4-2 0 0 0,0-1 0 0 0,-1-3 0 0 0,1 6 0 0 0,2-5 0 0 0,1-2 0 0 0,6-1 0 0 0,-2 0 0 0 0,-3 0 0 0 0,6 0 0 0 0,-5 1 0 0 0,-1 1 0 0 0,4-1 0 0 0,2 1 0 0 0,0-5 0 0 0,-1-3 0 0 0,5 2 0 0 0,0-5 0 0 0,-1 0 0 0 0,3 2 0 0 0,0 2 0 0 0,-2-2 0 0 0,-2-1 0 0 0,2 2 0 0 0,1-3 0 0 0,3 0 0 0 0,-1 3 0 0 0,4 1 0 0 0,-2-2 0 0 0,3-11 0 0 0,8-12 0 0 0,11-6 0 0 0,5-7 0 0 0,5-6 0 0 0,6-6 0 0 0,4 3 0 0 0,-1-1 0 0 0,-1-7 0 0 0,2 3 0 0 0,2 0 0 0 0,1-1 0 0 0,1 1 0 0 0,1-2 0 0 0,-4 0 0 0 0,-2 0 0 0 0,6-1 0 0 0,-3 1 0 0 0,0-1 0 0 0,1 0 0 0 0,0 0 0 0 0,1 0 0 0 0,0 5 0 0 0,2-3 0 0 0,-1-7 0 0 0,1 2 0 0 0,5-4 0 0 0,-3 1 0 0 0,-2 5 0 0 0,4-2 0 0 0,1-6 0 0 0,0-6 0 0 0,-1 5 0 0 0,4-2 0 0 0,-4 2 0 0 0,1 2 0 0 0,1 3 0 0 0,-1 2 0 0 0,4-4 0 0 0,0 0 0 0 0,-1-5 0 0 0,3 1 0 0 0,0 1 0 0 0,-2 3 0 0 0,-3 2 0 0 0,3-2 0 0 0,0-1 0 0 0,-2 1 0 0 0,-1-3 0 0 0,-3 0 0 0 0,-1 1 0 0 0,-2 3 0 0 0,5-3 0 0 0,2 0 0 0 0,-1 2 0 0 0,-1 2 0 0 0,-2-4 0 0 0,4 0 0 0 0,-4 2 0 0 0,-3 2 0 0 0,4-4 0 0 0,1 0 0 0 0,-1 2 0 0 0,0 2 0 0 0,-6 1 0 0 0,-4 2 0 0 0,0 2 0 0 0,1 0 0 0 0,-4 0 0 0 0,-1 6 0 0 0,2 1 0 0 0,-4 1 0 0 0,-4-3 0 0 0,0 5 0 0 0,-3-1 0 0 0,3-1 0 0 0,3 4 0 0 0,-1-1 0 0 0,-3-2 0 0 0,0-3 0 0 0,-6 9 0 0 0,-6 12 0 0 0,-7 6 0 0 0,-9 4 0 0 0,-1 5 0 0 0,-5 6 0 0 0,-2 1 0 0 0,1 2 0 0 0,-1 8 0 0 0,-1 0 0 0 0,-3-1 0 0 0,4 2 0 0 0,-1 0 0 0 0,-5 1 0 0 0,-5 0 0 0 0,4 1 0 0 0,2-1 0 0 0,-5 1 0 0 0,-3 5 0 0 0,0 8 0 0 0,0-5 0 0 0,1-3 0 0 0,2 3 0 0 0,0-1 0 0 0,0-1 0 0 0,1 4 0 0 0,-5 5 0 0 0,-1 0 0 0 0,5-2 0 0 0,-3 1 0 0 0,0-6 0 0 0,1 0 0 0 0,0 4 0 0 0,2 0 0 0 0,-5 3 0 0 0,-2 0 0 0 0,7 1 0 0 0,-3-1 0 0 0,1 1 0 0 0,-6 4 0 0 0,0 4 0 0 0,-5-3 0 0 0,6 1 0 0 0,4 1 0 0 0,-2-3 0 0 0,0-4 0 0 0,0 4 0 0 0,-3 0 0 0 0,0-4 0 0 0,1 0 0 0 0,2 3 0 0 0,2-1 0 0 0,2 0 0 0 0,-4 4 0 0 0,-1-3 0 0 0,1-5 0 0 0,1 1 0 0 0,2-2 0 0 0,1-4 0 0 0,1 3 0 0 0,6-2 0 0 0,2-2 0 0 0,-5 3 0 0 0,-3-1 0 0 0,-1 4 0 0 0,-1-2 0 0 0,1-7 0 0 0,5 1 0 0 0,3-2 0 0 0,1-5 0 0 0,3-4 0 0 0,6 0 0 0 0,0 0 0 0 0,-2 1 0 0 0,-4 1 0 0 0,2 2 0 0 0,-2 0 0 0 0,4 0 0 0 0,-1-4 0 0 0,2-2 0 0 0,4 1 0 0 0,5-10 0 0 0,8-7 0 0 0,4-10 0 0 0,1-11 0 0 0,5-7 0 0 0,6-6 0 0 0,5-4 0 0 0,4-2 0 0 0,3-1 0 0 0,-4 0 0 0 0,0 6 0 0 0,0 2 0 0 0,2-5 0 0 0,1-3 0 0 0,1-1 0 0 0,-4 0 0 0 0,-2 6 0 0 0,1-3 0 0 0,2-1 0 0 0,-4-1 0 0 0,0 1 0 0 0,1-1 0 0 0,2 1 0 0 0,-3 1 0 0 0,0 0 0 0 0,1 5 0 0 0,2-3 0 0 0,2-7 0 0 0,2 2 0 0 0,1 2 0 0 0,-4-4 0 0 0,-2 4 0 0 0,0 2 0 0 0,2-4 0 0 0,2-2 0 0 0,-5 0 0 0 0,5-4 0 0 0,3 5 0 0 0,-4-3 0 0 0,3-5 0 0 0,3 0 0 0 0,-4 2 0 0 0,-3-3 0 0 0,0 1 0 0 0,1 8 0 0 0,-4-1 0 0 0,-1 0 0 0 0,1 2 0 0 0,2-4 0 0 0,-3-1 0 0 0,-1 1 0 0 0,2 1 0 0 0,2 3 0 0 0,-3 1 0 0 0,0 1 0 0 0,-4-5 0 0 0,1 5 0 0 0,1 2 0 0 0,-2 1 0 0 0,-4 0 0 0 0,1 0 0 0 0,3-1 0 0 0,3 0 0 0 0,-1 0 0 0 0,-4-1 0 0 0,0 6 0 0 0,-3 1 0 0 0,2-1 0 0 0,-1 0 0 0 0,-4-2 0 0 0,-3-2 0 0 0,3 5 0 0 0,-1 1 0 0 0,3-2 0 0 0,0 0 0 0 0,-2-3 0 0 0,-3 0 0 0 0,3 3 0 0 0,-1 2 0 0 0,-1 9 0 0 0,-8 7 0 0 0,-3 11 0 0 0,-8 9 0 0 0,0 8 0 0 0,-5 5 0 0 0,-4-1 0 0 0,1 0 0 0 0,4 1 0 0 0,-1-4 0 0 0,-3 5 0 0 0,-4 3 0 0 0,3 2 0 0 0,-1 0 0 0 0,-2 0 0 0 0,-3-5 0 0 0,4 4 0 0 0,0 0 0 0 0,-2 7 0 0 0,-1 2 0 0 0,-2-1 0 0 0,3-2 0 0 0,1-2 0 0 0,-1 4 0 0 0,-2 0 0 0 0,-1-1 0 0 0,-2 4 0 0 0,4 4 0 0 0,2-5 0 0 0,-2 1 0 0 0,0 4 0 0 0,-3-1 0 0 0,5-2 0 0 0,0 1 0 0 0,-1-1 0 0 0,-1-3 0 0 0,3 2 0 0 0,0 0 0 0 0,-1 3 0 0 0,-3 4 0 0 0,-1-1 0 0 0,-7 2 0 0 0,3-3 0 0 0,5-3 0 0 0,-2 1 0 0 0,-2 3 0 0 0,-1 4 0 0 0,0-2 0 0 0,-1 2 0 0 0,6-3 0 0 0,1-5 0 0 0,1-5 0 0 0,-2 2 0 0 0,4-1 0 0 0,0 4 0 0 0,0-2 0 0 0,-3-1 0 0 0,3-4 0 0 0,0 4 0 0 0,-1-1 0 0 0,-2 3 0 0 0,-2 6 0 0 0,-2 4 0 0 0,-1-7 0 0 0,4-5 0 0 0,2-5 0 0 0,5-4 0 0 0,0-1 0 0 0,3-1 0 0 0,0-6 0 0 0,2-1 0 0 0,4 0 0 0 0,-3-4 0 0 0,3 1 0 0 0,1 2 0 0 0,-2-4 0 0 0,1-8 0 0 0,6-8 0 0 0,6-13 0 0 0,6-6 0 0 0,2-5 0 0 0,5-3 0 0 0,5-4 0 0 0,-1-1 0 0 0,2-2 0 0 0,2 1 0 0 0,-3-1 0 0 0,-4 0 0 0 0,0 1 0 0 0,2-1 0 0 0,4 1 0 0 0,-2 0 0 0 0,-5 1 0 0 0,1-1 0 0 0,3 0 0 0 0,3 0 0 0 0,-2 0 0 0 0,-4 1 0 0 0,0-1 0 0 0,2 0 0 0 0,4 0 0 0 0,-1-5 0 0 0,-6-2 0 0 0,1 1 0 0 0,3-5 0 0 0,-2 1 0 0 0,1 6 0 0 0,-2 0 0 0 0,1-6 0 0 0,4 5 0 0 0,2-3 0 0 0,-2-4 0 0 0,1-6 0 0 0,1-5 0 0 0,3-4 0 0 0,1 3 0 0 0,3 0 0 0 0,-6 5 0 0 0,-5 5 0 0 0,-1 5 0 0 0,1-2 0 0 0,3 3 0 0 0,-2-4 0 0 0,-5 0 0 0 0,0-2 0 0 0,4-5 0 0 0,3-4 0 0 0,-2-3 0 0 0,0-3 0 0 0,-2 4 0 0 0,0 11 0 0 0,-2 3 0 0 0,1 4 0 0 0,-3 2 0 0 0,3-2 0 0 0,-3-1 0 0 0,-3 1 0 0 0,-4 3 0 0 0,3 1 0 0 0,-1 1 0 0 0,3 2 0 0 0,0 0 0 0 0,-2 0 0 0 0,-3 0 0 0 0,3 1 0 0 0,-1-1 0 0 0,4 6 0 0 0,-1 1 0 0 0,-2 0 0 0 0,3-1 0 0 0,-2-2 0 0 0,-2-2 0 0 0,-2 10 0 0 0,-3 13 0 0 0,-8 13 0 0 0,-2 11 0 0 0,-6 7 0 0 0,-1 4 0 0 0,2 3 0 0 0,3 2 0 0 0,-3-1 0 0 0,-4 0 0 0 0,0 5 0 0 0,-3 1 0 0 0,3 4 0 0 0,-3-5 0 0 0,3-3 0 0 0,-2-3 0 0 0,2-2 0 0 0,3 0 0 0 0,5-1 0 0 0,-3 1 0 0 0,-4 5 0 0 0,-6 8 0 0 0,2 1 0 0 0,3-1 0 0 0,4-3 0 0 0,-1 2 0 0 0,-4-1 0 0 0,1-1 0 0 0,-2-4 0 0 0,1-1 0 0 0,-1 3 0 0 0,2 5 0 0 0,-2 7 0 0 0,-3 0 0 0 0,2-4 0 0 0,-2 1 0 0 0,4-2 0 0 0,-2-4 0 0 0,2-3 0 0 0,5-3 0 0 0,3 3 0 0 0,-1 0 0 0 0,0-1 0 0 0,-4-2 0 0 0,1-1 0 0 0,3 4 0 0 0,-3 1 0 0 0,0-2 0 0 0,-2-1 0 0 0,1-1 0 0 0,-3-2 0 0 0,2-2 0 0 0,2 1 0 0 0,5-2 0 0 0,-3 6 0 0 0,-5 2 0 0 0,1-1 0 0 0,-3-1 0 0 0,1 3 0 0 0,4 1 0 0 0,4-1 0 0 0,-3-7 0 0 0,2-5 0 0 0,-4 0 0 0 0,1-1 0 0 0,2 1 0 0 0,3 2 0 0 0,3 0 0 0 0,-4-5 0 0 0,0 0 0 0 0,1-10 0 0 0,3-13 0 0 0,0-12 0 0 0,8-9 0 0 0,2-6 0 0 0,0-4 0 0 0,5-3 0 0 0,0 0 0 0 0,-1 0 0 0 0,-4 0 0 0 0,-1 1 0 0 0,3-5 0 0 0,0-1 0 0 0,4 0 0 0 0,0 2 0 0 0,-2 1 0 0 0,2 2 0 0 0,0 1 0 0 0,-3 1 0 0 0,-2 0 0 0 0,-3 0 0 0 0,3 1 0 0 0,1-1 0 0 0,-2 1 0 0 0,4-6 0 0 0,1-7 0 0 0,-3-1 0 0 0,-2 1 0 0 0,4-2 0 0 0,-1 1 0 0 0,-2 2 0 0 0,4 5 0 0 0,0 1 0 0 0,3 3 0 0 0,-1-3 0 0 0,3-7 0 0 0,-2-1 0 0 0,-3 1 0 0 0,-3 4 0 0 0,-3 3 0 0 0,3 1 0 0 0,-1-2 0 0 0,5-1 0 0 0,0 0 0 0 0,-2 3 0 0 0,-3 1 0 0 0,-3-4 0 0 0,4-6 0 0 0,0-1 0 0 0,-1 2 0 0 0,3-2 0 0 0,0 2 0 0 0,-1 2 0 0 0,2 3 0 0 0,0-2 0 0 0,-2 0 0 0 0,-3 2 0 0 0,-2 2 0 0 0,-1 2 0 0 0,-3 1 0 0 0,0 2 0 0 0,0 0 0 0 0,0 0 0 0 0,-1 1 0 0 0,1-1 0 0 0,-1 11 0 0 0,1 14 0 0 0,0 13 0 0 0,0 11 0 0 0,0 7 0 0 0,-5 5 0 0 0,-2 3 0 0 0,0 0 0 0 0,2 1 0 0 0,-4-1 0 0 0,0-1 0 0 0,-5 0 0 0 0,2-1 0 0 0,1 0 0 0 0,-2 0 0 0 0,2 0 0 0 0,1 0 0 0 0,4-1 0 0 0,-3 1 0 0 0,0 5 0 0 0,-4-3 0 0 0,1-3 0 0 0,2 5 0 0 0,-2 1 0 0 0,0 0 0 0 0,3 5 0 0 0,3-1 0 0 0,-4 0 0 0 0,2-3 0 0 0,-5-2 0 0 0,1 3 0 0 0,-4 1 0 0 0,2 4 0 0 0,-2 6 0 0 0,1 4 0 0 0,3-2 0 0 0,-1-3 0 0 0,2 0 0 0 0,-3-3 0 0 0,0 1 0 0 0,-1-1 0 0 0,1-4 0 0 0,3-3 0 0 0,3-3 0 0 0,-2 3 0 0 0,1 5 0 0 0,-3 2 0 0 0,-1-3 0 0 0,3 2 0 0 0,-2-5 0 0 0,1 0 0 0 0,-4 4 0 0 0,2 5 0 0 0,3 5 0 0 0,-3-1 0 0 0,2-4 0 0 0,-4-5 0 0 0,2 0 0 0 0,3 4 0 0 0,-3-1 0 0 0,2-3 0 0 0,2 1 0 0 0,3-1 0 0 0,2-3 0 0 0,-3-8 0 0 0,-1-4 0 0 0,2-2 0 0 0,1 0 0 0 0,1 1 0 0 0,3 1 0 0 0,-6-4 0 0 0,0-2 0 0 0,1 2 0 0 0,1 1 0 0 0,1-8 0 0 0,2-13 0 0 0,1-12 0 0 0,1-9 0 0 0,5-3 0 0 0,2-3 0 0 0,0-8 0 0 0,4-4 0 0 0,0-6 0 0 0,4 3 0 0 0,-2 4 0 0 0,4-4 0 0 0,-3-5 0 0 0,-2-1 0 0 0,1 2 0 0 0,-1 3 0 0 0,2 2 0 0 0,-1 3 0 0 0,3-3 0 0 0,3-7 0 0 0,-1 0 0 0 0,-4 2 0 0 0,-4-3 0 0 0,1 2 0 0 0,0 2 0 0 0,2 3 0 0 0,4 3 0 0 0,0-8 0 0 0,-4-3 0 0 0,-3 2 0 0 0,1-2 0 0 0,5-4 0 0 0,4-4 0 0 0,-1-3 0 0 0,1 3 0 0 0,-2 0 0 0 0,-4-2 0 0 0,0 10 0 0 0,-2 1 0 0 0,2-2 0 0 0,4 3 0 0 0,-1 2 0 0 0,2 4 0 0 0,3-3 0 0 0,-3-4 0 0 0,-4 0 0 0 0,-4 2 0 0 0,0-1 0 0 0,4 0 0 0 0,0-1 0 0 0,2-5 0 0 0,4 1 0 0 0,-3 5 0 0 0,-3-2 0 0 0,-5 2 0 0 0,2-2 0 0 0,-2 2 0 0 0,3 3 0 0 0,-1-3 0 0 0,3 2 0 0 0,-1 3 0 0 0,2 2 0 0 0,-1 2 0 0 0,-4 3 0 0 0,-3-5 0 0 0,-4-1 0 0 0,4 1 0 0 0,0 2 0 0 0,3 6 0 0 0,1-2 0 0 0,-2-1 0 0 0,-3-6 0 0 0,3-7 0 0 0,-1 0 0 0 0,-1 1 0 0 0,3 9 0 0 0,-1 5 0 0 0,-1 2 0 0 0,2 0 0 0 0,0 1 0 0 0,-2-1 0 0 0,-3 9 0 0 0,-2 14 0 0 0,-2 12 0 0 0,-1 11 0 0 0,-7 2 0 0 0,-1 3 0 0 0,0 3 0 0 0,1 2 0 0 0,-3 1 0 0 0,-1 2 0 0 0,-3 0 0 0 0,0 1 0 0 0,2-1 0 0 0,-1 0 0 0 0,0 0 0 0 0,3 0 0 0 0,-3 0 0 0 0,1 6 0 0 0,-3-5 0 0 0,1 4 0 0 0,-2 6 0 0 0,0 6 0 0 0,-1 5 0 0 0,-4 0 0 0 0,2-5 0 0 0,-2-5 0 0 0,3 1 0 0 0,-1 3 0 0 0,-2 4 0 0 0,1-1 0 0 0,5 1 0 0 0,-1-2 0 0 0,2-5 0 0 0,-2 0 0 0 0,-3 4 0 0 0,1 4 0 0 0,-2 4 0 0 0,-3 2 0 0 0,3 3 0 0 0,-2 6 0 0 0,-1-3 0 0 0,2-2 0 0 0,0-1 0 0 0,-3-6 0 0 0,-1-1 0 0 0,2 0 0 0 0,0-3 0 0 0,4-1 0 0 0,5 2 0 0 0,-1-2 0 0 0,2 0 0 0 0,-2 3 0 0 0,-4 2 0 0 0,2-2 0 0 0,-3-1 0 0 0,-3 3 0 0 0,3-4 0 0 0,4 0 0 0 0,4-3 0 0 0,5-5 0 0 0,-2 1 0 0 0,0-1 0 0 0,-4-4 0 0 0,1 3 0 0 0,1-1 0 0 0,-2-2 0 0 0,1-3 0 0 0,-4-1 0 0 0,2-3 0 0 0,2 0 0 0 0,4-1 0 0 0,3-1 0 0 0,1 1 0 0 0,2-1 0 0 0,-4 0 0 0 0,-1 1 0 0 0,0 0 0 0 0,1-1 0 0 0,1 1 0 0 0,-3 0 0 0 0,-1 0 0 0 0,1-11 0 0 0,2-13 0 0 0,1-14 0 0 0,2-11 0 0 0,6-7 0 0 0,3-10 0 0 0,0-10 0 0 0,-2-7 0 0 0,0-6 0 0 0,3-3 0 0 0,0 3 0 0 0,-1 7 0 0 0,-1 6 0 0 0,3 11 0 0 0,0 1 0 0 0,-2 1 0 0 0,-1 0 0 0 0,-2 1 0 0 0,-2 0 0 0 0,4-5 0 0 0,1-2 0 0 0,-1 1 0 0 0,-1 1 0 0 0,4-4 0 0 0,0 0 0 0 0,-1-4 0 0 0,-3 1 0 0 0,-1 1 0 0 0,-2-1 0 0 0,-1 0 0 0 0,-1-2 0 0 0,0-5 0 0 0,0-3 0 0 0,-1 1 0 0 0,1 5 0 0 0,0-1 0 0 0,5 3 0 0 0,2-1 0 0 0,-1-4 0 0 0,0 2 0 0 0,-3 4 0 0 0,0 4 0 0 0,-2-2 0 0 0,0-4 0 0 0,-1 0 0 0 0,5 4 0 0 0,1 2 0 0 0,1-1 0 0 0,-2 0 0 0 0,-2 3 0 0 0,0-4 0 0 0,-2 1 0 0 0,-1-3 0 0 0,0-5 0 0 0,0-5 0 0 0,0 2 0 0 0,0 5 0 0 0,-1-1 0 0 0,1-2 0 0 0,0 2 0 0 0,0 4 0 0 0,0 4 0 0 0,0 4 0 0 0,0-3 0 0 0,0 0 0 0 0,0-3 0 0 0,0-1 0 0 0,0 3 0 0 0,0-3 0 0 0,0 1 0 0 0,0 2 0 0 0,0 2 0 0 0,0 4 0 0 0,0 1 0 0 0,0 1 0 0 0,0 1 0 0 0,0 1 0 0 0,0 0 0 0 0,0 10 0 0 0,0 14 0 0 0,0 13 0 0 0,0 11 0 0 0,0 12 0 0 0,-5 2 0 0 0,-2 0 0 0 0,0 0 0 0 0,-3 0 0 0 0,-1 0 0 0 0,-3 4 0 0 0,0 3 0 0 0,-2 3 0 0 0,1 7 0 0 0,4 4 0 0 0,3-1 0 0 0,-2-4 0 0 0,0-5 0 0 0,3-5 0 0 0,-4 2 0 0 0,1-1 0 0 0,-3 4 0 0 0,0 5 0 0 0,2-1 0 0 0,-1 3 0 0 0,0-3 0 0 0,3-3 0 0 0,3 0 0 0 0,-4 5 0 0 0,2-2 0 0 0,-5 7 0 0 0,1-1 0 0 0,2-3 0 0 0,-3 5 0 0 0,2-2 0 0 0,-4 1 0 0 0,2 2 0 0 0,3-4 0 0 0,-3 0 0 0 0,1 2 0 0 0,-2-3 0 0 0,1 0 0 0 0,3 2 0 0 0,-3 2 0 0 0,2 3 0 0 0,2 1 0 0 0,3 7 0 0 0,2-2 0 0 0,2-3 0 0 0,1-5 0 0 0,-4-3 0 0 0,-1 1 0 0 0,0-3 0 0 0,1-1 0 0 0,1 2 0 0 0,2-2 0 0 0,1 0 0 0 0,1 3 0 0 0,0 2 0 0 0,-5-8 0 0 0,-2-1 0 0 0,1-4 0 0 0,0 2 0 0 0,3-1 0 0 0,1-4 0 0 0,0-2 0 0 0,2-2 0 0 0,0-3 0 0 0,0 0 0 0 0,0-1 0 0 0,1 4 0 0 0,-1 2 0 0 0,0 0 0 0 0,0-1 0 0 0,0-2 0 0 0,0-1 0 0 0,0-1 0 0 0,5-5 0 0 0,2-14 0 0 0,0-14 0 0 0,4-6 0 0 0,-1-8 0 0 0,5-6 0 0 0,-2-5 0 0 0,-2-3 0 0 0,-3-2 0 0 0,2-1 0 0 0,0 0 0 0 0,2-6 0 0 0,6 5 0 0 0,-1 1 0 0 0,-3 2 0 0 0,-4 1 0 0 0,1-1 0 0 0,-1 1 0 0 0,3-1 0 0 0,0-1 0 0 0,2-4 0 0 0,-1-3 0 0 0,-3 0 0 0 0,-3 2 0 0 0,-4-4 0 0 0,4 0 0 0 0,5 1 0 0 0,0-3 0 0 0,4 1 0 0 0,-1 1 0 0 0,-4-2 0 0 0,-4 0 0 0 0,-2-3 0 0 0,2-4 0 0 0,-1 0 0 0 0,0-1 0 0 0,3-8 0 0 0,5-5 0 0 0,1-7 0 0 0,2-2 0 0 0,-2 5 0 0 0,-4-1 0 0 0,-3 1 0 0 0,2 6 0 0 0,-2-3 0 0 0,4 0 0 0 0,-1-5 0 0 0,-2-2 0 0 0,-3 7 0 0 0,-3 3 0 0 0,-2 2 0 0 0,5 5 0 0 0,0 2 0 0 0,-1 4 0 0 0,4-5 0 0 0,0-5 0 0 0,-1 4 0 0 0,-3-1 0 0 0,3 4 0 0 0,1 0 0 0 0,-3-1 0 0 0,4 3 0 0 0,0-7 0 0 0,-3-3 0 0 0,-2 2 0 0 0,-2 6 0 0 0,-2 1 0 0 0,-1 4 0 0 0,-1 0 0 0 0,5-4 0 0 0,2 2 0 0 0,-1-1 0 0 0,-1 2 0 0 0,-1 4 0 0 0,3-2 0 0 0,1 3 0 0 0,-1-3 0 0 0,-1 1 0 0 0,2 3 0 0 0,1 3 0 0 0,-1-2 0 0 0,-2 0 0 0 0,3-3 0 0 0,0 0 0 0 0,-2 2 0 0 0,-1 3 0 0 0,-3 3 0 0 0,-1 1 0 0 0,-1 3 0 0 0,-1 0 0 0 0,0 0 0 0 0,5 6 0 0 0,2 12 0 0 0,-1 14 0 0 0,-1 12 0 0 0,-1 8 0 0 0,-2 12 0 0 0,-1 5 0 0 0,0 2 0 0 0,-7-1 0 0 0,-1-2 0 0 0,0 3 0 0 0,-4-5 0 0 0,0 3 0 0 0,2-2 0 0 0,3 0 0 0 0,-4 4 0 0 0,1 5 0 0 0,1 6 0 0 0,2 0 0 0 0,-2 1 0 0 0,-1-3 0 0 0,1-5 0 0 0,-2 2 0 0 0,-1-3 0 0 0,2 2 0 0 0,-2 4 0 0 0,0-1 0 0 0,-3 2 0 0 0,1-3 0 0 0,2-4 0 0 0,-1 2 0 0 0,0 3 0 0 0,3-2 0 0 0,3 8 0 0 0,-3 0 0 0 0,0-4 0 0 0,1-1 0 0 0,3-2 0 0 0,2 5 0 0 0,1 6 0 0 0,1-3 0 0 0,-4 0 0 0 0,-2 1 0 0 0,1-3 0 0 0,1-1 0 0 0,-4-4 0 0 0,0 1 0 0 0,1 2 0 0 0,3-2 0 0 0,1 1 0 0 0,-4 2 0 0 0,1-2 0 0 0,0 1 0 0 0,1-3 0 0 0,3 0 0 0 0,-4 4 0 0 0,-1-3 0 0 0,1-4 0 0 0,2 0 0 0 0,1-1 0 0 0,2 1 0 0 0,-4 5 0 0 0,-1-2 0 0 0,0 1 0 0 0,2-1 0 0 0,2-5 0 0 0,1-4 0 0 0,1-3 0 0 0,0-3 0 0 0,2-1 0 0 0,-1-2 0 0 0,0 0 0 0 0,0 0 0 0 0,1 0 0 0 0,-1 1 0 0 0,0-1 0 0 0,0 1 0 0 0,0-1 0 0 0,0 1 0 0 0,0 0 0 0 0,0 0 0 0 0,0 0 0 0 0,0 0 0 0 0,0-11 0 0 0,5-8 0 0 0,2-12 0 0 0,5-11 0 0 0,0-9 0 0 0,-1-11 0 0 0,2-7 0 0 0,-1 0 0 0 0,-3-6 0 0 0,3 5 0 0 0,-1 5 0 0 0,3-4 0 0 0,-1 1 0 0 0,-2-5 0 0 0,-4 0 0 0 0,3-4 0 0 0,4-4 0 0 0,1 1 0 0 0,2-1 0 0 0,-1 2 0 0 0,1 4 0 0 0,-2-1 0 0 0,-3 2 0 0 0,-4-2 0 0 0,-3 1 0 0 0,2 3 0 0 0,1 4 0 0 0,4-4 0 0 0,-1-4 0 0 0,4-5 0 0 0,-1-5 0 0 0,-3-3 0 0 0,-3-3 0 0 0,2 4 0 0 0,0 7 0 0 0,-3 6 0 0 0,-1 0 0 0 0,2-2 0 0 0,1 1 0 0 0,4 2 0 0 0,-1-1 0 0 0,-2-4 0 0 0,3-4 0 0 0,-2 1 0 0 0,-2 0 0 0 0,3 2 0 0 0,-1 5 0 0 0,-2-1 0 0 0,-3-3 0 0 0,-3-4 0 0 0,-1 1 0 0 0,4 5 0 0 0,1 4 0 0 0,0 5 0 0 0,-3-2 0 0 0,5 5 0 0 0,0-2 0 0 0,-1 1 0 0 0,-3 0 0 0 0,-1 1 0 0 0,-2-4 0 0 0,-1-1 0 0 0,5 1 0 0 0,0-4 0 0 0,1-5 0 0 0,3 1 0 0 0,0 2 0 0 0,-1 4 0 0 0,3 8 0 0 0,-1 5 0 0 0,-2 1 0 0 0,-3 1 0 0 0,-2 8 0 0 0,-2 14 0 0 0,-1 12 0 0 0,-1 10 0 0 0,0 6 0 0 0,-1 5 0 0 0,1 3 0 0 0,0 5 0 0 0,-1 2 0 0 0,-4 0 0 0 0,-2-2 0 0 0,0-3 0 0 0,2-1 0 0 0,-4-2 0 0 0,-1 0 0 0 0,2 4 0 0 0,3 1 0 0 0,1 0 0 0 0,2 4 0 0 0,-5 6 0 0 0,0 5 0 0 0,1 4 0 0 0,1-2 0 0 0,-4 0 0 0 0,0-4 0 0 0,2-4 0 0 0,-4-1 0 0 0,0 3 0 0 0,2-1 0 0 0,3 1 0 0 0,2 4 0 0 0,-4-3 0 0 0,1-3 0 0 0,0-5 0 0 0,2 1 0 0 0,-4 4 0 0 0,0-1 0 0 0,2 3 0 0 0,1 4 0 0 0,3 3 0 0 0,1-3 0 0 0,1-4 0 0 0,0 0 0 0 0,2-4 0 0 0,-1 3 0 0 0,-5-3 0 0 0,-1-3 0 0 0,-1 2 0 0 0,2-1 0 0 0,1 2 0 0 0,2 0 0 0 0,1-3 0 0 0,0-3 0 0 0,1-3 0 0 0,-5-2 0 0 0,-2 4 0 0 0,1 1 0 0 0,1-1 0 0 0,1-1 0 0 0,2-2 0 0 0,1-2 0 0 0,0 0 0 0 0,1-1 0 0 0,0 0 0 0 0,1 5 0 0 0,-1 7 0 0 0,0 1 0 0 0,0-2 0 0 0,1-2 0 0 0,-1-3 0 0 0,0-2 0 0 0,0-3 0 0 0,0-1 0 0 0,0-10 0 0 0,0-15 0 0 0,0-14 0 0 0,0-10 0 0 0,5-2 0 0 0,2-9 0 0 0,-1-4 0 0 0,0-7 0 0 0,-2-7 0 0 0,-2-1 0 0 0,-1-3 0 0 0,5 2 0 0 0,1 4 0 0 0,-1 5 0 0 0,-1 4 0 0 0,-1 2 0 0 0,-2 2 0 0 0,-1 2 0 0 0,0-1 0 0 0,4-4 0 0 0,1-2 0 0 0,1 0 0 0 0,-2 2 0 0 0,-1-5 0 0 0,-2 0 0 0 0,-1 1 0 0 0,-1-3 0 0 0,0 1 0 0 0,0-4 0 0 0,5 1 0 0 0,2 2 0 0 0,-1-1 0 0 0,-1 0 0 0 0,-1-2 0 0 0,-2-4 0 0 0,0-5 0 0 0,-2 2 0 0 0,0 0 0 0 0,0-3 0 0 0,0-1 0 0 0,-1-3 0 0 0,1-1 0 0 0,0 4 0 0 0,0 1 0 0 0,0 0 0 0 0,0 3 0 0 0,0 1 0 0 0,0 3 0 0 0,0 5 0 0 0,0 5 0 0 0,0 3 0 0 0,0-3 0 0 0,0 0 0 0 0,0 1 0 0 0,0 2 0 0 0,0 1 0 0 0,0-4 0 0 0,0 0 0 0 0,0 0 0 0 0,0 2 0 0 0,0 2 0 0 0,0 1 0 0 0,0 1 0 0 0,0 1 0 0 0,0 0 0 0 0,0 1 0 0 0,0-1 0 0 0,0 1 0 0 0,0-1 0 0 0,0 0 0 0 0,0 1 0 0 0,-5 4 0 0 0,-2 2 0 0 0,0 0 0 0 0,2-1 0 0 0,-4 3 0 0 0,-6 6 0 0 0,-5 5 0 0 0,0 10 0 0 0,5 10 0 0 0,-2 10 0 0 0,3 5 0 0 0,-2 0 0 0 0,2 1 0 0 0,4 6 0 0 0,-3-2 0 0 0,2 0 0 0 0,-3-1 0 0 0,-4 1 0 0 0,1 1 0 0 0,3 5 0 0 0,-1-3 0 0 0,2 3 0 0 0,-2-3 0 0 0,2-3 0 0 0,-3 4 0 0 0,2 2 0 0 0,3 6 0 0 0,-2 1 0 0 0,2-2 0 0 0,-3 3 0 0 0,-5 0 0 0 0,2-3 0 0 0,-2 3 0 0 0,2 4 0 0 0,-1 5 0 0 0,-2 4 0 0 0,-4 3 0 0 0,2-4 0 0 0,1 0 0 0 0,-3 1 0 0 0,4 1 0 0 0,5-3 0 0 0,4-1 0 0 0,5-4 0 0 0,-2 0 0 0 0,1 2 0 0 0,-5-2 0 0 0,1 1 0 0 0,-4 2 0 0 0,-4 4 0 0 0,1 1 0 0 0,4-2 0 0 0,-2-1 0 0 0,3 1 0 0 0,3-4 0 0 0,3-5 0 0 0,-2 1 0 0 0,1-4 0 0 0,1 2 0 0 0,-4-6 0 0 0,1 0 0 0 0,2 4 0 0 0,2 5 0 0 0,-3-5 0 0 0,-1 0 0 0 0,3 4 0 0 0,2 3 0 0 0,1 0 0 0 0,2-4 0 0 0,1-5 0 0 0,1-4 0 0 0,0-3 0 0 0,1-2 0 0 0,-1-1 0 0 0,0-1 0 0 0,1 0 0 0 0,-1 0 0 0 0,0 1 0 0 0,0-1 0 0 0,0 0 0 0 0,0-9 0 0 0,0-15 0 0 0,0-13 0 0 0,0-11 0 0 0,0-7 0 0 0,0-5 0 0 0,0-2 0 0 0,5-2 0 0 0,2 1 0 0 0,0-5 0 0 0,-2-2 0 0 0,-1 2 0 0 0,-2 1 0 0 0,5 2 0 0 0,0-4 0 0 0,0 0 0 0 0,-2 2 0 0 0,4 1 0 0 0,0 1 0 0 0,-1 2 0 0 0,3-4 0 0 0,-1-6 0 0 0,-1-1 0 0 0,-3 1 0 0 0,3-1 0 0 0,1 0 0 0 0,-3-2 0 0 0,-1 1 0 0 0,-3 3 0 0 0,-1-1 0 0 0,-1 0 0 0 0,-1-2 0 0 0,0 1 0 0 0,-1 3 0 0 0,6-2 0 0 0,2-4 0 0 0,-1-5 0 0 0,-1 1 0 0 0,-1-1 0 0 0,4-2 0 0 0,0-2 0 0 0,-1-3 0 0 0,-2 4 0 0 0,-1 1 0 0 0,-2 4 0 0 0,4 0 0 0 0,2 4 0 0 0,-2 4 0 0 0,-1-2 0 0 0,-1 3 0 0 0,3 1 0 0 0,1-1 0 0 0,-1 0 0 0 0,-2 2 0 0 0,-1-3 0 0 0,-2 0 0 0 0,-1-2 0 0 0,-1-5 0 0 0,0-5 0 0 0,-1 2 0 0 0,1 0 0 0 0,0 2 0 0 0,0 6 0 0 0,-1 4 0 0 0,1 4 0 0 0,0 3 0 0 0,0 2 0 0 0,0 0 0 0 0,0 1 0 0 0,0 0 0 0 0,0 0 0 0 0,6 0 0 0 0,1 0 0 0 0,-1-1 0 0 0,0 0 0 0 0,-3 1 0 0 0,0-1 0 0 0,-2 0 0 0 0,0 11 0 0 0,-1 13 0 0 0,-1 14 0 0 0,1 11 0 0 0,0 7 0 0 0,-1 5 0 0 0,1 8 0 0 0,0 2 0 0 0,0 5 0 0 0,-5-4 0 0 0,-2 0 0 0 0,0-1 0 0 0,-3-3 0 0 0,-1-1 0 0 0,2-2 0 0 0,2 3 0 0 0,3 1 0 0 0,2-1 0 0 0,1 4 0 0 0,0 1 0 0 0,-4-3 0 0 0,-1 3 0 0 0,-6 6 0 0 0,1-2 0 0 0,0 3 0 0 0,4 4 0 0 0,-3-3 0 0 0,0 1 0 0 0,2 3 0 0 0,2-3 0 0 0,3 0 0 0 0,-4-3 0 0 0,-1 1 0 0 0,1-3 0 0 0,2-4 0 0 0,2 1 0 0 0,-4 4 0 0 0,-1 0 0 0 0,1 1 0 0 0,2-1 0 0 0,1 1 0 0 0,2 3 0 0 0,1 4 0 0 0,1 2 0 0 0,0-3 0 0 0,0 0 0 0 0,-5-4 0 0 0,-1 0 0 0 0,-1-3 0 0 0,2-5 0 0 0,1 2 0 0 0,2-3 0 0 0,1 4 0 0 0,0 4 0 0 0,1 4 0 0 0,0 3 0 0 0,-4-7 0 0 0,-3-2 0 0 0,0 2 0 0 0,2-3 0 0 0,2 2 0 0 0,0-2 0 0 0,2-4 0 0 0,0-4 0 0 0,1-2 0 0 0,1-3 0 0 0,-1-2 0 0 0,0-1 0 0 0,0 1 0 0 0,1-1 0 0 0,-1 0 0 0 0,0 0 0 0 0,0 1 0 0 0,0-1 0 0 0,0-9 0 0 0,0-15 0 0 0,0-13 0 0 0,0-11 0 0 0,0-7 0 0 0,0-5 0 0 0,0-2 0 0 0,0-7 0 0 0,0-7 0 0 0,0 0 0 0 0,0-4 0 0 0,0 2 0 0 0,0 4 0 0 0,0 4 0 0 0,0 3 0 0 0,0 4 0 0 0,0 1 0 0 0,0 1 0 0 0,0 1 0 0 0,0 0 0 0 0,0-5 0 0 0,0-2 0 0 0,5-1 0 0 0,2 3 0 0 0,0-5 0 0 0,-2 0 0 0 0,-1-4 0 0 0,-2 0 0 0 0,-1-3 0 0 0,0-3 0 0 0,-1-5 0 0 0,0 3 0 0 0,-1-1 0 0 0,1-2 0 0 0,0 4 0 0 0,0 4 0 0 0,0 1 0 0 0,0 2 0 0 0,0-1 0 0 0,0 1 0 0 0,0-2 0 0 0,0 1 0 0 0,0 4 0 0 0,0-3 0 0 0,0-3 0 0 0,0 0 0 0 0,0 4 0 0 0,0-2 0 0 0,0-4 0 0 0,0-4 0 0 0,0 2 0 0 0,0-1 0 0 0,0 4 0 0 0,0 3 0 0 0,0 1 0 0 0,0 1 0 0 0,0 3 0 0 0,0 3 0 0 0,0 3 0 0 0,0-3 0 0 0,0-2 0 0 0,5 2 0 0 0,2 2 0 0 0,-1 1 0 0 0,0 1 0 0 0,-2 1 0 0 0,-2 1 0 0 0,-1 0 0 0 0,0 1 0 0 0,-1-1 0 0 0,0 1 0 0 0,-1-6 0 0 0,1-2 0 0 0,0 1 0 0 0,0 1 0 0 0,-1 1 0 0 0,1 2 0 0 0,0 1 0 0 0,0 1 0 0 0,0 10 0 0 0,0 15 0 0 0,0 13 0 0 0,0 11 0 0 0,-5 13 0 0 0,-2 11 0 0 0,-5-1 0 0 0,0-2 0 0 0,2-3 0 0 0,2-2 0 0 0,3 3 0 0 0,-3-4 0 0 0,-1-3 0 0 0,2 5 0 0 0,-3 1 0 0 0,0-1 0 0 0,1 5 0 0 0,-2 1 0 0 0,0-2 0 0 0,2-2 0 0 0,-2-2 0 0 0,0 4 0 0 0,2 0 0 0 0,3 3 0 0 0,2 7 0 0 0,-3-1 0 0 0,-1-4 0 0 0,1 2 0 0 0,-3-1 0 0 0,0 1 0 0 0,1-2 0 0 0,-2 3 0 0 0,0 3 0 0 0,-3 4 0 0 0,0 4 0 0 0,-1-4 0 0 0,0 0 0 0 0,4 1 0 0 0,-2-3 0 0 0,1-6 0 0 0,3-5 0 0 0,3 1 0 0 0,2 4 0 0 0,3-1 0 0 0,-5 3 0 0 0,-1 3 0 0 0,1-2 0 0 0,-4-3 0 0 0,-1 0 0 0 0,3-2 0 0 0,1-3 0 0 0,-2-4 0 0 0,0 3 0 0 0,1 5 0 0 0,3 5 0 0 0,1-1 0 0 0,2-3 0 0 0,1 1 0 0 0,1 3 0 0 0,0-2 0 0 0,-4-4 0 0 0,-3-4 0 0 0,1-3 0 0 0,1-3 0 0 0,1-3 0 0 0,2 0 0 0 0,0-1 0 0 0,2 0 0 0 0,0 0 0 0 0,0 0 0 0 0,0 1 0 0 0,1-1 0 0 0,-1 1 0 0 0,0-16 0 0 0,0-15 0 0 0,0-14 0 0 0,0-9 0 0 0,0-6 0 0 0,0-3 0 0 0,0-7 0 0 0,0-7 0 0 0,5 4 0 0 0,2-1 0 0 0,0 1 0 0 0,4-2 0 0 0,-1-5 0 0 0,-1 1 0 0 0,3 4 0 0 0,0 4 0 0 0,-3-2 0 0 0,-3 1 0 0 0,-2 2 0 0 0,-2 3 0 0 0,-1-4 0 0 0,-1-4 0 0 0,0-7 0 0 0,-1-3 0 0 0,6 0 0 0 0,1 1 0 0 0,1 2 0 0 0,-2-4 0 0 0,-1 1 0 0 0,3 5 0 0 0,1-1 0 0 0,0 5 0 0 0,-3-2 0 0 0,-1-9 0 0 0,3 1 0 0 0,1 4 0 0 0,-1 0 0 0 0,-2-1 0 0 0,-1-3 0 0 0,-2-2 0 0 0,-2 3 0 0 0,1 0 0 0 0,-1-6 0 0 0,5-3 0 0 0,1 3 0 0 0,0 2 0 0 0,0 5 0 0 0,-3 2 0 0 0,0-2 0 0 0,-2-2 0 0 0,-1 4 0 0 0,0-1 0 0 0,0-2 0 0 0,0 3 0 0 0,0 0 0 0 0,-1 4 0 0 0,1-2 0 0 0,0 3 0 0 0,0 4 0 0 0,0-1 0 0 0,0 1 0 0 0,0-3 0 0 0,0-3 0 0 0,0 0 0 0 0,0 3 0 0 0,0 5 0 0 0,0 3 0 0 0,0 3 0 0 0,0 2 0 0 0,0 1 0 0 0,0 1 0 0 0,0 0 0 0 0,0 10 0 0 0,0 14 0 0 0,0 14 0 0 0,0 9 0 0 0,0 9 0 0 0,0 4 0 0 0,0 2 0 0 0,0 7 0 0 0,-5 2 0 0 0,-7 3 0 0 0,-2 1 0 0 0,2-2 0 0 0,3-4 0 0 0,3-3 0 0 0,2-2 0 0 0,2 3 0 0 0,-4 6 0 0 0,0 6 0 0 0,0 6 0 0 0,-4-2 0 0 0,-1-5 0 0 0,3 1 0 0 0,1-4 0 0 0,-2-3 0 0 0,0-5 0 0 0,1-2 0 0 0,2 8 0 0 0,3 7 0 0 0,1 1 0 0 0,1 1 0 0 0,-4 4 0 0 0,-2 1 0 0 0,1 3 0 0 0,-4-5 0 0 0,-1-5 0 0 0,2-2 0 0 0,3-3 0 0 0,-4-4 0 0 0,1-4 0 0 0,1 2 0 0 0,3 5 0 0 0,-4 1 0 0 0,0 2 0 0 0,2-1 0 0 0,1-3 0 0 0,3 2 0 0 0,1 3 0 0 0,1 4 0 0 0,1-1 0 0 0,-5-5 0 0 0,-2-4 0 0 0,1-4 0 0 0,1 1 0 0 0,1 0 0 0 0,-3-1 0 0 0,-1-3 0 0 0,1-1 0 0 0,1-2 0 0 0,3 0 0 0 0,1-2 0 0 0,-5 6 0 0 0,0 2 0 0 0,1 4 0 0 0,1 1 0 0 0,1-2 0 0 0,2-3 0 0 0,1-2 0 0 0,1-2 0 0 0,0-2 0 0 0,0-1 0 0 0,0 0 0 0 0,1-1 0 0 0,-1 0 0 0 0,0 1 0 0 0,0-11 0 0 0,0-14 0 0 0,0-13 0 0 0,0-11 0 0 0,0-7 0 0 0,0-5 0 0 0,0-3 0 0 0,0 0 0 0 0,0 0 0 0 0,0-6 0 0 0,0 0 0 0 0,0 0 0 0 0,0 2 0 0 0,0 3 0 0 0,0 0 0 0 0,0-3 0 0 0,0-1 0 0 0,5-5 0 0 0,2 0 0 0 0,0-3 0 0 0,-2 1 0 0 0,-1 3 0 0 0,-2 3 0 0 0,0 3 0 0 0,3 3 0 0 0,2 1 0 0 0,0 1 0 0 0,-2-4 0 0 0,-2-3 0 0 0,0 2 0 0 0,-2-5 0 0 0,-1-1 0 0 0,0-2 0 0 0,0-1 0 0 0,0 4 0 0 0,-1-3 0 0 0,1 1 0 0 0,0 3 0 0 0,0 3 0 0 0,0 2 0 0 0,0-3 0 0 0,0 0 0 0 0,0 0 0 0 0,0 3 0 0 0,0-5 0 0 0,0 1 0 0 0,0 0 0 0 0,0 3 0 0 0,0-4 0 0 0,0 0 0 0 0,0 2 0 0 0,0 2 0 0 0,0 1 0 0 0,0-3 0 0 0,0-6 0 0 0,0-1 0 0 0,0-2 0 0 0,0 0 0 0 0,0-1 0 0 0,0 1 0 0 0,0 4 0 0 0,0 4 0 0 0,0 4 0 0 0,0 2 0 0 0,0 1 0 0 0,0 2 0 0 0,0-1 0 0 0,0 1 0 0 0,0 0 0 0 0,0 0 0 0 0,0-1 0 0 0,0 1 0 0 0,0-1 0 0 0,0 0 0 0 0,0 1 0 0 0,-6 4 0 0 0,0 13 0 0 0,-1 13 0 0 0,2 12 0 0 0,1 9 0 0 0,1 7 0 0 0,2 3 0 0 0,-5 2 0 0 0,-1 1 0 0 0,1-1 0 0 0,1 0 0 0 0,-4 4 0 0 0,0 7 0 0 0,1 1 0 0 0,3-2 0 0 0,1 2 0 0 0,-4-6 0 0 0,0 0 0 0 0,2-1 0 0 0,0 4 0 0 0,-2 4 0 0 0,-1 1 0 0 0,1-3 0 0 0,3 1 0 0 0,1-1 0 0 0,2 2 0 0 0,1 4 0 0 0,1-2 0 0 0,0-3 0 0 0,0-4 0 0 0,1 1 0 0 0,-1 4 0 0 0,-5-1 0 0 0,-2 9 0 0 0,1 4 0 0 0,0 4 0 0 0,-3 6 0 0 0,0-2 0 0 0,1-3 0 0 0,2-6 0 0 0,2-3 0 0 0,2 1 0 0 0,1-5 0 0 0,-4 0 0 0 0,-2-3 0 0 0,1 1 0 0 0,1 8 0 0 0,1-1 0 0 0,2-4 0 0 0,-4 0 0 0 0,-1-4 0 0 0,0 1 0 0 0,2-2 0 0 0,1 1 0 0 0,2 3 0 0 0,-4-2 0 0 0,-1 2 0 0 0,0-3 0 0 0,2 2 0 0 0,2 2 0 0 0,0 4 0 0 0,2-3 0 0 0,1-5 0 0 0,0 0 0 0 0,0 3 0 0 0,1 3 0 0 0,-1 3 0 0 0,0-3 0 0 0,0-5 0 0 0,0 0 0 0 0,1-3 0 0 0,-1-4 0 0 0,0-4 0 0 0,0-3 0 0 0,0-1 0 0 0,0-2 0 0 0,-1-1 0 0 0,1 0 0 0 0,6-5 0 0 0,1-18 0 0 0,5-19 0 0 0,0-15 0 0 0,-2-11 0 0 0,-2-6 0 0 0,-3 0 0 0 0,3-3 0 0 0,1-5 0 0 0,3 3 0 0 0,0 3 0 0 0,-2 4 0 0 0,-3 5 0 0 0,3-2 0 0 0,-1 0 0 0 0,-1 1 0 0 0,-3 3 0 0 0,-1 1 0 0 0,-2 2 0 0 0,-2-5 0 0 0,1-6 0 0 0,-2-1 0 0 0,1-4 0 0 0,-1-4 0 0 0,1-3 0 0 0,5-4 0 0 0,2 4 0 0 0,-1 6 0 0 0,0 5 0 0 0,-2 1 0 0 0,-2-4 0 0 0,-1-4 0 0 0,0 2 0 0 0,-1-2 0 0 0,0-2 0 0 0,-1 2 0 0 0,1 5 0 0 0,0 5 0 0 0,0 4 0 0 0,-1-2 0 0 0,1 0 0 0 0,0-3 0 0 0,0-1 0 0 0,0-2 0 0 0,0 0 0 0 0,0 3 0 0 0,0 4 0 0 0,0 2 0 0 0,0-3 0 0 0,0-5 0 0 0,0-5 0 0 0,0-1 0 0 0,0 4 0 0 0,0 5 0 0 0,0 3 0 0 0,0 3 0 0 0,0-2 0 0 0,0-7 0 0 0,0 1 0 0 0,0-5 0 0 0,0-3 0 0 0,0 1 0 0 0,0 4 0 0 0,0 5 0 0 0,0 3 0 0 0,0 4 0 0 0,0 2 0 0 0,0 1 0 0 0,0 1 0 0 0,0 0 0 0 0,0 0 0 0 0,-5 5 0 0 0,-2 2 0 0 0,1-1 0 0 0,0-1 0 0 0,-3-2 0 0 0,0 9 0 0 0,1 13 0 0 0,2 12 0 0 0,2 10 0 0 0,-3 8 0 0 0,-1 5 0 0 0,1 2 0 0 0,-3 1 0 0 0,-1 6 0 0 0,3 1 0 0 0,-4-1 0 0 0,1-2 0 0 0,2-1 0 0 0,3-3 0 0 0,2-1 0 0 0,2 5 0 0 0,1 0 0 0 0,1 1 0 0 0,-5-3 0 0 0,-1 0 0 0 0,0-3 0 0 0,1 0 0 0 0,1 0 0 0 0,2 9 0 0 0,-5 9 0 0 0,0 0 0 0 0,0-2 0 0 0,2 1 0 0 0,2-3 0 0 0,-5 2 0 0 0,0 8 0 0 0,1 5 0 0 0,-3 2 0 0 0,-1 2 0 0 0,3 0 0 0 0,1-1 0 0 0,3-1 0 0 0,2-5 0 0 0,1-8 0 0 0,1-2 0 0 0,0-3 0 0 0,-5 0 0 0 0,-1 4 0 0 0,0-2 0 0 0,1 2 0 0 0,-4-2 0 0 0,-1-4 0 0 0,3 1 0 0 0,1-1 0 0 0,2 2 0 0 0,2-2 0 0 0,-5 4 0 0 0,0 3 0 0 0,1 4 0 0 0,1-2 0 0 0,1-5 0 0 0,2 1 0 0 0,1-4 0 0 0,-4-3 0 0 0,-2-3 0 0 0,1-4 0 0 0,1-2 0 0 0,1 5 0 0 0,2 0 0 0 0,1 0 0 0 0,0-2 0 0 0,1-1 0 0 0,1-1 0 0 0,-1-1 0 0 0,0-1 0 0 0,0 0 0 0 0,1-1 0 0 0,-1 1 0 0 0,0 0 0 0 0,0-1 0 0 0,0 1 0 0 0,0 0 0 0 0,0-11 0 0 0,0-14 0 0 0,0-13 0 0 0,5-10 0 0 0,2-8 0 0 0,0-5 0 0 0,-2-8 0 0 0,-1-3 0 0 0,3 7 0 0 0,2 2 0 0 0,-2 2 0 0 0,3 2 0 0 0,1-7 0 0 0,-2-6 0 0 0,2-2 0 0 0,0-5 0 0 0,-2 2 0 0 0,-3-3 0 0 0,-2 3 0 0 0,-2 2 0 0 0,-1 0 0 0 0,4-4 0 0 0,2-4 0 0 0,-1 1 0 0 0,-1 5 0 0 0,-1 4 0 0 0,3 5 0 0 0,1-3 0 0 0,-1 1 0 0 0,-2-3 0 0 0,-1-1 0 0 0,3-2 0 0 0,1 0 0 0 0,-1 3 0 0 0,-2-2 0 0 0,-1-4 0 0 0,-2 2 0 0 0,-1-3 0 0 0,4 2 0 0 0,2 3 0 0 0,-1-5 0 0 0,-1-1 0 0 0,-1-2 0 0 0,-2 3 0 0 0,-1-1 0 0 0,0-2 0 0 0,-1-4 0 0 0,-1 4 0 0 0,1-1 0 0 0,0-1 0 0 0,0 3 0 0 0,-1 0 0 0 0,1 3 0 0 0,0-1 0 0 0,0-2 0 0 0,0 2 0 0 0,0-1 0 0 0,0 3 0 0 0,0 4 0 0 0,0-2 0 0 0,0 3 0 0 0,0-3 0 0 0,0-4 0 0 0,0-4 0 0 0,0 2 0 0 0,0 4 0 0 0,0 5 0 0 0,0-1 0 0 0,0 1 0 0 0,0-2 0 0 0,0 1 0 0 0,0 3 0 0 0,0 2 0 0 0,0 3 0 0 0,0 2 0 0 0,-5 1 0 0 0,-2 2 0 0 0,0-1 0 0 0,2 1 0 0 0,1 0 0 0 0,2-1 0 0 0,1 1 0 0 0,-5 4 0 0 0,-1 3 0 0 0,0-1 0 0 0,2-2 0 0 0,2-1 0 0 0,1-1 0 0 0,-5 3 0 0 0,-5 12 0 0 0,-2 14 0 0 0,3 11 0 0 0,2 9 0 0 0,-2 11 0 0 0,0 6 0 0 0,3 2 0 0 0,-3-2 0 0 0,0-1 0 0 0,3-1 0 0 0,-3-3 0 0 0,0-1 0 0 0,2-1 0 0 0,3 0 0 0 0,2 0 0 0 0,2-1 0 0 0,1 6 0 0 0,1 7 0 0 0,-5 6 0 0 0,-1 6 0 0 0,0 4 0 0 0,1-3 0 0 0,1-1 0 0 0,-3-4 0 0 0,-1-5 0 0 0,1-6 0 0 0,1-4 0 0 0,-3 2 0 0 0,0 5 0 0 0,2 1 0 0 0,1-2 0 0 0,2 2 0 0 0,2-1 0 0 0,1-2 0 0 0,1-4 0 0 0,0 3 0 0 0,1 5 0 0 0,-6 6 0 0 0,-2-2 0 0 0,1-2 0 0 0,1 0 0 0 0,1-3 0 0 0,2-2 0 0 0,-5 0 0 0 0,0 5 0 0 0,0 0 0 0 0,2-4 0 0 0,1 2 0 0 0,-3-7 0 0 0,-1-5 0 0 0,1 3 0 0 0,2 0 0 0 0,1 0 0 0 0,2-2 0 0 0,1 0 0 0 0,1-2 0 0 0,0-1 0 0 0,0 0 0 0 0,1 0 0 0 0,-1 0 0 0 0,0-1 0 0 0,0 1 0 0 0,1-1 0 0 0,-1 1 0 0 0,0 0 0 0 0,0 0 0 0 0,0 0 0 0 0,0-1 0 0 0,0 1 0 0 0,0 0 0 0 0,0 0 0 0 0,0 0 0 0 0,0 0 0 0 0,0-1 0 0 0,0-9 0 0 0,0-15 0 0 0,0-13 0 0 0,0-16 0 0 0,0-9 0 0 0,0-4 0 0 0,0-8 0 0 0,0 0 0 0 0,0 2 0 0 0,0-3 0 0 0,0 1 0 0 0,0 3 0 0 0,0-2 0 0 0,0 1 0 0 0,0 2 0 0 0,0 3 0 0 0,0 3 0 0 0,0-4 0 0 0,0-1 0 0 0,0 2 0 0 0,0 1 0 0 0,0 2 0 0 0,0 1 0 0 0,0-3 0 0 0,0-2 0 0 0,0-5 0 0 0,0 0 0 0 0,0 2 0 0 0,0 3 0 0 0,0 2 0 0 0,0 3 0 0 0,5 1 0 0 0,2 1 0 0 0,-1 0 0 0 0,0-4 0 0 0,-2-8 0 0 0,-2-6 0 0 0,-1-1 0 0 0,0-1 0 0 0,-1 1 0 0 0,0 6 0 0 0,-1 3 0 0 0,1 5 0 0 0,0-3 0 0 0,0 1 0 0 0,-1-5 0 0 0,1 1 0 0 0,0 1 0 0 0,0 4 0 0 0,0 1 0 0 0,0 3 0 0 0,0 1 0 0 0,0-4 0 0 0,0-7 0 0 0,0-1 0 0 0,0 2 0 0 0,0 2 0 0 0,0 4 0 0 0,0 1 0 0 0,0 3 0 0 0,0 1 0 0 0,0 0 0 0 0,0 1 0 0 0,0 0 0 0 0,0-1 0 0 0,0 1 0 0 0,0 10 0 0 0,0 19 0 0 0,0 15 0 0 0,0 10 0 0 0,0 6 0 0 0,0 4 0 0 0,-5 1 0 0 0,-2 0 0 0 0,1-1 0 0 0,0-1 0 0 0,2 4 0 0 0,2 2 0 0 0,1 4 0 0 0,0 5 0 0 0,1 0 0 0 0,0-3 0 0 0,-4-3 0 0 0,-3-5 0 0 0,0-3 0 0 0,2 4 0 0 0,2 0 0 0 0,-5-1 0 0 0,0 3 0 0 0,1 7 0 0 0,1-1 0 0 0,3 3 0 0 0,-5 3 0 0 0,0-2 0 0 0,1 2 0 0 0,2-4 0 0 0,-3-4 0 0 0,-1 1 0 0 0,1-2 0 0 0,2 1 0 0 0,3 5 0 0 0,1-1 0 0 0,1 2 0 0 0,0-3 0 0 0,2-4 0 0 0,-1 2 0 0 0,0-2 0 0 0,-4 2 0 0 0,-3 4 0 0 0,0-1 0 0 0,2-4 0 0 0,1-3 0 0 0,2 1 0 0 0,1 4 0 0 0,0 0 0 0 0,1 2 0 0 0,-5 3 0 0 0,-2 4 0 0 0,1-2 0 0 0,1-5 0 0 0,1-1 0 0 0,2-2 0 0 0,-4 1 0 0 0,-2-1 0 0 0,1 1 0 0 0,2-1 0 0 0,2-4 0 0 0,1 2 0 0 0,1 0 0 0 0,-5 1 0 0 0,-1 0 0 0 0,1-3 0 0 0,1-3 0 0 0,1-2 0 0 0,2-3 0 0 0,1-2 0 0 0,1 0 0 0 0,0-1 0 0 0,0 1 0 0 0,0-1 0 0 0,0 0 0 0 0,1 1 0 0 0,-1-1 0 0 0,0-9 0 0 0,0-15 0 0 0,0-13 0 0 0,0-11 0 0 0,0-7 0 0 0,0-5 0 0 0,0-2 0 0 0,5-2 0 0 0,2-4 0 0 0,0-2 0 0 0,-2 0 0 0 0,-1 3 0 0 0,-2-3 0 0 0,0-1 0 0 0,-2-3 0 0 0,0 1 0 0 0,5-4 0 0 0,2-3 0 0 0,-1 1 0 0 0,-1 3 0 0 0,-1 0 0 0 0,-2-3 0 0 0,-1 1 0 0 0,0 4 0 0 0,-1 4 0 0 0,0 4 0 0 0,5-3 0 0 0,1-5 0 0 0,1 0 0 0 0,-2 2 0 0 0,-1 2 0 0 0,-2 4 0 0 0,-1-3 0 0 0,0 0 0 0 0,-1-4 0 0 0,5-5 0 0 0,1-5 0 0 0,1 1 0 0 0,-2 5 0 0 0,-1-1 0 0 0,-2 3 0 0 0,-1-1 0 0 0,0 1 0 0 0,-1 4 0 0 0,-1-2 0 0 0,1 1 0 0 0,0-3 0 0 0,0 1 0 0 0,-1 3 0 0 0,1-2 0 0 0,0-4 0 0 0,0 0 0 0 0,0-2 0 0 0,0-3 0 0 0,0-3 0 0 0,0 2 0 0 0,0 5 0 0 0,0 0 0 0 0,0 4 0 0 0,0 3 0 0 0,0-2 0 0 0,0 2 0 0 0,0 2 0 0 0,0-3 0 0 0,0 1 0 0 0,0 2 0 0 0,0 2 0 0 0,0-2 0 0 0,0-1 0 0 0,0 2 0 0 0,0 1 0 0 0,0 3 0 0 0,0 1 0 0 0,0 2 0 0 0,0 0 0 0 0,0 0 0 0 0,0 1 0 0 0,0-1 0 0 0,0 1 0 0 0,0-1 0 0 0,0 1 0 0 0,0-1 0 0 0,0 11 0 0 0,0 13 0 0 0,0 14 0 0 0,0 11 0 0 0,0 7 0 0 0,-5 0 0 0 0,-2 0 0 0 0,0 2 0 0 0,2 1 0 0 0,1 1 0 0 0,2 1 0 0 0,1 1 0 0 0,0 0 0 0 0,1 0 0 0 0,0 0 0 0 0,1 0 0 0 0,-1 0 0 0 0,0 5 0 0 0,0 7 0 0 0,0 2 0 0 0,-5-2 0 0 0,-2 2 0 0 0,1 4 0 0 0,0-1 0 0 0,-3 2 0 0 0,0-2 0 0 0,1-5 0 0 0,2 2 0 0 0,2 3 0 0 0,2-2 0 0 0,1 3 0 0 0,-4-2 0 0 0,-2-4 0 0 0,1 1 0 0 0,1-1 0 0 0,1 2 0 0 0,2 4 0 0 0,1-1 0 0 0,1-4 0 0 0,0-3 0 0 0,0-5 0 0 0,0-2 0 0 0,0-2 0 0 0,1-1 0 0 0,-1-1 0 0 0,0 0 0 0 0,0 1 0 0 0,0 4 0 0 0,0 2 0 0 0,0 1 0 0 0,0-2 0 0 0,0-2 0 0 0,0 5 0 0 0,0 0 0 0 0,0-1 0 0 0,0-2 0 0 0,0-2 0 0 0,0-1 0 0 0,0-1 0 0 0,0-1 0 0 0,0 0 0 0 0,0-1 0 0 0,0 1 0 0 0,0-1 0 0 0,0 1 0 0 0,0 0 0 0 0,0-1 0 0 0,0 1 0 0 0,0 0 0 0 0,0-11 0 0 0,0-13 0 0 0,0-14 0 0 0,0-11 0 0 0,0-7 0 0 0,5-5 0 0 0,2-2 0 0 0,0-2 0 0 0,-2 1 0 0 0,-1 0 0 0 0,-2 0 0 0 0,0 1 0 0 0,-2 1 0 0 0,0 0 0 0 0,0 0 0 0 0,0 0 0 0 0,-1 0 0 0 0,1 1 0 0 0,0-1 0 0 0,0 0 0 0 0,0 0 0 0 0,5 1 0 0 0,2-1 0 0 0,0 0 0 0 0,-2 0 0 0 0,-1-5 0 0 0,-2-7 0 0 0,-1-1 0 0 0,0 1 0 0 0,-1-3 0 0 0,0-3 0 0 0,-1-4 0 0 0,1-4 0 0 0,0-2 0 0 0,0-2 0 0 0,0 4 0 0 0,0 7 0 0 0,0 6 0 0 0,0 1 0 0 0,0 2 0 0 0,0 2 0 0 0,-6-1 0 0 0,-1-6 0 0 0,1 0 0 0 0,0-2 0 0 0,3 2 0 0 0,-5-3 0 0 0,0-2 0 0 0,1 1 0 0 0,1 0 0 0 0,3-3 0 0 0,-5-3 0 0 0,0 3 0 0 0,1 0 0 0 0,-3-1 0 0 0,0-3 0 0 0,1 4 0 0 0,3 1 0 0 0,2 3 0 0 0,1-1 0 0 0,2 4 0 0 0,1 4 0 0 0,-5-1 0 0 0,-1 1 0 0 0,0 3 0 0 0,1-3 0 0 0,-4 6 0 0 0,0-1 0 0 0,1 0 0 0 0,2 1 0 0 0,2 2 0 0 0,-3 1 0 0 0,-1-4 0 0 0,1-2 0 0 0,2 2 0 0 0,1 1 0 0 0,2 2 0 0 0,2 1 0 0 0,-1 1 0 0 0,1 1 0 0 0,1 0 0 0 0,-1 0 0 0 0,0 1 0 0 0,1-1 0 0 0,-1 1 0 0 0,-5 4 0 0 0,-2 13 0 0 0,0 13 0 0 0,2 13 0 0 0,-4 8 0 0 0,-1 7 0 0 0,2 3 0 0 0,2 2 0 0 0,3 0 0 0 0,1 0 0 0 0,1 5 0 0 0,0 2 0 0 0,2-2 0 0 0,-1-1 0 0 0,-5-3 0 0 0,-2 0 0 0 0,1 3 0 0 0,1 1 0 0 0,1 5 0 0 0,2-1 0 0 0,1-1 0 0 0,0-2 0 0 0,1-4 0 0 0,0-1 0 0 0,1-2 0 0 0,-1-1 0 0 0,0-1 0 0 0,0 6 0 0 0,0 1 0 0 0,0 0 0 0 0,0-1 0 0 0,0 4 0 0 0,0 5 0 0 0,0 1 0 0 0,0 2 0 0 0,0-1 0 0 0,0-3 0 0 0,0-5 0 0 0,0 2 0 0 0,0 0 0 0 0,0-3 0 0 0,0 4 0 0 0,0-1 0 0 0,0-2 0 0 0,0-3 0 0 0,0 4 0 0 0,0 0 0 0 0,0-2 0 0 0,0-1 0 0 0,0-3 0 0 0,0-1 0 0 0,0-2 0 0 0,0 0 0 0 0,0 0 0 0 0,0-1 0 0 0,0 1 0 0 0,0-1 0 0 0,0 1 0 0 0,0-1 0 0 0,0 1 0 0 0,0 0 0 0 0,0 0 0 0 0,0 0 0 0 0,6-6 0 0 0,6-6 0 0 0,7-12 0 0 0,5-8 0 0 0,-1-8 0 0 0,-5-8 0 0 0,0-6 0 0 0,2-5 0 0 0,-2-3 0 0 0,1 4 0 0 0,-3 2 0 0 0,-4-1 0 0 0,1 4 0 0 0,-1 1 0 0 0,1-1 0 0 0,0-3 0 0 0,-3-1 0 0 0,3-3 0 0 0,-2-1 0 0 0,3 0 0 0 0,-1-1 0 0 0,3 5 0 0 0,-2 2 0 0 0,-3-1 0 0 0,-3-1 0 0 0,1-1 0 0 0,1-1 0 0 0,2-2 0 0 0,1 0 0 0 0,-3-1 0 0 0,-3 0 0 0 0,2 0 0 0 0,6-6 0 0 0,-1-1 0 0 0,4 6 0 0 0,-3 3 0 0 0,-2 1 0 0 0,-5 0 0 0 0,-3-1 0 0 0,3 0 0 0 0,0 0 0 0 0,4-1 0 0 0,-1-1 0 0 0,4 1 0 0 0,-1-1 0 0 0,-2 0 0 0 0,-5-5 0 0 0,4 3 0 0 0,-2 2 0 0 0,-1 2 0 0 0,2-1 0 0 0,0 1 0 0 0,-1-1 0 0 0,-3 0 0 0 0,-2 0 0 0 0,-2-1 0 0 0,4 1 0 0 0,1-1 0 0 0,4 0 0 0 0,1 0 0 0 0,-2 0 0 0 0,3 5 0 0 0,-7 8 0 0 0,-3 11 0 0 0,-9 7 0 0 0,-2 9 0 0 0,-5 9 0 0 0,-1 5 0 0 0,-3 0 0 0 0,1 0 0 0 0,4 3 0 0 0,-2-4 0 0 0,2-1 0 0 0,-3-3 0 0 0,-3 1 0 0 0,0 1 0 0 0,-1-2 0 0 0,3 1 0 0 0,-2-2 0 0 0,-3 0 0 0 0,3 3 0 0 0,-2-1 0 0 0,-2-5 0 0 0,2 1 0 0 0,0-3 0 0 0,3 3 0 0 0,-1-2 0 0 0,-2 3 0 0 0,-4-2 0 0 0,3 2 0 0 0,0-2 0 0 0,3 3 0 0 0,-1-3 0 0 0,-1-3 0 0 0,1 2 0 0 0,5 4 0 0 0,-1-1 0 0 0,8-4 0 0 0,10-3 0 0 0,9-3 0 0 0,9-3 0 0 0,5-2 0 0 0,5-1 0 0 0,0-1 0 0 0,2 1 0 0 0,0-1 0 0 0,0 0 0 0 0,-1 1 0 0 0,-1 0 0 0 0,-5-6 0 0 0,4-1 0 0 0,1 1 0 0 0,1 0 0 0 0,0 3 0 0 0,0 0 0 0 0,0 2 0 0 0,0 1 0 0 0,-1 0 0 0 0,0 0 0 0 0,0 0 0 0 0,5 0 0 0 0,2 1 0 0 0,-1-1 0 0 0,-1 0 0 0 0,-1 0 0 0 0,-2 0 0 0 0,-1 0 0 0 0,-6-5 0 0 0,-2-2 0 0 0,0 0 0 0 0,1 2 0 0 0,2 1 0 0 0,1 2 0 0 0,-4-5 0 0 0,-6-6 0 0 0,-11 0 0 0 0,-12 1 0 0 0,-11 3 0 0 0,-8 3 0 0 0,-4 3 0 0 0,-4 1 0 0 0,4-3 0 0 0,2-2 0 0 0,0 1 0 0 0,-1 1 0 0 0,-1 2 0 0 0,-1-5 0 0 0,-1 1 0 0 0,-1 0 0 0 0,0 1 0 0 0,0 3 0 0 0,-5 1 0 0 0,-7 1 0 0 0,4-5 0 0 0,3-1 0 0 0,2 1 0 0 0,2 1 0 0 0,2 1 0 0 0,0 2 0 0 0,0-4 0 0 0,-1-2 0 0 0,-4 2 0 0 0,-3-4 0 0 0,1-1 0 0 0,-4 2 0 0 0,-1 3 0 0 0,3 2 0 0 0,1 1 0 0 0,3 2 0 0 0,2 1 0 0 0,1 1 0 0 0,1-1 0 0 0,0 0 0 0 0,-4-4 0 0 0,-3-3 0 0 0,-4 0 0 0 0,-1 2 0 0 0,2 1 0 0 0,3 2 0 0 0,2 1 0 0 0,2 0 0 0 0,7-4 0 0 0,3-2 0 0 0,0 1 0 0 0,10 1 0 0 0,11 1 0 0 0,13 2 0 0 0,9 1 0 0 0,7 0 0 0 0,4 1 0 0 0,3 1 0 0 0,0-1 0 0 0,0 0 0 0 0,-5 6 0 0 0,-3 1 0 0 0,0 0 0 0 0,1-2 0 0 0,1-1 0 0 0,2-2 0 0 0,0-1 0 0 0,2 0 0 0 0,-1-1 0 0 0,1 0 0 0 0,0-1 0 0 0,0 1 0 0 0,0 0 0 0 0,0 0 0 0 0,0 0 0 0 0,0 0 0 0 0,-10-1 0 0 0,-15 1 0 0 0,-13 0 0 0 0,-10 1 0 0 0,-9-1 0 0 0,-4 0 0 0 0,-2 0 0 0 0,-2 0 0 0 0,1 0 0 0 0,0 0 0 0 0,0 0 0 0 0,1 0 0 0 0,1 0 0 0 0,0 0 0 0 0,0 0 0 0 0,0 0 0 0 0,1 0 0 0 0,-1 0 0 0 0,0 0 0 0 0,0 0 0 0 0,1 0 0 0 0,-1 0 0 0 0,0 0 0 0 0,0 0 0 0 0,6 5 0 0 0,1 2 0 0 0,0-1 0 0 0,-2 0 0 0 0,-1-2 0 0 0,4 3 0 0 0,0 1 0 0 0,0 0 0 0 0,-3 2 0 0 0,-1 1 0 0 0,9-3 0 0 0,12-1 0 0 0,13-3 0 0 0,11-2 0 0 0,7-1 0 0 0,4-1 0 0 0,3 0 0 0 0,2-1 0 0 0,-1 1 0 0 0,0 0 0 0 0,-1-1 0 0 0,0 1 0 0 0,0 0 0 0 0,-1 0 0 0 0,0 0 0 0 0,0 0 0 0 0,-1 0 0 0 0,1 0 0 0 0,0 0 0 0 0,-1 0 0 0 0,1 0 0 0 0,0 0 0 0 0,0 0 0 0 0,0 0 0 0 0,-1 0 0 0 0,1 0 0 0 0,0 0 0 0 0,-11 0 0 0 0,-13 0 0 0 0,-14 0 0 0 0,-11 0 0 0 0,-7 0 0 0 0,-5 0 0 0 0,-2 0 0 0 0,-2-5 0 0 0,1-2 0 0 0,0 0 0 0 0,-5 2 0 0 0,4-4 0 0 0,3-1 0 0 0,1 3 0 0 0,1 1 0 0 0,0 2 0 0 0,-1 2 0 0 0,0 1 0 0 0,0-5 0 0 0,-1 0 0 0 0,-4-1 0 0 0,2-3 0 0 0,2 0 0 0 0,-3 1 0 0 0,-3 2 0 0 0,1 3 0 0 0,-4 2 0 0 0,-6 1 0 0 0,-1-5 0 0 0,4 0 0 0 0,-8-1 0 0 0,-6-3 0 0 0,3 0 0 0 0,4 1 0 0 0,1-2 0 0 0,3-1 0 0 0,-6 3 0 0 0,0 3 0 0 0,4-3 0 0 0,5 0 0 0 0,-1 1 0 0 0,2 3 0 0 0,-2 1 0 0 0,0 2 0 0 0,4 2 0 0 0,2 0 0 0 0,3 0 0 0 0,-3 0 0 0 0,-1 1 0 0 0,2-1 0 0 0,1 0 0 0 0,2 0 0 0 0,2 0 0 0 0,0-5 0 0 0,1-2 0 0 0,0 1 0 0 0,1 0 0 0 0,-1 2 0 0 0,1 2 0 0 0,-1 1 0 0 0,1 0 0 0 0,-1 1 0 0 0,0 0 0 0 0,0 1 0 0 0,0-6 0 0 0,0-2 0 0 0,1 1 0 0 0,-1 0 0 0 0,0 3 0 0 0,0 0 0 0 0,0 2 0 0 0,0-5 0 0 0,11-1 0 0 0,14 1 0 0 0,13 1 0 0 0,10 1 0 0 0,3-3 0 0 0,3-1 0 0 0,3 1 0 0 0,2 1 0 0 0,2 3 0 0 0,1 1 0 0 0,0 1 0 0 0,0 1 0 0 0,1 0 0 0 0,-1 0 0 0 0,0 0 0 0 0,5 1 0 0 0,2-1 0 0 0,5 0 0 0 0,5 0 0 0 0,1 0 0 0 0,1 0 0 0 0,-2 0 0 0 0,-4 0 0 0 0,-4 0 0 0 0,-4 0 0 0 0,-2 0 0 0 0,3 0 0 0 0,5 5 0 0 0,2 2 0 0 0,-2 0 0 0 0,-3-2 0 0 0,-2-1 0 0 0,-3-1 0 0 0,-2-2 0 0 0,-1 5 0 0 0,0 0 0 0 0,5 1 0 0 0,1-2 0 0 0,0-2 0 0 0,-1 0 0 0 0,-2-2 0 0 0,-1 4 0 0 0,-1 2 0 0 0,-1 0 0 0 0,0-2 0 0 0,0-2 0 0 0,5 5 0 0 0,1 0 0 0 0,0-1 0 0 0,-1-2 0 0 0,-1-1 0 0 0,-2-2 0 0 0,-1-1 0 0 0,-1-1 0 0 0,0 0 0 0 0,0 0 0 0 0,-1-1 0 0 0,-4 6 0 0 0,-3 2 0 0 0,1-1 0 0 0,-9 0 0 0 0,-12-3 0 0 0,-12 0 0 0 0,-10-2 0 0 0,-7 0 0 0 0,-4-1 0 0 0,-2-1 0 0 0,-1 1 0 0 0,-1 0 0 0 0,1 0 0 0 0,1-1 0 0 0,-5 1 0 0 0,-1 0 0 0 0,-5 0 0 0 0,0 0 0 0 0,1 0 0 0 0,4 0 0 0 0,2 0 0 0 0,-3 0 0 0 0,-5 0 0 0 0,-1 0 0 0 0,-2 0 0 0 0,0 0 0 0 0,4 0 0 0 0,-1-5 0 0 0,1-2 0 0 0,2 0 0 0 0,4 2 0 0 0,3 1 0 0 0,-4 2 0 0 0,-6 1 0 0 0,-5 0 0 0 0,0 1 0 0 0,2 0 0 0 0,6 1 0 0 0,3-1 0 0 0,-2 0 0 0 0,0 0 0 0 0,-2 0 0 0 0,-6 0 0 0 0,-5 0 0 0 0,-4 0 0 0 0,-2 0 0 0 0,3 0 0 0 0,1 0 0 0 0,-1 0 0 0 0,4 0 0 0 0,5 0 0 0 0,1-5 0 0 0,3-2 0 0 0,-3 1 0 0 0,3 0 0 0 0,2 2 0 0 0,3 2 0 0 0,-2 1 0 0 0,-5 0 0 0 0,0 1 0 0 0,3 0 0 0 0,2 1 0 0 0,4-1 0 0 0,2 0 0 0 0,2 0 0 0 0,1 1 0 0 0,0-1 0 0 0,1 0 0 0 0,0-6 0 0 0,0-1 0 0 0,-1 1 0 0 0,1 0 0 0 0,-1 3 0 0 0,0 0 0 0 0,0 2 0 0 0,0 0 0 0 0,1 1 0 0 0,4-5 0 0 0,13-1 0 0 0,13-1 0 0 0,12 2 0 0 0,10 2 0 0 0,5-5 0 0 0,4 0 0 0 0,2 1 0 0 0,1 1 0 0 0,4 3 0 0 0,2 1 0 0 0,-1 1 0 0 0,3 1 0 0 0,0 0 0 0 0,-2 0 0 0 0,-2 0 0 0 0,-3 1 0 0 0,-2-1 0 0 0,-1 0 0 0 0,4 0 0 0 0,1 0 0 0 0,5 0 0 0 0,1 0 0 0 0,3 0 0 0 0,-1 0 0 0 0,-2 0 0 0 0,-4 0 0 0 0,-3 0 0 0 0,2 0 0 0 0,6 0 0 0 0,6 0 0 0 0,-1 0 0 0 0,-3 0 0 0 0,1 0 0 0 0,-2 0 0 0 0,1 0 0 0 0,-1 0 0 0 0,-3 0 0 0 0,1 0 0 0 0,4 0 0 0 0,0 0 0 0 0,1 0 0 0 0,4 0 0 0 0,-2 0 0 0 0,1 0 0 0 0,-2 0 0 0 0,-1 0 0 0 0,-1 0 0 0 0,0 5 0 0 0,-1 2 0 0 0,-5 0 0 0 0,-2-2 0 0 0,-4-1 0 0 0,-3-1 0 0 0,0-2 0 0 0,-2-1 0 0 0,0 0 0 0 0,1 0 0 0 0,-1 0 0 0 0,0-1 0 0 0,1 1 0 0 0,-1 0 0 0 0,1 5 0 0 0,0 2 0 0 0,0 0 0 0 0,-1-2 0 0 0,1-1 0 0 0,-5 4 0 0 0,-13 0 0 0 0,-13-1 0 0 0,-12-2 0 0 0,-10-1 0 0 0,-5-2 0 0 0,-4-1 0 0 0,-2-1 0 0 0,-1 0 0 0 0,1 0 0 0 0,0-1 0 0 0,1 1 0 0 0,0 0 0 0 0,-4 0 0 0 0,-2 0 0 0 0,0 0 0 0 0,2 0 0 0 0,2 0 0 0 0,1 0 0 0 0,-5 0 0 0 0,0 0 0 0 0,1 0 0 0 0,1 0 0 0 0,-4 0 0 0 0,-5-6 0 0 0,0-1 0 0 0,-4 1 0 0 0,2 0 0 0 0,-1 3 0 0 0,-4-5 0 0 0,2 0 0 0 0,5 1 0 0 0,-1 1 0 0 0,2 3 0 0 0,-7 1 0 0 0,0 1 0 0 0,-2 0 0 0 0,3 1 0 0 0,-6 1 0 0 0,1-1 0 0 0,5-5 0 0 0,1-2 0 0 0,-8 1 0 0 0,1 1 0 0 0,0 1 0 0 0,4 2 0 0 0,0-5 0 0 0,-1 0 0 0 0,2 0 0 0 0,1 2 0 0 0,-3 1 0 0 0,3 2 0 0 0,-1 1 0 0 0,-1 1 0 0 0,-4 0 0 0 0,4 0 0 0 0,-1-5 0 0 0,4-1 0 0 0,5-1 0 0 0,4 2 0 0 0,5 1 0 0 0,-3 2 0 0 0,0 1 0 0 0,-4 0 0 0 0,-1 1 0 0 0,3 0 0 0 0,2 1 0 0 0,3-1 0 0 0,2 0 0 0 0,1 0 0 0 0,1 0 0 0 0,0 1 0 0 0,6-7 0 0 0,2-1 0 0 0,-1 1 0 0 0,9 0 0 0 0,13 2 0 0 0,11 2 0 0 0,10 1 0 0 0,7 0 0 0 0,4 1 0 0 0,7 1 0 0 0,4-1 0 0 0,-2 0 0 0 0,0 0 0 0 0,-3 1 0 0 0,-2-1 0 0 0,-2 0 0 0 0,0 0 0 0 0,4 0 0 0 0,2 0 0 0 0,-1 0 0 0 0,4 0 0 0 0,0 0 0 0 0,-1 0 0 0 0,2 0 0 0 0,0 0 0 0 0,-2 0 0 0 0,-3 0 0 0 0,-2 0 0 0 0,-2 0 0 0 0,4 0 0 0 0,1 0 0 0 0,-1 0 0 0 0,-1 0 0 0 0,-2 0 0 0 0,-2 0 0 0 0,0 0 0 0 0,-1 0 0 0 0,5 0 0 0 0,2 0 0 0 0,-1 0 0 0 0,-1 0 0 0 0,4 0 0 0 0,5 0 0 0 0,1 0 0 0 0,-3 0 0 0 0,2 0 0 0 0,-1 0 0 0 0,-3 0 0 0 0,-4 0 0 0 0,-2 0 0 0 0,-2 0 0 0 0,-1 0 0 0 0,3 0 0 0 0,3 0 0 0 0,-1 0 0 0 0,-2 0 0 0 0,-1 0 0 0 0,-1 0 0 0 0,-1 0 0 0 0,-1 0 0 0 0,0 0 0 0 0,-11 0 0 0 0,-14 0 0 0 0,-13 0 0 0 0,-11 0 0 0 0,-7 0 0 0 0,-5 0 0 0 0,-2 0 0 0 0,-2 0 0 0 0,0 0 0 0 0,1 0 0 0 0,1 5 0 0 0,0 2 0 0 0,1 0 0 0 0,0-2 0 0 0,0-1 0 0 0,-5-2 0 0 0,-2-1 0 0 0,1 0 0 0 0,1 4 0 0 0,1 2 0 0 0,2-1 0 0 0,1-1 0 0 0,1-1 0 0 0,0-2 0 0 0,0-1 0 0 0,1 0 0 0 0,-1-1 0 0 0,0-1 0 0 0,1 1 0 0 0,-1 5 0 0 0,0 2 0 0 0,0-1 0 0 0,1 0 0 0 0,-1-3 0 0 0,0 0 0 0 0,0 3 0 0 0,0 2 0 0 0,0-2 0 0 0,1-1 0 0 0,-1-1 0 0 0,0-2 0 0 0,0-1 0 0 0,0-1 0 0 0,1 0 0 0 0,-1 5 0 0 0,0 2 0 0 0,0-1 0 0 0,11-1 0 0 0,13-1 0 0 0,14-2 0 0 0,11 0 0 0 0,7-2 0 0 0,5 0 0 0 0,2 0 0 0 0,2 0 0 0 0,-1-1 0 0 0,1 1 0 0 0,-2 0 0 0 0,0 0 0 0 0,-1 0 0 0 0,0 0 0 0 0,0 0 0 0 0,5 0 0 0 0,2 5 0 0 0,-1 2 0 0 0,-1 0 0 0 0,-1-2 0 0 0,-2-1 0 0 0,-1-2 0 0 0,5-1 0 0 0,1 0 0 0 0,-1-1 0 0 0,-1 0 0 0 0,-2-1 0 0 0,-1 1 0 0 0,-1 0 0 0 0,-1 0 0 0 0,0 0 0 0 0,-1 0 0 0 0,1 0 0 0 0,-6 5 0 0 0,-1 2 0 0 0,0-1 0 0 0,1 0 0 0 0,2-2 0 0 0,2-2 0 0 0,0-1 0 0 0,2 0 0 0 0,-11-1 0 0 0,-13 0 0 0 0,-14-1 0 0 0,-10 1 0 0 0,-8 0 0 0 0,-5 0 0 0 0,-2-1 0 0 0,-2 1 0 0 0,1 0 0 0 0,0 0 0 0 0,0 0 0 0 0,-4 0 0 0 0,-1 0 0 0 0,0 0 0 0 0,2 0 0 0 0,1 0 0 0 0,-3 0 0 0 0,-1 0 0 0 0,-4 0 0 0 0,0 0 0 0 0,2 0 0 0 0,2 0 0 0 0,4 0 0 0 0,1 0 0 0 0,-3 0 0 0 0,-1 0 0 0 0,1 0 0 0 0,1 0 0 0 0,2 0 0 0 0,-4 0 0 0 0,-1 0 0 0 0,2 0 0 0 0,-5 0 0 0 0,1 0 0 0 0,2 0 0 0 0,-4 0 0 0 0,1 0 0 0 0,3 0 0 0 0,-4 0 0 0 0,1 0 0 0 0,3 0 0 0 0,2 0 0 0 0,2 0 0 0 0,2 0 0 0 0,2 0 0 0 0,5-5 0 0 0,-3-2 0 0 0,-1 1 0 0 0,-2 0 0 0 0,0 2 0 0 0,0 2 0 0 0,0 1 0 0 0,1 0 0 0 0,10 1 0 0 0,14 0 0 0 0,14 1 0 0 0,11-1 0 0 0,7 0 0 0 0,5-5 0 0 0,3-2 0 0 0,0 1 0 0 0,1 0 0 0 0,-1 3 0 0 0,-1 0 0 0 0,5 2 0 0 0,2 0 0 0 0,-1 1 0 0 0,-2 1 0 0 0,4-1 0 0 0,5 0 0 0 0,1 0 0 0 0,-3 1 0 0 0,-3-1 0 0 0,-4 0 0 0 0,-1 0 0 0 0,-3 0 0 0 0,-1 0 0 0 0,-1 0 0 0 0,1 0 0 0 0,-1 0 0 0 0,0 0 0 0 0,0 0 0 0 0,1 0 0 0 0,0 0 0 0 0,-1 0 0 0 0,1 0 0 0 0,0 0 0 0 0,0 0 0 0 0,0 0 0 0 0,0 0 0 0 0,0 0 0 0 0,-1 0 0 0 0,1 0 0 0 0,0 0 0 0 0,0 0 0 0 0,0 0 0 0 0,-1 0 0 0 0,1 0 0 0 0,-5 5 0 0 0,-2 2 0 0 0,0 0 0 0 0,1-2 0 0 0,2-1 0 0 0,-3 3 0 0 0,-2 2 0 0 0,-9-2 0 0 0,-12-2 0 0 0,-11-1 0 0 0,-10-2 0 0 0,-6-1 0 0 0,-4-1 0 0 0,-2 0 0 0 0,-2 0 0 0 0,1-1 0 0 0,0 1 0 0 0,1 0 0 0 0,0 0 0 0 0,1-1 0 0 0,0 1 0 0 0,0 6 0 0 0,0 1 0 0 0,1-1 0 0 0,-1 0 0 0 0,-5-3 0 0 0,-2 0 0 0 0,1-2 0 0 0,1 0 0 0 0,1-1 0 0 0,-3-1 0 0 0,-1 1 0 0 0,1 0 0 0 0,1 0 0 0 0,3-1 0 0 0,1 1 0 0 0,7 5 0 0 0,1 2 0 0 0,1 0 0 0 0,-1-2 0 0 0,-1-1 0 0 0,-3-1 0 0 0,0-2 0 0 0,-1-1 0 0 0,-1 0 0 0 0,0 0 0 0 0,0 0 0 0 0,0 0 0 0 0,0 5 0 0 0,0 1 0 0 0,0 1 0 0 0,0-2 0 0 0,11-1 0 0 0,13-2 0 0 0,14 0 0 0 0,11-2 0 0 0,7 0 0 0 0,5 0 0 0 0,3 0 0 0 0,0-1 0 0 0,1 1 0 0 0,-1 0 0 0 0,-1 0 0 0 0,5 0 0 0 0,2 0 0 0 0,-2 0 0 0 0,0 0 0 0 0,-3 0 0 0 0,-1 0 0 0 0,4 0 0 0 0,7 0 0 0 0,0 0 0 0 0,4 0 0 0 0,-1 0 0 0 0,1 0 0 0 0,-1 0 0 0 0,-4 0 0 0 0,-4 0 0 0 0,-4 0 0 0 0,4 0 0 0 0,4 0 0 0 0,2 0 0 0 0,-3 0 0 0 0,-3 0 0 0 0,3 0 0 0 0,-2 0 0 0 0,-1 0 0 0 0,3 0 0 0 0,-1 0 0 0 0,4 0 0 0 0,4 0 0 0 0,-1 0 0 0 0,-3 0 0 0 0,-4 0 0 0 0,1 0 0 0 0,-1 0 0 0 0,8 0 0 0 0,2 0 0 0 0,-4 0 0 0 0,1 5 0 0 0,4 2 0 0 0,2 0 0 0 0,-2-2 0 0 0,-5-1 0 0 0,-5 4 0 0 0,1 0 0 0 0,-2-1 0 0 0,-3-2 0 0 0,-2-1 0 0 0,-2-2 0 0 0,-2-1 0 0 0,-1-1 0 0 0,0 0 0 0 0,-1 0 0 0 0,0-1 0 0 0,1 1 0 0 0,-6 5 0 0 0,-7 7 0 0 0,-11 2 0 0 0,-13-2 0 0 0,-10-3 0 0 0,-7-3 0 0 0,-6-2 0 0 0,-3-3 0 0 0,-1 0 0 0 0,0-1 0 0 0,0-1 0 0 0,0 1 0 0 0,1-1 0 0 0,1 1 0 0 0,-6-1 0 0 0,0 1 0 0 0,-1 0 0 0 0,2 0 0 0 0,2 0 0 0 0,0 0 0 0 0,2 0 0 0 0,-4 0 0 0 0,-7 0 0 0 0,-1 0 0 0 0,1 0 0 0 0,3 0 0 0 0,4 0 0 0 0,-4 0 0 0 0,1 0 0 0 0,-5 0 0 0 0,2 0 0 0 0,1 0 0 0 0,-2 0 0 0 0,0 0 0 0 0,3 5 0 0 0,3 2 0 0 0,-3 0 0 0 0,-5-2 0 0 0,-5-1 0 0 0,0 4 0 0 0,-2 0 0 0 0,-2-1 0 0 0,3-1 0 0 0,4-3 0 0 0,6-1 0 0 0,4-1 0 0 0,3 5 0 0 0,2 1 0 0 0,2-1 0 0 0,0-1 0 0 0,0-2 0 0 0,0-1 0 0 0,-5 0 0 0 0,-3-2 0 0 0,1 0 0 0 0,-4 0 0 0 0,-1 5 0 0 0,2 1 0 0 0,3 1 0 0 0,2 3 0 0 0,2 1 0 0 0,1-2 0 0 0,1 3 0 0 0,11-1 0 0 0,14-2 0 0 0,13-3 0 0 0,11-2 0 0 0,7-1 0 0 0,6-3 0 0 0,6 0 0 0 0,4 0 0 0 0,-1 0 0 0 0,-1-1 0 0 0,-3 1 0 0 0,-2-1 0 0 0,-1 1 0 0 0,4 0 0 0 0,0 0 0 0 0,1 0 0 0 0,-3 0 0 0 0,0 0 0 0 0,-3 0 0 0 0,5 0 0 0 0,2 0 0 0 0,-2 0 0 0 0,-1 0 0 0 0,-2 0 0 0 0,4 0 0 0 0,1 0 0 0 0,-1 0 0 0 0,-2 0 0 0 0,4 0 0 0 0,0 0 0 0 0,-2 0 0 0 0,-1 0 0 0 0,-3 0 0 0 0,-1 0 0 0 0,4 0 0 0 0,1 0 0 0 0,-1 0 0 0 0,4 0 0 0 0,0 0 0 0 0,-1 0 0 0 0,-3 0 0 0 0,-2 0 0 0 0,-2 0 0 0 0,-1 0 0 0 0,-1 0 0 0 0,0 0 0 0 0,4 0 0 0 0,3 0 0 0 0,-1 0 0 0 0,-1 0 0 0 0,-2 0 0 0 0,4 0 0 0 0,1 0 0 0 0,-1 0 0 0 0,-1 0 0 0 0,-3 0 0 0 0,-1 0 0 0 0,-1 0 0 0 0,-1 0 0 0 0,-1 0 0 0 0,1 0 0 0 0,-11 0 0 0 0,-14 0 0 0 0,-13 0 0 0 0,-11 0 0 0 0,-7 0 0 0 0,-5 0 0 0 0,-3 0 0 0 0,0 0 0 0 0,-1 0 0 0 0,1 0 0 0 0,1 0 0 0 0,-5 0 0 0 0,-2 0 0 0 0,2 0 0 0 0,0 0 0 0 0,3 0 0 0 0,1 0 0 0 0,-4 0 0 0 0,-2 0 0 0 0,-3 0 0 0 0,-1 0 0 0 0,2 0 0 0 0,-3 0 0 0 0,-4 0 0 0 0,1 0 0 0 0,3 0 0 0 0,-1 0 0 0 0,1 0 0 0 0,-2 0 0 0 0,-3 0 0 0 0,-10 0 0 0 0,-5 0 0 0 0,3 0 0 0 0,2 0 0 0 0,0 0 0 0 0,5 0 0 0 0,1 0 0 0 0,-6 0 0 0 0,-4 0 0 0 0,-1 0 0 0 0,0 0 0 0 0,-1 0 0 0 0,7 0 0 0 0,2 0 0 0 0,-10 0 0 0 0,-10 0 0 0 0,3 0 0 0 0,3 0 0 0 0,9 0 0 0 0,3 0 0 0 0,-3 0 0 0 0,-2 0 0 0 0,-1 0 0 0 0,0 0 0 0 0,6 0 0 0 0,7 0 0 0 0,2 0 0 0 0,4 0 0 0 0,-1 0 0 0 0,3 0 0 0 0,-3 0 0 0 0,2 0 0 0 0,3 0 0 0 0,3 0 0 0 0,3 0 0 0 0,2 0 0 0 0,2 0 0 0 0,0 0 0 0 0,1 0 0 0 0,-1 0 0 0 0,1 0 0 0 0,0 5 0 0 0,5 8 0 0 0,11 0 0 0 0,10 4 0 0 0,9 0 0 0 0,10-5 0 0 0,7-3 0 0 0,5-3 0 0 0,4-3 0 0 0,1-2 0 0 0,1-1 0 0 0,0-1 0 0 0,-1 1 0 0 0,0-1 0 0 0,-1 6 0 0 0,6 1 0 0 0,1 1 0 0 0,-1-2 0 0 0,5-1 0 0 0,-1-2 0 0 0,-1 4 0 0 0,3 2 0 0 0,-1-1 0 0 0,8-2 0 0 0,6-2 0 0 0,-1-1 0 0 0,-4-1 0 0 0,-1 0 0 0 0,1-1 0 0 0,3 5 0 0 0,3 1 0 0 0,2 1 0 0 0,-4-2 0 0 0,5-2 0 0 0,-3 0 0 0 0,-1-2 0 0 0,1-1 0 0 0,2 0 0 0 0,0 0 0 0 0,1 0 0 0 0,1 0 0 0 0,-5-1 0 0 0,-1 1 0 0 0,0 0 0 0 0,2 0 0 0 0,-4 0 0 0 0,-1 0 0 0 0,-3 0 0 0 0,-6 0 0 0 0,2 0 0 0 0,-3 0 0 0 0,2 0 0 0 0,0 0 0 0 0,-4 0 0 0 0,3 0 0 0 0,4 0 0 0 0,0 0 0 0 0,-4 0 0 0 0,-3 0 0 0 0,-3 0 0 0 0,-3 0 0 0 0,-2 0 0 0 0,-1 0 0 0 0,4 0 0 0 0,2 0 0 0 0,0 0 0 0 0,-1 0 0 0 0,-2 0 0 0 0,-1 0 0 0 0,-1 0 0 0 0,-1 0 0 0 0,-11 0 0 0 0,-13 0 0 0 0,-14 0 0 0 0,-11 0 0 0 0,-8 0 0 0 0,-4 0 0 0 0,-2 0 0 0 0,-2 0 0 0 0,0 0 0 0 0,1 0 0 0 0,1 0 0 0 0,0 0 0 0 0,1 0 0 0 0,0 0 0 0 0,0 0 0 0 0,0 0 0 0 0,0 0 0 0 0,1 0 0 0 0,-1 0 0 0 0,0 0 0 0 0,0 0 0 0 0,0 0 0 0 0,1 0 0 0 0,-1 5 0 0 0,0 2 0 0 0,0 0 0 0 0,0-2 0 0 0,1-1 0 0 0,4 4 0 0 0,2 0 0 0 0,-5-1 0 0 0,-4-2 0 0 0,0-1 0 0 0,-7-2 0 0 0,0 4 0 0 0,1 2 0 0 0,1-2 0 0 0,8 4 0 0 0,4 1 0 0 0,0-3 0 0 0,0-1 0 0 0,-1 2 0 0 0,-1 1 0 0 0,-1-3 0 0 0,-1-1 0 0 0,0-3 0 0 0,4 4 0 0 0,2 1 0 0 0,0-1 0 0 0,3 3 0 0 0,1 1 0 0 0,-2-3 0 0 0,-2-1 0 0 0,2 2 0 0 0,1 5 0 0 0,8 1 0 0 0,12-3 0 0 0,12 2 0 0 0,8-1 0 0 0,7-3 0 0 0,5-4 0 0 0,1-2 0 0 0,1-2 0 0 0,0-1 0 0 0,0-1 0 0 0,-1-1 0 0 0,0 1 0 0 0,-1-1 0 0 0,0 1 0 0 0,0 0 0 0 0,0-1 0 0 0,-1 1 0 0 0,1 0 0 0 0,0 0 0 0 0,0 0 0 0 0,5 0 0 0 0,7 0 0 0 0,6 0 0 0 0,6 0 0 0 0,4 0 0 0 0,-3 0 0 0 0,0 6 0 0 0,-5 1 0 0 0,-6-1 0 0 0,-5 0 0 0 0,1-3 0 0 0,5 0 0 0 0,-2-2 0 0 0,-2 0 0 0 0,-3-1 0 0 0,-3-1 0 0 0,-2 1 0 0 0,3 0 0 0 0,1-1 0 0 0,-1 1 0 0 0,-2 0 0 0 0,5 0 0 0 0,-6 5 0 0 0,-2 2 0 0 0,3 0 0 0 0,1-2 0 0 0,-1-1 0 0 0,0-1 0 0 0,-1-2 0 0 0,-2-1 0 0 0,0 0 0 0 0,-1 0 0 0 0,-10 0 0 0 0,-15 0 0 0 0,-13-1 0 0 0,-11 1 0 0 0,-8 0 0 0 0,-4 0 0 0 0,-2 0 0 0 0,-2 0 0 0 0,1 0 0 0 0,0 0 0 0 0,0 0 0 0 0,1 0 0 0 0,1 0 0 0 0,0 0 0 0 0,-5 0 0 0 0,-7 0 0 0 0,-7 0 0 0 0,0 0 0 0 0,4 0 0 0 0,4 0 0 0 0,3 0 0 0 0,-1-5 0 0 0,-5-2 0 0 0,1 0 0 0 0,1 2 0 0 0,4 1 0 0 0,3 2 0 0 0,-3 0 0 0 0,0 2 0 0 0,-4 0 0 0 0,0 0 0 0 0,-3 0 0 0 0,1 1 0 0 0,3-1 0 0 0,4 0 0 0 0,-3 0 0 0 0,1 0 0 0 0,-4 0 0 0 0,1 0 0 0 0,-3 0 0 0 0,-4 0 0 0 0,6-5 0 0 0,1-2 0 0 0,1 0 0 0 0,-1 2 0 0 0,-5 1 0 0 0,1 2 0 0 0,-2 1 0 0 0,-4 0 0 0 0,-2 1 0 0 0,2-5 0 0 0,0-2 0 0 0,3 1 0 0 0,1 1 0 0 0,2 1 0 0 0,5 2 0 0 0,4 1 0 0 0,-3 0 0 0 0,2 1 0 0 0,1 0 0 0 0,2 1 0 0 0,3-1 0 0 0,0 0 0 0 0,-4 0 0 0 0,0 1 0 0 0,0-1 0 0 0,1 0 0 0 0,2 0 0 0 0,1 0 0 0 0,1 0 0 0 0,11 0 0 0 0,15 0 0 0 0,13 0 0 0 0,11 0 0 0 0,7 0 0 0 0,5 0 0 0 0,8 0 0 0 0,3 0 0 0 0,-1 0 0 0 0,4 0 0 0 0,-1 0 0 0 0,3 0 0 0 0,4 0 0 0 0,5 0 0 0 0,-3 0 0 0 0,-5 0 0 0 0,1 0 0 0 0,-3 0 0 0 0,-4 0 0 0 0,2 0 0 0 0,-2 0 0 0 0,3 0 0 0 0,0 0 0 0 0,2 0 0 0 0,-1 0 0 0 0,2 0 0 0 0,-2 0 0 0 0,-3 0 0 0 0,2 0 0 0 0,4 0 0 0 0,-2 0 0 0 0,3 0 0 0 0,3 0 0 0 0,4 0 0 0 0,-4 0 0 0 0,-4 0 0 0 0,-6 0 0 0 0,-4 0 0 0 0,2 0 0 0 0,-2 0 0 0 0,0 0 0 0 0,-3 0 0 0 0,-2 0 0 0 0,0 0 0 0 0,-2 0 0 0 0,0 0 0 0 0,-1 0 0 0 0,6 0 0 0 0,7 0 0 0 0,1 0 0 0 0,-1 0 0 0 0,-4 0 0 0 0,-2 0 0 0 0,-2 0 0 0 0,-8-6 0 0 0,-2-1 0 0 0,-1 1 0 0 0,1 0 0 0 0,1 3 0 0 0,2 0 0 0 0,-9 2 0 0 0,-14 0 0 0 0,-12 1 0 0 0,-10 1 0 0 0,-8-1 0 0 0,-5-5 0 0 0,-2-2 0 0 0,-1 1 0 0 0,-1 0 0 0 0,1 3 0 0 0,-5 0 0 0 0,0 2 0 0 0,-6 1 0 0 0,1-6 0 0 0,2 0 0 0 0,-3-1 0 0 0,-4 2 0 0 0,-5 2 0 0 0,-3 0 0 0 0,-3 2 0 0 0,3 1 0 0 0,1 0 0 0 0,0-5 0 0 0,-3-2 0 0 0,5 1 0 0 0,5 1 0 0 0,1 1 0 0 0,3 2 0 0 0,-2 0 0 0 0,3 2 0 0 0,-3 0 0 0 0,1 0 0 0 0,4 0 0 0 0,3 1 0 0 0,-3-1 0 0 0,1 0 0 0 0,-3 0 0 0 0,-5 0 0 0 0,0 0 0 0 0,-2 0 0 0 0,3 0 0 0 0,-2 0 0 0 0,2 0 0 0 0,5 0 0 0 0,3 0 0 0 0,4 0 0 0 0,2 0 0 0 0,1 0 0 0 0,-3 0 0 0 0,-3 0 0 0 0,2 0 0 0 0,0 5 0 0 0,-3 2 0 0 0,-1 0 0 0 0,2-2 0 0 0,1 4 0 0 0,2 1 0 0 0,2-2 0 0 0,2-2 0 0 0,-1-3 0 0 0,2 0 0 0 0,10-2 0 0 0,14-1 0 0 0,13 0 0 0 0,11-1 0 0 0,7 1 0 0 0,5-1 0 0 0,3 1 0 0 0,0 0 0 0 0,1 0 0 0 0,-1 0 0 0 0,-1 0 0 0 0,0 0 0 0 0,5 0 0 0 0,1 0 0 0 0,0 0 0 0 0,3 0 0 0 0,0 0 0 0 0,4 0 0 0 0,0 0 0 0 0,2 0 0 0 0,-2 0 0 0 0,-3 0 0 0 0,2 0 0 0 0,-1 0 0 0 0,2 0 0 0 0,-1 0 0 0 0,2 0 0 0 0,5 0 0 0 0,-3 0 0 0 0,3-5 0 0 0,2-2 0 0 0,8 0 0 0 0,-1 2 0 0 0,-1 1 0 0 0,-4 1 0 0 0,-2 2 0 0 0,1-5 0 0 0,2-1 0 0 0,7 1 0 0 0,-2 1 0 0 0,-1 1 0 0 0,-5 2 0 0 0,-2 1 0 0 0,-5-4 0 0 0,-4-2 0 0 0,0 0 0 0 0,-3 2 0 0 0,4 2 0 0 0,3 1 0 0 0,-1 0 0 0 0,-2 2 0 0 0,0 0 0 0 0,4 0 0 0 0,-1 1 0 0 0,-4-1 0 0 0,1 0 0 0 0,-2-5 0 0 0,-2-2 0 0 0,1 1 0 0 0,0 0 0 0 0,-3 2 0 0 0,-3 2 0 0 0,-1 1 0 0 0,-8-5 0 0 0,-2-1 0 0 0,-1 1 0 0 0,1 1 0 0 0,-4-4 0 0 0,-10 0 0 0 0,-13 1 0 0 0,-11 2 0 0 0,-9 2 0 0 0,-5 2 0 0 0,-4 1 0 0 0,-7-4 0 0 0,-2-2 0 0 0,0 1 0 0 0,2 1 0 0 0,2 1 0 0 0,2 2 0 0 0,2-4 0 0 0,0-1 0 0 0,-4 0 0 0 0,-7 2 0 0 0,-6 1 0 0 0,-6-3 0 0 0,-3-1 0 0 0,2 1 0 0 0,1 2 0 0 0,-2 1 0 0 0,5 2 0 0 0,0 1 0 0 0,-1 1 0 0 0,2 0 0 0 0,1 0 0 0 0,2 1 0 0 0,0-1 0 0 0,-3-5 0 0 0,2-2 0 0 0,-1 1 0 0 0,2 0 0 0 0,-5 2 0 0 0,-5 2 0 0 0,2 1 0 0 0,6 0 0 0 0,0 1 0 0 0,-1-5 0 0 0,-3-1 0 0 0,3-1 0 0 0,-1 2 0 0 0,-2 1 0 0 0,4 2 0 0 0,-1 1 0 0 0,3 1 0 0 0,-1 0 0 0 0,-2 0 0 0 0,2 0 0 0 0,-1 0 0 0 0,-3 1 0 0 0,3-1 0 0 0,5 0 0 0 0,4 0 0 0 0,4 0 0 0 0,3 0 0 0 0,3 0 0 0 0,0-5 0 0 0,1-2 0 0 0,-5 0 0 0 0,-2 2 0 0 0,0 1 0 0 0,1 1 0 0 0,2 2 0 0 0,1 1 0 0 0,1 0 0 0 0,6-5 0 0 0,12-2 0 0 0,15 1 0 0 0,11 0 0 0 0,10 3 0 0 0,6 1 0 0 0,3 0 0 0 0,2 2 0 0 0,1 0 0 0 0,4 0 0 0 0,7 0 0 0 0,1 1 0 0 0,3-1 0 0 0,-1 0 0 0 0,-5 0 0 0 0,2 0 0 0 0,-1 0 0 0 0,1 0 0 0 0,-1 0 0 0 0,-3 0 0 0 0,3 0 0 0 0,-2 0 0 0 0,2-5 0 0 0,6-2 0 0 0,-2 0 0 0 0,-4 2 0 0 0,-3 1 0 0 0,1 2 0 0 0,10 0 0 0 0,0 2 0 0 0,3 0 0 0 0,-3 0 0 0 0,-6 0 0 0 0,1 1 0 0 0,2-1 0 0 0,4 0 0 0 0,3 0 0 0 0,-3 0 0 0 0,0 0 0 0 0,2 0 0 0 0,2 0 0 0 0,-4 0 0 0 0,-5 0 0 0 0,-6 0 0 0 0,0 0 0 0 0,-1 0 0 0 0,3 0 0 0 0,-2 0 0 0 0,-1 0 0 0 0,-4 0 0 0 0,-2-5 0 0 0,3-2 0 0 0,1 0 0 0 0,-2 2 0 0 0,-1 1 0 0 0,-2 2 0 0 0,-6-5 0 0 0,-4 0 0 0 0,1 0 0 0 0,0 2 0 0 0,2 2 0 0 0,1 1 0 0 0,-4-5 0 0 0,-12-5 0 0 0,-12-2 0 0 0,-12-3 0 0 0,-9 1 0 0 0,-7 4 0 0 0,-3 3 0 0 0,-1 4 0 0 0,-2 2 0 0 0,1 2 0 0 0,-5 1 0 0 0,-1 1 0 0 0,1-6 0 0 0,-4-1 0 0 0,-5 0 0 0 0,0 1 0 0 0,-2 1 0 0 0,1-3 0 0 0,5-2 0 0 0,-2 2 0 0 0,2 2 0 0 0,-2 1 0 0 0,1 2 0 0 0,3 1 0 0 0,-2 1 0 0 0,1 0 0 0 0,-3 0 0 0 0,1 1 0 0 0,-3-6 0 0 0,2-2 0 0 0,4 1 0 0 0,-3 0 0 0 0,-9 3 0 0 0,-1 0 0 0 0,-1 2 0 0 0,2 0 0 0 0,7 1 0 0 0,-6 1 0 0 0,1-1 0 0 0,-2 0 0 0 0,-1-5 0 0 0,2-2 0 0 0,0 1 0 0 0,4 1 0 0 0,-1 1 0 0 0,-2 1 0 0 0,2 2 0 0 0,-2 1 0 0 0,4 0 0 0 0,-1 0 0 0 0,-3 0 0 0 0,-4 0 0 0 0,3 1 0 0 0,5-1 0 0 0,0 0 0 0 0,3 0 0 0 0,3 0 0 0 0,4 0 0 0 0,28 0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9457 1720 16383 0 0,'-11'2'0'0'0,"-12"5"0"0"0,4 5 0 0 0,13-2 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9349 1741 16383 0 0,'-18'14'0'0'0,"7"-4"0"0"0,11-4 0 0 0,4-8 0 0 0,8-4 0 0 0,2-7 0 0 0,-2 4 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1804 16383 0 0,'-9'6'0'0'0,"-11"4"0"0"0,-2-1 0 0 0,-3-3 0 0 0,-2 4 0 0 0,-2-1 0 0 0,-1 3 0 0 0,3-1 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1920 16383 0 0,'22'0'0'0'0,"12"-6"0"0"0,-18 2 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9308 1910 16383 0 0,'-3'1'0'0'0,"-21"8"0"0"0,0 0 0 0 0,-1-1 0 0 0,-1-2 0 0 0,6 2 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2040 16383 0 0,'24'0'0'0'0,"8"-1"0"0"0,1 1 0 0 0,-1-1 0 0 0,-1 1 0 0 0,0-1 0 0 0,0 1 0 0 0,0 0 0 0 0,0 0 0 0 0,0 0 0 0 0,-1 0 0 0 0,-4-5 0 0 0,-2-2 0 0 0,0 0 0 0 0,1 2 0 0 0,2 1 0 0 0,2 2 0 0 0,-10 1 0 0 0,-13 0 0 0 0,-13 1 0 0 0,-11 0 0 0 0,-7 1 0 0 0,-4-1 0 0 0,-3 0 0 0 0,30 0 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9335 2628 16383 0 0,'0'0'0'0'0,"33"0"0"0"0,0-1 0 0 0,0 1 0 0 0,-1-1 0 0 0,1 1 0 0 0,-1 0 0 0 0,-1 0 0 0 0,0 0 0 0 0,0 0 0 0 0,0 0 0 0 0,-1 0 0 0 0,1 0 0 0 0,0 0 0 0 0,0 0 0 0 0,-1 0 0 0 0,1 0 0 0 0,0 0 0 0 0,-11 0 0 0 0,-8 5 0 0 0,-12 2 0 0 0,-11 0 0 0 0,-9-2 0 0 0,-6-1 0 0 0,-4-1 0 0 0,3 3 0 0 0,1 2 0 0 0,0-2 0 0 0,-2-1 0 0 0,0-1 0 0 0,-2-2 0 0 0,0-1 0 0 0,0-1 0 0 0,-1 0 0 0 0,0 0 0 0 0,0 0 0 0 0,0-1 0 0 0,0 1 0 0 0,0 0 0 0 0,11 0 0 0 0,13 0 0 0 0,14 0 0 0 0,11 0 0 0 0,7 0 0 0 0,5 0 0 0 0,2 0 0 0 0,2 0 0 0 0,-1 0 0 0 0,1 0 0 0 0,-2 0 0 0 0,0 0 0 0 0,-1 0 0 0 0,0 0 0 0 0,0 0 0 0 0,0 0 0 0 0,0 0 0 0 0,-1 0 0 0 0,1 0 0 0 0,0 0 0 0 0,0 0 0 0 0,-6 5 0 0 0,-1 2 0 0 0,-5 5 0 0 0,0 0 0 0 0,-4 4 0 0 0,1-1 0 0 0,-2 2 0 0 0,1-2 0 0 0,-1 2 0 0 0,2-2 0 0 0,-2 2 0 0 0,2-3 0 0 0,-1 3 0 0 0,-4 2 0 0 0,2-1 0 0 0,3-3 0 0 0,0 0 0 0 0,2 3 0 0 0,3-2 0 0 0,4-3 0 0 0,2-4 0 0 0,2-3 0 0 0,1-3 0 0 0,-4 3 0 0 0,-1 1 0 0 0,-6 4 0 0 0,0 1 0 0 0,2-3 0 0 0,-3 4 0 0 0,1-2 0 0 0,-3 4 0 0 0,2-2 0 0 0,-4 3 0 0 0,3-1 0 0 0,-3 1 0 0 0,2-1 0 0 0,4 1 0 0 0,3 4 0 0 0,3-2 0 0 0,3-3 0 0 0,-4 0 0 0 0,-1-2 0 0 0,1-4 0 0 0,-5 3 0 0 0,-4 4 0 0 0,-1-1 0 0 0,-2 3 0 0 0,1-2 0 0 0,4-4 0 0 0,-1 2 0 0 0,-3 3 0 0 0,0-1 0 0 0,-1 2 0 0 0,2-2 0 0 0,-2 1 0 0 0,3 4 0 0 0,3-3 0 0 0,-1 2 0 0 0,1-3 0 0 0,-2 0 0 0 0,-4 4 0 0 0,1-3 0 0 0,-2 2 0 0 0,2-4 0 0 0,-1 2 0 0 0,-3 2 0 0 0,2-1 0 0 0,-1 0 0 0 0,-2 3 0 0 0,-3 3 0 0 0,-2 2 0 0 0,-2 2 0 0 0,-2 1 0 0 0,0 1 0 0 0,0 0 0 0 0,-1 0 0 0 0,1 1 0 0 0,5-1 0 0 0,1 0 0 0 0,1 0 0 0 0,3 0 0 0 0,1 0 0 0 0,-2 0 0 0 0,-2-1 0 0 0,-3 1 0 0 0,-2 0 0 0 0,-1 0 0 0 0,0 0 0 0 0,-2-1 0 0 0,1 1 0 0 0,-1 0 0 0 0,1 0 0 0 0,0 0 0 0 0,0 0 0 0 0,-6-1 0 0 0,-1 1 0 0 0,1-10 0 0 0,0-15 0 0 0,2-13 0 0 0,2-11 0 0 0,1-7 0 0 0,0-5 0 0 0,1-2 0 0 0,1-2 0 0 0,-1 1 0 0 0,0 0 0 0 0,0 0 0 0 0,1 1 0 0 0,-1 1 0 0 0,0 0 0 0 0,0 0 0 0 0,0 0 0 0 0,0 1 0 0 0,0-1 0 0 0,0 0 0 0 0,0 0 0 0 0,0 1 0 0 0,0-1 0 0 0,0 0 0 0 0,0 0 0 0 0,0 0 0 0 0,0 0 0 0 0,-6 6 0 0 0,-1 1 0 0 0,1 0 0 0 0,0-2 0 0 0,3-1 0 0 0,0-1 0 0 0,2-2 0 0 0,1 0 0 0 0,0-1 0 0 0,-6 5 0 0 0,0 2 0 0 0,-1 0 0 0 0,-3 3 0 0 0,-1 1 0 0 0,3-2 0 0 0,1-2 0 0 0,-2 3 0 0 0,-1-1 0 0 0,2-1 0 0 0,-2 3 0 0 0,-6 5 0 0 0,0 0 0 0 0,4-3 0 0 0,-3 1 0 0 0,2-1 0 0 0,-2 3 0 0 0,1-3 0 0 0,4-2 0 0 0,-3 2 0 0 0,-3-1 0 0 0,0-3 0 0 0,-2 2 0 0 0,2 0 0 0 0,-2 3 0 0 0,3-1 0 0 0,3-3 0 0 0,-1 3 0 0 0,-3-1 0 0 0,0-3 0 0 0,-2 3 0 0 0,-3 4 0 0 0,2 0 0 0 0,4-4 0 0 0,-1 3 0 0 0,3-2 0 0 0,-2 2 0 0 0,-3-1 0 0 0,0-4 0 0 0,0 3 0 0 0,-4 4 0 0 0,2-1 0 0 0,0-3 0 0 0,-2-4 0 0 0,-3-3 0 0 0,-2-3 0 0 0,3-2 0 0 0,1 5 0 0 0,4 0 0 0 0,0 6 0 0 0,3-1 0 0 0,0 5 0 0 0,1-2 0 0 0,-1 3 0 0 0,2-2 0 0 0,-2 2 0 0 0,2-1 0 0 0,-2-5 0 0 0,2-3 0 0 0,-2 2 0 0 0,-4 5 0 0 0,2-1 0 0 0,4-2 0 0 0,-2 2 0 0 0,4-1 0 0 0,-3 2 0 0 0,1-2 0 0 0,4-2 0 0 0,-2 2 0 0 0,0-1 0 0 0,-2 2 0 0 0,1-1 0 0 0,-2 3 0 0 0,1-2 0 0 0,3-2 0 0 0,3-5 0 0 0,3-2 0 0 0,3-2 0 0 0,-4 3 0 0 0,-1 1 0 0 0,1-1 0 0 0,-4 4 0 0 0,0 1 0 0 0,2-3 0 0 0,1-1 0 0 0,3-3 0 0 0,2-2 0 0 0,1 0 0 0 0,1-2 0 0 0,0 0 0 0 0,0 0 0 0 0,1-1 0 0 0,4 6 0 0 0,3 2 0 0 0,-2 0 0 0 0,0-2 0 0 0,-2-1 0 0 0,3-1 0 0 0,2-2 0 0 0,-2 0 0 0 0,3 4 0 0 0,1 2 0 0 0,-2 0 0 0 0,-3-2 0 0 0,3 4 0 0 0,0 1 0 0 0,-1-2 0 0 0,-3-3 0 0 0,-1-1 0 0 0,-2-1 0 0 0,-1-2 0 0 0,-1-1 0 0 0,0 0 0 0 0,-1 0 0 0 0,1 0 0 0 0,-1 0 0 0 0,1 11 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9477 2016 16383 0 0,'-20'5'0'0'0,"-7"1"0"0"0,-1-2 0 0 0,9-2 0 0 0,14-1 0 0 0,12 0 0 0 0,11-1 0 0 0,7-1 0 0 0,5 1 0 0 0,2 0 0 0 0,1 0 0 0 0,1-1 0 0 0,-1 1 0 0 0,-1 0 0 0 0,0 0 0 0 0,-1 0 0 0 0,0 0 0 0 0,0 0 0 0 0,0 0 0 0 0,0 0 0 0 0,-1 0 0 0 0,-4 6 0 0 0,-13 6 0 0 0,-13 1 0 0 0,-12-1 0 0 0,-10 3 0 0 0,-5-2 0 0 0,-5-3 0 0 0,-1-3 0 0 0,0-2 0 0 0,0-3 0 0 0,0-1 0 0 0,1 4 0 0 0,0 1 0 0 0,1 0 0 0 0,5 4 0 0 0,2 1 0 0 0,0-3 0 0 0,-1-1 0 0 0,-2 2 0 0 0,-2 0 0 0 0,5 4 0 0 0,1 0 0 0 0,2-4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11539 2399 16383 0 0,'5'0'0'0'0,"6"0"0"0"0,7 0 0 0 0,4 0 0 0 0,5 0 0 0 0,1 0 0 0 0,2 0 0 0 0,0 0 0 0 0,0 0 0 0 0,0 0 0 0 0,0 0 0 0 0,-1 0 0 0 0,0 0 0 0 0,0 0 0 0 0,0 0 0 0 0,-10 0 0 0 0,-13 0 0 0 0,-13 0 0 0 0,-9 0 0 0 0,-3-5 0 0 0,-2-2 0 0 0,-4 1 0 0 0,-1-4 0 0 0,-2 0 0 0 0,-1 1 0 0 0,0 3 0 0 0,0-3 0 0 0,-1 1 0 0 0,1-5 0 0 0,0 2 0 0 0,0 1 0 0 0,0 3 0 0 0,0 3 0 0 0,5-3 0 0 0,2-1 0 0 0,-1 2 0 0 0,-1 1 0 0 0,-1-3 0 0 0,-2 0 0 0 0,0 1 0 0 0,-2 2 0 0 0,5-3 0 0 0,2-1 0 0 0,-1 2 0 0 0,9 2 0 0 0,11 2 0 0 0,11 1 0 0 0,10 1 0 0 0,6 1 0 0 0,4 0 0 0 0,2 5 0 0 0,1 2 0 0 0,1 5 0 0 0,-2-1 0 0 0,1-1 0 0 0,-2-2 0 0 0,1-4 0 0 0,-1 4 0 0 0,0 0 0 0 0,-1-2 0 0 0,-4 4 0 0 0,-1-1 0 0 0,-1-1 0 0 0,2-2 0 0 0,1-2 0 0 0,2-2 0 0 0,-9-1 0 0 0,-13-1 0 0 0,-6 5 0 0 0,-9 1 0 0 0,-7-1 0 0 0,-1 5 0 0 0,-2 0 0 0 0,2 3 0 0 0,9 0 0 0 0,11-3 0 0 0,11-3 0 0 0,7-2 0 0 0,0-3 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11654 2576 16383 0 0,'-5'0'0'0'0,"-2"-5"0"0"0,1-6 0 0 0,1-7 0 0 0,6 0 0 0 0,4-1 0 0 0,4 1 0 0 0,7 5 0 0 0,6 4 0 0 0,3 4 0 0 0,2 2 0 0 0,3 3 0 0 0,0 0 0 0 0,0 1 0 0 0,0 0 0 0 0,-11-1 0 0 0,-12-4 0 0 0,-13-2 0 0 0,-10-5 0 0 0,-8 0 0 0 0,-4 1 0 0 0,2-2 0 0 0,2 0 0 0 0,-2 3 0 0 0,0 3 0 0 0,-1 2 0 0 0,0 2 0 0 0,3-3 0 0 0,2-2 0 0 0,0 1 0 0 0,-2-3 0 0 0,-2-1 0 0 0,-1 2 0 0 0,0 2 0 0 0,-2 3 0 0 0,0 0 0 0 0,0 2 0 0 0,0 1 0 0 0,5-4 0 0 0,1-2 0 0 0,0 0 0 0 0,-1 1 0 0 0,-1 2 0 0 0,-2 1 0 0 0,5-4 0 0 0,5-6 0 0 0,10-1 0 0 0,8-3 0 0 0,7 1 0 0 0,3-1 0 0 0,4 1 0 0 0,5 4 0 0 0,-2-2 0 0 0,2 2 0 0 0,2-2 0 0 0,2 1 0 0 0,2 2 0 0 0,2 3 0 0 0,-4-2 0 0 0,-2 1 0 0 0,-4-4 0 0 0,0 1 0 0 0,1 1 0 0 0,-2-1 0 0 0,1 0 0 0 0,2 2 0 0 0,3 4 0 0 0,-3 6 0 0 0,-4 8 0 0 0,-6 8 0 0 0,-4 6 0 0 0,-3 4 0 0 0,-2 2 0 0 0,-6-4 0 0 0,-2-1 0 0 0,-1 0 0 0 0,3 1 0 0 0,0 1 0 0 0,3 1 0 0 0,0 1 0 0 0,6-4 0 0 0,3-12 0 0 0,4-12 0 0 0,1-11 0 0 0,-2-9 0 0 0,3 0 0 0 0,-2-3 0 0 0,3 3 0 0 0,-1 0 0 0 0,-3-1 0 0 0,2 3 0 0 0,-1-1 0 0 0,-3-2 0 0 0,3-2 0 0 0,-1-2 0 0 0,-2-2 0 0 0,2 4 0 0 0,0 0 0 0 0,-2 0 0 0 0,-2-1 0 0 0,2 3 0 0 0,1 1 0 0 0,-2-2 0 0 0,-2-1 0 0 0,3 2 0 0 0,0 1 0 0 0,-1-2 0 0 0,-2-2 0 0 0,-1-1 0 0 0,-3 8 0 0 0,0 11 0 0 0,-6 8 0 0 0,-1 8 0 0 0,-1 7 0 0 0,2 6 0 0 0,1 3 0 0 0,-3 3 0 0 0,-1 1 0 0 0,-4 1 0 0 0,0-1 0 0 0,3 0 0 0 0,2 0 0 0 0,2-1 0 0 0,3 0 0 0 0,1 0 0 0 0,1 0 0 0 0,-5 0 0 0 0,-1 0 0 0 0,0-1 0 0 0,2 1 0 0 0,1 0 0 0 0,1 0 0 0 0,1 0 0 0 0,0 0 0 0 0,1-10 0 0 0,0-13 0 0 0,1-13 0 0 0,-1-9 0 0 0,0-8 0 0 0,0-4 0 0 0,0-2 0 0 0,0-2 0 0 0,0 1 0 0 0,0 0 0 0 0,0 1 0 0 0,0 0 0 0 0,0 0 0 0 0,0 1 0 0 0,0 0 0 0 0,0 0 0 0 0,0 1 0 0 0,0-1 0 0 0,0 0 0 0 0,0 0 0 0 0,0 1 0 0 0,0-1 0 0 0,0 10 0 0 0,0 13 0 0 0,0 12 0 0 0,0 11 0 0 0,0 6 0 0 0,-5 0 0 0 0,-1 1 0 0 0,-5 1 0 0 0,-1 2 0 0 0,2 0 0 0 0,3 1 0 0 0,-3-4 0 0 0,1-1 0 0 0,2-1 0 0 0,-3-2 0 0 0,0-1 0 0 0,2 1 0 0 0,-3 3 0 0 0,1 2 0 0 0,-3 2 0 0 0,1 0 0 0 0,-3-3 0 0 0,2-1 0 0 0,2 0 0 0 0,4 1 0 0 0,2-8 0 0 0,3-12 0 0 0,1-11 0 0 0,6-5 0 0 0,2-5 0 0 0,0-5 0 0 0,4-3 0 0 0,-1-3 0 0 0,-1-1 0 0 0,2 5 0 0 0,0 0 0 0 0,-2 1 0 0 0,1 3 0 0 0,1 1 0 0 0,-3-2 0 0 0,-2-2 0 0 0,2-2 0 0 0,1-1 0 0 0,-3-2 0 0 0,4-1 0 0 0,0 0 0 0 0,3 5 0 0 0,-1 1 0 0 0,-2 0 0 0 0,-3-1 0 0 0,-2-2 0 0 0,2 0 0 0 0,0-2 0 0 0,4 4 0 0 0,0 2 0 0 0,-1 9 0 0 0,-4 12 0 0 0,-1 11 0 0 0,-3 8 0 0 0,-1 7 0 0 0,-1 3 0 0 0,0 2 0 0 0,-1 2 0 0 0,1-1 0 0 0,0-1 0 0 0,-1 1 0 0 0,1-2 0 0 0,-5 1 0 0 0,-2-1 0 0 0,1 0 0 0 0,1-1 0 0 0,2 1 0 0 0,0 0 0 0 0,2 0 0 0 0,1 0 0 0 0,0-1 0 0 0,0 1 0 0 0,0 0 0 0 0,1 0 0 0 0,-1 0 0 0 0,0 0 0 0 0,0 0 0 0 0,0-10 0 0 0,5-13 0 0 0,2-13 0 0 0,-1-9 0 0 0,-1-8 0 0 0,-2-4 0 0 0,0-2 0 0 0,3-2 0 0 0,1 1 0 0 0,-1 0 0 0 0,4-4 0 0 0,-1-2 0 0 0,0 1 0 0 0,-3 2 0 0 0,-3 2 0 0 0,0 1 0 0 0,-2 1 0 0 0,4 6 0 0 0,1 1 0 0 0,0 1 0 0 0,-2-2 0 0 0,-1 9 0 0 0,-1 12 0 0 0,-1 11 0 0 0,0 9 0 0 0,-1 6 0 0 0,0 5 0 0 0,-1 2 0 0 0,6-4 0 0 0,1-1 0 0 0,0 0 0 0 0,-1 0 0 0 0,4 1 0 0 0,-1-4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12294 1540 16383 0 0,'-5'0'0'0'0,"-7"5"0"0"0,-5 1 0 0 0,-1 5 0 0 0,-2 1 0 0 0,3 3 0 0 0,-1-2 0 0 0,-3-2 0 0 0,-2 2 0 0 0,-2-2 0 0 0,3 3 0 0 0,1-2 0 0 0,-2-2 0 0 0,-1-3 0 0 0,3 2 0 0 0,0 0 0 0 0,-1 2 0 0 0,-1 1 0 0 0,2 2 0 0 0,1-1 0 0 0,-2-2 0 0 0,-2 1 0 0 0,-1 4 0 0 0,-2-1 0 0 0,-1-3 0 0 0,-1 1 0 0 0,0-1 0 0 0,5 2 0 0 0,1-1 0 0 0,5 1 0 0 0,0 0 0 0 0,-1-4 0 0 0,-2 2 0 0 0,-4 4 0 0 0,-1-2 0 0 0,-1-2 0 0 0,3 2 0 0 0,1 2 0 0 0,5 5 0 0 0,0-2 0 0 0,-1-5 0 0 0,2 2 0 0 0,4 1 0 0 0,-1-1 0 0 0,-2-3 0 0 0,1 0 0 0 0,3 4 0 0 0,4 3 0 0 0,7-2 0 0 0,10-3 0 0 0,8-5 0 0 0,6 1 0 0 0,4-1 0 0 0,2-3 0 0 0,1-2 0 0 0,1-2 0 0 0,-1 3 0 0 0,0 1 0 0 0,0-1 0 0 0,0-1 0 0 0,-1-2 0 0 0,0-1 0 0 0,4-1 0 0 0,3-1 0 0 0,4 5 0 0 0,0 1 0 0 0,-1 0 0 0 0,-3-1 0 0 0,-3-2 0 0 0,-6 4 0 0 0,1 1 0 0 0,2-2 0 0 0,-1-1 0 0 0,1-1 0 0 0,0 2 0 0 0,0 2 0 0 0,-1-2 0 0 0,5-1 0 0 0,1-1 0 0 0,5 2 0 0 0,6 2 0 0 0,-1-2 0 0 0,-3-1 0 0 0,-3-2 0 0 0,-4-1 0 0 0,-3-1 0 0 0,-2-1 0 0 0,-1 0 0 0 0,0 0 0 0 0,-1 0 0 0 0,0-1 0 0 0,-5-4 0 0 0,-6-6 0 0 0,-11-2 0 0 0,-11 2 0 0 0,-5-3 0 0 0,-6-3 0 0 0,-5 1 0 0 0,-3 3 0 0 0,1-1 0 0 0,1 2 0 0 0,-2-2 0 0 0,-1-4 0 0 0,-1 2 0 0 0,-1 3 0 0 0,-2 4 0 0 0,1-2 0 0 0,-1 2 0 0 0,-1-3 0 0 0,1 0 0 0 0,0 3 0 0 0,0 3 0 0 0,5-3 0 0 0,2 0 0 0 0,-1 2 0 0 0,4-3 0 0 0,0 1 0 0 0,-1-4 0 0 0,-3 0 0 0 0,-2 4 0 0 0,-1 2 0 0 0,-2 2 0 0 0,-1 3 0 0 0,0 1 0 0 0,5 6 0 0 0,6 7 0 0 0,6 6 0 0 0,6 5 0 0 0,3 4 0 0 0,7 2 0 0 0,4 1 0 0 0,4-5 0 0 0,6-2 0 0 0,4 1 0 0 0,4-4 0 0 0,2-6 0 0 0,1 0 0 0 0,-4-2 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14658 3466 16383 0 0,'5'0'0'0'0,"1"0"0"0"0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14679 3487 16383 0 0,'0'5'0'0'0,"0"2"0"0"0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3376 7382 16383 0 0,'0'0'0'0'0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1916 9499 16383 0 0,'0'0'0'0'0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15021 2685 16383 0 0,'-5'0'0'0'0,"-7"0"0"0"0,-7 0 0 0 0,-5 0 0 0 0,-4 0 0 0 0,-3 0 0 0 0,0 0 0 0 0,-2 0 0 0 0,6-5 0 0 0,2-2 0 0 0,0 0 0 0 0,-1 2 0 0 0,-1 1 0 0 0,-1 1 0 0 0,-2 2 0 0 0,0 1 0 0 0,-1 0 0 0 0,0 0 0 0 0,0 0 0 0 0,5-5 0 0 0,2-2 0 0 0,0 1 0 0 0,-2 1 0 0 0,-1 1 0 0 0,-1-4 0 0 0,-2 0 0 0 0,0 1 0 0 0,-1 2 0 0 0,0 1 0 0 0,0 2 0 0 0,0 1 0 0 0,0-5 0 0 0,0 0 0 0 0,0-1 0 0 0,0 2 0 0 0,0 2 0 0 0,0 1 0 0 0,0 1 0 0 0,0 0 0 0 0,1 1 0 0 0,-1 0 0 0 0,0 1 0 0 0,0-1 0 0 0,0 0 0 0 0,0 0 0 0 0,6-5 0 0 0,1-2 0 0 0,0 1 0 0 0,-2 0 0 0 0,-1 3 0 0 0,4-5 0 0 0,1 0 0 0 0,-2 0 0 0 0,-2 3 0 0 0,-1 2 0 0 0,-2-5 0 0 0,5-5 0 0 0,0-1 0 0 0,5-3 0 0 0,6-4 0 0 0,4-4 0 0 0,10 3 0 0 0,9 5 0 0 0,4 0 0 0 0,4 2 0 0 0,4 5 0 0 0,4 4 0 0 0,-2-3 0 0 0,-1 0 0 0 0,2 3 0 0 0,1 1 0 0 0,2 2 0 0 0,1 1 0 0 0,1 1 0 0 0,1 1 0 0 0,0 1 0 0 0,0-1 0 0 0,0 0 0 0 0,0 1 0 0 0,0-1 0 0 0,0 0 0 0 0,0 0 0 0 0,0 0 0 0 0,0 0 0 0 0,0 0 0 0 0,0 0 0 0 0,-1 0 0 0 0,1 0 0 0 0,5 0 0 0 0,2 0 0 0 0,0 0 0 0 0,3 0 0 0 0,1 0 0 0 0,-3 0 0 0 0,-1 0 0 0 0,-3 0 0 0 0,-2 0 0 0 0,4 0 0 0 0,1 0 0 0 0,5 0 0 0 0,-1 0 0 0 0,4 0 0 0 0,0 0 0 0 0,1 0 0 0 0,-1 0 0 0 0,-4 0 0 0 0,-3 0 0 0 0,2 0 0 0 0,-1 0 0 0 0,-2 0 0 0 0,-2 0 0 0 0,-2 0 0 0 0,-1 0 0 0 0,-2 0 0 0 0,0 0 0 0 0,0 0 0 0 0,-1 0 0 0 0,0-5 0 0 0,1-2 0 0 0,0 0 0 0 0,-1 2 0 0 0,1 1 0 0 0,0 2 0 0 0,0 0 0 0 0,-1-3 0 0 0,1-2 0 0 0,0-5 0 0 0,0 0 0 0 0,-5 2 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14912 2196 16383 0 0,'0'0'0'0'0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15563 2582 16383 0 0,'-5'0'0'0'0,"-8"0"0"0"0,-5 0 0 0 0,-7 0 0 0 0,-3 0 0 0 0,-2 0 0 0 0,-2-5 0 0 0,0-2 0 0 0,0-5 0 0 0,0 0 0 0 0,0 2 0 0 0,6-3 0 0 0,2 1 0 0 0,0 2 0 0 0,-2-2 0 0 0,-1 1 0 0 0,-1-3 0 0 0,-2 1 0 0 0,0 3 0 0 0,-1 2 0 0 0,0 4 0 0 0,5-4 0 0 0,2 0 0 0 0,0-3 0 0 0,-2-1 0 0 0,-1 2 0 0 0,-1 3 0 0 0,-2 2 0 0 0,0 2 0 0 0,-1-3 0 0 0,0-1 0 0 0,0 1 0 0 0,0 1 0 0 0,5-4 0 0 0,2 0 0 0 0,0 2 0 0 0,-2 1 0 0 0,-1-3 0 0 0,-1 0 0 0 0,-2 2 0 0 0,0 1 0 0 0,-1 2 0 0 0,0 2 0 0 0,0 1 0 0 0,0 1 0 0 0,0 1 0 0 0,0-1 0 0 0,0 0 0 0 0,0 1 0 0 0,0-1 0 0 0,0 0 0 0 0,0 0 0 0 0,0-5 0 0 0,1-2 0 0 0,-1 0 0 0 0,0 2 0 0 0,0 1 0 0 0,0 2 0 0 0,0 0 0 0 0,1 2 0 0 0,-1 0 0 0 0,0 0 0 0 0,0 0 0 0 0,0 1 0 0 0,1-1 0 0 0,-1 0 0 0 0,0 0 0 0 0,11 0 0 0 0,13 0 0 0 0,14 0 0 0 0,11 0 0 0 0,7 0 0 0 0,5 0 0 0 0,2 0 0 0 0,2 6 0 0 0,-1 1 0 0 0,0-1 0 0 0,0 5 0 0 0,-1 0 0 0 0,-1-2 0 0 0,0-3 0 0 0,5 4 0 0 0,7-1 0 0 0,2-1 0 0 0,3 3 0 0 0,-2-1 0 0 0,3-1 0 0 0,3-3 0 0 0,-2-2 0 0 0,1 3 0 0 0,2 1 0 0 0,3-1 0 0 0,-3 3 0 0 0,0 0 0 0 0,1-1 0 0 0,3 2 0 0 0,1 0 0 0 0,7-2 0 0 0,3 3 0 0 0,-5-1 0 0 0,-3-3 0 0 0,-1-2 0 0 0,0-2 0 0 0,6 4 0 0 0,2-1 0 0 0,0 0 0 0 0,-6-2 0 0 0,-2-2 0 0 0,-2-1 0 0 0,6-1 0 0 0,-3-1 0 0 0,4 0 0 0 0,2 0 0 0 0,5-1 0 0 0,-4 6 0 0 0,-2 2 0 0 0,2 0 0 0 0,-4-2 0 0 0,-3-1 0 0 0,-6-2 0 0 0,-2-1 0 0 0,1 0 0 0 0,-3-1 0 0 0,0 0 0 0 0,-4-1 0 0 0,2 1 0 0 0,3 0 0 0 0,3 0 0 0 0,8 0 0 0 0,-1 0 0 0 0,-6 0 0 0 0,-2 0 0 0 0,-4 0 0 0 0,-6 0 0 0 0,-4 0 0 0 0,-4 0 0 0 0,2 0 0 0 0,1 0 0 0 0,-1 0 0 0 0,-2 0 0 0 0,-2 0 0 0 0,5 0 0 0 0,1 0 0 0 0,3 0 0 0 0,7 0 0 0 0,-1 0 0 0 0,-4 0 0 0 0,-3 0 0 0 0,-3 0 0 0 0,-4 0 0 0 0,-2 0 0 0 0,-1 0 0 0 0,0 0 0 0 0,-12 0 0 0 0,-13 0 0 0 0,-14 0 0 0 0,-10 0 0 0 0,-7 0 0 0 0,-5 0 0 0 0,-3 0 0 0 0,0 0 0 0 0,-1 0 0 0 0,1 0 0 0 0,1 0 0 0 0,0 0 0 0 0,0 0 0 0 0,1 0 0 0 0,1 0 0 0 0,-1 0 0 0 0,0 0 0 0 0,-5 0 0 0 0,-2 0 0 0 0,1 0 0 0 0,1 5 0 0 0,1 2 0 0 0,2-1 0 0 0,1 0 0 0 0,1-2 0 0 0,0-2 0 0 0,0-1 0 0 0,-5 0 0 0 0,4 4 0 0 0,-3 2 0 0 0,-7-1 0 0 0,-1-1 0 0 0,-3-1 0 0 0,0-2 0 0 0,3-1 0 0 0,-2 0 0 0 0,2-1 0 0 0,3-1 0 0 0,3 1 0 0 0,-3 0 0 0 0,-5-1 0 0 0,0 1 0 0 0,-3 0 0 0 0,2 0 0 0 0,3 0 0 0 0,-2 0 0 0 0,2 0 0 0 0,-2 0 0 0 0,1 0 0 0 0,-8 0 0 0 0,0 0 0 0 0,4 0 0 0 0,-1 0 0 0 0,-3 0 0 0 0,3 0 0 0 0,-1 0 0 0 0,3 0 0 0 0,-7 0 0 0 0,1 0 0 0 0,5 0 0 0 0,-1 0 0 0 0,3 0 0 0 0,-1 0 0 0 0,-3 0 0 0 0,1 0 0 0 0,0 0 0 0 0,1 0 0 0 0,0 0 0 0 0,-3 0 0 0 0,1-5 0 0 0,5-2 0 0 0,0 0 0 0 0,1 2 0 0 0,-2 1 0 0 0,2 2 0 0 0,3 1 0 0 0,-2 0 0 0 0,-4-4 0 0 0,-5-2 0 0 0,2 1 0 0 0,3 1 0 0 0,5 1 0 0 0,-1 2 0 0 0,-3 1 0 0 0,0 0 0 0 0,3 1 0 0 0,-1 1 0 0 0,1-6 0 0 0,2-2 0 0 0,4 0 0 0 0,3 2 0 0 0,1 2 0 0 0,7-5 0 0 0,2 0 0 0 0,0 1 0 0 0,-1 1 0 0 0,-1-3 0 0 0,-2 0 0 0 0,-1 2 0 0 0,-1 1 0 0 0,-1 2 0 0 0,5-3 0 0 0,2-1 0 0 0,-1 1 0 0 0,5-3 0 0 0,0 0 0 0 0,3-4 0 0 0,5-5 0 0 0,9 2 0 0 0,11-3 0 0 0,10 3 0 0 0,6 4 0 0 0,4 4 0 0 0,3 4 0 0 0,2 3 0 0 0,0 1 0 0 0,0 1 0 0 0,-1 1 0 0 0,0 0 0 0 0,-1 0 0 0 0,-5-6 0 0 0,-2-1 0 0 0,0-1 0 0 0,2 2 0 0 0,0 1 0 0 0,3 2 0 0 0,6 0 0 0 0,2 2 0 0 0,0 0 0 0 0,0 0 0 0 0,-2 0 0 0 0,-2 1 0 0 0,-1-1 0 0 0,0 0 0 0 0,4 0 0 0 0,2 0 0 0 0,-1 0 0 0 0,-1 0 0 0 0,-2 0 0 0 0,4 0 0 0 0,7 0 0 0 0,5 0 0 0 0,0 0 0 0 0,1 0 0 0 0,-2 0 0 0 0,-4 0 0 0 0,-5 0 0 0 0,1 0 0 0 0,0 5 0 0 0,2 2 0 0 0,0 0 0 0 0,-3-2 0 0 0,-2-1 0 0 0,-3-1 0 0 0,4 3 0 0 0,4 1 0 0 0,2 0 0 0 0,-3-2 0 0 0,-2-1 0 0 0,-4-2 0 0 0,4 4 0 0 0,-1 1 0 0 0,4 0 0 0 0,0-2 0 0 0,-3-1 0 0 0,-2-2 0 0 0,-2-1 0 0 0,-3-1 0 0 0,4 5 0 0 0,1 2 0 0 0,-1-1 0 0 0,-1-1 0 0 0,-2-1 0 0 0,-1-2 0 0 0,-1-1 0 0 0,-1 0 0 0 0,5-1 0 0 0,6 0 0 0 0,8 4 0 0 0,5 3 0 0 0,-2 0 0 0 0,-4-2 0 0 0,-6-2 0 0 0,-4 0 0 0 0,-4-2 0 0 0,-3 0 0 0 0,-1-1 0 0 0,-1-1 0 0 0,0 1 0 0 0,0 0 0 0 0,0 0 0 0 0,0-1 0 0 0,1 1 0 0 0,-11 0 0 0 0,-14 0 0 0 0,-13 0 0 0 0,-10 0 0 0 0,-9 0 0 0 0,-3 0 0 0 0,-4-5 0 0 0,0-2 0 0 0,-1 0 0 0 0,6-3 0 0 0,-2-1 0 0 0,-3 2 0 0 0,1 2 0 0 0,-6 3 0 0 0,-2-4 0 0 0,2 0 0 0 0,1 2 0 0 0,-3 1 0 0 0,0-4 0 0 0,1 0 0 0 0,2 2 0 0 0,3 1 0 0 0,-4-3 0 0 0,-6 0 0 0 0,-1 2 0 0 0,-3-4 0 0 0,-4 0 0 0 0,2 3 0 0 0,-1 1 0 0 0,2 3 0 0 0,0 2 0 0 0,-3 1 0 0 0,-2-4 0 0 0,-4-2 0 0 0,4 1 0 0 0,6 1 0 0 0,5-3 0 0 0,0-2 0 0 0,-4 3 0 0 0,-3 1 0 0 0,-5-3 0 0 0,2 0 0 0 0,6 1 0 0 0,4 3 0 0 0,0 1 0 0 0,1 2 0 0 0,4-4 0 0 0,-4-1 0 0 0,2 0 0 0 0,1 2 0 0 0,-3 2 0 0 0,1 1 0 0 0,1 1 0 0 0,3 1 0 0 0,3 0 0 0 0,-4 0 0 0 0,-6 0 0 0 0,-1 1 0 0 0,3-1 0 0 0,2 0 0 0 0,4-5 0 0 0,2-2 0 0 0,-4 0 0 0 0,-5 2 0 0 0,-1 1 0 0 0,1-4 0 0 0,-1 0 0 0 0,-5 1 0 0 0,1 2 0 0 0,4 1 0 0 0,4 2 0 0 0,3 1 0 0 0,-2 1 0 0 0,0 0 0 0 0,1 0 0 0 0,3-5 0 0 0,1-1 0 0 0,1-1 0 0 0,2 2 0 0 0,0 1 0 0 0,6-3 0 0 0,1-1 0 0 0,0 0 0 0 0,-1 3 0 0 0,4-4 0 0 0,-1 0 0 0 0,-1 1 0 0 0,-2 3 0 0 0,9 1 0 0 0,12 2 0 0 0,11 1 0 0 0,11 1 0 0 0,7 0 0 0 0,5 1 0 0 0,7-1 0 0 0,3 0 0 0 0,0 1 0 0 0,-2-1 0 0 0,4 5 0 0 0,-1 2 0 0 0,4 0 0 0 0,-1 3 0 0 0,2 1 0 0 0,5 3 0 0 0,8 0 0 0 0,6-3 0 0 0,-4-3 0 0 0,4 2 0 0 0,-4-1 0 0 0,-2 4 0 0 0,-1 0 0 0 0,1-3 0 0 0,1 2 0 0 0,5 5 0 0 0,8-1 0 0 0,-3 2 0 0 0,1-2 0 0 0,1-4 0 0 0,-8 2 0 0 0,1 3 0 0 0,5-1 0 0 0,2-3 0 0 0,-2-4 0 0 0,4 2 0 0 0,-6-1 0 0 0,1-3 0 0 0,0 4 0 0 0,-2-1 0 0 0,4 4 0 0 0,0-2 0 0 0,-2-1 0 0 0,4 1 0 0 0,-6 0 0 0 0,-4 2 0 0 0,4 0 0 0 0,0-4 0 0 0,0 3 0 0 0,-2-2 0 0 0,5-2 0 0 0,-5 2 0 0 0,-3 0 0 0 0,4-2 0 0 0,-4-3 0 0 0,-3-3 0 0 0,0-1 0 0 0,0-1 0 0 0,1-1 0 0 0,-5 0 0 0 0,-1 4 0 0 0,0 3 0 0 0,-3-1 0 0 0,5-1 0 0 0,4-1 0 0 0,2-2 0 0 0,-5-1 0 0 0,-1 5 0 0 0,1 1 0 0 0,-5 0 0 0 0,-6-2 0 0 0,0-2 0 0 0,-2-1 0 0 0,1 0 0 0 0,4-2 0 0 0,-2 0 0 0 0,-2 0 0 0 0,-5-1 0 0 0,-4 1 0 0 0,-2 5 0 0 0,3 2 0 0 0,1-1 0 0 0,-1 0 0 0 0,-2-2 0 0 0,-1-2 0 0 0,-1-1 0 0 0,-2 0 0 0 0,0-1 0 0 0,0 0 0 0 0,0-1 0 0 0,-1 6 0 0 0,1 2 0 0 0,-1-1 0 0 0,1 0 0 0 0,-11-3 0 0 0,-13 0 0 0 0,-14-2 0 0 0,-11-1 0 0 0,-2-5 0 0 0,-3-2 0 0 0,-3 0 0 0 0,-2 2 0 0 0,-1-5 0 0 0,-2 1 0 0 0,-6 1 0 0 0,-1 2 0 0 0,0 2 0 0 0,1 2 0 0 0,2 1 0 0 0,2 1 0 0 0,1 0 0 0 0,0 0 0 0 0,-4 1 0 0 0,-7-1 0 0 0,-1-5 0 0 0,-3-2 0 0 0,0 1 0 0 0,3 0 0 0 0,-6 3 0 0 0,0 0 0 0 0,-2 2 0 0 0,-3 0 0 0 0,3 1 0 0 0,0 1 0 0 0,3-1 0 0 0,0 0 0 0 0,-8 0 0 0 0,1-5 0 0 0,-6-1 0 0 0,-3-1 0 0 0,4 2 0 0 0,-2 1 0 0 0,3 1 0 0 0,2 2 0 0 0,-5 1 0 0 0,-3 0 0 0 0,0 0 0 0 0,-4 0 0 0 0,-7 0 0 0 0,5 1 0 0 0,-1-1 0 0 0,1-5 0 0 0,3-2 0 0 0,2 0 0 0 0,2 2 0 0 0,8 1 0 0 0,-4 2 0 0 0,5 0 0 0 0,-5 2 0 0 0,-2 0 0 0 0,-6 0 0 0 0,3 0 0 0 0,3 1 0 0 0,-4-1 0 0 0,4 0 0 0 0,2 0 0 0 0,7 0 0 0 0,7 0 0 0 0,-4 0 0 0 0,1 0 0 0 0,4 0 0 0 0,-6-5 0 0 0,1-2 0 0 0,3 0 0 0 0,0 2 0 0 0,3 1 0 0 0,-2 2 0 0 0,2 0 0 0 0,4 2 0 0 0,-2 0 0 0 0,-5 0 0 0 0,2 0 0 0 0,3 1 0 0 0,-2-1 0 0 0,-4 0 0 0 0,-4-5 0 0 0,3-2 0 0 0,3 0 0 0 0,5 2 0 0 0,4 1 0 0 0,4 2 0 0 0,2 1 0 0 0,1 0 0 0 0,1 1 0 0 0,0 0 0 0 0,0 1 0 0 0,0-1 0 0 0,0 0 0 0 0,0 0 0 0 0,-1-5 0 0 0,0-2 0 0 0,0 1 0 0 0,0 0 0 0 0,6-3 0 0 0,1 0 0 0 0,0 1 0 0 0,3-3 0 0 0,7-5 0 0 0,9 0 0 0 0,12 3 0 0 0,10 4 0 0 0,6 3 0 0 0,6 2 0 0 0,3 3 0 0 0,0 1 0 0 0,7 0 0 0 0,0 1 0 0 0,6 0 0 0 0,-1-1 0 0 0,-2 1 0 0 0,2-1 0 0 0,4 0 0 0 0,5 0 0 0 0,-2 0 0 0 0,1 0 0 0 0,-3 0 0 0 0,-5 0 0 0 0,6 0 0 0 0,0 5 0 0 0,2 2 0 0 0,-3 0 0 0 0,-5 4 0 0 0,2-1 0 0 0,7-1 0 0 0,1-2 0 0 0,2-3 0 0 0,6-1 0 0 0,-6 3 0 0 0,-4 1 0 0 0,2 0 0 0 0,0 3 0 0 0,3 0 0 0 0,-4-1 0 0 0,5 2 0 0 0,-2 0 0 0 0,0-2 0 0 0,1 3 0 0 0,1-1 0 0 0,-4-3 0 0 0,0-1 0 0 0,5 2 0 0 0,5 0 0 0 0,-5 3 0 0 0,-1 1 0 0 0,0-3 0 0 0,-5-3 0 0 0,-1-2 0 0 0,1-3 0 0 0,3-1 0 0 0,-4 4 0 0 0,0 2 0 0 0,2-1 0 0 0,-3-1 0 0 0,-5-2 0 0 0,-6-1 0 0 0,-3-1 0 0 0,2 5 0 0 0,-1 1 0 0 0,-1-1 0 0 0,4 0 0 0 0,-1-3 0 0 0,5-1 0 0 0,-2 5 0 0 0,4 0 0 0 0,-2 0 0 0 0,-3-2 0 0 0,-3-2 0 0 0,-3-1 0 0 0,-3-1 0 0 0,-1 0 0 0 0,-2-1 0 0 0,1-1 0 0 0,-1 1 0 0 0,0 0 0 0 0,-5 5 0 0 0,-1 2 0 0 0,0-1 0 0 0,-9-1 0 0 0,-13-1 0 0 0,-11-1 0 0 0,-10-7 0 0 0,-7-3 0 0 0,-4 1 0 0 0,-2 0 0 0 0,-6-3 0 0 0,-3-1 0 0 0,2 2 0 0 0,-4 2 0 0 0,1 2 0 0 0,1-4 0 0 0,3 0 0 0 0,3 2 0 0 0,2 0 0 0 0,-4-2 0 0 0,-1-1 0 0 0,-4 1 0 0 0,-6-2 0 0 0,0-1 0 0 0,-2 2 0 0 0,2-2 0 0 0,4 0 0 0 0,-1 2 0 0 0,-3 3 0 0 0,-4-3 0 0 0,-4-1 0 0 0,-3 3 0 0 0,-1 2 0 0 0,-2 1 0 0 0,5 2 0 0 0,2 2 0 0 0,-6-6 0 0 0,2 0 0 0 0,-4-1 0 0 0,-7 2 0 0 0,7-3 0 0 0,0-2 0 0 0,5 3 0 0 0,-3 1 0 0 0,-2 2 0 0 0,-1-3 0 0 0,0-1 0 0 0,6 1 0 0 0,2 2 0 0 0,-5 1 0 0 0,3-3 0 0 0,-5-1 0 0 0,-2 1 0 0 0,-1 2 0 0 0,7 2 0 0 0,1 1 0 0 0,2-5 0 0 0,-2 0 0 0 0,0 1 0 0 0,4 1 0 0 0,-5 1 0 0 0,3 2 0 0 0,6 1 0 0 0,0 1 0 0 0,4 0 0 0 0,-1 0 0 0 0,3 0 0 0 0,-3 1 0 0 0,3-1 0 0 0,2 0 0 0 0,4 0 0 0 0,-2 0 0 0 0,0 0 0 0 0,2 0 0 0 0,2 0 0 0 0,-3 0 0 0 0,-1 0 0 0 0,2 0 0 0 0,2-5 0 0 0,2-2 0 0 0,1 0 0 0 0,1 2 0 0 0,1 1 0 0 0,1 2 0 0 0,-1 0 0 0 0,1 2 0 0 0,-1 0 0 0 0,1 0 0 0 0,4-5 0 0 0,2-1 0 0 0,6-6 0 0 0,10-5 0 0 0,12-1 0 0 0,10-1 0 0 0,9 1 0 0 0,5 5 0 0 0,3 4 0 0 0,7 4 0 0 0,2 2 0 0 0,0 2 0 0 0,-2 1 0 0 0,-2 1 0 0 0,-2 0 0 0 0,3 0 0 0 0,2-1 0 0 0,3 1 0 0 0,1-1 0 0 0,3 0 0 0 0,5 0 0 0 0,-2 0 0 0 0,2 0 0 0 0,2 0 0 0 0,3 0 0 0 0,2 0 0 0 0,3 0 0 0 0,5 0 0 0 0,3 5 0 0 0,5 2 0 0 0,0 0 0 0 0,4 3 0 0 0,-1 1 0 0 0,-3-2 0 0 0,6 3 0 0 0,1-1 0 0 0,-4-2 0 0 0,2-2 0 0 0,8 2 0 0 0,-1 0 0 0 0,1 4 0 0 0,7-1 0 0 0,-2-2 0 0 0,-1 3 0 0 0,-1-2 0 0 0,1 4 0 0 0,6-2 0 0 0,-4 3 0 0 0,4-2 0 0 0,-4-3 0 0 0,-3-3 0 0 0,0-3 0 0 0,5 2 0 0 0,8 1 0 0 0,-4 4 0 0 0,3-1 0 0 0,-1-1 0 0 0,-1-3 0 0 0,-8 3 0 0 0,2 0 0 0 0,1 3 0 0 0,-6-1 0 0 0,3-2 0 0 0,2-3 0 0 0,-4 3 0 0 0,-3 0 0 0 0,0-3 0 0 0,2-1 0 0 0,-5 2 0 0 0,-1 1 0 0 0,7-2 0 0 0,-7-1 0 0 0,-1-3 0 0 0,0 5 0 0 0,-3-1 0 0 0,1 0 0 0 0,3-2 0 0 0,-3-1 0 0 0,-4 3 0 0 0,0 1 0 0 0,4-1 0 0 0,-2-2 0 0 0,-3 4 0 0 0,0 0 0 0 0,-1-2 0 0 0,-3-1 0 0 0,-8-2 0 0 0,1-2 0 0 0,0-1 0 0 0,-6-1 0 0 0,3 0 0 0 0,2-1 0 0 0,-5 1 0 0 0,-2 0 0 0 0,1 5 0 0 0,-5 1 0 0 0,0 1 0 0 0,-5-2 0 0 0,2-1 0 0 0,-4-2 0 0 0,-3 5 0 0 0,1 0 0 0 0,-1 0 0 0 0,-3-2 0 0 0,3-1 0 0 0,-1-2 0 0 0,-2 4 0 0 0,-2 1 0 0 0,-3 0 0 0 0,-1-2 0 0 0,-2-2 0 0 0,0 0 0 0 0,0-2 0 0 0,-1-1 0 0 0,0 0 0 0 0,-10 0 0 0 0,-13-1 0 0 0,-15 1 0 0 0,-9 0 0 0 0,-8 0 0 0 0,-5 0 0 0 0,-3-1 0 0 0,0 1 0 0 0,-1 0 0 0 0,1 0 0 0 0,1 0 0 0 0,0 0 0 0 0,0 1 0 0 0,1-1 0 0 0,-5 0 0 0 0,-7 0 0 0 0,-1-6 0 0 0,-4-1 0 0 0,1 1 0 0 0,3 0 0 0 0,-6 2 0 0 0,0 2 0 0 0,-2 1 0 0 0,-8-5 0 0 0,1-1 0 0 0,0 1 0 0 0,-6 1 0 0 0,3 1 0 0 0,-3 2 0 0 0,-7 1 0 0 0,4 1 0 0 0,-3 0 0 0 0,7 0 0 0 0,-3 0 0 0 0,-5-5 0 0 0,-1-2 0 0 0,-4 1 0 0 0,-4 1 0 0 0,1 1 0 0 0,-2 2 0 0 0,3 0 0 0 0,4 2 0 0 0,-1 0 0 0 0,-3 0 0 0 0,2 0 0 0 0,-3 1 0 0 0,-3-1 0 0 0,8 0 0 0 0,0 0 0 0 0,-2-5 0 0 0,1-2 0 0 0,-2 0 0 0 0,-4 2 0 0 0,-8 1 0 0 0,5 2 0 0 0,2 0 0 0 0,4 2 0 0 0,0 0 0 0 0,-2 0 0 0 0,2 0 0 0 0,-2 1 0 0 0,4-1 0 0 0,3 0 0 0 0,-1 0 0 0 0,-3 0 0 0 0,-5 0 0 0 0,2 0 0 0 0,-2 0 0 0 0,9 0 0 0 0,1 0 0 0 0,-3 0 0 0 0,-4-5 0 0 0,1-2 0 0 0,3 0 0 0 0,5 2 0 0 0,3 1 0 0 0,-2-3 0 0 0,0-2 0 0 0,-4 2 0 0 0,-4 2 0 0 0,-6-4 0 0 0,7 0 0 0 0,1 1 0 0 0,7 3 0 0 0,1-4 0 0 0,1 0 0 0 0,1 1 0 0 0,-4 3 0 0 0,0-4 0 0 0,7 0 0 0 0,2 1 0 0 0,-2-2 0 0 0,2-1 0 0 0,3 2 0 0 0,0 3 0 0 0,4-3 0 0 0,-3 0 0 0 0,1 1 0 0 0,7-2 0 0 0,-1-1 0 0 0,5 3 0 0 0,-2 2 0 0 0,-3 2 0 0 0,-3-4 0 0 0,2 0 0 0 0,4 2 0 0 0,0-5 0 0 0,3 1 0 0 0,3-4 0 0 0,4 1 0 0 0,2 2 0 0 0,3-1 0 0 0,1 0 0 0 0,0 3 0 0 0,1 2 0 0 0,-5 3 0 0 0,3-3 0 0 0,2 0 0 0 0,0 0 0 0 0,6-3 0 0 0,2 0 0 0 0,-1 1 0 0 0,-2 3 0 0 0,4-3 0 0 0,0 0 0 0 0,-2 1 0 0 0,3-3 0 0 0,5-5 0 0 0,11 1 0 0 0,5-3 0 0 0,8 2 0 0 0,8 3 0 0 0,6 4 0 0 0,-1-1 0 0 0,2 0 0 0 0,6 3 0 0 0,4 2 0 0 0,1 2 0 0 0,0 1 0 0 0,0 2 0 0 0,-2 0 0 0 0,-1 0 0 0 0,5 0 0 0 0,1 1 0 0 0,5-1 0 0 0,0 0 0 0 0,9 1 0 0 0,5-1 0 0 0,10 0 0 0 0,-2 0 0 0 0,3 0 0 0 0,7 0 0 0 0,6 0 0 0 0,-6 0 0 0 0,1 0 0 0 0,2 0 0 0 0,-1 0 0 0 0,2 0 0 0 0,3 5 0 0 0,-1 2 0 0 0,0-1 0 0 0,3 5 0 0 0,-2 0 0 0 0,0-2 0 0 0,7 3 0 0 0,4-1 0 0 0,3-2 0 0 0,0 3 0 0 0,-1-1 0 0 0,-5-3 0 0 0,2 4 0 0 0,2-1 0 0 0,5 2 0 0 0,3 0 0 0 0,-2-2 0 0 0,-1 2 0 0 0,-2-2 0 0 0,-2 3 0 0 0,4 0 0 0 0,1-4 0 0 0,4 3 0 0 0,-4-2 0 0 0,-5-2 0 0 0,-1 2 0 0 0,-8 0 0 0 0,4 3 0 0 0,1-1 0 0 0,7-3 0 0 0,-3 3 0 0 0,-2-2 0 0 0,-1-2 0 0 0,-5-3 0 0 0,-3 4 0 0 0,1-2 0 0 0,7 0 0 0 0,-2-3 0 0 0,-1-2 0 0 0,-4-1 0 0 0,-7-1 0 0 0,0-1 0 0 0,1 0 0 0 0,-1 5 0 0 0,1 1 0 0 0,3 1 0 0 0,-7-2 0 0 0,-6 4 0 0 0,1 0 0 0 0,-6-1 0 0 0,2-2 0 0 0,5-3 0 0 0,-4 0 0 0 0,-3-2 0 0 0,-7 4 0 0 0,-3 2 0 0 0,6-1 0 0 0,-3-1 0 0 0,-1-2 0 0 0,2 0 0 0 0,-5-2 0 0 0,-1 4 0 0 0,-3 2 0 0 0,0 0 0 0 0,2-2 0 0 0,-3-2 0 0 0,-3-1 0 0 0,-5 0 0 0 0,-3-2 0 0 0,1 0 0 0 0,1 5 0 0 0,-2 2 0 0 0,4-1 0 0 0,5-1 0 0 0,0-1 0 0 0,-3-2 0 0 0,-3-1 0 0 0,-3 0 0 0 0,-3-1 0 0 0,-2-1 0 0 0,-1 1 0 0 0,0 0 0 0 0,-1 0 0 0 0,0 0 0 0 0,-10-1 0 0 0,-14 1 0 0 0,-13 0 0 0 0,-11 0 0 0 0,-12 0 0 0 0,-7 0 0 0 0,-3 0 0 0 0,2 0 0 0 0,6-5 0 0 0,3-2 0 0 0,-3 1 0 0 0,-2-5 0 0 0,0 0 0 0 0,0 2 0 0 0,1 3 0 0 0,-5 1 0 0 0,-1 3 0 0 0,1 1 0 0 0,-3-5 0 0 0,-11 0 0 0 0,-7-6 0 0 0,-4 0 0 0 0,4 2 0 0 0,1-2 0 0 0,0 0 0 0 0,-1 2 0 0 0,-5-1 0 0 0,-3 0 0 0 0,-1 2 0 0 0,2 3 0 0 0,0-3 0 0 0,-3 0 0 0 0,-6-4 0 0 0,-1 1 0 0 0,-3-4 0 0 0,-4 2 0 0 0,-4 3 0 0 0,8 3 0 0 0,-3 3 0 0 0,-4-2 0 0 0,2-1 0 0 0,-5 1 0 0 0,-4-3 0 0 0,-6 0 0 0 0,8 2 0 0 0,-2 1 0 0 0,0-2 0 0 0,-1 0 0 0 0,-4 2 0 0 0,-2-4 0 0 0,-5 0 0 0 0,10 3 0 0 0,1-4 0 0 0,0 1 0 0 0,-5 3 0 0 0,-1 1 0 0 0,1-2 0 0 0,-4 0 0 0 0,10 2 0 0 0,0 1 0 0 0,-5-2 0 0 0,-1-1 0 0 0,-1 1 0 0 0,3 3 0 0 0,-5 1 0 0 0,11-3 0 0 0,-1-1 0 0 0,0 2 0 0 0,0 0 0 0 0,5 3 0 0 0,1 1 0 0 0,0 1 0 0 0,10 1 0 0 0,1 0 0 0 0,-2-5 0 0 0,2-2 0 0 0,2 1 0 0 0,10 1 0 0 0,-1 1 0 0 0,5 2 0 0 0,2 1 0 0 0,1 0 0 0 0,4 1 0 0 0,0 0 0 0 0,0 1 0 0 0,2-1 0 0 0,5 0 0 0 0,4 0 0 0 0,5 1 0 0 0,3-1 0 0 0,1 0 0 0 0,2 0 0 0 0,0 0 0 0 0,0 0 0 0 0,0 0 0 0 0,0 0 0 0 0,0 0 0 0 0,-1 0 0 0 0,0 0 0 0 0,11 0 0 0 0,14 0 0 0 0,12 0 0 0 0,12 0 0 0 0,7 0 0 0 0,10 0 0 0 0,5 0 0 0 0,0 0 0 0 0,4 0 0 0 0,0 0 0 0 0,3 0 0 0 0,-2 0 0 0 0,3 0 0 0 0,-3 0 0 0 0,3 0 0 0 0,3 0 0 0 0,3 0 0 0 0,4 0 0 0 0,6 0 0 0 0,4 0 0 0 0,-4 0 0 0 0,2 0 0 0 0,0 0 0 0 0,10 0 0 0 0,9 0 0 0 0,-1 0 0 0 0,7 0 0 0 0,-2 0 0 0 0,-6 0 0 0 0,5 0 0 0 0,8 0 0 0 0,-2 0 0 0 0,4 0 0 0 0,6 0 0 0 0,-9 0 0 0 0,1 0 0 0 0,4 0 0 0 0,6 0 0 0 0,-4 0 0 0 0,1 0 0 0 0,5 0 0 0 0,-1 0 0 0 0,-3 0 0 0 0,2 0 0 0 0,-1 0 0 0 0,2 0 0 0 0,-1 0 0 0 0,3 0 0 0 0,2 0 0 0 0,-5 0 0 0 0,-1 0 0 0 0,-3 0 0 0 0,4 0 0 0 0,-2 0 0 0 0,3 0 0 0 0,-7 0 0 0 0,7 0 0 0 0,-5 0 0 0 0,-4 0 0 0 0,2 0 0 0 0,-5 0 0 0 0,2 0 0 0 0,5 0 0 0 0,-8 0 0 0 0,-1 0 0 0 0,1 0 0 0 0,-1 0 0 0 0,0 0 0 0 0,0 0 0 0 0,0 0 0 0 0,-6 0 0 0 0,-1 0 0 0 0,-1 0 0 0 0,-3 0 0 0 0,5 0 0 0 0,4 0 0 0 0,-9 0 0 0 0,-3 0 0 0 0,2 5 0 0 0,-3 2 0 0 0,1-1 0 0 0,2 0 0 0 0,-6-2 0 0 0,-6-2 0 0 0,1-1 0 0 0,-7 0 0 0 0,3-1 0 0 0,-5-1 0 0 0,-3 1 0 0 0,0 0 0 0 0,-5 0 0 0 0,-2-1 0 0 0,-3 1 0 0 0,1 0 0 0 0,-4 0 0 0 0,-4 0 0 0 0,-3 0 0 0 0,-3 0 0 0 0,3 0 0 0 0,0 0 0 0 0,-1 0 0 0 0,-2 0 0 0 0,-11 0 0 0 0,-16 0 0 0 0,-14 0 0 0 0,-12 0 0 0 0,-7 0 0 0 0,-5 0 0 0 0,-3 0 0 0 0,-1 0 0 0 0,0 0 0 0 0,1 0 0 0 0,-5 0 0 0 0,-6 0 0 0 0,-6 0 0 0 0,-5 0 0 0 0,-10 0 0 0 0,3 0 0 0 0,0 0 0 0 0,5 0 0 0 0,8 0 0 0 0,-4 0 0 0 0,2 0 0 0 0,-1 0 0 0 0,-7 0 0 0 0,1 0 0 0 0,0 0 0 0 0,-6 6 0 0 0,3 1 0 0 0,-5-1 0 0 0,-5 0 0 0 0,-3-3 0 0 0,-3 0 0 0 0,5 3 0 0 0,5 2 0 0 0,-2-2 0 0 0,1 0 0 0 0,-5-3 0 0 0,-5-1 0 0 0,0-1 0 0 0,-2-1 0 0 0,-4 0 0 0 0,8 0 0 0 0,-4 0 0 0 0,-5-1 0 0 0,2 1 0 0 0,-1 0 0 0 0,-7 0 0 0 0,7 5 0 0 0,2 2 0 0 0,-1 0 0 0 0,-7-2 0 0 0,1-1 0 0 0,0-2 0 0 0,-1 0 0 0 0,10-2 0 0 0,-2 0 0 0 0,-3 0 0 0 0,-3 0 0 0 0,-3-1 0 0 0,0 1 0 0 0,-2 0 0 0 0,6 0 0 0 0,1 0 0 0 0,-1 0 0 0 0,0 0 0 0 0,-2 0 0 0 0,-7 0 0 0 0,3-5 0 0 0,1-2 0 0 0,1 0 0 0 0,5 2 0 0 0,-3 1 0 0 0,-3-4 0 0 0,-7 0 0 0 0,4 1 0 0 0,7 1 0 0 0,2-2 0 0 0,7-1 0 0 0,-6 1 0 0 0,-3 2 0 0 0,2-3 0 0 0,1 0 0 0 0,4 2 0 0 0,5 1 0 0 0,0-2 0 0 0,-3-1 0 0 0,7 1 0 0 0,0 3 0 0 0,-4 1 0 0 0,6-3 0 0 0,-1-1 0 0 0,2 1 0 0 0,1 2 0 0 0,2-4 0 0 0,-3 0 0 0 0,4 2 0 0 0,-1 1 0 0 0,4 2 0 0 0,7 2 0 0 0,4 1 0 0 0,4 1 0 0 0,0 0 0 0 0,-2-4 0 0 0,1-3 0 0 0,-1 1 0 0 0,3 1 0 0 0,3 1 0 0 0,-1-4 0 0 0,1 0 0 0 0,4 1 0 0 0,2-3 0 0 0,3-1 0 0 0,1 2 0 0 0,2 3 0 0 0,0-3 0 0 0,1-1 0 0 0,0 3 0 0 0,-1 1 0 0 0,1 3 0 0 0,5-4 0 0 0,6-6 0 0 0,12-1 0 0 0,13 2 0 0 0,5-2 0 0 0,6 1 0 0 0,5 3 0 0 0,4 4 0 0 0,3 1 0 0 0,2 3 0 0 0,-4-4 0 0 0,-2-1 0 0 0,0 1 0 0 0,1 2 0 0 0,7 0 0 0 0,3 2 0 0 0,6 1 0 0 0,0 1 0 0 0,5 0 0 0 0,4 0 0 0 0,4 1 0 0 0,3-1 0 0 0,8 0 0 0 0,2 0 0 0 0,1 0 0 0 0,4 1 0 0 0,1-1 0 0 0,2 5 0 0 0,5 2 0 0 0,4-1 0 0 0,4 5 0 0 0,-4 0 0 0 0,-5-2 0 0 0,5 3 0 0 0,8-1 0 0 0,5 3 0 0 0,6-1 0 0 0,2 3 0 0 0,-8-1 0 0 0,2-4 0 0 0,-7 2 0 0 0,3-1 0 0 0,5 2 0 0 0,2-1 0 0 0,3 3 0 0 0,-10-2 0 0 0,0-3 0 0 0,3-4 0 0 0,-3-2 0 0 0,2 3 0 0 0,5-1 0 0 0,2 5 0 0 0,-8 0 0 0 0,-3-2 0 0 0,2 2 0 0 0,1 0 0 0 0,0-3 0 0 0,-1 2 0 0 0,4 0 0 0 0,-10-2 0 0 0,-4 2 0 0 0,-1 0 0 0 0,-5-2 0 0 0,6 2 0 0 0,3 0 0 0 0,2-3 0 0 0,7 4 0 0 0,-8-1 0 0 0,-3-3 0 0 0,-2-2 0 0 0,-3 3 0 0 0,-7 0 0 0 0,-4-1 0 0 0,-10-3 0 0 0,1-1 0 0 0,0 3 0 0 0,0 1 0 0 0,0-2 0 0 0,-5-1 0 0 0,3-1 0 0 0,-3-2 0 0 0,-6-1 0 0 0,-2-1 0 0 0,-3 0 0 0 0,1 0 0 0 0,-3-1 0 0 0,-3 6 0 0 0,-4 2 0 0 0,3-1 0 0 0,0 0 0 0 0,3 3 0 0 0,0 0 0 0 0,-3-1 0 0 0,3-2 0 0 0,0 3 0 0 0,-3 0 0 0 0,-3-1 0 0 0,-13-3 0 0 0,-16-1 0 0 0,-14-2 0 0 0,-11-1 0 0 0,-9-1 0 0 0,-4 0 0 0 0,-3-1 0 0 0,-1 1 0 0 0,0-1 0 0 0,1 1 0 0 0,0 0 0 0 0,1 0 0 0 0,1 0 0 0 0,-6 0 0 0 0,0 0 0 0 0,-6 0 0 0 0,0 0 0 0 0,-3 0 0 0 0,-5 0 0 0 0,1-5 0 0 0,0-2 0 0 0,-9 0 0 0 0,1 2 0 0 0,-5-4 0 0 0,-8-1 0 0 0,3 2 0 0 0,-3 3 0 0 0,-5 1 0 0 0,0-4 0 0 0,-2 0 0 0 0,-5 2 0 0 0,2-5 0 0 0,4 1 0 0 0,-5 1 0 0 0,0 3 0 0 0,-7-3 0 0 0,-4-1 0 0 0,-6 3 0 0 0,-4-4 0 0 0,7 1 0 0 0,-2 1 0 0 0,-6-2 0 0 0,6 0 0 0 0,-3 2 0 0 0,-5-2 0 0 0,-5 0 0 0 0,6 2 0 0 0,0-2 0 0 0,1 0 0 0 0,-1 2 0 0 0,0 3 0 0 0,-2 2 0 0 0,-5 2 0 0 0,2-4 0 0 0,4-1 0 0 0,3 1 0 0 0,0 1 0 0 0,-5-4 0 0 0,0 0 0 0 0,-1 2 0 0 0,6 1 0 0 0,5-3 0 0 0,-1 0 0 0 0,0 1 0 0 0,-4 3 0 0 0,5 1 0 0 0,-2-3 0 0 0,6-1 0 0 0,3 1 0 0 0,1 2 0 0 0,1 2 0 0 0,-7 1 0 0 0,4 1 0 0 0,1 1 0 0 0,11 0 0 0 0,4 0 0 0 0,-2 0 0 0 0,-3-4 0 0 0,2-3 0 0 0,-1 0 0 0 0,7 2 0 0 0,6 1 0 0 0,-1 2 0 0 0,5 1 0 0 0,-2 0 0 0 0,-1 1 0 0 0,7 0 0 0 0,1 1 0 0 0,7-1 0 0 0,0 0 0 0 0,-1 0 0 0 0,-2 0 0 0 0,3 0 0 0 0,5 0 0 0 0,-1 0 0 0 0,3 0 0 0 0,4 0 0 0 0,3 0 0 0 0,2 0 0 0 0,3 0 0 0 0,1 0 0 0 0,0 0 0 0 0,1 0 0 0 0,5-5 0 0 0,7-7 0 0 0,12-2 0 0 0,12 2 0 0 0,10 3 0 0 0,8 3 0 0 0,10 2 0 0 0,10-3 0 0 0,8 0 0 0 0,5 0 0 0 0,4 3 0 0 0,2 0 0 0 0,1 3 0 0 0,-1 0 0 0 0,1 0 0 0 0,-7 2 0 0 0,4-1 0 0 0,-4 0 0 0 0,-1 1 0 0 0,6-1 0 0 0,3 0 0 0 0,0 0 0 0 0,6 0 0 0 0,0 0 0 0 0,5 0 0 0 0,5 0 0 0 0,-2 0 0 0 0,3 0 0 0 0,2 0 0 0 0,3 0 0 0 0,3 0 0 0 0,1 0 0 0 0,-4 0 0 0 0,-2 0 0 0 0,2 0 0 0 0,6 0 0 0 0,-3 0 0 0 0,6 0 0 0 0,1 0 0 0 0,-5 0 0 0 0,3 5 0 0 0,0 2 0 0 0,6 0 0 0 0,-4-2 0 0 0,-3 4 0 0 0,4 1 0 0 0,-10-3 0 0 0,1-1 0 0 0,2 3 0 0 0,5 0 0 0 0,-2-1 0 0 0,-2-2 0 0 0,4-3 0 0 0,-8-1 0 0 0,-4-1 0 0 0,0-1 0 0 0,-5 5 0 0 0,1 2 0 0 0,8-1 0 0 0,4 4 0 0 0,-8 1 0 0 0,-3-2 0 0 0,1 2 0 0 0,-3 1 0 0 0,0-3 0 0 0,3-3 0 0 0,-2 3 0 0 0,-4 1 0 0 0,0-3 0 0 0,-7 4 0 0 0,1-1 0 0 0,3-1 0 0 0,-5 2 0 0 0,2 0 0 0 0,-6-2 0 0 0,-3 2 0 0 0,-2 0 0 0 0,-6-2 0 0 0,5 2 0 0 0,2 0 0 0 0,-4-3 0 0 0,-6-1 0 0 0,0-4 0 0 0,-5-1 0 0 0,1-1 0 0 0,4 4 0 0 0,-3 2 0 0 0,-3-1 0 0 0,-4-1 0 0 0,-3 4 0 0 0,-4 0 0 0 0,-1-1 0 0 0,-1 3 0 0 0,-1-1 0 0 0,0-1 0 0 0,-10-3 0 0 0,-14-2 0 0 0,-14-1 0 0 0,-10-2 0 0 0,-7-1 0 0 0,-5-1 0 0 0,-2 1 0 0 0,-2-1 0 0 0,1 1 0 0 0,0 0 0 0 0,-5 0 0 0 0,-6-1 0 0 0,-1 1 0 0 0,2 0 0 0 0,-3 0 0 0 0,3 0 0 0 0,-4 0 0 0 0,2 0 0 0 0,-7 0 0 0 0,0 0 0 0 0,-2 0 0 0 0,-2 0 0 0 0,-2 0 0 0 0,-7 0 0 0 0,-2 0 0 0 0,-2 0 0 0 0,2 0 0 0 0,-4 0 0 0 0,0 0 0 0 0,-5 0 0 0 0,-4 0 0 0 0,-4 0 0 0 0,-4 0 0 0 0,2 0 0 0 0,-4 0 0 0 0,2 0 0 0 0,-5 0 0 0 0,-3 0 0 0 0,1 0 0 0 0,-6-5 0 0 0,4-2 0 0 0,-2 1 0 0 0,-1 0 0 0 0,-3 2 0 0 0,-1 2 0 0 0,3 1 0 0 0,-4 0 0 0 0,-4 1 0 0 0,6 1 0 0 0,4-1 0 0 0,-1 0 0 0 0,-6 0 0 0 0,-4 1 0 0 0,5-1 0 0 0,-1 0 0 0 0,3-6 0 0 0,8 0 0 0 0,4-1 0 0 0,-3 1 0 0 0,-7 3 0 0 0,4 0 0 0 0,-3 2 0 0 0,5 1 0 0 0,3-1 0 0 0,7 2 0 0 0,-4-1 0 0 0,4 0 0 0 0,0 1 0 0 0,-7-1 0 0 0,8 0 0 0 0,2 0 0 0 0,-1 0 0 0 0,3 0 0 0 0,0 0 0 0 0,3 0 0 0 0,4 0 0 0 0,4 0 0 0 0,8 0 0 0 0,-1 0 0 0 0,0 0 0 0 0,5 0 0 0 0,-4 0 0 0 0,-2 0 0 0 0,0 0 0 0 0,5 0 0 0 0,1 0 0 0 0,7 0 0 0 0,5 0 0 0 0,5 0 0 0 0,5 0 0 0 0,3 0 0 0 0,1 0 0 0 0,1 0 0 0 0,0 0 0 0 0,1 0 0 0 0,-1 0 0 0 0,10 0 0 0 0,14 0 0 0 0,13 0 0 0 0,11 0 0 0 0,7 0 0 0 0,10 0 0 0 0,10 0 0 0 0,7 0 0 0 0,6 0 0 0 0,-2 0 0 0 0,-1 0 0 0 0,8 0 0 0 0,-3 0 0 0 0,4 0 0 0 0,-3 0 0 0 0,-2 0 0 0 0,5 0 0 0 0,2 0 0 0 0,6 0 0 0 0,6 0 0 0 0,5 0 0 0 0,0 0 0 0 0,1 0 0 0 0,7 0 0 0 0,-1 0 0 0 0,4 0 0 0 0,9 0 0 0 0,1 0 0 0 0,4 0 0 0 0,0 0 0 0 0,2 0 0 0 0,-1 0 0 0 0,1 0 0 0 0,3 0 0 0 0,8 0 0 0 0,5 0 0 0 0,-8 0 0 0 0,-4 5 0 0 0,0 2 0 0 0,7 0 0 0 0,-2-2 0 0 0,0-1 0 0 0,7-2 0 0 0,-9-1 0 0 0,3 0 0 0 0,1 4 0 0 0,7 2 0 0 0,2-1 0 0 0,-5-1 0 0 0,3-1 0 0 0,-11-2 0 0 0,2-1 0 0 0,1 0 0 0 0,-4 4 0 0 0,-1 2 0 0 0,2-1 0 0 0,6-1 0 0 0,-12-1 0 0 0,-4-2 0 0 0,0-1 0 0 0,4 0 0 0 0,-2-1 0 0 0,2 5 0 0 0,3 1 0 0 0,-3 1 0 0 0,-9-2 0 0 0,-1-2 0 0 0,3 5 0 0 0,0 0 0 0 0,-2-1 0 0 0,-3-1 0 0 0,-8-3 0 0 0,-3-1 0 0 0,-1-1 0 0 0,0 5 0 0 0,-4 1 0 0 0,-1-1 0 0 0,3-1 0 0 0,-10-2 0 0 0,-6 0 0 0 0,1 3 0 0 0,-6 1 0 0 0,1 0 0 0 0,1-2 0 0 0,-1 4 0 0 0,-6 0 0 0 0,-3-1 0 0 0,-5-3 0 0 0,-1-1 0 0 0,-4-2 0 0 0,1 4 0 0 0,2 1 0 0 0,-1 0 0 0 0,-3-2 0 0 0,-5-2 0 0 0,-4-1 0 0 0,-2-1 0 0 0,-3 0 0 0 0,-10-1 0 0 0,-16-1 0 0 0,-12 1 0 0 0,-12 0 0 0 0,-7 0 0 0 0,-4-1 0 0 0,-3 1 0 0 0,0 0 0 0 0,-1 0 0 0 0,-4 0 0 0 0,-7 0 0 0 0,-6 0 0 0 0,-4 0 0 0 0,-4 0 0 0 0,3 0 0 0 0,0 0 0 0 0,0 0 0 0 0,-1-5 0 0 0,-2-2 0 0 0,-7 0 0 0 0,-1 2 0 0 0,-1 1 0 0 0,-5-3 0 0 0,1-2 0 0 0,-10 2 0 0 0,-6 2 0 0 0,-3 1 0 0 0,-3-3 0 0 0,5-1 0 0 0,-4 1 0 0 0,-2 2 0 0 0,-5-4 0 0 0,-7 0 0 0 0,-7 2 0 0 0,2 1 0 0 0,2 2 0 0 0,1-3 0 0 0,-3-1 0 0 0,1 1 0 0 0,0 2 0 0 0,-8-3 0 0 0,-5-1 0 0 0,8 1 0 0 0,-2 2 0 0 0,3-3 0 0 0,1 0 0 0 0,-8 2 0 0 0,-3 1 0 0 0,-1-3 0 0 0,9 1 0 0 0,5 0 0 0 0,0 2 0 0 0,-2 3 0 0 0,2 1 0 0 0,0 1 0 0 0,-2-4 0 0 0,3-2 0 0 0,3 1 0 0 0,1 1 0 0 0,-4 1 0 0 0,8 2 0 0 0,-1 1 0 0 0,-3 1 0 0 0,6 0 0 0 0,5 0 0 0 0,-3 0 0 0 0,0 0 0 0 0,1 1 0 0 0,2-1 0 0 0,-4 0 0 0 0,9 0 0 0 0,6 0 0 0 0,0 0 0 0 0,0 0 0 0 0,-2 0 0 0 0,-2 0 0 0 0,-1 0 0 0 0,4 0 0 0 0,11 0 0 0 0,8 0 0 0 0,0 0 0 0 0,-5 0 0 0 0,5 0 0 0 0,-1 0 0 0 0,-1 0 0 0 0,7 0 0 0 0,3 0 0 0 0,7 5 0 0 0,1 2 0 0 0,-1 0 0 0 0,-2-2 0 0 0,3-1 0 0 0,5-2 0 0 0,-1-1 0 0 0,9 5 0 0 0,-1 1 0 0 0,2 0 0 0 0,1-2 0 0 0,2-2 0 0 0,2-1 0 0 0,0-1 0 0 0,1 0 0 0 0,11-1 0 0 0,14 0 0 0 0,13-1 0 0 0,11 1 0 0 0,13 0 0 0 0,6 0 0 0 0,7-1 0 0 0,2 1 0 0 0,3 0 0 0 0,-1 0 0 0 0,2 0 0 0 0,-3 0 0 0 0,6-5 0 0 0,0-2 0 0 0,-4 1 0 0 0,0 0 0 0 0,8 2 0 0 0,4 2 0 0 0,8 1 0 0 0,2 0 0 0 0,0 1 0 0 0,9 1 0 0 0,1-1 0 0 0,-3 0 0 0 0,2 0 0 0 0,7 1 0 0 0,0-1 0 0 0,6 0 0 0 0,3 0 0 0 0,-4 0 0 0 0,-3 0 0 0 0,5 0 0 0 0,8 0 0 0 0,-4 0 0 0 0,3 0 0 0 0,-5 0 0 0 0,-4 0 0 0 0,5 0 0 0 0,0 0 0 0 0,0 0 0 0 0,-1 0 0 0 0,4 0 0 0 0,7 0 0 0 0,-11 0 0 0 0,0 0 0 0 0,0 0 0 0 0,-2 0 0 0 0,0 0 0 0 0,-1 0 0 0 0,5 0 0 0 0,-9 0 0 0 0,-4 0 0 0 0,-6 0 0 0 0,5 0 0 0 0,3 5 0 0 0,3 2 0 0 0,-3 0 0 0 0,-6-2 0 0 0,-2-1 0 0 0,-3-2 0 0 0,-4-1 0 0 0,2 0 0 0 0,-2-1 0 0 0,2 0 0 0 0,-5-1 0 0 0,-4 1 0 0 0,2 0 0 0 0,-5 0 0 0 0,-2 0 0 0 0,4-1 0 0 0,-3 7 0 0 0,-8 1 0 0 0,-1-1 0 0 0,-5 0 0 0 0,0-3 0 0 0,-2 0 0 0 0,1-2 0 0 0,4 0 0 0 0,-2-1 0 0 0,-4-1 0 0 0,-4 1 0 0 0,2 0 0 0 0,-1 0 0 0 0,-3-1 0 0 0,-2 1 0 0 0,-2 0 0 0 0,-1 0 0 0 0,-2 0 0 0 0,-11 0 0 0 0,-14 0 0 0 0,-13 0 0 0 0,-11 6 0 0 0,-8 1 0 0 0,-4 4 0 0 0,-2 2 0 0 0,-2 2 0 0 0,1 0 0 0 0,-1-3 0 0 0,2 1 0 0 0,0-1 0 0 0,6 3 0 0 0,2-2 0 0 0,0-2 0 0 0,-2-4 0 0 0,5 2 0 0 0,-1 1 0 0 0,-1-3 0 0 0,4 4 0 0 0,-1-1 0 0 0,-2 4 0 0 0,-3-1 0 0 0,-2-3 0 0 0,4-3 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14870 3254 16383 0 0,'5'0'0'0'0,"7"0"0"0"0,2 6 0 0 0,3 1 0 0 0,4-1 0 0 0,4 0 0 0 0,8-3 0 0 0,4 5 0 0 0,6 0 0 0 0,1 5 0 0 0,-2-1 0 0 0,2-2 0 0 0,5 3 0 0 0,9-1 0 0 0,1-3 0 0 0,-6-3 0 0 0,-5 4 0 0 0,-1-1 0 0 0,-4 3 0 0 0,3 0 0 0 0,2 4 0 0 0,5-2 0 0 0,3 2 0 0 0,9-1 0 0 0,-3-3 0 0 0,-1-5 0 0 0,0 3 0 0 0,-5 0 0 0 0,-2 2 0 0 0,0 0 0 0 0,-3-2 0 0 0,0 3 0 0 0,-4-2 0 0 0,6-2 0 0 0,5 2 0 0 0,-3 0 0 0 0,-5-2 0 0 0,0 2 0 0 0,-5 0 0 0 0,2-2 0 0 0,3-3 0 0 0,-2 3 0 0 0,-4 0 0 0 0,-4-2 0 0 0,2-2 0 0 0,4-1 0 0 0,4-2 0 0 0,5-1 0 0 0,4-1 0 0 0,-4-1 0 0 0,-6 1 0 0 0,-5 0 0 0 0,-6-1 0 0 0,-3 1 0 0 0,-3 0 0 0 0,-2 5 0 0 0,0 2 0 0 0,0 0 0 0 0,-1-2 0 0 0,1-1 0 0 0,1-2 0 0 0,-1 0 0 0 0,1-2 0 0 0,-1 0 0 0 0,1 0 0 0 0,0 0 0 0 0,0-1 0 0 0,0 1 0 0 0,0 0 0 0 0,-6 5 0 0 0,-1 2 0 0 0,0 0 0 0 0,2-2 0 0 0,1-1 0 0 0,-9-2 0 0 0,-13-1 0 0 0,-12 0 0 0 0,-11-1 0 0 0,-7 0 0 0 0,1 5 0 0 0,-2 1 0 0 0,0 1 0 0 0,-2-2 0 0 0,-1 4 0 0 0,-1 0 0 0 0,-1-1 0 0 0,0-2 0 0 0,0-2 0 0 0,0-2 0 0 0,5 4 0 0 0,2 1 0 0 0,0 0 0 0 0,-2-2 0 0 0,-1-2 0 0 0,-1-1 0 0 0,-2-1 0 0 0,0-1 0 0 0,-1 0 0 0 0,0 0 0 0 0,0 0 0 0 0,0 0 0 0 0,0-1 0 0 0,0 1 0 0 0,0 0 0 0 0,0 0 0 0 0,0 0 0 0 0,0 0 0 0 0,0 0 0 0 0,1 0 0 0 0,-1 0 0 0 0,0 0 0 0 0,0 0 0 0 0,0 0 0 0 0,6 0 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19174 3954 16383 0 0,'5'0'0'0'0,"7"0"0"0"0,7 0 0 0 0,0-5 0 0 0,2-2 0 0 0,3 1 0 0 0,-3-5 0 0 0,-10 0 0 0 0,-12-3 0 0 0,-12 0 0 0 0,-8 3 0 0 0,-6 4 0 0 0,-4 2 0 0 0,-1-3 0 0 0,-1 0 0 0 0,0 1 0 0 0,0-3 0 0 0,1 0 0 0 0,0 2 0 0 0,-4-4 0 0 0,-8 1 0 0 0,-5 2 0 0 0,-6 3 0 0 0,1 2 0 0 0,5 2 0 0 0,6 1 0 0 0,-1 1 0 0 0,-3-5 0 0 0,1-1 0 0 0,-7 0 0 0 0,-6 1 0 0 0,8-4 0 0 0,-3 0 0 0 0,2 1 0 0 0,-1 2 0 0 0,-1 2 0 0 0,-8-3 0 0 0,-3-1 0 0 0,-7 1 0 0 0,-6 2 0 0 0,-2 2 0 0 0,4 1 0 0 0,-2 1 0 0 0,3 0 0 0 0,8-4 0 0 0,5-1 0 0 0,-3-1 0 0 0,-5 2 0 0 0,3 2 0 0 0,-2 0 0 0 0,-16 2 0 0 0,-4 1 0 0 0,8 0 0 0 0,2 0 0 0 0,-1 0 0 0 0,8 1 0 0 0,0-1 0 0 0,-4 0 0 0 0,-3 0 0 0 0,5 0 0 0 0,0 0 0 0 0,2 0 0 0 0,8 0 0 0 0,5 0 0 0 0,1 0 0 0 0,6 0 0 0 0,0 5 0 0 0,0 2 0 0 0,3 0 0 0 0,-1 4 0 0 0,3-1 0 0 0,4-1 0 0 0,0-2 0 0 0,0 3 0 0 0,4-1 0 0 0,-3 4 0 0 0,-4-1 0 0 0,0-1 0 0 0,3-4 0 0 0,3-3 0 0 0,3-1 0 0 0,9 3 0 0 0,2 1 0 0 0,2-1 0 0 0,-1 4 0 0 0,-1 1 0 0 0,-2-3 0 0 0,-1-1 0 0 0,10 2 0 0 0,12 0 0 0 0,14-1 0 0 0,11-3 0 0 0,7-1 0 0 0,4-2 0 0 0,4-1 0 0 0,0-1 0 0 0,6 0 0 0 0,1-1 0 0 0,4-5 0 0 0,0-1 0 0 0,3-5 0 0 0,-1 0 0 0 0,-3-4 0 0 0,1 1 0 0 0,-1 3 0 0 0,-3 4 0 0 0,-3 3 0 0 0,3-3 0 0 0,4 0 0 0 0,7 2 0 0 0,3-4 0 0 0,5-1 0 0 0,-9-2 0 0 0,-2 0 0 0 0,12-3 0 0 0,11 1 0 0 0,4-1 0 0 0,0 1 0 0 0,-7 4 0 0 0,-1 3 0 0 0,0-2 0 0 0,-1 1 0 0 0,4 1 0 0 0,0-2 0 0 0,-1 0 0 0 0,-7 1 0 0 0,1-2 0 0 0,1 0 0 0 0,6-3 0 0 0,0 1 0 0 0,0 3 0 0 0,3-3 0 0 0,-6 1 0 0 0,2 3 0 0 0,-5 3 0 0 0,1 2 0 0 0,1-3 0 0 0,-1 0 0 0 0,0 0 0 0 0,-2 2 0 0 0,-5 2 0 0 0,2-4 0 0 0,2-1 0 0 0,-4 1 0 0 0,3 2 0 0 0,2 1 0 0 0,1 2 0 0 0,0 1 0 0 0,0 1 0 0 0,-1 0 0 0 0,-6 0 0 0 0,-2 1 0 0 0,-5-1 0 0 0,-6-5 0 0 0,-5-2 0 0 0,-4 1 0 0 0,2 0 0 0 0,1 3 0 0 0,-1 0 0 0 0,-2 2 0 0 0,-2 0 0 0 0,5 1 0 0 0,0 1 0 0 0,0-6 0 0 0,-2-2 0 0 0,-2 1 0 0 0,-1 0 0 0 0,-1 3 0 0 0,-1 0 0 0 0,-11 2 0 0 0,-14 1 0 0 0,-13 0 0 0 0,-11 0 0 0 0,-7 0 0 0 0,-5 0 0 0 0,-3 1 0 0 0,0-1 0 0 0,-1 0 0 0 0,1 5 0 0 0,1 2 0 0 0,0 0 0 0 0,0-2 0 0 0,1-1 0 0 0,0-2 0 0 0,1 5 0 0 0,-6 0 0 0 0,-2 5 0 0 0,1 0 0 0 0,1-2 0 0 0,1-2 0 0 0,2-3 0 0 0,-5-3 0 0 0,5 5 0 0 0,3 0 0 0 0,-5-1 0 0 0,-1 4 0 0 0,-5 1 0 0 0,0-3 0 0 0,-5 4 0 0 0,1-1 0 0 0,3-2 0 0 0,-2-3 0 0 0,-5 3 0 0 0,2 0 0 0 0,-2-1 0 0 0,2 3 0 0 0,4-1 0 0 0,-1-2 0 0 0,-4-1 0 0 0,-5-3 0 0 0,-2-2 0 0 0,1-2 0 0 0,1 1 0 0 0,3-2 0 0 0,0 1 0 0 0,-7 5 0 0 0,0 1 0 0 0,1 1 0 0 0,-8-2 0 0 0,4-2 0 0 0,5 5 0 0 0,2 0 0 0 0,0-1 0 0 0,-7-1 0 0 0,2-3 0 0 0,-1 0 0 0 0,-5-2 0 0 0,-8-1 0 0 0,4 5 0 0 0,2 2 0 0 0,2-1 0 0 0,2-1 0 0 0,0-2 0 0 0,6 0 0 0 0,2-2 0 0 0,0-1 0 0 0,3 5 0 0 0,1 2 0 0 0,2 0 0 0 0,-5-2 0 0 0,1-2 0 0 0,3-1 0 0 0,1 0 0 0 0,-3-2 0 0 0,2 0 0 0 0,-1 0 0 0 0,3 0 0 0 0,4-1 0 0 0,-1 1 0 0 0,2 0 0 0 0,-3 5 0 0 0,1 2 0 0 0,4 0 0 0 0,-3-2 0 0 0,-5-1 0 0 0,2-2 0 0 0,-3-1 0 0 0,2 0 0 0 0,-1-1 0 0 0,1 0 0 0 0,5-1 0 0 0,3 1 0 0 0,4 0 0 0 0,2 0 0 0 0,1 0 0 0 0,12 0 0 0 0,15 0 0 0 0,18 0 0 0 0,12 0 0 0 0,7 0 0 0 0,9 0 0 0 0,8 0 0 0 0,0 0 0 0 0,-2 0 0 0 0,1 0 0 0 0,3 0 0 0 0,8 0 0 0 0,5 0 0 0 0,2 5 0 0 0,1 2 0 0 0,3-1 0 0 0,-3 0 0 0 0,-4-2 0 0 0,4 3 0 0 0,-5 1 0 0 0,3 0 0 0 0,6-3 0 0 0,2 4 0 0 0,-1 0 0 0 0,-3-2 0 0 0,3-1 0 0 0,5 3 0 0 0,0 0 0 0 0,-3-1 0 0 0,2-3 0 0 0,-2 4 0 0 0,-2 0 0 0 0,1-2 0 0 0,10-1 0 0 0,12 3 0 0 0,-5 0 0 0 0,-3-2 0 0 0,-5 4 0 0 0,-6 0 0 0 0,0-3 0 0 0,2-2 0 0 0,-1-2 0 0 0,2 4 0 0 0,3 0 0 0 0,-7-2 0 0 0,0-1 0 0 0,-3-1 0 0 0,-3 3 0 0 0,2 1 0 0 0,5-1 0 0 0,-5-2 0 0 0,-4-2 0 0 0,2-1 0 0 0,-5-1 0 0 0,-4 0 0 0 0,5-2 0 0 0,-4 1 0 0 0,-2 0 0 0 0,-6 0 0 0 0,-1-1 0 0 0,1 6 0 0 0,-4 2 0 0 0,1 0 0 0 0,-3-2 0 0 0,-4-1 0 0 0,-4-2 0 0 0,-4 0 0 0 0,3-2 0 0 0,0 0 0 0 0,-1 5 0 0 0,-2 2 0 0 0,-1-1 0 0 0,-2-1 0 0 0,0-1 0 0 0,-1-2 0 0 0,0 0 0 0 0,-1-2 0 0 0,1 0 0 0 0,-1 0 0 0 0,-4 5 0 0 0,-13 1 0 0 0,-13 1 0 0 0,-13-2 0 0 0,-8-1 0 0 0,-7-2 0 0 0,-3-1 0 0 0,-2 0 0 0 0,0-1 0 0 0,-1 0 0 0 0,-4-6 0 0 0,-1-1 0 0 0,1 0 0 0 0,-4 1 0 0 0,0-3 0 0 0,2 0 0 0 0,-2 1 0 0 0,0 2 0 0 0,-3 2 0 0 0,-10 2 0 0 0,0-4 0 0 0,-2-1 0 0 0,4 0 0 0 0,0 2 0 0 0,-6-3 0 0 0,-4-1 0 0 0,-7 1 0 0 0,-7-3 0 0 0,-6 1 0 0 0,5 1 0 0 0,1-3 0 0 0,-3 1 0 0 0,3-3 0 0 0,-8 1 0 0 0,-4 2 0 0 0,-9-1 0 0 0,8 0 0 0 0,3-2 0 0 0,-4 1 0 0 0,-3 2 0 0 0,-1-1 0 0 0,-6 0 0 0 0,-5 3 0 0 0,8-2 0 0 0,2 0 0 0 0,-6 3 0 0 0,1-4 0 0 0,0 2 0 0 0,-3 1 0 0 0,-4 3 0 0 0,-1 2 0 0 0,9-3 0 0 0,0-1 0 0 0,-4 2 0 0 0,-6-5 0 0 0,7 1 0 0 0,-2 2 0 0 0,-3 1 0 0 0,12-2 0 0 0,0 0 0 0 0,-3 1 0 0 0,-7-3 0 0 0,5 1 0 0 0,-2 1 0 0 0,1 3 0 0 0,2-3 0 0 0,8 0 0 0 0,-1 1 0 0 0,-2 3 0 0 0,6-4 0 0 0,-3 0 0 0 0,-2 2 0 0 0,0 1 0 0 0,10 3 0 0 0,4-4 0 0 0,-1-1 0 0 0,4 1 0 0 0,-1 2 0 0 0,7 1 0 0 0,6 2 0 0 0,-8 2 0 0 0,4-1 0 0 0,3 1 0 0 0,2-4 0 0 0,7-3 0 0 0,3 1 0 0 0,4 0 0 0 0,7 3 0 0 0,-6 0 0 0 0,1 2 0 0 0,2 1 0 0 0,5 0 0 0 0,4 0 0 0 0,2 0 0 0 0,3 1 0 0 0,1-1 0 0 0,0 0 0 0 0,12 0 0 0 0,13 0 0 0 0,14 0 0 0 0,10 0 0 0 0,7 0 0 0 0,6 0 0 0 0,1 0 0 0 0,7 0 0 0 0,7 0 0 0 0,5 5 0 0 0,1 2 0 0 0,1 0 0 0 0,2-2 0 0 0,8-1 0 0 0,-3 4 0 0 0,6 0 0 0 0,1-1 0 0 0,0-2 0 0 0,-1-1 0 0 0,-1-2 0 0 0,-2-1 0 0 0,5-1 0 0 0,7 5 0 0 0,0 2 0 0 0,4-1 0 0 0,4-1 0 0 0,-2 4 0 0 0,1 0 0 0 0,3-1 0 0 0,7-2 0 0 0,-1 3 0 0 0,5 0 0 0 0,7-1 0 0 0,-4 3 0 0 0,-2-1 0 0 0,2-1 0 0 0,1-3 0 0 0,4 3 0 0 0,0 0 0 0 0,4-1 0 0 0,-7 3 0 0 0,1-1 0 0 0,-1-1 0 0 0,3 2 0 0 0,5 0 0 0 0,4-2 0 0 0,0 2 0 0 0,-10 0 0 0 0,-1-2 0 0 0,3 2 0 0 0,0 0 0 0 0,2-2 0 0 0,0 2 0 0 0,1 0 0 0 0,-6-3 0 0 0,-5-2 0 0 0,2-2 0 0 0,5 4 0 0 0,-5-1 0 0 0,2 0 0 0 0,5 3 0 0 0,-11 0 0 0 0,-5-1 0 0 0,2-3 0 0 0,2 4 0 0 0,-4-1 0 0 0,-3-2 0 0 0,0 4 0 0 0,-4 0 0 0 0,-6-3 0 0 0,0-2 0 0 0,-3 3 0 0 0,2 1 0 0 0,4-3 0 0 0,-7-1 0 0 0,0 2 0 0 0,-2 1 0 0 0,-7-1 0 0 0,0-3 0 0 0,-5-1 0 0 0,-2 3 0 0 0,0 1 0 0 0,0-1 0 0 0,-3-2 0 0 0,-2-2 0 0 0,-3 4 0 0 0,0 1 0 0 0,2-1 0 0 0,3-2 0 0 0,-3-1 0 0 0,-4-2 0 0 0,-5-1 0 0 0,-5-1 0 0 0,-3 5 0 0 0,-2 2 0 0 0,-2-1 0 0 0,0-1 0 0 0,-10-1 0 0 0,-15-2 0 0 0,-12-1 0 0 0,-12 0 0 0 0,-6-1 0 0 0,-5-1 0 0 0,-3 1 0 0 0,-5 0 0 0 0,-3 0 0 0 0,-4-1 0 0 0,-5 1 0 0 0,-4 0 0 0 0,1 0 0 0 0,5 0 0 0 0,0 0 0 0 0,3 0 0 0 0,-2 0 0 0 0,2 0 0 0 0,-6 0 0 0 0,-1 0 0 0 0,-7 0 0 0 0,2 0 0 0 0,0 0 0 0 0,-7 0 0 0 0,-7 0 0 0 0,2 0 0 0 0,-2 0 0 0 0,0 0 0 0 0,-3 0 0 0 0,0 0 0 0 0,-3 0 0 0 0,-4 0 0 0 0,-4 0 0 0 0,2 0 0 0 0,-1 0 0 0 0,-1 0 0 0 0,3 0 0 0 0,-1 0 0 0 0,-6 0 0 0 0,-5 0 0 0 0,4 0 0 0 0,-4 0 0 0 0,-2 0 0 0 0,11 0 0 0 0,-2 0 0 0 0,-2 0 0 0 0,5 0 0 0 0,-6 0 0 0 0,-2 0 0 0 0,3 0 0 0 0,7 0 0 0 0,-4 0 0 0 0,3 0 0 0 0,-1 0 0 0 0,-2 0 0 0 0,4 0 0 0 0,-6 6 0 0 0,2 1 0 0 0,0-1 0 0 0,4 0 0 0 0,0-3 0 0 0,-2 0 0 0 0,4-2 0 0 0,4-1 0 0 0,5 6 0 0 0,3 1 0 0 0,-1-1 0 0 0,-6-1 0 0 0,6-2 0 0 0,-2 5 0 0 0,6 0 0 0 0,3-1 0 0 0,3-1 0 0 0,5-3 0 0 0,2-1 0 0 0,-1 4 0 0 0,-2 2 0 0 0,-2-2 0 0 0,3-1 0 0 0,6-1 0 0 0,6-2 0 0 0,4 4 0 0 0,4 1 0 0 0,-2 0 0 0 0,-2-2 0 0 0,2-2 0 0 0,1 0 0 0 0,1-2 0 0 0,2-1 0 0 0,5 5 0 0 0,3 2 0 0 0,0-1 0 0 0,4 4 0 0 0,11 1 0 0 0,12-2 0 0 0,10-3 0 0 0,10-1 0 0 0,4-3 0 0 0,4-1 0 0 0,2-1 0 0 0,0 5 0 0 0,0 2 0 0 0,5-1 0 0 0,1-1 0 0 0,-1-2 0 0 0,-1 0 0 0 0,-2-2 0 0 0,3-1 0 0 0,1 0 0 0 0,-1 0 0 0 0,3 0 0 0 0,1-1 0 0 0,8 6 0 0 0,6 2 0 0 0,-1 0 0 0 0,1-2 0 0 0,1-1 0 0 0,1-2 0 0 0,2 0 0 0 0,0-2 0 0 0,2 0 0 0 0,4 0 0 0 0,-2 0 0 0 0,3-1 0 0 0,1 1 0 0 0,-2 0 0 0 0,5 0 0 0 0,6 0 0 0 0,0 0 0 0 0,-3 0 0 0 0,3 0 0 0 0,-3 5 0 0 0,3 2 0 0 0,4 0 0 0 0,-1-2 0 0 0,0-1 0 0 0,-1-2 0 0 0,-5-1 0 0 0,1 0 0 0 0,-6-1 0 0 0,0 0 0 0 0,4 5 0 0 0,5 1 0 0 0,-4 1 0 0 0,-1-2 0 0 0,-6-1 0 0 0,1-2 0 0 0,4-1 0 0 0,1 0 0 0 0,-2 4 0 0 0,-2 2 0 0 0,-3-1 0 0 0,-2-1 0 0 0,5-1 0 0 0,-6-2 0 0 0,-2-1 0 0 0,-1 0 0 0 0,-5 4 0 0 0,-3 2 0 0 0,2-1 0 0 0,1-1 0 0 0,3-1 0 0 0,-5-2 0 0 0,1-1 0 0 0,-5-1 0 0 0,-5 0 0 0 0,1 0 0 0 0,-3 0 0 0 0,-3 0 0 0 0,3-1 0 0 0,-1 1 0 0 0,3 0 0 0 0,-6 5 0 0 0,-4 2 0 0 0,-2 0 0 0 0,-3-2 0 0 0,1-1 0 0 0,-1-2 0 0 0,1 0 0 0 0,-11-2 0 0 0,-13 0 0 0 0,-13 0 0 0 0,-11 0 0 0 0,-7-1 0 0 0,-5 1 0 0 0,-3 0 0 0 0,0 0 0 0 0,0 0 0 0 0,-6 0 0 0 0,0 0 0 0 0,0 0 0 0 0,-3 0 0 0 0,-5 0 0 0 0,0-5 0 0 0,-2-2 0 0 0,-9 0 0 0 0,1 2 0 0 0,-1 1 0 0 0,-1 2 0 0 0,4 0 0 0 0,-4 2 0 0 0,-7 0 0 0 0,1 0 0 0 0,-3-5 0 0 0,-6-2 0 0 0,4 1 0 0 0,-1 1 0 0 0,-5-4 0 0 0,0 0 0 0 0,-2 1 0 0 0,-5 2 0 0 0,3 2 0 0 0,3-3 0 0 0,-5-1 0 0 0,0 1 0 0 0,-1-4 0 0 0,-8 1 0 0 0,-4 1 0 0 0,3 3 0 0 0,3 2 0 0 0,-1-3 0 0 0,0-1 0 0 0,0 1 0 0 0,-1 2 0 0 0,-6-4 0 0 0,-2 0 0 0 0,5 2 0 0 0,3 1 0 0 0,2 3 0 0 0,-1 0 0 0 0,0-3 0 0 0,-1-1 0 0 0,0 1 0 0 0,5 1 0 0 0,6 1 0 0 0,-4-3 0 0 0,-4-1 0 0 0,-2 1 0 0 0,3 2 0 0 0,2 1 0 0 0,9 2 0 0 0,2 1 0 0 0,-2 1 0 0 0,-4 0 0 0 0,1 0 0 0 0,-2-5 0 0 0,3-1 0 0 0,9-1 0 0 0,1 2 0 0 0,6 1 0 0 0,-1 2 0 0 0,-1 1 0 0 0,5 0 0 0 0,2 1 0 0 0,6 1 0 0 0,6-1 0 0 0,0 0 0 0 0,3 0 0 0 0,3 1 0 0 0,3-1 0 0 0,2 0 0 0 0,2 0 0 0 0,1 0 0 0 0,1 0 0 0 0,0 0 0 0 0,10 0 0 0 0,9 5 0 0 0,11 2 0 0 0,11 0 0 0 0,9-2 0 0 0,7-1 0 0 0,3 3 0 0 0,2 2 0 0 0,6-2 0 0 0,7-2 0 0 0,7-1 0 0 0,4-2 0 0 0,-1-1 0 0 0,0-1 0 0 0,6 0 0 0 0,-2-1 0 0 0,5 1 0 0 0,-3 0 0 0 0,-2 0 0 0 0,5 5 0 0 0,-3 1 0 0 0,4 1 0 0 0,6-2 0 0 0,2-1 0 0 0,-1-1 0 0 0,8 3 0 0 0,6 2 0 0 0,0-2 0 0 0,5-1 0 0 0,3-1 0 0 0,-4-2 0 0 0,4-1 0 0 0,-3-1 0 0 0,-2 6 0 0 0,5 0 0 0 0,2 1 0 0 0,6-2 0 0 0,-4-2 0 0 0,2-1 0 0 0,-5 0 0 0 0,-3 3 0 0 0,3 2 0 0 0,2 0 0 0 0,5-2 0 0 0,-4-2 0 0 0,2-1 0 0 0,-5 0 0 0 0,-4 3 0 0 0,0 2 0 0 0,4 0 0 0 0,2-2 0 0 0,0-2 0 0 0,0-1 0 0 0,-7 5 0 0 0,-8 0 0 0 0,4 0 0 0 0,-4-2 0 0 0,1-2 0 0 0,-3 5 0 0 0,0 0 0 0 0,-8-1 0 0 0,0-2 0 0 0,-3-2 0 0 0,-2-1 0 0 0,3-1 0 0 0,1 0 0 0 0,-8-1 0 0 0,-2-1 0 0 0,-8 6 0 0 0,-2 2 0 0 0,1-1 0 0 0,-3-1 0 0 0,0-1 0 0 0,-2-2 0 0 0,-5 0 0 0 0,2-2 0 0 0,3 0 0 0 0,-1 0 0 0 0,3 0 0 0 0,-3-1 0 0 0,-3 1 0 0 0,-4 0 0 0 0,-3 0 0 0 0,-3 0 0 0 0,-12 0 0 0 0,-14 0 0 0 0,-15 0 0 0 0,-10 0 0 0 0,-8 0 0 0 0,-5 0 0 0 0,4-5 0 0 0,0-2 0 0 0,0 0 0 0 0,-1 2 0 0 0,-6-4 0 0 0,-7-1 0 0 0,-3 2 0 0 0,1 3 0 0 0,-2 1 0 0 0,1 2 0 0 0,-3 1 0 0 0,-3 0 0 0 0,1-4 0 0 0,-1-1 0 0 0,-3 0 0 0 0,2 1 0 0 0,0 1 0 0 0,-8-3 0 0 0,2-2 0 0 0,-6 2 0 0 0,-13 2 0 0 0,1 1 0 0 0,3 2 0 0 0,-2-4 0 0 0,1-1 0 0 0,-2 0 0 0 0,5 2 0 0 0,5 2 0 0 0,-8 1 0 0 0,-1 1 0 0 0,0 0 0 0 0,-2 1 0 0 0,-4 1 0 0 0,6-1 0 0 0,0 0 0 0 0,3 1 0 0 0,-9-1 0 0 0,0 0 0 0 0,2 0 0 0 0,0 0 0 0 0,1 0 0 0 0,4 0 0 0 0,-1 0 0 0 0,-4 0 0 0 0,-4 0 0 0 0,1 0 0 0 0,-2 0 0 0 0,9 0 0 0 0,6 0 0 0 0,-1 0 0 0 0,0 0 0 0 0,3 0 0 0 0,-5 0 0 0 0,0 0 0 0 0,-3 0 0 0 0,5 0 0 0 0,4 0 0 0 0,2 0 0 0 0,7 0 0 0 0,-2 0 0 0 0,-3 5 0 0 0,5 2 0 0 0,5 0 0 0 0,3-2 0 0 0,2 4 0 0 0,0 0 0 0 0,2-1 0 0 0,3-2 0 0 0,4-2 0 0 0,-3-2 0 0 0,1-1 0 0 0,1 5 0 0 0,2 0 0 0 0,2 1 0 0 0,7 3 0 0 0,2 0 0 0 0,1-1 0 0 0,4 3 0 0 0,11-1 0 0 0,7 3 0 0 0,8-1 0 0 0,10-2 0 0 0,6-3 0 0 0,6-4 0 0 0,2-1 0 0 0,2-3 0 0 0,0 0 0 0 0,1 0 0 0 0,-1-1 0 0 0,5 1 0 0 0,7-1 0 0 0,1 1 0 0 0,-2 0 0 0 0,2 0 0 0 0,-1 0 0 0 0,-3 0 0 0 0,2 0 0 0 0,4-6 0 0 0,5-1 0 0 0,9 1 0 0 0,10 0 0 0 0,4-3 0 0 0,-2 0 0 0 0,-1 1 0 0 0,-9 2 0 0 0,-3 3 0 0 0,2 0 0 0 0,-3 2 0 0 0,4 1 0 0 0,2 0 0 0 0,0 1 0 0 0,-1-1 0 0 0,5 1 0 0 0,-4-1 0 0 0,3 0 0 0 0,-6 0 0 0 0,3 0 0 0 0,6 0 0 0 0,7 0 0 0 0,6 0 0 0 0,-7-5 0 0 0,0-2 0 0 0,-3 0 0 0 0,-8 2 0 0 0,-6 1 0 0 0,-7 2 0 0 0,3 0 0 0 0,2 2 0 0 0,-3 0 0 0 0,-1 0 0 0 0,1 0 0 0 0,-3 1 0 0 0,-1-1 0 0 0,-3 0 0 0 0,1 0 0 0 0,-4 0 0 0 0,2 0 0 0 0,4-5 0 0 0,-3-2 0 0 0,2 0 0 0 0,-3 2 0 0 0,-3 1 0 0 0,0 2 0 0 0,-1 1 0 0 0,-4 0 0 0 0,-2 1 0 0 0,-3 0 0 0 0,-1 1 0 0 0,-2-1 0 0 0,0 0 0 0 0,-1 0 0 0 0,0 0 0 0 0,0 0 0 0 0,1 0 0 0 0,-1 0 0 0 0,-9 0 0 0 0,-15 0 0 0 0,-13 0 0 0 0,-11 0 0 0 0,-7 0 0 0 0,-5 0 0 0 0,-2 0 0 0 0,-7 0 0 0 0,-1 0 0 0 0,0 0 0 0 0,2 0 0 0 0,2 0 0 0 0,3 0 0 0 0,-5 0 0 0 0,-6 0 0 0 0,-5 0 0 0 0,-6 0 0 0 0,2 0 0 0 0,-1 0 0 0 0,4 0 0 0 0,-6 0 0 0 0,-3 0 0 0 0,2 0 0 0 0,2 0 0 0 0,-2 0 0 0 0,-1 0 0 0 0,-6 0 0 0 0,2 0 0 0 0,-3 0 0 0 0,-3 0 0 0 0,2 0 0 0 0,-5 0 0 0 0,-6 0 0 0 0,0 0 0 0 0,-3 0 0 0 0,2 0 0 0 0,8 0 0 0 0,2 0 0 0 0,-5-5 0 0 0,1-2 0 0 0,-4 1 0 0 0,-5 0 0 0 0,2 2 0 0 0,2 2 0 0 0,6 1 0 0 0,-3 0 0 0 0,-3 1 0 0 0,1-5 0 0 0,2-1 0 0 0,-1-1 0 0 0,6 2 0 0 0,5 1 0 0 0,-3 2 0 0 0,0 1 0 0 0,0 1 0 0 0,-3-1 0 0 0,4 2 0 0 0,3-1 0 0 0,8 0 0 0 0,-4 0 0 0 0,-1 1 0 0 0,3-1 0 0 0,2 0 0 0 0,-1 0 0 0 0,-1 0 0 0 0,4 0 0 0 0,6 0 0 0 0,0 0 0 0 0,-3 0 0 0 0,3 0 0 0 0,4 0 0 0 0,3 0 0 0 0,4 0 0 0 0,3 0 0 0 0,1 0 0 0 0,7 5 0 0 0,12 2 0 0 0,9 5 0 0 0,10 0 0 0 0,9-1 0 0 0,3 2 0 0 0,2-1 0 0 0,10-3 0 0 0,4-2 0 0 0,1-3 0 0 0,1-2 0 0 0,4 4 0 0 0,6 1 0 0 0,6 4 0 0 0,-1 1 0 0 0,-4-2 0 0 0,0-3 0 0 0,-1-2 0 0 0,0 3 0 0 0,9 0 0 0 0,1-1 0 0 0,-5-2 0 0 0,5 4 0 0 0,4 0 0 0 0,1-2 0 0 0,7-1 0 0 0,2 2 0 0 0,0 1 0 0 0,3-1 0 0 0,-5-2 0 0 0,2-3 0 0 0,4-1 0 0 0,0-1 0 0 0,3-1 0 0 0,5 5 0 0 0,-7 2 0 0 0,5-1 0 0 0,-1 4 0 0 0,-3 1 0 0 0,2-2 0 0 0,7-3 0 0 0,6 4 0 0 0,-8-1 0 0 0,-1-1 0 0 0,10 3 0 0 0,1-1 0 0 0,-5-1 0 0 0,-2 2 0 0 0,0 0 0 0 0,1-2 0 0 0,-3-3 0 0 0,-1 3 0 0 0,-3 0 0 0 0,-1-1 0 0 0,3-3 0 0 0,-2 4 0 0 0,-10-1 0 0 0,0 0 0 0 0,-3 3 0 0 0,4-1 0 0 0,0-1 0 0 0,-2-3 0 0 0,4 3 0 0 0,-6 0 0 0 0,-4-1 0 0 0,4-3 0 0 0,-5-1 0 0 0,-2 3 0 0 0,4 1 0 0 0,-4-2 0 0 0,-1 0 0 0 0,0-3 0 0 0,-5-1 0 0 0,-7-1 0 0 0,-5-1 0 0 0,0 0 0 0 0,3 0 0 0 0,0 5 0 0 0,-3 1 0 0 0,2 1 0 0 0,4-2 0 0 0,4-1 0 0 0,-1 3 0 0 0,-4 1 0 0 0,-5 0 0 0 0,-5-3 0 0 0,-2-1 0 0 0,-3-2 0 0 0,-7 4 0 0 0,-2 1 0 0 0,-10 0 0 0 0,-13-2 0 0 0,-11-2 0 0 0,-9-1 0 0 0,-7-1 0 0 0,-4 0 0 0 0,-1-2 0 0 0,-2 1 0 0 0,-4 0 0 0 0,-2 0 0 0 0,-4-1 0 0 0,-5 1 0 0 0,0 0 0 0 0,-2 0 0 0 0,3 0 0 0 0,-1 0 0 0 0,2 0 0 0 0,4-5 0 0 0,0-2 0 0 0,0 0 0 0 0,-2 2 0 0 0,-3 1 0 0 0,0 2 0 0 0,-2 0 0 0 0,-3 2 0 0 0,-2 0 0 0 0,-4-5 0 0 0,5-2 0 0 0,-6 1 0 0 0,-7 1 0 0 0,2 1 0 0 0,-4-3 0 0 0,-6-2 0 0 0,5 2 0 0 0,4 2 0 0 0,-3 1 0 0 0,0 2 0 0 0,-4 1 0 0 0,-5 1 0 0 0,5-5 0 0 0,5-2 0 0 0,-3 1 0 0 0,2 1 0 0 0,-4-4 0 0 0,0 0 0 0 0,2 1 0 0 0,-3 2 0 0 0,1-3 0 0 0,2 0 0 0 0,3 2 0 0 0,-2 1 0 0 0,4-3 0 0 0,-1 0 0 0 0,-6 2 0 0 0,5 1 0 0 0,3-3 0 0 0,3 0 0 0 0,1 2 0 0 0,0 1 0 0 0,-5-2 0 0 0,3-1 0 0 0,8 1 0 0 0,2 2 0 0 0,0 3 0 0 0,-2-4 0 0 0,4-1 0 0 0,-1 1 0 0 0,4 2 0 0 0,5 1 0 0 0,-1 2 0 0 0,1 2 0 0 0,-1-1 0 0 0,0 1 0 0 0,4 1 0 0 0,2-1 0 0 0,3 0 0 0 0,-3 1 0 0 0,-1-1 0 0 0,2 0 0 0 0,1 0 0 0 0,2 0 0 0 0,7-5 0 0 0,13-2 0 0 0,14 0 0 0 0,12 2 0 0 0,10 1 0 0 0,6 1 0 0 0,3-3 0 0 0,2-2 0 0 0,1 2 0 0 0,-1 1 0 0 0,0 1 0 0 0,5 2 0 0 0,5 1 0 0 0,2 1 0 0 0,-2 0 0 0 0,-3 0 0 0 0,-3 0 0 0 0,3 1 0 0 0,-1-1 0 0 0,-1 0 0 0 0,8 0 0 0 0,3 0 0 0 0,2 0 0 0 0,-2 0 0 0 0,-4 0 0 0 0,6 0 0 0 0,5 0 0 0 0,-2 0 0 0 0,6 0 0 0 0,-3 0 0 0 0,1 0 0 0 0,-1 0 0 0 0,2 0 0 0 0,6 0 0 0 0,3 0 0 0 0,-1 0 0 0 0,0 0 0 0 0,-7 0 0 0 0,3 0 0 0 0,6 0 0 0 0,-4 0 0 0 0,3 0 0 0 0,6 0 0 0 0,-5 0 0 0 0,-3 0 0 0 0,-3 0 0 0 0,-1 0 0 0 0,4 0 0 0 0,2 0 0 0 0,0 0 0 0 0,3 0 0 0 0,-4 5 0 0 0,-4 2 0 0 0,-2 0 0 0 0,0-2 0 0 0,-1-1 0 0 0,-5-1 0 0 0,4-2 0 0 0,-3-1 0 0 0,0 6 0 0 0,0 0 0 0 0,-4 1 0 0 0,0-2 0 0 0,2-2 0 0 0,-4 0 0 0 0,-4-2 0 0 0,-6-1 0 0 0,2 0 0 0 0,3 0 0 0 0,1 0 0 0 0,1-1 0 0 0,-1 1 0 0 0,-3 0 0 0 0,-4 0 0 0 0,-3 0 0 0 0,-3 0 0 0 0,-1 0 0 0 0,-2 0 0 0 0,0 5 0 0 0,1 2 0 0 0,-1 0 0 0 0,0-2 0 0 0,0-1 0 0 0,1-2 0 0 0,0 0 0 0 0,0-2 0 0 0,-11 0 0 0 0,-14 0 0 0 0,-13 0 0 0 0,-10-1 0 0 0,-8 1 0 0 0,-5 0 0 0 0,-3 0 0 0 0,0 0 0 0 0,-1 0 0 0 0,1 0 0 0 0,1 0 0 0 0,0 0 0 0 0,0 0 0 0 0,1 0 0 0 0,0 0 0 0 0,1 0 0 0 0,-6 0 0 0 0,-7 0 0 0 0,-1 0 0 0 0,1 0 0 0 0,3 0 0 0 0,3 0 0 0 0,-3-6 0 0 0,-5-1 0 0 0,0 1 0 0 0,-2 0 0 0 0,0 3 0 0 0,4 0 0 0 0,-2 2 0 0 0,3 1 0 0 0,-4 0 0 0 0,-3 0 0 0 0,1 0 0 0 0,3 0 0 0 0,5 1 0 0 0,-2-1 0 0 0,-5 0 0 0 0,2 0 0 0 0,-3 0 0 0 0,1 0 0 0 0,-1 0 0 0 0,-3 0 0 0 0,2 0 0 0 0,-2 0 0 0 0,3 0 0 0 0,0 0 0 0 0,-4 0 0 0 0,-2 0 0 0 0,2 0 0 0 0,-1 0 0 0 0,-1 0 0 0 0,3 0 0 0 0,5 0 0 0 0,5 0 0 0 0,-1 0 0 0 0,-4 0 0 0 0,-4 0 0 0 0,0 0 0 0 0,-1 0 0 0 0,3 0 0 0 0,4 0 0 0 0,4 0 0 0 0,4 0 0 0 0,-2 0 0 0 0,-6 0 0 0 0,0 0 0 0 0,-3 0 0 0 0,-4 0 0 0 0,1 0 0 0 0,4 0 0 0 0,5 0 0 0 0,-2 0 0 0 0,2 0 0 0 0,2 0 0 0 0,-2 0 0 0 0,0 0 0 0 0,2 0 0 0 0,2 0 0 0 0,3 0 0 0 0,1 0 0 0 0,2 0 0 0 0,0 0 0 0 0,5-5 0 0 0,8-8 0 0 0,12 0 0 0 0,12 1 0 0 0,10 3 0 0 0,8-3 0 0 0,5 2 0 0 0,3-4 0 0 0,1 1 0 0 0,5 3 0 0 0,2 3 0 0 0,0 2 0 0 0,2 3 0 0 0,0 1 0 0 0,-2 1 0 0 0,-2 0 0 0 0,2 1 0 0 0,0 0 0 0 0,-1-1 0 0 0,2 0 0 0 0,1 1 0 0 0,2-1 0 0 0,5 0 0 0 0,0 0 0 0 0,1 0 0 0 0,-2 0 0 0 0,1 0 0 0 0,2 0 0 0 0,-1 0 0 0 0,0 0 0 0 0,9 0 0 0 0,3 0 0 0 0,-3 0 0 0 0,0 0 0 0 0,4 0 0 0 0,-3 0 0 0 0,0 0 0 0 0,-7 0 0 0 0,-5 0 0 0 0,-2 0 0 0 0,-3 0 0 0 0,2 0 0 0 0,3 0 0 0 0,0 0 0 0 0,-4 0 0 0 0,-4 0 0 0 0,1 0 0 0 0,5 0 0 0 0,5 0 0 0 0,-1 0 0 0 0,-4 0 0 0 0,-4 0 0 0 0,-5 0 0 0 0,-3 5 0 0 0,4 2 0 0 0,0-1 0 0 0,-1 0 0 0 0,3-2 0 0 0,1-2 0 0 0,-2-1 0 0 0,-2 0 0 0 0,-2-1 0 0 0,-2 0 0 0 0,-1-1 0 0 0,-12-4 0 0 0,-14-3 0 0 0,-13 2 0 0 0,-11-5 0 0 0,-8 0 0 0 0,-4 2 0 0 0,-2-3 0 0 0,-2 1 0 0 0,-5-3 0 0 0,-1 0 0 0 0,-4 4 0 0 0,-6-3 0 0 0,1 1 0 0 0,4 3 0 0 0,4-2 0 0 0,3 0 0 0 0,-1-3 0 0 0,-6 1 0 0 0,1 3 0 0 0,-4-3 0 0 0,2 2 0 0 0,-2 2 0 0 0,-3 3 0 0 0,1-3 0 0 0,-1 0 0 0 0,-7-4 0 0 0,1 1 0 0 0,-1 2 0 0 0,-1-2 0 0 0,0 0 0 0 0,-2 3 0 0 0,-5-3 0 0 0,3 1 0 0 0,-4-2 0 0 0,0-1 0 0 0,5 4 0 0 0,3-2 0 0 0,2 0 0 0 0,-1 3 0 0 0,-6 3 0 0 0,-3-3 0 0 0,5 0 0 0 0,3 2 0 0 0,6 1 0 0 0,-4 3 0 0 0,-3 1 0 0 0,4 1 0 0 0,1 1 0 0 0,-6 0 0 0 0,-3 1 0 0 0,-1-1 0 0 0,5 1 0 0 0,2-1 0 0 0,6 0 0 0 0,7 0 0 0 0,0 0 0 0 0,-3 0 0 0 0,-3 0 0 0 0,1 0 0 0 0,5 0 0 0 0,4 0 0 0 0,4 0 0 0 0,3 0 0 0 0,2 0 0 0 0,1 0 0 0 0,1 0 0 0 0,0 0 0 0 0,0 0 0 0 0,5 5 0 0 0,12 2 0 0 0,14 0 0 0 0,11 3 0 0 0,9 1 0 0 0,7-2 0 0 0,-2 3 0 0 0,0-1 0 0 0,1-2 0 0 0,1-2 0 0 0,1-3 0 0 0,0 3 0 0 0,2 1 0 0 0,0-1 0 0 0,0-2 0 0 0,5-2 0 0 0,2-1 0 0 0,5-1 0 0 0,5-1 0 0 0,1 0 0 0 0,1-1 0 0 0,4 6 0 0 0,-3 2 0 0 0,0-1 0 0 0,3 0 0 0 0,2-3 0 0 0,2 0 0 0 0,2-2 0 0 0,-4 5 0 0 0,-1 1 0 0 0,0-1 0 0 0,7-1 0 0 0,-2-1 0 0 0,4-2 0 0 0,8-1 0 0 0,7-1 0 0 0,0 0 0 0 0,-3 0 0 0 0,2 0 0 0 0,-2 5 0 0 0,2 1 0 0 0,3 1 0 0 0,4-2 0 0 0,-3-1 0 0 0,-4-2 0 0 0,0 0 0 0 0,-2-2 0 0 0,-4 0 0 0 0,-4 0 0 0 0,-8 0 0 0 0,1-1 0 0 0,7 1 0 0 0,-4 0 0 0 0,3 5 0 0 0,1 2 0 0 0,-6 0 0 0 0,-3-2 0 0 0,-1-1 0 0 0,0-2 0 0 0,1-1 0 0 0,0 0 0 0 0,2-1 0 0 0,-6 0 0 0 0,-5-1 0 0 0,3 1 0 0 0,-2 5 0 0 0,2 2 0 0 0,1-1 0 0 0,-3 0 0 0 0,-4-2 0 0 0,-1-2 0 0 0,3-1 0 0 0,-1 0 0 0 0,-5-1 0 0 0,2 0 0 0 0,-2-1 0 0 0,-3 1 0 0 0,2 0 0 0 0,5 0 0 0 0,-1-1 0 0 0,3 1 0 0 0,-3 0 0 0 0,-2 0 0 0 0,-5 0 0 0 0,-3 0 0 0 0,-3 0 0 0 0,-1 0 0 0 0,-12 0 0 0 0,-15 0 0 0 0,-12 0 0 0 0,-12 0 0 0 0,-6 0 0 0 0,-6 0 0 0 0,-1 0 0 0 0,-2 0 0 0 0,1-5 0 0 0,-1-2 0 0 0,2 1 0 0 0,0 0 0 0 0,-4-3 0 0 0,-8 0 0 0 0,0 1 0 0 0,1 2 0 0 0,-2 2 0 0 0,-4 2 0 0 0,1 1 0 0 0,-2-4 0 0 0,-3-2 0 0 0,3 1 0 0 0,-1 1 0 0 0,3 1 0 0 0,-1 2 0 0 0,-3 1 0 0 0,3-5 0 0 0,-6-1 0 0 0,-5 1 0 0 0,3 1 0 0 0,1 1 0 0 0,4 2 0 0 0,1 1 0 0 0,-6 1 0 0 0,0 0 0 0 0,-5 0 0 0 0,-3 0 0 0 0,5 1 0 0 0,-4-1 0 0 0,5 0 0 0 0,6 0 0 0 0,-3 0 0 0 0,2 0 0 0 0,-4 0 0 0 0,-4 0 0 0 0,-12 0 0 0 0,-4 0 0 0 0,1 0 0 0 0,3 0 0 0 0,4 0 0 0 0,8 0 0 0 0,4 0 0 0 0,7 0 0 0 0,2 0 0 0 0,-7 0 0 0 0,1 0 0 0 0,-1 0 0 0 0,-1 0 0 0 0,4 0 0 0 0,0 0 0 0 0,5 0 0 0 0,-1 0 0 0 0,-3 0 0 0 0,4 0 0 0 0,3 0 0 0 0,5 0 0 0 0,-2 0 0 0 0,-4 0 0 0 0,1 0 0 0 0,-3 0 0 0 0,2 0 0 0 0,3 0 0 0 0,-1 0 0 0 0,-4 0 0 0 0,1 0 0 0 0,4 0 0 0 0,3 0 0 0 0,-2 0 0 0 0,1 0 0 0 0,3 0 0 0 0,-4 0 0 0 0,1 0 0 0 0,8-5 0 0 0,3-2 0 0 0,2 0 0 0 0,0 2 0 0 0,1 1 0 0 0,-2 2 0 0 0,5-5 0 0 0,12 0 0 0 0,12 0 0 0 0,7-3 0 0 0,8-1 0 0 0,6 3 0 0 0,4 1 0 0 0,4 3 0 0 0,3 2 0 0 0,-1 1 0 0 0,2 1 0 0 0,-1 0 0 0 0,5 0 0 0 0,7 1 0 0 0,6-1 0 0 0,0 0 0 0 0,2 1 0 0 0,-3-1 0 0 0,7 0 0 0 0,-2 0 0 0 0,6 0 0 0 0,8 0 0 0 0,-1 0 0 0 0,3 0 0 0 0,5 0 0 0 0,11 0 0 0 0,2 0 0 0 0,1 5 0 0 0,6 2 0 0 0,-7 0 0 0 0,-3 3 0 0 0,5 1 0 0 0,2-2 0 0 0,2 3 0 0 0,6-1 0 0 0,2 3 0 0 0,-12 0 0 0 0,0-4 0 0 0,6-2 0 0 0,2 2 0 0 0,0-1 0 0 0,0-1 0 0 0,3 2 0 0 0,-10 0 0 0 0,-4-1 0 0 0,3-3 0 0 0,3-2 0 0 0,1-2 0 0 0,0 4 0 0 0,0 1 0 0 0,-11-1 0 0 0,2 4 0 0 0,1 1 0 0 0,-2-3 0 0 0,-1-1 0 0 0,2 2 0 0 0,2 0 0 0 0,-9-1 0 0 0,-1 3 0 0 0,1-1 0 0 0,-7-1 0 0 0,0-3 0 0 0,-1 3 0 0 0,-3 0 0 0 0,-6-1 0 0 0,-5-3 0 0 0,0-1 0 0 0,1-2 0 0 0,-5 4 0 0 0,0 1 0 0 0,-4-1 0 0 0,0-1 0 0 0,3 4 0 0 0,3 0 0 0 0,3-2 0 0 0,2-1 0 0 0,-3-2 0 0 0,-2-2 0 0 0,-4-1 0 0 0,-5-1 0 0 0,-5 0 0 0 0,-5 5 0 0 0,-2 1 0 0 0,-2 1 0 0 0,-12-2 0 0 0,-13-2 0 0 0,-14 0 0 0 0,-11-2 0 0 0,-7-1 0 0 0,-4 0 0 0 0,-3 0 0 0 0,0 0 0 0 0,-1 0 0 0 0,1-1 0 0 0,1 1 0 0 0,0 0 0 0 0,1 0 0 0 0,-6 0 0 0 0,-6 0 0 0 0,-1 0 0 0 0,-4 0 0 0 0,-4 0 0 0 0,-4 0 0 0 0,3-5 0 0 0,-6-2 0 0 0,-3 0 0 0 0,4 2 0 0 0,-5 1 0 0 0,4 2 0 0 0,2 1 0 0 0,-6-5 0 0 0,2-1 0 0 0,-3 0 0 0 0,-7 2 0 0 0,-2 2 0 0 0,1 1 0 0 0,3-5 0 0 0,1 0 0 0 0,-2 0 0 0 0,-5 2 0 0 0,-1 2 0 0 0,-3 1 0 0 0,2 1 0 0 0,3 0 0 0 0,3 1 0 0 0,-1 1 0 0 0,1-1 0 0 0,-3 0 0 0 0,-5 0 0 0 0,5 1 0 0 0,1-1 0 0 0,-4 0 0 0 0,1 0 0 0 0,-3 0 0 0 0,-3 0 0 0 0,7 0 0 0 0,6 0 0 0 0,4 0 0 0 0,-3 0 0 0 0,-5 0 0 0 0,-1 0 0 0 0,2 0 0 0 0,-3 0 0 0 0,6 0 0 0 0,5 0 0 0 0,-3 0 0 0 0,-1 0 0 0 0,2 0 0 0 0,-5 0 0 0 0,5 0 0 0 0,-2 0 0 0 0,6 0 0 0 0,2 0 0 0 0,1 0 0 0 0,5 0 0 0 0,-3 0 0 0 0,2 0 0 0 0,0 0 0 0 0,-1 0 0 0 0,4 0 0 0 0,0 5 0 0 0,-1 2 0 0 0,-3 0 0 0 0,4-2 0 0 0,4-1 0 0 0,6-2 0 0 0,5-1 0 0 0,3 0 0 0 0,3-1 0 0 0,0 0 0 0 0,-4-1 0 0 0,-2 1 0 0 0,1 0 0 0 0,0 0 0 0 0,2 0 0 0 0,12 0 0 0 0,14-1 0 0 0,15 1 0 0 0,10 1 0 0 0,14-1 0 0 0,6 0 0 0 0,3 0 0 0 0,4 0 0 0 0,0 0 0 0 0,4 0 0 0 0,-2 0 0 0 0,2 0 0 0 0,3-6 0 0 0,4-1 0 0 0,-2 1 0 0 0,-1 0 0 0 0,3-3 0 0 0,1 0 0 0 0,-2 1 0 0 0,-1 2 0 0 0,1 2 0 0 0,7 2 0 0 0,-1 1 0 0 0,5 1 0 0 0,1 0 0 0 0,-4 1 0 0 0,2-1 0 0 0,-5 0 0 0 0,5-5 0 0 0,6-1 0 0 0,7-1 0 0 0,-5 2 0 0 0,-3 1 0 0 0,-3 2 0 0 0,2 0 0 0 0,6-3 0 0 0,1-2 0 0 0,-2 0 0 0 0,2 2 0 0 0,-6 2 0 0 0,-5 0 0 0 0,4 2 0 0 0,-1 1 0 0 0,0 0 0 0 0,3-5 0 0 0,1-2 0 0 0,-6 1 0 0 0,-5 1 0 0 0,-1 1 0 0 0,5 2 0 0 0,-3 1 0 0 0,3 0 0 0 0,2 1 0 0 0,-5 0 0 0 0,-3 1 0 0 0,-6-1 0 0 0,-1 0 0 0 0,1 0 0 0 0,-3 0 0 0 0,6 0 0 0 0,-1 0 0 0 0,-5 0 0 0 0,0 0 0 0 0,-3 0 0 0 0,1 0 0 0 0,-2 0 0 0 0,-4-5 0 0 0,-3-2 0 0 0,-3 1 0 0 0,-2 0 0 0 0,3 2 0 0 0,2 2 0 0 0,-1 1 0 0 0,3 0 0 0 0,1 1 0 0 0,-1 0 0 0 0,-3 1 0 0 0,-2-1 0 0 0,-2 0 0 0 0,-1 0 0 0 0,-12 1 0 0 0,-13-1 0 0 0,-15 0 0 0 0,-10 0 0 0 0,-7 0 0 0 0,-6 0 0 0 0,-1 0 0 0 0,-7 0 0 0 0,-2 0 0 0 0,2 0 0 0 0,1 0 0 0 0,2 0 0 0 0,-3 0 0 0 0,0 0 0 0 0,1 0 0 0 0,2 0 0 0 0,1 0 0 0 0,-3 0 0 0 0,0 0 0 0 0,0 0 0 0 0,-3 5 0 0 0,-6 2 0 0 0,1-1 0 0 0,-3 0 0 0 0,2-2 0 0 0,3-2 0 0 0,-1-1 0 0 0,-3 0 0 0 0,-4 4 0 0 0,1 2 0 0 0,-1-1 0 0 0,4-1 0 0 0,4-1 0 0 0,4 3 0 0 0,4 1 0 0 0,3-1 0 0 0,-3-1 0 0 0,-7-3 0 0 0,-1 5 0 0 0,-3 0 0 0 0,1-1 0 0 0,3-2 0 0 0,3-2 0 0 0,4-1 0 0 0,3-1 0 0 0,-4-1 0 0 0,-1 6 0 0 0,1 0 0 0 0,1 1 0 0 0,2-2 0 0 0,2-2 0 0 0,5 5 0 0 0,3 0 0 0 0,0-1 0 0 0,-1-2 0 0 0,-2-1 0 0 0,4-7 0 0 0,11-3 0 0 0,13-1 0 0 0,12-3 0 0 0,3-7 0 0 0,4-4 0 0 0,4 0 0 0 0,4-1 0 0 0,1 4 0 0 0,-3-2 0 0 0,-2 4 0 0 0,1 4 0 0 0,1-1 0 0 0,2-3 0 0 0,1-5 0 0 0,1 1 0 0 0,6 0 0 0 0,1 2 0 0 0,1 0 0 0 0,4-3 0 0 0,0 2 0 0 0,-2 5 0 0 0,3-1 0 0 0,-1-3 0 0 0,-2-4 0 0 0,7 2 0 0 0,-3-1 0 0 0,0 4 0 0 0,-1 4 0 0 0,2-1 0 0 0,4-3 0 0 0,-1 1 0 0 0,2-2 0 0 0,2-3 0 0 0,-1 2 0 0 0,-6 4 0 0 0,2 5 0 0 0,2-1 0 0 0,4-4 0 0 0,3 0 0 0 0,-3-2 0 0 0,1 1 0 0 0,-5-1 0 0 0,-4-3 0 0 0,0 1 0 0 0,3 5 0 0 0,-2 4 0 0 0,3-1 0 0 0,2 1 0 0 0,-6-3 0 0 0,-2 1 0 0 0,-7-3 0 0 0,1 1 0 0 0,4-2 0 0 0,6 1 0 0 0,0 4 0 0 0,2-2 0 0 0,-1 1 0 0 0,-10-2 0 0 0,-5 1 0 0 0,2-2 0 0 0,0 0 0 0 0,-1 4 0 0 0,0 4 0 0 0,-1-3 0 0 0,-1 1 0 0 0,-1 1 0 0 0,-5-2 0 0 0,-3 0 0 0 0,1 1 0 0 0,2 3 0 0 0,-10 2 0 0 0,-12 2 0 0 0,-12 2 0 0 0,-10-1 0 0 0,-2 7 0 0 0,-3 1 0 0 0,-3 1 0 0 0,-2-3 0 0 0,4 5 0 0 0,1-1 0 0 0,-7 4 0 0 0,-3 5 0 0 0,-6 5 0 0 0,-8-2 0 0 0,0 1 0 0 0,2-3 0 0 0,3 0 0 0 0,10 2 0 0 0,-1-2 0 0 0,0-5 0 0 0,0 1 0 0 0,1 3 0 0 0,1-1 0 0 0,-1-5 0 0 0,1 2 0 0 0,1 4 0 0 0,-1 4 0 0 0,0-3 0 0 0,0-3 0 0 0,1 0 0 0 0,-1 3 0 0 0,0 3 0 0 0,0 4 0 0 0,-5 2 0 0 0,-2 1 0 0 0,1-3 0 0 0,6-2 0 0 0,3 1 0 0 0,2-4 0 0 0,-1 0 0 0 0,5 1 0 0 0,0-3 0 0 0,0-5 0 0 0,2 1 0 0 0,6 3 0 0 0,-1 3 0 0 0,-3-1 0 0 0,-3-4 0 0 0,1-1 0 0 0,5 4 0 0 0,-1-2 0 0 0,-3 1 0 0 0,2 4 0 0 0,-1 2 0 0 0,-3 3 0 0 0,-3 2 0 0 0,2 1 0 0 0,5 1 0 0 0,1-5 0 0 0,2-1 0 0 0,9-6 0 0 0,11-5 0 0 0,9-6 0 0 0,3-9 0 0 0,3-9 0 0 0,3-4 0 0 0,3 1 0 0 0,2-2 0 0 0,1-5 0 0 0,1 2 0 0 0,1-1 0 0 0,-1-4 0 0 0,1 3 0 0 0,-1 0 0 0 0,0-3 0 0 0,5 4 0 0 0,-3-2 0 0 0,-2 4 0 0 0,-2 5 0 0 0,-5-1 0 0 0,4-4 0 0 0,2-4 0 0 0,6 1 0 0 0,3 0 0 0 0,-5-3 0 0 0,-4 3 0 0 0,-1 4 0 0 0,-1 1 0 0 0,1-4 0 0 0,0-2 0 0 0,0 1 0 0 0,1 4 0 0 0,1 0 0 0 0,0-2 0 0 0,-1-4 0 0 0,1 2 0 0 0,0-1 0 0 0,5-2 0 0 0,2 3 0 0 0,0-1 0 0 0,3-1 0 0 0,-4-3 0 0 0,-5 3 0 0 0,5 5 0 0 0,-6 1 0 0 0,-2-3 0 0 0,-1-3 0 0 0,0 2 0 0 0,1 5 0 0 0,-5-1 0 0 0,-1 3 0 0 0,1-2 0 0 0,1 1 0 0 0,2 4 0 0 0,-4-2 0 0 0,0 1 0 0 0,-5-3 0 0 0,1 1 0 0 0,-9 3 0 0 0,-11 3 0 0 0,-11 2 0 0 0,-8 3 0 0 0,-6 1 0 0 0,-4 6 0 0 0,-2 3 0 0 0,-1-1 0 0 0,0-1 0 0 0,0 4 0 0 0,1 4 0 0 0,0 1 0 0 0,1-2 0 0 0,-5 2 0 0 0,-2-3 0 0 0,6 4 0 0 0,3-3 0 0 0,-5-2 0 0 0,5 2 0 0 0,-4-2 0 0 0,-2-2 0 0 0,6 2 0 0 0,-4 0 0 0 0,5 3 0 0 0,-4-1 0 0 0,-1 2 0 0 0,-1-1 0 0 0,0-2 0 0 0,-4 1 0 0 0,4 3 0 0 0,3 0 0 0 0,-4 3 0 0 0,-7-3 0 0 0,-1 1 0 0 0,1-2 0 0 0,3 2 0 0 0,-2 3 0 0 0,-1-2 0 0 0,-2 2 0 0 0,1-4 0 0 0,7 2 0 0 0,5-3 0 0 0,2 2 0 0 0,1-2 0 0 0,0-4 0 0 0,0 1 0 0 0,-2 0 0 0 0,6 1 0 0 0,1 0 0 0 0,-1-2 0 0 0,-2 1 0 0 0,-1-1 0 0 0,-1 3 0 0 0,3 5 0 0 0,2-2 0 0 0,-2-3 0 0 0,5 1 0 0 0,5 3 0 0 0,0-1 0 0 0,2 2 0 0 0,4 2 0 0 0,3 3 0 0 0,8-2 0 0 0,9-5 0 0 0,8 0 0 0 0,5-3 0 0 0,5-5 0 0 0,2-2 0 0 0,1 2 0 0 0,1-1 0 0 0,-1-1 0 0 0,0-2 0 0 0,0-2 0 0 0,5-1 0 0 0,1-2 0 0 0,4 0 0 0 0,7 0 0 0 0,-1 0 0 0 0,8-1 0 0 0,-1 1 0 0 0,1 0 0 0 0,-4 0 0 0 0,-6 0 0 0 0,-4-6 0 0 0,-1-1 0 0 0,5-5 0 0 0,-1 0 0 0 0,-3 2 0 0 0,3 2 0 0 0,3 3 0 0 0,4-3 0 0 0,-1 0 0 0 0,6 1 0 0 0,-1-4 0 0 0,-5 1 0 0 0,-6 2 0 0 0,-5-4 0 0 0,0 1 0 0 0,5-3 0 0 0,0 1 0 0 0,2-3 0 0 0,4 2 0 0 0,-1 2 0 0 0,-5 5 0 0 0,1-3 0 0 0,-1 0 0 0 0,-5-2 0 0 0,-2-1 0 0 0,-4-2 0 0 0,4 1 0 0 0,5 3 0 0 0,7 3 0 0 0,-6-2 0 0 0,-5 1 0 0 0,1-4 0 0 0,-1 1 0 0 0,-1-3 0 0 0,-3 1 0 0 0,-1 3 0 0 0,-2 3 0 0 0,-6-2 0 0 0,-2 1 0 0 0,0-4 0 0 0,1 1 0 0 0,1 2 0 0 0,3-3 0 0 0,-5-3 0 0 0,-6-6 0 0 0,-12 2 0 0 0,-11 5 0 0 0,-11 3 0 0 0,-7 6 0 0 0,-6 2 0 0 0,-8 3 0 0 0,-3 1 0 0 0,1 0 0 0 0,0 1 0 0 0,3 0 0 0 0,2 0 0 0 0,-4-1 0 0 0,-1 1 0 0 0,-4-1 0 0 0,0 0 0 0 0,-3 0 0 0 0,-4 0 0 0 0,1 0 0 0 0,-2 0 0 0 0,3 0 0 0 0,-1 0 0 0 0,2 5 0 0 0,-1 2 0 0 0,3 5 0 0 0,-2 0 0 0 0,2-1 0 0 0,3-4 0 0 0,9 4 0 0 0,5-2 0 0 0,2-1 0 0 0,-1 3 0 0 0,1 0 0 0 0,-2-3 0 0 0,4 4 0 0 0,2-2 0 0 0,-2 4 0 0 0,-2-1 0 0 0,5 3 0 0 0,-1-1 0 0 0,-1-4 0 0 0,3 2 0 0 0,0 4 0 0 0,-2-1 0 0 0,-3-3 0 0 0,3 1 0 0 0,6 4 0 0 0,0-2 0 0 0,2 3 0 0 0,10-3 0 0 0,10-4 0 0 0,9-4 0 0 0,8-3 0 0 0,5-2 0 0 0,2-3 0 0 0,3 0 0 0 0,0-1 0 0 0,-1 0 0 0 0,1-5 0 0 0,-1-1 0 0 0,-1-5 0 0 0,1-1 0 0 0,-2 3 0 0 0,1 2 0 0 0,-5-2 0 0 0,-2 0 0 0 0,0-3 0 0 0,6 0 0 0 0,4 3 0 0 0,1-3 0 0 0,0 2 0 0 0,-1-3 0 0 0,-6-5 0 0 0,3 2 0 0 0,1 3 0 0 0,0-1 0 0 0,1 2 0 0 0,-1-3 0 0 0,0-2 0 0 0,-1 0 0 0 0,0 4 0 0 0,0 0 0 0 0,0 1 0 0 0,-6-2 0 0 0,-1 1 0 0 0,6 4 0 0 0,-3-2 0 0 0,-1 0 0 0 0,2-2 0 0 0,-6-4 0 0 0,0 1 0 0 0,1 3 0 0 0,2-1 0 0 0,-3-3 0 0 0,-1 1 0 0 0,2 4 0 0 0,-3-2 0 0 0,-5-3 0 0 0,-10 2 0 0 0,-12 3 0 0 0,-9 4 0 0 0,-7 3 0 0 0,-6 4 0 0 0,-2 0 0 0 0,-2 3 0 0 0,0-1 0 0 0,0 1 0 0 0,1 0 0 0 0,0-1 0 0 0,1 1 0 0 0,-1 4 0 0 0,2 2 0 0 0,-1 0 0 0 0,0-2 0 0 0,0-1 0 0 0,1-2 0 0 0,-6 5 0 0 0,-2 0 0 0 0,-5 5 0 0 0,0 6 0 0 0,2-1 0 0 0,2-3 0 0 0,3-4 0 0 0,3 2 0 0 0,0-2 0 0 0,2 4 0 0 0,1-2 0 0 0,5 3 0 0 0,-4-1 0 0 0,-2-3 0 0 0,0 2 0 0 0,-1-1 0 0 0,5 2 0 0 0,2-1 0 0 0,0-3 0 0 0,-1-2 0 0 0,4 1 0 0 0,0 1 0 0 0,-1 2 0 0 0,4 6 0 0 0,-1-1 0 0 0,-2-4 0 0 0,-3-3 0 0 0,4 2 0 0 0,4 3 0 0 0,1 0 0 0 0,8-3 0 0 0,10-3 0 0 0,11-4 0 0 0,7-7 0 0 0,7-4 0 0 0,3-6 0 0 0,2 0 0 0 0,1-5 0 0 0,-5-3 0 0 0,-3 0 0 0 0,1 5 0 0 0,-5-1 0 0 0,-1 3 0 0 0,2-3 0 0 0,3 3 0 0 0,-4-3 0 0 0,0 2 0 0 0,2-2 0 0 0,-3-4 0 0 0,0 2 0 0 0,3 4 0 0 0,-4-1 0 0 0,1 2 0 0 0,2-2 0 0 0,3 2 0 0 0,-4-3 0 0 0,1 2 0 0 0,-4-2 0 0 0,1 2 0 0 0,-4-3 0 0 0,2 3 0 0 0,3 3 0 0 0,3-2 0 0 0,-3-4 0 0 0,2 1 0 0 0,1 4 0 0 0,-3-3 0 0 0,-4-2 0 0 0,-1 0 0 0 0,3-1 0 0 0,-1-4 0 0 0,1 3 0 0 0,-3-1 0 0 0,-8 3 0 0 0,-11 4 0 0 0,-5-1 0 0 0,-6 3 0 0 0,-6 2 0 0 0,-4 3 0 0 0,-4 3 0 0 0,-1 1 0 0 0,-2 2 0 0 0,0 0 0 0 0,0 0 0 0 0,0 1 0 0 0,1 0 0 0 0,0-1 0 0 0,-1 0 0 0 0,2 0 0 0 0,-1 0 0 0 0,0 0 0 0 0,0 0 0 0 0,0 0 0 0 0,1 0 0 0 0,-1 0 0 0 0,0 0 0 0 0,0 0 0 0 0,0 6 0 0 0,1 1 0 0 0,-1-1 0 0 0,0 5 0 0 0,0 0 0 0 0,0 3 0 0 0,0-1 0 0 0,1-2 0 0 0,-1-3 0 0 0,0 2 0 0 0,0 0 0 0 0,5 3 0 0 0,3-1 0 0 0,-2-2 0 0 0,0-3 0 0 0,3 3 0 0 0,6 4 0 0 0,0 1 0 0 0,-2-3 0 0 0,1 2 0 0 0,-1-1 0 0 0,3 2 0 0 0,-2-2 0 0 0,2 3 0 0 0,4 4 0 0 0,3 3 0 0 0,9-2 0 0 0,9-4 0 0 0,8-6 0 0 0,7-4 0 0 0,4-3 0 0 0,2-3 0 0 0,1-1 0 0 0,1-1 0 0 0,-1 0 0 0 0,0 0 0 0 0,0 0 0 0 0,-1 1 0 0 0,1-1 0 0 0,-1 1 0 0 0,-1 0 0 0 0,6-5 0 0 0,7-2 0 0 0,2 0 0 0 0,-3 2 0 0 0,4-4 0 0 0,-2 0 0 0 0,-9-5 0 0 0,-4 2 0 0 0,-2 1 0 0 0,-1-2 0 0 0,-1 2 0 0 0,2 1 0 0 0,0 4 0 0 0,0-3 0 0 0,2 0 0 0 0,-6-4 0 0 0,-1 1 0 0 0,0 2 0 0 0,2 3 0 0 0,1-3 0 0 0,1-5 0 0 0,2 1 0 0 0,0-4 0 0 0,1 3 0 0 0,0-3 0 0 0,0-2 0 0 0,1 1 0 0 0,-1 4 0 0 0,-6 0 0 0 0,-1-3 0 0 0,-5-4 0 0 0,0 2 0 0 0,-4-1 0 0 0,1 3 0 0 0,-2 0 0 0 0,-4-3 0 0 0,-3-3 0 0 0,-8 3 0 0 0,-9 5 0 0 0,-9 5 0 0 0,-5 4 0 0 0,0-2 0 0 0,0 2 0 0 0,-2 0 0 0 0,-1 3 0 0 0,-2 1 0 0 0,0 1 0 0 0,-2 2 0 0 0,0 0 0 0 0,0 0 0 0 0,0 1 0 0 0,0-1 0 0 0,-5 0 0 0 0,-2 0 0 0 0,0 6 0 0 0,2 1 0 0 0,1 5 0 0 0,-3 0 0 0 0,-1-2 0 0 0,1-2 0 0 0,-4 2 0 0 0,-4 0 0 0 0,-1 3 0 0 0,4 0 0 0 0,-3 2 0 0 0,2 0 0 0 0,3-4 0 0 0,4-3 0 0 0,2 2 0 0 0,2-1 0 0 0,2 4 0 0 0,-5-1 0 0 0,-1 3 0 0 0,0-1 0 0 0,-4-3 0 0 0,0-3 0 0 0,1-3 0 0 0,3-3 0 0 0,2 4 0 0 0,2 1 0 0 0,-4 5 0 0 0,-1-1 0 0 0,-5 4 0 0 0,1 0 0 0 0,-5 1 0 0 0,2-1 0 0 0,3-3 0 0 0,-2-4 0 0 0,1-3 0 0 0,8 2 0 0 0,5 1 0 0 0,2-2 0 0 0,1-1 0 0 0,-1 3 0 0 0,0 1 0 0 0,-6 4 0 0 0,-3-1 0 0 0,0-2 0 0 0,1-2 0 0 0,1-3 0 0 0,7 2 0 0 0,3 1 0 0 0,5 5 0 0 0,12-2 0 0 0,12-1 0 0 0,11-2 0 0 0,8-4 0 0 0,6-1 0 0 0,2-2 0 0 0,2-1 0 0 0,0 0 0 0 0,0-1 0 0 0,0 1 0 0 0,-1-1 0 0 0,-1 1 0 0 0,0 0 0 0 0,0 0 0 0 0,0-1 0 0 0,-5-4 0 0 0,3-2 0 0 0,2 1 0 0 0,1 0 0 0 0,0 3 0 0 0,0-5 0 0 0,0 0 0 0 0,0-5 0 0 0,4 1 0 0 0,2-3 0 0 0,5 0 0 0 0,0 4 0 0 0,-7-3 0 0 0,-4 3 0 0 0,2 1 0 0 0,-4-1 0 0 0,-2 0 0 0 0,0 3 0 0 0,-1 2 0 0 0,2-3 0 0 0,0 0 0 0 0,-5-4 0 0 0,0 1 0 0 0,0 2 0 0 0,-4-3 0 0 0,0 2 0 0 0,2 2 0 0 0,3 2 0 0 0,-4-2 0 0 0,0 0 0 0 0,3-3 0 0 0,1-1 0 0 0,2-2 0 0 0,2 1 0 0 0,-4-3 0 0 0,-1-3 0 0 0,0 2 0 0 0,-3-2 0 0 0,-6-2 0 0 0,0 2 0 0 0,-2 0 0 0 0,-4-3 0 0 0,-3-1 0 0 0,-8 2 0 0 0,-9 5 0 0 0,-8 0 0 0 0,-5 4 0 0 0,-5 3 0 0 0,3-1 0 0 0,1 0 0 0 0,-1 3 0 0 0,-1 3 0 0 0,-1 1 0 0 0,-2 3 0 0 0,0 0 0 0 0,-1 1 0 0 0,1 1 0 0 0,-1-1 0 0 0,-1 0 0 0 0,-4 1 0 0 0,-2-1 0 0 0,1 0 0 0 0,0 0 0 0 0,-3 0 0 0 0,-5 0 0 0 0,-6 0 0 0 0,1 0 0 0 0,3 0 0 0 0,0 0 0 0 0,-3 0 0 0 0,1 0 0 0 0,5 0 0 0 0,-1 0 0 0 0,1 0 0 0 0,4 0 0 0 0,-2 0 0 0 0,0 0 0 0 0,3 0 0 0 0,-3 0 0 0 0,-4 0 0 0 0,-1 0 0 0 0,-1 5 0 0 0,-4 2 0 0 0,-4 5 0 0 0,-2 1 0 0 0,3-3 0 0 0,6-2 0 0 0,6-3 0 0 0,-1-2 0 0 0,-2 3 0 0 0,-5 2 0 0 0,-3 3 0 0 0,-4 1 0 0 0,-2 3 0 0 0,4-1 0 0 0,0 3 0 0 0,6 3 0 0 0,5-1 0 0 0,5-5 0 0 0,5-3 0 0 0,2-5 0 0 0,7 2 0 0 0,3 0 0 0 0,0-1 0 0 0,4 3 0 0 0,0-1 0 0 0,3 5 0 0 0,4 4 0 0 0,5 5 0 0 0,3 3 0 0 0,7 3 0 0 0,9-4 0 0 0,8 0 0 0 0,5 0 0 0 0,3-4 0 0 0,4-5 0 0 0,5-1 0 0 0,-3 3 0 0 0,-2-2 0 0 0,-1-3 0 0 0,-6 0 0 0 0,3-1 0 0 0,8 3 0 0 0,2-2 0 0 0,6-3 0 0 0,0-3 0 0 0,-2-2 0 0 0,-2 2 0 0 0,1 1 0 0 0,5-2 0 0 0,5-1 0 0 0,5 4 0 0 0,-3-1 0 0 0,1 0 0 0 0,-4-3 0 0 0,0-1 0 0 0,-3-2 0 0 0,-5-1 0 0 0,2-1 0 0 0,3 0 0 0 0,5 0 0 0 0,3-1 0 0 0,-2 1 0 0 0,1 0 0 0 0,-5-1 0 0 0,1 1 0 0 0,2 0 0 0 0,-2 0 0 0 0,0 0 0 0 0,-3 0 0 0 0,2 0 0 0 0,-3 0 0 0 0,1 0 0 0 0,-2 0 0 0 0,-3 0 0 0 0,1 0 0 0 0,5 0 0 0 0,3-5 0 0 0,0-2 0 0 0,0 1 0 0 0,3 0 0 0 0,-3 2 0 0 0,1 2 0 0 0,-4 1 0 0 0,-10-5 0 0 0,0-1 0 0 0,3 1 0 0 0,-5-5 0 0 0,1 1 0 0 0,6-4 0 0 0,6 0 0 0 0,-1 4 0 0 0,-3 2 0 0 0,-9-2 0 0 0,0 0 0 0 0,-1 3 0 0 0,-7-4 0 0 0,-2 1 0 0 0,-1 1 0 0 0,1 3 0 0 0,-5-3 0 0 0,1 0 0 0 0,0 2 0 0 0,-2-4 0 0 0,0-5 0 0 0,2 1 0 0 0,-3-3 0 0 0,-5-4 0 0 0,-4-3 0 0 0,-4-2 0 0 0,-9-3 0 0 0,-8 5 0 0 0,-8 6 0 0 0,-1 1 0 0 0,-2-1 0 0 0,-3 2 0 0 0,-2 4 0 0 0,-7 4 0 0 0,-3-1 0 0 0,0 1 0 0 0,0 2 0 0 0,2-4 0 0 0,2 1 0 0 0,0 2 0 0 0,-4-3 0 0 0,-1 0 0 0 0,1 3 0 0 0,-4 1 0 0 0,-1 4 0 0 0,-2 0 0 0 0,-6 3 0 0 0,-4 0 0 0 0,2 0 0 0 0,4 0 0 0 0,6 1 0 0 0,4-1 0 0 0,-2 1 0 0 0,1-1 0 0 0,-4 0 0 0 0,1 0 0 0 0,2 0 0 0 0,2 0 0 0 0,3 0 0 0 0,2 0 0 0 0,-4 0 0 0 0,-1 0 0 0 0,1 0 0 0 0,1 0 0 0 0,2 0 0 0 0,1 0 0 0 0,1 0 0 0 0,1 0 0 0 0,1 5 0 0 0,-1 2 0 0 0,0 5 0 0 0,1 0 0 0 0,-1-1 0 0 0,1 2 0 0 0,4 4 0 0 0,2-1 0 0 0,0-2 0 0 0,-1-5 0 0 0,3 2 0 0 0,6 5 0 0 0,0-2 0 0 0,3 4 0 0 0,-2-3 0 0 0,2 3 0 0 0,3 2 0 0 0,-2-1 0 0 0,1 0 0 0 0,-3 4 0 0 0,1 1 0 0 0,3 4 0 0 0,3 1 0 0 0,-3-4 0 0 0,1-1 0 0 0,2 0 0 0 0,1 2 0 0 0,3 2 0 0 0,1 1 0 0 0,7-5 0 0 0,7-6 0 0 0,2 0 0 0 0,3-4 0 0 0,5-5 0 0 0,-2 3 0 0 0,1-2 0 0 0,3-2 0 0 0,1-3 0 0 0,-2 3 0 0 0,-1 1 0 0 0,2-2 0 0 0,1-2 0 0 0,3-1 0 0 0,1-2 0 0 0,1-2 0 0 0,0 1 0 0 0,1-2 0 0 0,1 1 0 0 0,-1 0 0 0 0,0-1 0 0 0,0 1 0 0 0,0 0 0 0 0,0 0 0 0 0,5 0 0 0 0,2 0 0 0 0,-1 0 0 0 0,-1 0 0 0 0,-1 0 0 0 0,-2 0 0 0 0,-1 0 0 0 0,0-5 0 0 0,-2-2 0 0 0,1 0 0 0 0,5 2 0 0 0,1 1 0 0 0,-5-4 0 0 0,-3 0 0 0 0,-1 1 0 0 0,0 1 0 0 0,0 3 0 0 0,1 1 0 0 0,1 1 0 0 0,0 1 0 0 0,0 0 0 0 0,6 0 0 0 0,2 0 0 0 0,-5-4 0 0 0,1-3 0 0 0,1 0 0 0 0,0 2 0 0 0,4-4 0 0 0,1 0 0 0 0,-2 1 0 0 0,-1-3 0 0 0,-2 0 0 0 0,-2 2 0 0 0,-1 3 0 0 0,-1 2 0 0 0,0 2 0 0 0,-1 1 0 0 0,-5-5 0 0 0,-1 0 0 0 0,0 0 0 0 0,-4-5 0 0 0,-6-4 0 0 0,-4-6 0 0 0,-5-4 0 0 0,-8 1 0 0 0,-8 1 0 0 0,-9-2 0 0 0,-5 4 0 0 0,-4 5 0 0 0,-2 0 0 0 0,-7 3 0 0 0,4-1 0 0 0,2 1 0 0 0,1-3 0 0 0,1 3 0 0 0,0 2 0 0 0,-5 4 0 0 0,-2 2 0 0 0,-6-2 0 0 0,-5-1 0 0 0,-5-3 0 0 0,-4-1 0 0 0,-4-3 0 0 0,0 1 0 0 0,3 2 0 0 0,3 5 0 0 0,4 2 0 0 0,1 2 0 0 0,3 2 0 0 0,0 1 0 0 0,2-5 0 0 0,3-1 0 0 0,0 0 0 0 0,0 1 0 0 0,-3 2 0 0 0,-3 1 0 0 0,0 0 0 0 0,3 2 0 0 0,5 0 0 0 0,3 0 0 0 0,3 6 0 0 0,2 1 0 0 0,1 5 0 0 0,1 1 0 0 0,-1-3 0 0 0,1-2 0 0 0,0 2 0 0 0,0 5 0 0 0,-1 0 0 0 0,1-3 0 0 0,4 3 0 0 0,2 2 0 0 0,0 0 0 0 0,4 2 0 0 0,0-3 0 0 0,-2 2 0 0 0,-2 2 0 0 0,2 4 0 0 0,1 2 0 0 0,-2 3 0 0 0,3 1 0 0 0,5 1 0 0 0,-1-5 0 0 0,3-1 0 0 0,4 0 0 0 0,3 0 0 0 0,3 3 0 0 0,1 0 0 0 0,7-3 0 0 0,8-7 0 0 0,1-1 0 0 0,4-3 0 0 0,4-4 0 0 0,3-4 0 0 0,-2 2 0 0 0,0 0 0 0 0,2-1 0 0 0,1-2 0 0 0,1-2 0 0 0,3-2 0 0 0,0 0 0 0 0,0-1 0 0 0,-4 5 0 0 0,-2 2 0 0 0,1-1 0 0 0,1-1 0 0 0,1-1 0 0 0,2-2 0 0 0,0-1 0 0 0,2 0 0 0 0,-1-1 0 0 0,1-1 0 0 0,1 1 0 0 0,-1 0 0 0 0,0 0 0 0 0,0-1 0 0 0,-6-4 0 0 0,-1-2 0 0 0,0-5 0 0 0,2 0 0 0 0,1 1 0 0 0,1 4 0 0 0,2-4 0 0 0,0-4 0 0 0,1 0 0 0 0,-5-2 0 0 0,-2 1 0 0 0,-5-1 0 0 0,-5-4 0 0 0,-6-3 0 0 0,-9-3 0 0 0,-9 4 0 0 0,-9 4 0 0 0,-1 2 0 0 0,-2 3 0 0 0,-3-1 0 0 0,-2 1 0 0 0,-2 4 0 0 0,4-2 0 0 0,1 1 0 0 0,-1 3 0 0 0,-1 2 0 0 0,-1 2 0 0 0,-2 3 0 0 0,-1-5 0 0 0,0-1 0 0 0,-1 1 0 0 0,0 1 0 0 0,0-4 0 0 0,-1 0 0 0 0,1 2 0 0 0,0 1 0 0 0,1 2 0 0 0,-7 2 0 0 0,-6-4 0 0 0,-6-1 0 0 0,-1 0 0 0 0,3 2 0 0 0,0-3 0 0 0,-4-1 0 0 0,3 1 0 0 0,3 2 0 0 0,5-3 0 0 0,3 0 0 0 0,4 2 0 0 0,1 1 0 0 0,1 3 0 0 0,1 1 0 0 0,0 1 0 0 0,0 1 0 0 0,0 0 0 0 0,-1 0 0 0 0,1 1 0 0 0,-1-1 0 0 0,-5 0 0 0 0,-7 0 0 0 0,-1 0 0 0 0,1 0 0 0 0,3 0 0 0 0,3 0 0 0 0,2 0 0 0 0,3 0 0 0 0,0 0 0 0 0,2 0 0 0 0,5 6 0 0 0,12 1 0 0 0,8 4 0 0 0,11 2 0 0 0,9 2 0 0 0,8 0 0 0 0,4-3 0 0 0,-2 1 0 0 0,1-1 0 0 0,0-2 0 0 0,1-4 0 0 0,2-2 0 0 0,0-2 0 0 0,-4 3 0 0 0,-1 2 0 0 0,0-1 0 0 0,7 4 0 0 0,4 1 0 0 0,0-3 0 0 0,0-1 0 0 0,-1 2 0 0 0,-1 0 0 0 0,0-1 0 0 0,-2-2 0 0 0,1-3 0 0 0,-2-1 0 0 0,1-1 0 0 0,0-1 0 0 0,5 0 0 0 0,1-1 0 0 0,6 1 0 0 0,0 0 0 0 0,-2 5 0 0 0,-2 1 0 0 0,-3 1 0 0 0,-3-2 0 0 0,-1-1 0 0 0,5-2 0 0 0,0 0 0 0 0,0-2 0 0 0,-1 0 0 0 0,-2 0 0 0 0,-1 0 0 0 0,-1-1 0 0 0,-1 1 0 0 0,0 0 0 0 0,-1 0 0 0 0,1 0 0 0 0,-1 0 0 0 0,1 0 0 0 0,0 0 0 0 0,-1 0 0 0 0,1 0 0 0 0,0 0 0 0 0,0 0 0 0 0,0 0 0 0 0,0 0 0 0 0,-1 0 0 0 0,1 0 0 0 0,0 0 0 0 0,0 0 0 0 0,0 0 0 0 0,-6-5 0 0 0,-6-8 0 0 0,-7-5 0 0 0,-11-1 0 0 0,-5-2 0 0 0,-7 2 0 0 0,-8 0 0 0 0,-5 2 0 0 0,-4 5 0 0 0,3 4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17340 3872 16383 0 0,'0'-5'0'0'0,"-5"-2"0"0"0,-8 0 0 0 0,0-3 0 0 0,-4-1 0 0 0,0-3 0 0 0,-1 0 0 0 0,-3 3 0 0 0,2-2 0 0 0,-1 1 0 0 0,-3-2 0 0 0,-2 1 0 0 0,-2-3 0 0 0,-2 2 0 0 0,4-3 0 0 0,1 3 0 0 0,5-3 0 0 0,0 3 0 0 0,-2 2 0 0 0,8 5 0 0 0,11 2 0 0 0,12 3 0 0 0,9 1 0 0 0,6 2 0 0 0,5-1 0 0 0,2 1 0 0 0,1 0 0 0 0,0-1 0 0 0,0 0 0 0 0,-1 1 0 0 0,0-1 0 0 0,-1 0 0 0 0,0 0 0 0 0,0 0 0 0 0,5 0 0 0 0,2 0 0 0 0,-1 0 0 0 0,-1 5 0 0 0,-1 2 0 0 0,-2 0 0 0 0,-1-2 0 0 0,-1-1 0 0 0,0-2 0 0 0,5-1 0 0 0,-4 5 0 0 0,4 1 0 0 0,5-1 0 0 0,2 0 0 0 0,4-3 0 0 0,-2-1 0 0 0,-2-1 0 0 0,-3 0 0 0 0,-4-1 0 0 0,-3-1 0 0 0,-1 1 0 0 0,-1 0 0 0 0,0 0 0 0 0,-1-1 0 0 0,0 1 0 0 0,5 0 0 0 0,3 0 0 0 0,-1 0 0 0 0,-1 6 0 0 0,-1 0 0 0 0,-2 1 0 0 0,-1-1 0 0 0,-1-3 0 0 0,0 0 0 0 0,0-2 0 0 0,-11-1 0 0 0,-14-5 0 0 0,-13-2 0 0 0,-11-5 0 0 0,-7-1 0 0 0,-5-3 0 0 0,-3 1 0 0 0,-5 4 0 0 0,-3-3 0 0 0,1 2 0 0 0,-3-3 0 0 0,1 2 0 0 0,1-2 0 0 0,-2 0 0 0 0,1 4 0 0 0,-3-1 0 0 0,-4 0 0 0 0,-5-2 0 0 0,2 1 0 0 0,0-3 0 0 0,-8-3 0 0 0,-9-4 0 0 0,-3 1 0 0 0,-6 0 0 0 0,1 4 0 0 0,-3 4 0 0 0,2 0 0 0 0,4-3 0 0 0,-1 1 0 0 0,1-1 0 0 0,-2-4 0 0 0,-10-3 0 0 0,-5 2 0 0 0,2 0 0 0 0,1-2 0 0 0,-1 4 0 0 0,-1-1 0 0 0,-1-1 0 0 0,-5 2 0 0 0,-3 0 0 0 0,-5-2 0 0 0,9 3 0 0 0,1-1 0 0 0,-5 3 0 0 0,-7-1 0 0 0,-1 3 0 0 0,2 4 0 0 0,-2-2 0 0 0,1 2 0 0 0,4-3 0 0 0,2 2 0 0 0,3-4 0 0 0,-2 2 0 0 0,-7-2 0 0 0,5 2 0 0 0,10 2 0 0 0,-2-1 0 0 0,5 2 0 0 0,2 2 0 0 0,0-2 0 0 0,3 0 0 0 0,1 3 0 0 0,4 2 0 0 0,4-3 0 0 0,5 0 0 0 0,-2 2 0 0 0,6 1 0 0 0,3 3 0 0 0,2 1 0 0 0,6 1 0 0 0,2 1 0 0 0,-1 0 0 0 0,3 1 0 0 0,0-1 0 0 0,3 0 0 0 0,4 1 0 0 0,5-1 0 0 0,13 0 0 0 0,17 5 0 0 0,14 2 0 0 0,13 0 0 0 0,7-2 0 0 0,10 4 0 0 0,4 0 0 0 0,0-1 0 0 0,0-2 0 0 0,-3-2 0 0 0,-2-2 0 0 0,-2-1 0 0 0,-1-1 0 0 0,-1 0 0 0 0,5 0 0 0 0,1-1 0 0 0,0 1 0 0 0,-1 0 0 0 0,-2-1 0 0 0,5 1 0 0 0,-1 0 0 0 0,6 0 0 0 0,-1 0 0 0 0,-2 0 0 0 0,-3 0 0 0 0,-2 0 0 0 0,-3 0 0 0 0,-1 0 0 0 0,4 0 0 0 0,2 0 0 0 0,-1 0 0 0 0,-2 0 0 0 0,5 0 0 0 0,5 0 0 0 0,6 0 0 0 0,-1 0 0 0 0,-4 0 0 0 0,-3 0 0 0 0,-5 0 0 0 0,-4 0 0 0 0,-1 0 0 0 0,-2 0 0 0 0,-1-5 0 0 0,0-2 0 0 0,0 1 0 0 0,0 0 0 0 0,0 2 0 0 0,6 2 0 0 0,2-5 0 0 0,-1 0 0 0 0,-1 0 0 0 0,-1 2 0 0 0,-2 2 0 0 0,-1 1 0 0 0,0 1 0 0 0,-2-5 0 0 0,1-1 0 0 0,0 1 0 0 0,-1 1 0 0 0,1 1 0 0 0,-1 2 0 0 0,1 1 0 0 0,0 1 0 0 0,0 0 0 0 0,-6-5 0 0 0,-1-2 0 0 0,0 1 0 0 0,2 0 0 0 0,-4-2 0 0 0,-11-2 0 0 0,-13 2 0 0 0,-11 3 0 0 0,-3-4 0 0 0,-4-1 0 0 0,-5 3 0 0 0,-2 1 0 0 0,-2-3 0 0 0,-2 0 0 0 0,0 2 0 0 0,-1 1 0 0 0,0 3 0 0 0,1 1 0 0 0,10 1 0 0 0,14 1 0 0 0,9 5 0 0 0,8 3 0 0 0,9-1 0 0 0,6 4 0 0 0,3 0 0 0 0,3-2 0 0 0,-4 3 0 0 0,-1-1 0 0 0,0-2 0 0 0,1-3 0 0 0,1-2 0 0 0,1-1 0 0 0,0 3 0 0 0,2 1 0 0 0,0-1 0 0 0,0-1 0 0 0,0-2 0 0 0,0 4 0 0 0,5 1 0 0 0,2-1 0 0 0,5-2 0 0 0,0-1 0 0 0,-2-2 0 0 0,-2-1 0 0 0,-3-1 0 0 0,-3 0 0 0 0,-1 0 0 0 0,5 0 0 0 0,0-1 0 0 0,0 1 0 0 0,-1 0 0 0 0,-2 0 0 0 0,-1 0 0 0 0,-1 0 0 0 0,4 0 0 0 0,2 0 0 0 0,-1 0 0 0 0,-1 0 0 0 0,-2 0 0 0 0,-1 0 0 0 0,5 0 0 0 0,-5 0 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1515 16383 0 0,'13'-15'0'0'0,"7"-4"0"0"0,-5-2 0 0 0,1 3 0 0 0,-3-1 0 0 0,-3-2 0 0 0,2 2 0 0 0,-1-1 0 0 0,-3-1 0 0 0,-2-4 0 0 0,3 3 0 0 0,-1 0 0 0 0,5 4 0 0 0,-1-1 0 0 0,3 4 0 0 0,-1-2 0 0 0,-2-2 0 0 0,-5-4 0 0 0,4 2 0 0 0,-2 0 0 0 0,4-3 0 0 0,-1-1 0 0 0,-2-3 0 0 0,-3-1 0 0 0,3 4 0 0 0,-1 1 0 0 0,-7 17 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9886 958 16383 0 0,'-3'12'0'0'0,"-5"11"0"0"0,-4-2 0 0 0,-1-1 0 0 0,3 3 0 0 0,2 2 0 0 0,-3 3 0 0 0,-4 0 0 0 0,0 3 0 0 0,-3-6 0 0 0,3-1 0 0 0,2 1 0 0 0,0 1 0 0 0,1-9 0 0 0,2-13 0 0 0,9-7 0 0 0,5-8 0 0 0,6-7 0 0 0,7-1 0 0 0,1-3 0 0 0,-3-2 0 0 0,-4-3 0 0 0,-4-1 0 0 0,2 3 0 0 0,0 1 0 0 0,3 5 0 0 0,0 0 0 0 0,-2-2 0 0 0,-3-3 0 0 0,2-2 0 0 0,-1 4 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9909 958 16383 0 0,'-3'3'0'0'0,"-15"21"0"0"0,4 2 0 0 0,0-3 0 0 0,-4-6 0 0 0,2 0 0 0 0,-2 2 0 0 0,2 3 0 0 0,4 4 0 0 0,-1-4 0 0 0,1 0 0 0 0,-2-3 0 0 0,1 0 0 0 0,3 2 0 0 0,3 3 0 0 0,-3-3 0 0 0,-4 0 0 0 0,0 2 0 0 0,-3-3 0 0 0,1 1 0 0 0,-2-4 0 0 0,6-3 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9889 958 16383 0 0,'-12'24'0'0'0,"-3"8"0"0"0,3 0 0 0 0,3 0 0 0 0,-2-1 0 0 0,1 0 0 0 0,-4-5 0 0 0,2-3 0 0 0,-3-4 0 0 0,1 0 0 0 0,3 1 0 0 0,3 3 0 0 0,3 3 0 0 0,-2-3 0 0 0,-1-1 0 0 0,1 2 0 0 0,-3-3 0 0 0,0-1 0 0 0,2-8 0 0 0,1-12 0 0 0,9-5 0 0 0,3-8 0 0 0,0-7 0 0 0,0-4 0 0 0,5-5 0 0 0,0-2 0 0 0,-2 0 0 0 0,3 4 0 0 0,0 1 0 0 0,4 1 0 0 0,-2-1 0 0 0,-2-2 0 0 0,-4 0 0 0 0,-2-2 0 0 0,3 5 0 0 0,0 1 0 0 0,-2 0 0 0 0,4 3 0 0 0,0 1 0 0 0,-8 17 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9978 958 16383 0 0,'0'18'0'0'0,"-5"7"0"0"0,-3 0 0 0 0,1 1 0 0 0,1 2 0 0 0,2 1 0 0 0,-3-4 0 0 0,-2-2 0 0 0,2 1 0 0 0,-4-3 0 0 0,1-1 0 0 0,1 2 0 0 0,-2 3 0 0 0,0 1 0 0 0,2 3 0 0 0,-3-5 0 0 0,1 0 0 0 0,3 0 0 0 0,-4-3 0 0 0,1 0 0 0 0,3 1 0 0 0,2 2 0 0 0,-3-2 0 0 0,0-1 0 0 0,-4 3 0 0 0,1 1 0 0 0,-4-3 0 0 0,2 0 0 0 0,3 1 0 0 0,3 3 0 0 0,3 1 0 0 0,-3-4 0 0 0,1 0 0 0 0,-5-4 0 0 0,0 0 0 0 0,2 2 0 0 0,3 2 0 0 0,-3-2 0 0 0,1 0 0 0 0,-4-3 0 0 0,0 0 0 0 0,3 3 0 0 0,3 3 0 0 0,-3-3 0 0 0,-5-5 0 0 0,1 0 0 0 0,-3-2 0 0 0,1 1 0 0 0,-2-2 0 0 0,-2-3 0 0 0,-4-3 0 0 0,2 2 0 0 0,0 0 0 0 0,-1-2 0 0 0,20-5 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1509 16383 0 0,'6'-3'0'0'0,"19"-13"0"0"0,-2 3 0 0 0,1 2 0 0 0,-3-1 0 0 0,-1 1 0 0 0,-3-3 0 0 0,0 1 0 0 0,3 3 0 0 0,-2-2 0 0 0,1 0 0 0 0,3-2 0 0 0,2-4 0 0 0,3 0 0 0 0,2-1 0 0 0,1-3 0 0 0,1 2 0 0 0,-5 0 0 0 0,-1 3 0 0 0,-1 4 0 0 0,-3-1 0 0 0,-1-3 0 0 0,2 1 0 0 0,3-1 0 0 0,-4-4 0 0 0,0 2 0 0 0,3 4 0 0 0,-4 0 0 0 0,0 2 0 0 0,-3-2 0 0 0,-10 1 0 0 0,-11 4 0 0 0,-5 8 0 0 0,-6 5 0 0 0,-6 2 0 0 0,0 5 0 0 0,-1 6 0 0 0,-2 0 0 0 0,-2-2 0 0 0,3 2 0 0 0,6 3 0 0 0,0-2 0 0 0,3 2 0 0 0,-1-3 0 0 0,2 2 0 0 0,-2-3 0 0 0,1 2 0 0 0,-2-2 0 0 0,-3-4 0 0 0,1 1 0 0 0,4 5 0 0 0,-2 4 0 0 0,-2-2 0 0 0,2 2 0 0 0,-3 2 0 0 0,-2-2 0 0 0,-3-1 0 0 0,2 3 0 0 0,0-3 0 0 0,3 0 0 0 0,1-3 0 0 0,2 1 0 0 0,5 2 0 0 0,-2-2 0 0 0,2 1 0 0 0,2 3 0 0 0,-2-3 0 0 0,6-4 0 0 0,4-10 0 0 0,7-6 0 0 0,8-8 0 0 0,2-8 0 0 0,2-6 0 0 0,5-4 0 0 0,3-3 0 0 0,-3-2 0 0 0,0 0 0 0 0,1 4 0 0 0,-3 3 0 0 0,-5 0 0 0 0,-6-1 0 0 0,1 4 0 0 0,4 0 0 0 0,-1-1 0 0 0,3 4 0 0 0,-2-1 0 0 0,2-2 0 0 0,-2-3 0 0 0,2 4 0 0 0,-2-1 0 0 0,-4-1 0 0 0,2 3 0 0 0,-2-1 0 0 0,3 4 0 0 0,-1-1 0 0 0,3-2 0 0 0,-2-3 0 0 0,-3-3 0 0 0,2 3 0 0 0,-2 0 0 0 0,-2-1 0 0 0,2 3 0 0 0,0 0 0 0 0,-8 4 0 0 0,-9 5 0 0 0,-4 9 0 0 0,-5 5 0 0 0,-1 8 0 0 0,-2 2 0 0 0,2 5 0 0 0,-2-2 0 0 0,2 3 0 0 0,-1-2 0 0 0,2 2 0 0 0,-1 2 0 0 0,1 4 0 0 0,-1-3 0 0 0,11-15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9984 979 16383 0 0,'-14'15'0'0'0,"-4"9"0"0"0,-1 1 0 0 0,2 3 0 0 0,-1-4 0 0 0,3-1 0 0 0,4 1 0 0 0,-2 2 0 0 0,-4-4 0 0 0,2 0 0 0 0,-3 1 0 0 0,2 2 0 0 0,-1 3 0 0 0,-4 0 0 0 0,3 2 0 0 0,-2 1 0 0 0,-2-5 0 0 0,2-2 0 0 0,0-5 0 0 0,3 0 0 0 0,4 2 0 0 0,0-3 0 0 0,11-15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2013 16383 0 0,'15'-11'0'0'0,"5"-6"0"0"0,3-5 0 0 0,2-3 0 0 0,2-3 0 0 0,2 3 0 0 0,-4 1 0 0 0,-1-1 0 0 0,1-1 0 0 0,0-2 0 0 0,3 5 0 0 0,-4 0 0 0 0,-2 4 0 0 0,-3 0 0 0 0,0-1 0 0 0,-4-4 0 0 0,1 3 0 0 0,4 0 0 0 0,-3-2 0 0 0,2 3 0 0 0,3 5 0 0 0,-3 0 0 0 0,-4-3 0 0 0,0 1 0 0 0,4-1 0 0 0,-3-3 0 0 0,2 2 0 0 0,-2 0 0 0 0,1 2 0 0 0,4 4 0 0 0,-3-1 0 0 0,-4-3 0 0 0,1 1 0 0 0,3-1 0 0 0,-1-4 0 0 0,1 2 0 0 0,-2-1 0 0 0,1 3 0 0 0,-1-1 0 0 0,0 2 0 0 0,-1 0 0 0 0,1 1 0 0 0,-2-1 0 0 0,3 2 0 0 0,-3-3 0 0 0,-3-2 0 0 0,2 1 0 0 0,-2 9 0 0 0,-7 6 0 0 0,-10 4 0 0 0,-4 6 0 0 0,-6 3 0 0 0,1 5 0 0 0,2 4 0 0 0,-2 0 0 0 0,-3-4 0 0 0,1 1 0 0 0,3 3 0 0 0,-1-2 0 0 0,3 2 0 0 0,-3 3 0 0 0,1 2 0 0 0,-1-2 0 0 0,1 0 0 0 0,-2 1 0 0 0,-4-2 0 0 0,2-1 0 0 0,3 3 0 0 0,0 1 0 0 0,-3-2 0 0 0,1 0 0 0 0,4 1 0 0 0,-1-3 0 0 0,-4 1 0 0 0,-3 1 0 0 0,1 2 0 0 0,-1-2 0 0 0,3 0 0 0 0,-1 1 0 0 0,-2 3 0 0 0,3 1 0 0 0,-2-3 0 0 0,4-1 0 0 0,-2-5 0 0 0,3 1 0 0 0,-2 2 0 0 0,-2-3 0 0 0,1 1 0 0 0,-1 3 0 0 0,2 2 0 0 0,-1-2 0 0 0,-2-6 0 0 0,1 1 0 0 0,5 2 0 0 0,-1-2 0 0 0,2 1 0 0 0,-1-2 0 0 0,6-5 0 0 0,10-3 0 0 0,10-8 0 0 0,2-10 0 0 0,5-3 0 0 0,4-5 0 0 0,4-4 0 0 0,-3-4 0 0 0,-1 3 0 0 0,2 0 0 0 0,1-2 0 0 0,-4-1 0 0 0,1 3 0 0 0,0 1 0 0 0,-3-2 0 0 0,0-1 0 0 0,3-2 0 0 0,1 3 0 0 0,-2 1 0 0 0,-6-1 0 0 0,0-1 0 0 0,3 2 0 0 0,-2 2 0 0 0,1-3 0 0 0,3 4 0 0 0,-2 0 0 0 0,1-2 0 0 0,-3-3 0 0 0,0 4 0 0 0,4-1 0 0 0,-3-1 0 0 0,2 3 0 0 0,-4-1 0 0 0,2-1 0 0 0,-3-3 0 0 0,2 4 0 0 0,2-1 0 0 0,-1-1 0 0 0,2 3 0 0 0,-4-1 0 0 0,2 4 0 0 0,-3 0 0 0 0,2-4 0 0 0,-3-2 0 0 0,3-3 0 0 0,2 3 0 0 0,4 0 0 0 0,-2-1 0 0 0,1 3 0 0 0,-4 0 0 0 0,1 4 0 0 0,-3-1 0 0 0,-5-2 0 0 0,2 2 0 0 0,-2-1 0 0 0,-2-3 0 0 0,2 3 0 0 0,-6 4 0 0 0,-9 11 0 0 0,-9 5 0 0 0,-8 8 0 0 0,-5 7 0 0 0,-4 2 0 0 0,4 3 0 0 0,0 2 0 0 0,0-2 0 0 0,4 1 0 0 0,1-4 0 0 0,-1 0 0 0 0,-3 3 0 0 0,-2 3 0 0 0,-1 2 0 0 0,3 3 0 0 0,2-5 0 0 0,-2-5 0 0 0,5-1 0 0 0,4 1 0 0 0,1-2 0 0 0,-3-4 0 0 0,-3 1 0 0 0,2 3 0 0 0,-2 4 0 0 0,-2-1 0 0 0,3 1 0 0 0,0 2 0 0 0,-3-3 0 0 0,-1-5 0 0 0,2 1 0 0 0,5 2 0 0 0,-5-1 0 0 0,2 1 0 0 0,-2-3 0 0 0,-2 3 0 0 0,3 2 0 0 0,0-2 0 0 0,-1 2 0 0 0,-3-4 0 0 0,3 2 0 0 0,0 3 0 0 0,-2 2 0 0 0,-1-2 0 0 0,3 1 0 0 0,0-4 0 0 0,4 1 0 0 0,0-4 0 0 0,2 2 0 0 0,0 3 0 0 0,-4-3 0 0 0,3 3 0 0 0,3 1 0 0 0,10-7 0 0 0,10-6 0 0 0,5-9 0 0 0,5-6 0 0 0,0-6 0 0 0,3 0 0 0 0,-2-5 0 0 0,1 2 0 0 0,-2-2 0 0 0,1 3 0 0 0,-2-3 0 0 0,2 3 0 0 0,2 4 0 0 0,-1-2 0 0 0,2-4 0 0 0,2-4 0 0 0,2-4 0 0 0,3-2 0 0 0,3 2 0 0 0,-5 1 0 0 0,-1-1 0 0 0,0-1 0 0 0,2-2 0 0 0,-4-1 0 0 0,0 4 0 0 0,2 2 0 0 0,-5-2 0 0 0,2 0 0 0 0,1 3 0 0 0,-3 0 0 0 0,1-1 0 0 0,2 3 0 0 0,-3 0 0 0 0,1 3 0 0 0,-3-1 0 0 0,-5-2 0 0 0,2 2 0 0 0,2-1 0 0 0,0-3 0 0 0,2 3 0 0 0,-3-1 0 0 0,3 3 0 0 0,-3-1 0 0 0,2 3 0 0 0,-3-2 0 0 0,-8 3 0 0 0,-11 3 0 0 0,-4 9 0 0 0,-6 5 0 0 0,-6 7 0 0 0,-4 7 0 0 0,-4 0 0 0 0,4 4 0 0 0,1-3 0 0 0,-2 1 0 0 0,7-3 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9965 1064 16383 0 0,'-10'10'0'0'0,"-12"12"0"0"0,-2 0 0 0 0,-1 2 0 0 0,-2-4 0 0 0,4 0 0 0 0,0 3 0 0 0,-1 1 0 0 0,-2-2 0 0 0,-1-5 0 0 0,3-1 0 0 0,7 3 0 0 0,0-3 0 0 0,-2-3 0 0 0,2 1 0 0 0,-1-1 0 0 0,6-2 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9885 1109 16383 0 0,'4'-22'0'0'0,"3"-2"0"0"0,0 0 0 0 0,3 4 0 0 0,1 0 0 0 0,-2-2 0 0 0,-2-2 0 0 0,2 2 0 0 0,-5 6 0 0 0,-8 5 0 0 0,-9 5 0 0 0,-8 8 0 0 0,20-2 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2023 16383 0 0,'3'7'0'0'0,"12"1"0"0"0,7-3 0 0 0,7-2 0 0 0,2-2 0 0 0,2-1 0 0 0,0 0 0 0 0,0-1 0 0 0,-1 1 0 0 0,0-1 0 0 0,0 1 0 0 0,4 0 0 0 0,2 0 0 0 0,0 0 0 0 0,-2 0 0 0 0,-2 0 0 0 0,5 0 0 0 0,5 0 0 0 0,6 0 0 0 0,5 0 0 0 0,4 0 0 0 0,-4 0 0 0 0,0 0 0 0 0,-4 0 0 0 0,0 0 0 0 0,1 0 0 0 0,-3 0 0 0 0,2 0 0 0 0,-4 0 0 0 0,1 0 0 0 0,3 0 0 0 0,-2 0 0 0 0,6 0 0 0 0,0 0 0 0 0,0 0 0 0 0,1 0 0 0 0,-3 0 0 0 0,0 0 0 0 0,-4 0 0 0 0,0 0 0 0 0,7 0 0 0 0,0 0 0 0 0,1 0 0 0 0,0 0 0 0 0,2 0 0 0 0,-4 0 0 0 0,-1 0 0 0 0,1 0 0 0 0,-4 0 0 0 0,0 0 0 0 0,2 0 0 0 0,-3 0 0 0 0,-5 0 0 0 0,-4 0 0 0 0,-5 0 0 0 0,-2 0 0 0 0,-3 0 0 0 0,0 0 0 0 0,-1 0 0 0 0,0 0 0 0 0,0 0 0 0 0,0 0 0 0 0,0 0 0 0 0,1 0 0 0 0,-1 0 0 0 0,1 0 0 0 0,0 0 0 0 0,-11 0 0 0 0,-13 0 0 0 0,-14 0 0 0 0,-10 0 0 0 0,-9 0 0 0 0,-4 0 0 0 0,-2 0 0 0 0,-2 0 0 0 0,1 0 0 0 0,-5 0 0 0 0,-2 0 0 0 0,2 0 0 0 0,1 0 0 0 0,2 0 0 0 0,2 0 0 0 0,1 0 0 0 0,0 0 0 0 0,2 0 0 0 0,-1 0 0 0 0,-4 0 0 0 0,-3 0 0 0 0,1 0 0 0 0,-4 0 0 0 0,4 5 0 0 0,-1 2 0 0 0,1-1 0 0 0,0 0 0 0 0,-3-2 0 0 0,0-2 0 0 0,-4-1 0 0 0,0 0 0 0 0,3-1 0 0 0,2 0 0 0 0,4-1 0 0 0,-4 6 0 0 0,-5 2 0 0 0,0-1 0 0 0,-4 0 0 0 0,2-3 0 0 0,-3 0 0 0 0,-2 3 0 0 0,1 2 0 0 0,-1-2 0 0 0,3 0 0 0 0,5-3 0 0 0,4-1 0 0 0,3 4 0 0 0,-2 2 0 0 0,-6-2 0 0 0,0-1 0 0 0,-3-1 0 0 0,1-2 0 0 0,3-1 0 0 0,-2-1 0 0 0,-3 0 0 0 0,-4 0 0 0 0,-4 5 0 0 0,2 2 0 0 0,6-1 0 0 0,5-1 0 0 0,5 4 0 0 0,3 0 0 0 0,3 5 0 0 0,12-2 0 0 0,15-1 0 0 0,13-4 0 0 0,10-2 0 0 0,8-2 0 0 0,10 3 0 0 0,4 1 0 0 0,0-1 0 0 0,-1-1 0 0 0,-2-2 0 0 0,-2-1 0 0 0,-2-1 0 0 0,-1 0 0 0 0,4-1 0 0 0,2-1 0 0 0,4 1 0 0 0,1 0 0 0 0,3-1 0 0 0,-1 1 0 0 0,3 5 0 0 0,3 2 0 0 0,-2 0 0 0 0,-3-2 0 0 0,0-1 0 0 0,3-1 0 0 0,4-2 0 0 0,-2-1 0 0 0,1 0 0 0 0,2 0 0 0 0,-3 0 0 0 0,5 0 0 0 0,4-1 0 0 0,-2 1 0 0 0,3 0 0 0 0,-2 0 0 0 0,-2 0 0 0 0,1 0 0 0 0,-5 0 0 0 0,0 0 0 0 0,6 0 0 0 0,-2 0 0 0 0,0 0 0 0 0,-4 0 0 0 0,-1 0 0 0 0,1 5 0 0 0,-3 2 0 0 0,1 0 0 0 0,-4-2 0 0 0,1-1 0 0 0,3-2 0 0 0,3 0 0 0 0,-2-2 0 0 0,0 0 0 0 0,2 0 0 0 0,2 0 0 0 0,-2-1 0 0 0,-2 1 0 0 0,3 5 0 0 0,-4 2 0 0 0,-5 0 0 0 0,-5-2 0 0 0,-5-1 0 0 0,-2-2 0 0 0,-3 0 0 0 0,-1-2 0 0 0,0 0 0 0 0,0 0 0 0 0,-5 5 0 0 0,-7 7 0 0 0,-12 1 0 0 0,-12-1 0 0 0,-10-3 0 0 0,-8-3 0 0 0,-5-2 0 0 0,-2-3 0 0 0,-2 0 0 0 0,0-1 0 0 0,0 5 0 0 0,0 1 0 0 0,1 0 0 0 0,1-1 0 0 0,-6-1 0 0 0,-1-2 0 0 0,1-1 0 0 0,1-1 0 0 0,1 0 0 0 0,2 0 0 0 0,1 5 0 0 0,1 2 0 0 0,0-1 0 0 0,1 0 0 0 0,-6-3 0 0 0,-2 0 0 0 0,1-2 0 0 0,-4-1 0 0 0,-1 6 0 0 0,2 0 0 0 0,-2 1 0 0 0,0-2 0 0 0,2-2 0 0 0,-3 0 0 0 0,-4-2 0 0 0,1-1 0 0 0,-3 0 0 0 0,-3 0 0 0 0,-4 0 0 0 0,3-1 0 0 0,5 1 0 0 0,1 5 0 0 0,2 2 0 0 0,-1 0 0 0 0,2-2 0 0 0,2-1 0 0 0,0 3 0 0 0,-5 2 0 0 0,-5-2 0 0 0,-4 3 0 0 0,-2 1 0 0 0,-3-2 0 0 0,-1 2 0 0 0,5 0 0 0 0,2-2 0 0 0,9 3 0 0 0,9-1 0 0 0,-1-3 0 0 0,1-1 0 0 0,1-4 0 0 0,2-1 0 0 0,2-1 0 0 0,0 4 0 0 0,1 2 0 0 0,1-1 0 0 0,-1-1 0 0 0,6 4 0 0 0,12 0 0 0 0,13-1 0 0 0,13-3 0 0 0,8-1 0 0 0,7-2 0 0 0,3-1 0 0 0,2-1 0 0 0,0 0 0 0 0,1 0 0 0 0,-2-1 0 0 0,1 1 0 0 0,-2 0 0 0 0,1 0 0 0 0,-1 0 0 0 0,5 0 0 0 0,7 0 0 0 0,1 0 0 0 0,4 0 0 0 0,-1 0 0 0 0,2 0 0 0 0,-3 0 0 0 0,-3 0 0 0 0,2 0 0 0 0,8 0 0 0 0,1 0 0 0 0,1 0 0 0 0,2 0 0 0 0,-3 0 0 0 0,-1 0 0 0 0,2 0 0 0 0,1 0 0 0 0,-3 0 0 0 0,0 0 0 0 0,1 0 0 0 0,-3 0 0 0 0,0 0 0 0 0,2 0 0 0 0,2 0 0 0 0,-3 0 0 0 0,1 0 0 0 0,-4 0 0 0 0,-5 0 0 0 0,-5 0 0 0 0,-3 0 0 0 0,2 0 0 0 0,0 0 0 0 0,-1 0 0 0 0,3 0 0 0 0,1 0 0 0 0,3 0 0 0 0,0 0 0 0 0,3 0 0 0 0,-2 0 0 0 0,-3 0 0 0 0,-3-6 0 0 0,-3-1 0 0 0,-3 1 0 0 0,-1 0 0 0 0,-2 3 0 0 0,1 0 0 0 0,-12 2 0 0 0,-13 0 0 0 0,-13 1 0 0 0,-11 1 0 0 0,-8-1 0 0 0,-4 0 0 0 0,-2 0 0 0 0,-2 1 0 0 0,1-1 0 0 0,0 0 0 0 0,-5 0 0 0 0,-1 0 0 0 0,1 0 0 0 0,2 0 0 0 0,1 0 0 0 0,-3 0 0 0 0,-7 0 0 0 0,1 0 0 0 0,-4 0 0 0 0,1 0 0 0 0,4 0 0 0 0,-2 0 0 0 0,2 0 0 0 0,3 0 0 0 0,2 0 0 0 0,4 5 0 0 0,-4 2 0 0 0,0 0 0 0 0,0-2 0 0 0,3-1 0 0 0,1-2 0 0 0,1-1 0 0 0,-4 0 0 0 0,-6-1 0 0 0,-7 5 0 0 0,1 2 0 0 0,-3-1 0 0 0,3 4 0 0 0,5 1 0 0 0,3-2 0 0 0,5 3 0 0 0,3-1 0 0 0,1-2 0 0 0,2-3 0 0 0,-1-2 0 0 0,2-1 0 0 0,-1-3 0 0 0,-1 6 0 0 0,1 0 0 0 0,-1 0 0 0 0,6 4 0 0 0,1 1 0 0 0,0-2 0 0 0,-2 2 0 0 0,-1 0 0 0 0,-1-2 0 0 0,-2-2 0 0 0,0-3 0 0 0,-1-2 0 0 0,5 4 0 0 0,2 1 0 0 0,0-1 0 0 0,3 4 0 0 0,1 1 0 0 0,-2-3 0 0 0,3 4 0 0 0,-1-1 0 0 0,4 3 0 0 0,9 0 0 0 0,11-4 0 0 0,11-2 0 0 0,7 1 0 0 0,5 1 0 0 0,4-3 0 0 0,2-1 0 0 0,0-3 0 0 0,0-1 0 0 0,-1-1 0 0 0,0-1 0 0 0,0-1 0 0 0,-1 1 0 0 0,0-1 0 0 0,0 1 0 0 0,-1 0 0 0 0,6 0 0 0 0,2 0 0 0 0,5 0 0 0 0,0 0 0 0 0,-2 0 0 0 0,3 0 0 0 0,9 0 0 0 0,2 0 0 0 0,1 0 0 0 0,1 0 0 0 0,-2 0 0 0 0,-2 0 0 0 0,-3 0 0 0 0,-1 0 0 0 0,2 0 0 0 0,4 0 0 0 0,2 0 0 0 0,-4 0 0 0 0,6 0 0 0 0,-2 0 0 0 0,-6 0 0 0 0,-1 0 0 0 0,7 0 0 0 0,-1 0 0 0 0,0 0 0 0 0,-4 0 0 0 0,0 0 0 0 0,1 0 0 0 0,-3 0 0 0 0,1 0 0 0 0,1 5 0 0 0,-2 2 0 0 0,-4 0 0 0 0,-6-2 0 0 0,-3-1 0 0 0,2-2 0 0 0,-1-1 0 0 0,-1 0 0 0 0,-1-1 0 0 0,-3 0 0 0 0,5-1 0 0 0,0 1 0 0 0,0 0 0 0 0,-7 5 0 0 0,-4 2 0 0 0,-1-1 0 0 0,1 0 0 0 0,0-3 0 0 0,1 0 0 0 0,2-2 0 0 0,0 0 0 0 0,-5 4 0 0 0,-1 2 0 0 0,-10-1 0 0 0,-13-1 0 0 0,-6 4 0 0 0,-8 0 0 0 0,-7-1 0 0 0,-5-2 0 0 0,-4-3 0 0 0,-2 0 0 0 0,-1-2 0 0 0,0-1 0 0 0,0 5 0 0 0,0 1 0 0 0,0 1 0 0 0,1-2 0 0 0,0-2 0 0 0,0-1 0 0 0,0 0 0 0 0,0-2 0 0 0,1 0 0 0 0,-1 0 0 0 0,0 0 0 0 0,0-1 0 0 0,1 1 0 0 0,-1 0 0 0 0,0 0 0 0 0,0 0 0 0 0,0 0 0 0 0,6 5 0 0 0,1 2 0 0 0,0 0 0 0 0,-2-2 0 0 0,-1-1 0 0 0,-1-2 0 0 0,3 5 0 0 0,2 0 0 0 0,-1 0 0 0 0,-2-2 0 0 0,-1-2 0 0 0,-2 0 0 0 0,-1 3 0 0 0,0 1 0 0 0,-1 0 0 0 0,-5-2 0 0 0,-8-2 0 0 0,-1-1 0 0 0,2-1 0 0 0,3 0 0 0 0,3-1 0 0 0,3-1 0 0 0,1 1 0 0 0,2 0 0 0 0,0 0 0 0 0,1-1 0 0 0,0 1 0 0 0,-1 5 0 0 0,1 2 0 0 0,-1 0 0 0 0,1-2 0 0 0,-1-1 0 0 0,0 4 0 0 0,0 0 0 0 0,0-1 0 0 0,1-1 0 0 0,-1-3 0 0 0,0 5 0 0 0,5 5 0 0 0,13 1 0 0 0,13 3 0 0 0,12-1 0 0 0,10-4 0 0 0,0 2 0 0 0,2-2 0 0 0,3-2 0 0 0,1 1 0 0 0,1 0 0 0 0,2-3 0 0 0,-6 3 0 0 0,0 0 0 0 0,-1-3 0 0 0,2 4 0 0 0,1-2 0 0 0,-3 4 0 0 0,-1-1 0 0 0,0-2 0 0 0,3-4 0 0 0,-4 3 0 0 0,-1-1 0 0 0,-3 4 0 0 0,1 0 0 0 0,1-3 0 0 0,4-3 0 0 0,-4 2 0 0 0,2 1 0 0 0,-4 3 0 0 0,0-1 0 0 0,-2 3 0 0 0,0 0 0 0 0,4-4 0 0 0,-2 2 0 0 0,-4 4 0 0 0,0-1 0 0 0,4-3 0 0 0,-1 1 0 0 0,-4 4 0 0 0,1-2 0 0 0,-7-2 0 0 0,-10-5 0 0 0,-9-4 0 0 0,-9-2 0 0 0,-5-2 0 0 0,-4-1 0 0 0,-2-5 0 0 0,0-3 0 0 0,-1 0 0 0 0,0 2 0 0 0,6-3 0 0 0,3-1 0 0 0,-1-3 0 0 0,-6 0 0 0 0,-3-2 0 0 0,-1-5 0 0 0,0 1 0 0 0,6 0 0 0 0,3 2 0 0 0,-5 4 0 0 0,4-1 0 0 0,0-3 0 0 0,-1 1 0 0 0,1 3 0 0 0,-2 4 0 0 0,-1-1 0 0 0,5-5 0 0 0,2 0 0 0 0,-1-2 0 0 0,-2 1 0 0 0,-1 4 0 0 0,-2-1 0 0 0,0-5 0 0 0,-2-3 0 0 0,0 1 0 0 0,0 5 0 0 0,0 4 0 0 0,0-1 0 0 0,5-4 0 0 0,2 1 0 0 0,0 3 0 0 0,-2-1 0 0 0,-1 0 0 0 0,4-1 0 0 0,0 0 0 0 0,0 4 0 0 0,-3-3 0 0 0,-1-3 0 0 0,-2-5 0 0 0,0 1 0 0 0,-2 4 0 0 0,0 0 0 0 0,0-3 0 0 0,0 2 0 0 0,5-2 0 0 0,2 3 0 0 0,-1-1 0 0 0,0-3 0 0 0,8 1 0 0 0,13 5 0 0 0,12 4 0 0 0,10 4 0 0 0,2 9 0 0 0,3 8 0 0 0,3 3 0 0 0,2-1 0 0 0,1 2 0 0 0,2-1 0 0 0,-6 2 0 0 0,0-2 0 0 0,0-2 0 0 0,1 1 0 0 0,1 3 0 0 0,2 0 0 0 0,-5 2 0 0 0,-1-2 0 0 0,2-4 0 0 0,-5 2 0 0 0,0 3 0 0 0,2-1 0 0 0,3-3 0 0 0,2 1 0 0 0,1 4 0 0 0,2-2 0 0 0,1-3 0 0 0,0 2 0 0 0,0 2 0 0 0,0 0 0 0 0,-5 1 0 0 0,-2-2 0 0 0,1-3 0 0 0,0-5 0 0 0,-3 2 0 0 0,0-1 0 0 0,-5 4 0 0 0,1-1 0 0 0,3-2 0 0 0,2 2 0 0 0,3-1 0 0 0,-3 3 0 0 0,0 0 0 0 0,-4 1 0 0 0,-1 0 0 0 0,3 1 0 0 0,3-1 0 0 0,2 1 0 0 0,-3 4 0 0 0,-10-7 0 0 0,-14-6 0 0 0,-5-9 0 0 0,-8-4 0 0 0,-7-7 0 0 0,1-6 0 0 0,-2-5 0 0 0,-2 2 0 0 0,-3 4 0 0 0,4 0 0 0 0,0-2 0 0 0,-1 2 0 0 0,4 0 0 0 0,-1 2 0 0 0,4-2 0 0 0,0-2 0 0 0,-3 2 0 0 0,-4-1 0 0 0,-2 2 0 0 0,3-1 0 0 0,0 3 0 0 0,-1-2 0 0 0,-2 3 0 0 0,4-2 0 0 0,0 1 0 0 0,4-1 0 0 0,-1 2 0 0 0,4-2 0 0 0,-2-4 0 0 0,-2 2 0 0 0,-4-2 0 0 0,-3-2 0 0 0,-2 3 0 0 0,-2-1 0 0 0,-1-3 0 0 0,5-2 0 0 0,1 3 0 0 0,1 6 0 0 0,-2-1 0 0 0,4-2 0 0 0,0 2 0 0 0,-1 5 0 0 0,3-2 0 0 0,0 1 0 0 0,-2-1 0 0 0,-2-4 0 0 0,-3 0 0 0 0,-2 5 0 0 0,4-2 0 0 0,2-3 0 0 0,-2 1 0 0 0,-1 4 0 0 0,9 4 0 0 0,13 3 0 0 0,6 8 0 0 0,9 4 0 0 0,8 1 0 0 0,0 4 0 0 0,2 1 0 0 0,-2 3 0 0 0,1-1 0 0 0,-3 3 0 0 0,0-2 0 0 0,4-4 0 0 0,2 3 0 0 0,4 3 0 0 0,1-1 0 0 0,2 2 0 0 0,1 3 0 0 0,0 3 0 0 0,1-2 0 0 0,-1 0 0 0 0,0 2 0 0 0,0-3 0 0 0,0-6 0 0 0,-5 0 0 0 0,-2 4 0 0 0,0-3 0 0 0,-4 2 0 0 0,0-3 0 0 0,2 3 0 0 0,2-3 0 0 0,-2 1 0 0 0,-1-1 0 0 0,2-4 0 0 0,-3 1 0 0 0,1 5 0 0 0,1-1 0 0 0,2 2 0 0 0,3 3 0 0 0,-3 3 0 0 0,-1-2 0 0 0,-4 0 0 0 0,0-3 0 0 0,-4-1 0 0 0,2-2 0 0 0,2-4 0 0 0,-1 0 0 0 0,-4 5 0 0 0,-5 3 0 0 0,2 0 0 0 0,-1 0 0 0 0,-3 3 0 0 0,-7-2 0 0 0,-9-6 0 0 0,-8-5 0 0 0,-7-9 0 0 0,-4-5 0 0 0,-3-2 0 0 0,-1-4 0 0 0,-1-2 0 0 0,6-3 0 0 0,2 0 0 0 0,0-2 0 0 0,-1 2 0 0 0,-2 3 0 0 0,0-1 0 0 0,-2 1 0 0 0,5-2 0 0 0,1 1 0 0 0,0 3 0 0 0,-2 2 0 0 0,-1-1 0 0 0,4-6 0 0 0,0 1 0 0 0,-1 2 0 0 0,4-2 0 0 0,0 2 0 0 0,-2 2 0 0 0,-3-2 0 0 0,-2-4 0 0 0,-1 0 0 0 0,-2 4 0 0 0,-1 3 0 0 0,5-2 0 0 0,2-5 0 0 0,-1 2 0 0 0,-1 2 0 0 0,-1 3 0 0 0,4-2 0 0 0,0 1 0 0 0,5-3 0 0 0,-1 1 0 0 0,-2-4 0 0 0,-2 2 0 0 0,2-2 0 0 0,5 7 0 0 0,6 10 0 0 0,3 10 0 0 0,9 3 0 0 0,9 5 0 0 0,3 4 0 0 0,-1 3 0 0 0,-3 3 0 0 0,3-4 0 0 0,-2 0 0 0 0,3-5 0 0 0,-1-1 0 0 0,-2 2 0 0 0,1 3 0 0 0,0 2 0 0 0,2-3 0 0 0,-1-1 0 0 0,3-3 0 0 0,-2 0 0 0 0,-3 2 0 0 0,2-3 0 0 0,-2 1 0 0 0,4-2 0 0 0,-2 0 0 0 0,2-2 0 0 0,0 1 0 0 0,1 4 0 0 0,4 3 0 0 0,-2 3 0 0 0,1-2 0 0 0,4-1 0 0 0,1 1 0 0 0,-2 2 0 0 0,1-4 0 0 0,-5 1 0 0 0,1-5 0 0 0,-4 0 0 0 0,-3 3 0 0 0,0-3 0 0 0,5-4 0 0 0,-2 0 0 0 0,-3 4 0 0 0,-3-7 0 0 0,-9-5 0 0 0,-4-9 0 0 0,-7-9 0 0 0,-6-8 0 0 0,-6-1 0 0 0,0-1 0 0 0,6-3 0 0 0,-1 3 0 0 0,-2 0 0 0 0,2-1 0 0 0,-1 3 0 0 0,3 0 0 0 0,-1 2 0 0 0,2 1 0 0 0,-2 2 0 0 0,3-2 0 0 0,-2 3 0 0 0,1-2 0 0 0,-1 2 0 0 0,2-2 0 0 0,-3 2 0 0 0,3-3 0 0 0,-2-2 0 0 0,-4-5 0 0 0,-3-2 0 0 0,2-3 0 0 0,-1 4 0 0 0,4 1 0 0 0,-1 5 0 0 0,3 0 0 0 0,-1 3 0 0 0,3-1 0 0 0,-2 3 0 0 0,1 9 0 0 0,10 5 0 0 0,5 7 0 0 0,7 4 0 0 0,3 4 0 0 0,0 6 0 0 0,4-2 0 0 0,-2 2 0 0 0,4 2 0 0 0,-2 3 0 0 0,-3 2 0 0 0,2 1 0 0 0,4-4 0 0 0,-1-1 0 0 0,-3 1 0 0 0,1-4 0 0 0,-1-1 0 0 0,-4 2 0 0 0,-2 3 0 0 0,2-4 0 0 0,0 1 0 0 0,3 1 0 0 0,0 2 0 0 0,-2 2 0 0 0,-3 2 0 0 0,3-4 0 0 0,0-1 0 0 0,-3 0 0 0 0,4-3 0 0 0,-1-1 0 0 0,-1-8 0 0 0,-3-12 0 0 0,-2-11 0 0 0,-7-4 0 0 0,-4-4 0 0 0,1-4 0 0 0,-5 1 0 0 0,0 0 0 0 0,-4-2 0 0 0,1-2 0 0 0,-2-2 0 0 0,-5-2 0 0 0,3 0 0 0 0,-2 4 0 0 0,3 2 0 0 0,-1 0 0 0 0,2-2 0 0 0,0 4 0 0 0,1 0 0 0 0,-1-1 0 0 0,1-2 0 0 0,-1 3 0 0 0,-3 6 0 0 0,1 0 0 0 0,4-3 0 0 0,-1 2 0 0 0,2-1 0 0 0,-2 3 0 0 0,1-2 0 0 0,4-4 0 0 0,3 8 0 0 0,3 11 0 0 0,2 12 0 0 0,1 8 0 0 0,1 7 0 0 0,1 4 0 0 0,-1 3 0 0 0,1 1 0 0 0,-1 0 0 0 0,1 0 0 0 0,-1-1 0 0 0,0 0 0 0 0,0-1 0 0 0,5 1 0 0 0,2-2 0 0 0,0 1 0 0 0,-2 0 0 0 0,4-6 0 0 0,1-1 0 0 0,3 0 0 0 0,5-4 0 0 0,-1-10 0 0 0,-8-7 0 0 0,-11-5 0 0 0,-5-6 0 0 0,-2-8 0 0 0,1-5 0 0 0,-3-1 0 0 0,-5 5 0 0 0,0-1 0 0 0,2-2 0 0 0,-1 2 0 0 0,2-1 0 0 0,-2 3 0 0 0,1-1 0 0 0,4-4 0 0 0,-3 3 0 0 0,2-1 0 0 0,2-3 0 0 0,-2 2 0 0 0,0 0 0 0 0,-2 3 0 0 0,0-1 0 0 0,2-2 0 0 0,-1 2 0 0 0,0-2 0 0 0,3-1 0 0 0,-2 1 0 0 0,0 11 0 0 0,8 6 0 0 0,4 8 0 0 0,1 10 0 0 0,7 2 0 0 0,1 3 0 0 0,4-2 0 0 0,0 1 0 0 0,-2 3 0 0 0,-4 3 0 0 0,3-3 0 0 0,-2 0 0 0 0,4-3 0 0 0,0-1 0 0 0,2-2 0 0 0,-1-10 0 0 0,-3-11 0 0 0,-8-9 0 0 0,-5-9 0 0 0,-8 1 0 0 0,-1-2 0 0 0,0-2 0 0 0,3-2 0 0 0,-3 5 0 0 0,0 0 0 0 0,-2 4 0 0 0,0 0 0 0 0,2-2 0 0 0,4-2 0 0 0,-3 2 0 0 0,1 0 0 0 0,-4 3 0 0 0,1 0 0 0 0,-4 2 0 0 0,2 0 0 0 0,3-4 0 0 0,3-3 0 0 0,-2 2 0 0 0,-4 5 0 0 0,-1 0 0 0 0,3-3 0 0 0,4-4 0 0 0,-3 3 0 0 0,1 0 0 0 0,-3 2 0 0 0,0 0 0 0 0,-2 2 0 0 0,1-1 0 0 0,3-3 0 0 0,-2-3 0 0 0,-4 2 0 0 0,1 0 0 0 0,3-2 0 0 0,-1 2 0 0 0,-4 1 0 0 0,1-3 0 0 0,4-1 0 0 0,-1 2 0 0 0,1 0 0 0 0,-2 4 0 0 0,2-1 0 0 0,3 9 0 0 0,8 6 0 0 0,4 8 0 0 0,8 5 0 0 0,2 5 0 0 0,-2 5 0 0 0,4 0 0 0 0,-1 2 0 0 0,2-3 0 0 0,-1 1 0 0 0,2-2 0 0 0,-1 0 0 0 0,-4 3 0 0 0,2-2 0 0 0,-1 1 0 0 0,2-2 0 0 0,4 1 0 0 0,-1 2 0 0 0,2-2 0 0 0,-2 2 0 0 0,1-4 0 0 0,-2 2 0 0 0,-5 3 0 0 0,2-3 0 0 0,-1 1 0 0 0,2-2 0 0 0,-2 1 0 0 0,4-3 0 0 0,-2 1 0 0 0,2 4 0 0 0,4-2 0 0 0,-2 1 0 0 0,1 3 0 0 0,4-2 0 0 0,-4 0 0 0 0,2-3 0 0 0,-4 1 0 0 0,1-3 0 0 0,-3 2 0 0 0,2-3 0 0 0,-3 2 0 0 0,-3-7 0 0 0,-4-10 0 0 0,-8-5 0 0 0,-4-7 0 0 0,-1-7 0 0 0,-5-4 0 0 0,-5 1 0 0 0,-1 0 0 0 0,-2 3 0 0 0,2 0 0 0 0,3-1 0 0 0,0-4 0 0 0,-3 4 0 0 0,0 0 0 0 0,5-3 0 0 0,3-1 0 0 0,-2 3 0 0 0,-4 0 0 0 0,0-1 0 0 0,-2 3 0 0 0,2-1 0 0 0,3-1 0 0 0,3-3 0 0 0,-1 4 0 0 0,1-1 0 0 0,-4 4 0 0 0,1 0 0 0 0,2-3 0 0 0,3-3 0 0 0,-3-2 0 0 0,1-2 0 0 0,-4-2 0 0 0,-4-1 0 0 0,0 0 0 0 0,3 0 0 0 0,4-1 0 0 0,4 1 0 0 0,-3 5 0 0 0,1 2 0 0 0,1 0 0 0 0,2-2 0 0 0,-3-1 0 0 0,-1-1 0 0 0,2-2 0 0 0,1 0 0 0 0,3-1 0 0 0,1 0 0 0 0,1 0 0 0 0,-4 5 0 0 0,-2 2 0 0 0,1 0 0 0 0,1-2 0 0 0,1-1 0 0 0,2-1 0 0 0,1 9 0 0 0,0 13 0 0 0,1 13 0 0 0,1 10 0 0 0,-1 8 0 0 0,0 5 0 0 0,0 2 0 0 0,1 1 0 0 0,-1 1 0 0 0,5-7 0 0 0,2-1 0 0 0,0-1 0 0 0,3-4 0 0 0,1-1 0 0 0,-2 2 0 0 0,-2 2 0 0 0,2-3 0 0 0,0 1 0 0 0,-1 1 0 0 0,3-3 0 0 0,-1 0 0 0 0,4-3 0 0 0,-1 1 0 0 0,-2 2 0 0 0,-4 3 0 0 0,3-2 0 0 0,0-10 0 0 0,-3-12 0 0 0,-1-11 0 0 0,-3-9 0 0 0,-1-6 0 0 0,-1-4 0 0 0,-1-1 0 0 0,-1-2 0 0 0,1 1 0 0 0,-1 1 0 0 0,1 0 0 0 0,0 0 0 0 0,0 1 0 0 0,0 0 0 0 0,0 0 0 0 0,0 0 0 0 0,0 0 0 0 0,0 1 0 0 0,0-1 0 0 0,0 0 0 0 0,-6 5 0 0 0,-1 3 0 0 0,1-2 0 0 0,0 0 0 0 0,-3-2 0 0 0,0-1 0 0 0,1-2 0 0 0,2 0 0 0 0,-3 4 0 0 0,0 2 0 0 0,1 0 0 0 0,3-2 0 0 0,1-2 0 0 0,2 0 0 0 0,-4 3 0 0 0,-1 2 0 0 0,-5-1 0 0 0,1-2 0 0 0,1-1 0 0 0,2-2 0 0 0,-2 5 0 0 0,0 0 0 0 0,3 0 0 0 0,-4-2 0 0 0,0-1 0 0 0,-3-2 0 0 0,-4 4 0 0 0,1 2 0 0 0,-3 4 0 0 0,3 0 0 0 0,-1 4 0 0 0,-3 4 0 0 0,3 9 0 0 0,3 10 0 0 0,5 9 0 0 0,-1 2 0 0 0,1 3 0 0 0,-2 2 0 0 0,-1 3 0 0 0,4 2 0 0 0,-3-4 0 0 0,1-1 0 0 0,2 1 0 0 0,2 1 0 0 0,4 2 0 0 0,-5-5 0 0 0,1 0 0 0 0,0 1 0 0 0,-3-4 0 0 0,0 1 0 0 0,1 1 0 0 0,3-8 0 0 0,2-12 0 0 0,2-11 0 0 0,6-5 0 0 0,3-4 0 0 0,0-5 0 0 0,4-4 0 0 0,5 3 0 0 0,1 1 0 0 0,1-2 0 0 0,4-2 0 0 0,-2-1 0 0 0,1 4 0 0 0,-3 1 0 0 0,0-1 0 0 0,3-1 0 0 0,2 2 0 0 0,-1 2 0 0 0,-6-2 0 0 0,0 3 0 0 0,3-1 0 0 0,-2-1 0 0 0,1 3 0 0 0,-2-1 0 0 0,1 3 0 0 0,-2 0 0 0 0,-4-3 0 0 0,2 1 0 0 0,4 0 0 0 0,-2-3 0 0 0,3-2 0 0 0,-2-3 0 0 0,-4-2 0 0 0,2 4 0 0 0,-3 1 0 0 0,-7 5 0 0 0,-5 10 0 0 0,-7 7 0 0 0,-3 10 0 0 0,-4 2 0 0 0,0 6 0 0 0,-2-1 0 0 0,1 3 0 0 0,-1 4 0 0 0,-4 2 0 0 0,-3 4 0 0 0,3 1 0 0 0,-1 2 0 0 0,-2-5 0 0 0,-2-2 0 0 0,4 1 0 0 0,0 1 0 0 0,-2 2 0 0 0,4 0 0 0 0,0-3 0 0 0,-2-7 0 0 0,2-1 0 0 0,0 2 0 0 0,4 3 0 0 0,-2 3 0 0 0,-2 3 0 0 0,2 1 0 0 0,-2-4 0 0 0,4-1 0 0 0,-2-5 0 0 0,3 1 0 0 0,-1-5 0 0 0,1 2 0 0 0,-1 2 0 0 0,-4-1 0 0 0,2 0 0 0 0,4 4 0 0 0,-1-3 0 0 0,3 1 0 0 0,-3-3 0 0 0,1 1 0 0 0,-1-2 0 0 0,6-5 0 0 0,10-4 0 0 0,5-8 0 0 0,2-9 0 0 0,4-3 0 0 0,1-5 0 0 0,2 1 0 0 0,0-1 0 0 0,2 1 0 0 0,-2-1 0 0 0,2 2 0 0 0,3 5 0 0 0,-2-2 0 0 0,-3-4 0 0 0,0 1 0 0 0,3-2 0 0 0,4-3 0 0 0,3-3 0 0 0,3 2 0 0 0,-3 0 0 0 0,-2-2 0 0 0,2-1 0 0 0,1-3 0 0 0,2-1 0 0 0,1 4 0 0 0,-4 1 0 0 0,-7 0 0 0 0,-1 3 0 0 0,2 1 0 0 0,-2-2 0 0 0,1-3 0 0 0,3 4 0 0 0,-3-1 0 0 0,2-1 0 0 0,2 3 0 0 0,-2 0 0 0 0,0-3 0 0 0,-3-1 0 0 0,1-3 0 0 0,2-2 0 0 0,-2-1 0 0 0,2-1 0 0 0,-4 0 0 0 0,2 5 0 0 0,-3 2 0 0 0,-4-1 0 0 0,2 5 0 0 0,-2 0 0 0 0,-2-2 0 0 0,-3-2 0 0 0,-8 2 0 0 0,-8 6 0 0 0,-4 10 0 0 0,-3 7 0 0 0,-5 8 0 0 0,-3 7 0 0 0,-4 8 0 0 0,-1-2 0 0 0,4 1 0 0 0,1-3 0 0 0,6 0 0 0 0,-1-3 0 0 0,5 0 0 0 0,-2-2 0 0 0,-7 1 0 0 0,-1 4 0 0 0,0-2 0 0 0,6-9 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9950 1191 16383 0 0,'-2'1'0'0'0,"-21"14"0"0"0,0-3 0 0 0,5 3 0 0 0,0 4 0 0 0,-3-2 0 0 0,-2 2 0 0 0,-3 3 0 0 0,-2-3 0 0 0,-2-4 0 0 0,4 1 0 0 0,2 2 0 0 0,-1 4 0 0 0,-1-2 0 0 0,-1-4 0 0 0,27-16 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1733 16383 0 0,'16'-8'0'0'0,"9"-8"0"0"0,0 2 0 0 0,-6-1 0 0 0,0 2 0 0 0,1-2 0 0 0,4-4 0 0 0,1-4 0 0 0,3 2 0 0 0,-3-1 0 0 0,-2-1 0 0 0,2 2 0 0 0,-4 1 0 0 0,-1 2 0 0 0,2 6 0 0 0,-2-2 0 0 0,-1-3 0 0 0,3 2 0 0 0,-2-3 0 0 0,-1 3 0 0 0,-2-3 0 0 0,1-2 0 0 0,2 2 0 0 0,-2-2 0 0 0,2 3 0 0 0,-4 0 0 0 0,2 1 0 0 0,-5 2 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9975 1322 16383 0 0,'2'-2'0'0'0,"15"-13"0"0"0,2-1 0 0 0,-1-3 0 0 0,2 1 0 0 0,1-2 0 0 0,-1-1 0 0 0,0 1 0 0 0,-3 0 0 0 0,1 3 0 0 0,-3-1 0 0 0,-3-3 0 0 0,0 3 0 0 0,0-2 0 0 0,-9 9 0 0 0,-9 11 0 0 0,-5 11 0 0 0,-4 8 0 0 0,-6 7 0 0 0,-4 4 0 0 0,1 2 0 0 0,1-4 0 0 0,-2-2 0 0 0,4 0 0 0 0,0 1 0 0 0,-2-5 0 0 0,4 0 0 0 0,4 1 0 0 0,0-3 0 0 0,2 0 0 0 0,-1-3 0 0 0,-5 0 0 0 0,2 3 0 0 0,-1-2 0 0 0,-4 2 0 0 0,3 1 0 0 0,-2 4 0 0 0,-1-3 0 0 0,-3-6 0 0 0,3 1 0 0 0,5 2 0 0 0,1-2 0 0 0,-3 1 0 0 0,2 3 0 0 0,-1 3 0 0 0,-3-2 0 0 0,-3-1 0 0 0,2 3 0 0 0,0-4 0 0 0,-1-4 0 0 0,2-1 0 0 0,6 3 0 0 0,0 4 0 0 0,-3-3 0 0 0,-4-3 0 0 0,2 0 0 0 0,3-1 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9608 1381 16383 0 0,'-6'9'0'0'0,"-7"16"0"0"0,3 1 0 0 0,3-7 0 0 0,3-14 0 0 0,7-12 0 0 0,3-10 0 0 0,6-7 0 0 0,1-6 0 0 0,-9 24 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9659 1381 16383 0 0,'-13'14'0'0'0,"-4"3"0"0"0,-2-4 0 0 0,-3 1 0 0 0,3 4 0 0 0,-2-2 0 0 0,-2 2 0 0 0,-2-2 0 0 0,-2 1 0 0 0,-2 4 0 0 0,4 2 0 0 0,4-4 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9503 1381 16383 0 0,'-16'14'0'0'0,"-8"8"0"0"0,-1-2 0 0 0,3 1 0 0 0,4-7 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1504 16383 0 0,'5'-2'0'0'0,"18"-14"0"0"0,2 1 0 0 0,-3-4 0 0 0,0 2 0 0 0,1 5 0 0 0,-3-3 0 0 0,6-2 0 0 0,-16 7 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9572 1381 16383 0 0,'-12'14'0'0'0,"-4"1"0"0"0,1 1 0 0 0,-1-1 0 0 0,1 1 0 0 0,4 3 0 0 0,-2-1 0 0 0,-4 2 0 0 0,2 2 0 0 0,-3-3 0 0 0,-3 1 0 0 0,16-16 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20141 4197 16383 0 0,'-6'0'0'0'0,"-6"0"0"0"0,-2-6 0 0 0,-3-1 0 0 0,-4 1 0 0 0,-4 0 0 0 0,-3 3 0 0 0,-2 0 0 0 0,-1 2 0 0 0,0 1 0 0 0,-1-1 0 0 0,1 2 0 0 0,4-6 0 0 0,3-2 0 0 0,0 1 0 0 0,-2-5 0 0 0,-1 1 0 0 0,-1 1 0 0 0,3-3 0 0 0,2 1 0 0 0,-1 1 0 0 0,-2 4 0 0 0,-1 2 0 0 0,-2 2 0 0 0,5-4 0 0 0,0-1 0 0 0,0 1 0 0 0,-2 1 0 0 0,-1 1 0 0 0,3-3 0 0 0,1-1 0 0 0,0 1 0 0 0,-3 2 0 0 0,-1 1 0 0 0,-2 2 0 0 0,-1 1 0 0 0,0 1 0 0 0,-1 0 0 0 0,-1 1 0 0 0,1-1 0 0 0,0 0 0 0 0,0 0 0 0 0,0 1 0 0 0,0-1 0 0 0,0 0 0 0 0,0 0 0 0 0,1 0 0 0 0,-1 0 0 0 0,0 0 0 0 0,0 0 0 0 0,0 0 0 0 0,1 0 0 0 0,-1 0 0 0 0,0 0 0 0 0,0 0 0 0 0,0 0 0 0 0,0 0 0 0 0,-5 0 0 0 0,-7 0 0 0 0,-1 0 0 0 0,-4 0 0 0 0,-4 0 0 0 0,1 0 0 0 0,5 0 0 0 0,4 0 0 0 0,4 0 0 0 0,4 0 0 0 0,2 0 0 0 0,1 0 0 0 0,-4 0 0 0 0,-2 0 0 0 0,0 0 0 0 0,-3 0 0 0 0,-1 5 0 0 0,-4 2 0 0 0,-5 0 0 0 0,2-2 0 0 0,2-1 0 0 0,0-2 0 0 0,-3-1 0 0 0,1 0 0 0 0,4-1 0 0 0,-2 0 0 0 0,3 5 0 0 0,3 1 0 0 0,2 1 0 0 0,4-2 0 0 0,1-1 0 0 0,2-2 0 0 0,-5 4 0 0 0,-6 2 0 0 0,-2-1 0 0 0,2-2 0 0 0,-3-2 0 0 0,1-1 0 0 0,3 5 0 0 0,3 0 0 0 0,3-1 0 0 0,2-1 0 0 0,2-1 0 0 0,0-2 0 0 0,-5-1 0 0 0,-6 5 0 0 0,-2 1 0 0 0,2-1 0 0 0,2-1 0 0 0,3-1 0 0 0,3-2 0 0 0,1-1 0 0 0,2-1 0 0 0,0 0 0 0 0,1 0 0 0 0,-5 0 0 0 0,-3-1 0 0 0,1 1 0 0 0,1 0 0 0 0,2 0 0 0 0,1 0 0 0 0,-5 0 0 0 0,0 0 0 0 0,1 0 0 0 0,1 0 0 0 0,1 0 0 0 0,2 0 0 0 0,1 0 0 0 0,1 0 0 0 0,0 0 0 0 0,1 0 0 0 0,-1 0 0 0 0,1 0 0 0 0,-1 0 0 0 0,1 0 0 0 0,-1 0 0 0 0,0 0 0 0 0,6 5 0 0 0,11 2 0 0 0,14 5 0 0 0,13 0 0 0 0,8-1 0 0 0,7 2 0 0 0,3-1 0 0 0,2-3 0 0 0,-5 3 0 0 0,-2-1 0 0 0,6 3 0 0 0,2-1 0 0 0,0-2 0 0 0,0-4 0 0 0,0 3 0 0 0,4-1 0 0 0,6 4 0 0 0,6 4 0 0 0,0 0 0 0 0,2 2 0 0 0,3-2 0 0 0,-4-4 0 0 0,7 1 0 0 0,2-2 0 0 0,-2-3 0 0 0,-2-3 0 0 0,1 3 0 0 0,-4 0 0 0 0,4 3 0 0 0,4 0 0 0 0,1 3 0 0 0,6 5 0 0 0,2-2 0 0 0,-6 1 0 0 0,3-1 0 0 0,4 0 0 0 0,2-3 0 0 0,-2 2 0 0 0,4-2 0 0 0,-2-4 0 0 0,-7 2 0 0 0,1-2 0 0 0,4 3 0 0 0,-4-1 0 0 0,2-3 0 0 0,5-3 0 0 0,6 2 0 0 0,-1 1 0 0 0,-3 2 0 0 0,-3 1 0 0 0,-5-3 0 0 0,-3 2 0 0 0,-1-1 0 0 0,-8-2 0 0 0,4-2 0 0 0,1 2 0 0 0,-4 0 0 0 0,-2-2 0 0 0,6 4 0 0 0,4-1 0 0 0,0-1 0 0 0,-6 2 0 0 0,-1 0 0 0 0,-6-2 0 0 0,-2-3 0 0 0,-3-2 0 0 0,-5-2 0 0 0,1-1 0 0 0,3 4 0 0 0,6 2 0 0 0,-3-1 0 0 0,-3-1 0 0 0,1 3 0 0 0,-3 1 0 0 0,3-1 0 0 0,-3 3 0 0 0,2 0 0 0 0,-1-2 0 0 0,-3-3 0 0 0,-4 3 0 0 0,-3 0 0 0 0,-2-1 0 0 0,-1-3 0 0 0,-1-1 0 0 0,-1-2 0 0 0,0-1 0 0 0,0-1 0 0 0,-5 5 0 0 0,-12 1 0 0 0,-13 0 0 0 0,-12-1 0 0 0,-10-1 0 0 0,-5-2 0 0 0,-5-1 0 0 0,-1 0 0 0 0,-5-1 0 0 0,-3 0 0 0 0,2-1 0 0 0,2 1 0 0 0,1 0 0 0 0,2 0 0 0 0,-3 0 0 0 0,-7 0 0 0 0,0 0 0 0 0,2 0 0 0 0,2 0 0 0 0,-2-6 0 0 0,-4-1 0 0 0,-5 1 0 0 0,-5 0 0 0 0,-8 3 0 0 0,-9 0 0 0 0,3 2 0 0 0,3 0 0 0 0,-4 1 0 0 0,1 1 0 0 0,1-1 0 0 0,2 0 0 0 0,2 0 0 0 0,2 1 0 0 0,-5-1 0 0 0,-1 0 0 0 0,-4 0 0 0 0,5 0 0 0 0,3 0 0 0 0,-3 0 0 0 0,0 0 0 0 0,1 0 0 0 0,-4 0 0 0 0,0 0 0 0 0,-5 0 0 0 0,2 0 0 0 0,7 0 0 0 0,-1 0 0 0 0,-4 0 0 0 0,0 0 0 0 0,-5 0 0 0 0,7 0 0 0 0,4 0 0 0 0,3 0 0 0 0,2 0 0 0 0,1 0 0 0 0,-6 0 0 0 0,4 0 0 0 0,2 0 0 0 0,0 0 0 0 0,0 0 0 0 0,0 5 0 0 0,5 2 0 0 0,1 0 0 0 0,-1-2 0 0 0,-1-1 0 0 0,4 3 0 0 0,-1 2 0 0 0,5-2 0 0 0,-1-2 0 0 0,3-1 0 0 0,-1 3 0 0 0,-4 1 0 0 0,3-1 0 0 0,-2-2 0 0 0,3-1 0 0 0,4-2 0 0 0,3-1 0 0 0,5-1 0 0 0,2 0 0 0 0,1-1 0 0 0,-3 1 0 0 0,-2 5 0 0 0,0 2 0 0 0,2-1 0 0 0,1-1 0 0 0,1-1 0 0 0,1-1 0 0 0,1-2 0 0 0,10-1 0 0 0,15 0 0 0 0,13 0 0 0 0,11 0 0 0 0,7 0 0 0 0,6-1 0 0 0,1 1 0 0 0,2 0 0 0 0,-1 0 0 0 0,0 0 0 0 0,0 0 0 0 0,4 0 0 0 0,7 0 0 0 0,0 0 0 0 0,-1 0 0 0 0,2 0 0 0 0,-1 0 0 0 0,2 0 0 0 0,-1 0 0 0 0,-3 0 0 0 0,7 0 0 0 0,0 0 0 0 0,3 0 0 0 0,2 0 0 0 0,3 0 0 0 0,2 0 0 0 0,-3 0 0 0 0,-1 0 0 0 0,5 0 0 0 0,-1 0 0 0 0,4 0 0 0 0,-3 0 0 0 0,-1 0 0 0 0,5 0 0 0 0,2 0 0 0 0,0 0 0 0 0,5 0 0 0 0,1 0 0 0 0,-2 0 0 0 0,-1 0 0 0 0,-3 0 0 0 0,-2 0 0 0 0,-1 0 0 0 0,4 0 0 0 0,1 0 0 0 0,0 0 0 0 0,-1 0 0 0 0,-2 0 0 0 0,-2 0 0 0 0,0 0 0 0 0,-1 0 0 0 0,0 0 0 0 0,-1 0 0 0 0,-5 0 0 0 0,-1 0 0 0 0,0 0 0 0 0,1 0 0 0 0,1 0 0 0 0,3 0 0 0 0,-5 0 0 0 0,-6 0 0 0 0,-6 0 0 0 0,-1 0 0 0 0,5 0 0 0 0,-2 5 0 0 0,-3 2 0 0 0,2 0 0 0 0,4-2 0 0 0,-1-1 0 0 0,-3-2 0 0 0,-4 0 0 0 0,-4-2 0 0 0,-2 5 0 0 0,-2 2 0 0 0,-1 0 0 0 0,-1-2 0 0 0,0-2 0 0 0,0-1 0 0 0,1 0 0 0 0,-6 3 0 0 0,-2 2 0 0 0,1 0 0 0 0,2-2 0 0 0,-10-2 0 0 0,-12-1 0 0 0,-12-1 0 0 0,-10 0 0 0 0,-7-1 0 0 0,-5 0 0 0 0,-2-1 0 0 0,-1 1 0 0 0,0 0 0 0 0,0 0 0 0 0,-5 0 0 0 0,-1 0 0 0 0,1-1 0 0 0,2 1 0 0 0,-4 0 0 0 0,0 1 0 0 0,1-1 0 0 0,3 0 0 0 0,-4 0 0 0 0,-5 0 0 0 0,-6 0 0 0 0,1 0 0 0 0,-2 0 0 0 0,4 0 0 0 0,3 0 0 0 0,0 0 0 0 0,2 0 0 0 0,-3 0 0 0 0,3 5 0 0 0,2 2 0 0 0,-2-1 0 0 0,1 0 0 0 0,-3-2 0 0 0,-4-2 0 0 0,1-1 0 0 0,-2 0 0 0 0,-3-1 0 0 0,-8-1 0 0 0,-4 1 0 0 0,3 0 0 0 0,3 0 0 0 0,5 0 0 0 0,7 5 0 0 0,1 2 0 0 0,-2-1 0 0 0,1 0 0 0 0,-1-3 0 0 0,2 0 0 0 0,4-2 0 0 0,-2 0 0 0 0,-4-1 0 0 0,2-1 0 0 0,2 1 0 0 0,-1 0 0 0 0,2-1 0 0 0,-3 1 0 0 0,2 0 0 0 0,3 0 0 0 0,3 0 0 0 0,3 0 0 0 0,2 0 0 0 0,1 0 0 0 0,2 0 0 0 0,10 0 0 0 0,14 0 0 0 0,13 0 0 0 0,11 0 0 0 0,8 0 0 0 0,9 0 0 0 0,5 0 0 0 0,0 0 0 0 0,-1 0 0 0 0,3 0 0 0 0,5 0 0 0 0,0 0 0 0 0,-3 0 0 0 0,1 0 0 0 0,-1 0 0 0 0,2 0 0 0 0,4 0 0 0 0,3 0 0 0 0,-1 0 0 0 0,-5 0 0 0 0,1 0 0 0 0,7 0 0 0 0,0 0 0 0 0,1 0 0 0 0,6 0 0 0 0,-1 0 0 0 0,4 0 0 0 0,2 0 0 0 0,-1-5 0 0 0,5-2 0 0 0,1 0 0 0 0,-2-3 0 0 0,3-1 0 0 0,0 2 0 0 0,3-3 0 0 0,-1 1 0 0 0,3-3 0 0 0,-2 0 0 0 0,-3-2 0 0 0,-4 2 0 0 0,3-3 0 0 0,-1 3 0 0 0,-2 2 0 0 0,3-1 0 0 0,0 2 0 0 0,3-3 0 0 0,0 1 0 0 0,-8 2 0 0 0,0 4 0 0 0,0 3 0 0 0,-2 2 0 0 0,-1-4 0 0 0,5-1 0 0 0,-5 1 0 0 0,-3-4 0 0 0,-1-1 0 0 0,-5 3 0 0 0,3-4 0 0 0,-2 1 0 0 0,-1 2 0 0 0,1-2 0 0 0,-4 0 0 0 0,-5 2 0 0 0,4 3 0 0 0,-5-3 0 0 0,-1 0 0 0 0,2 1 0 0 0,-1-2 0 0 0,-3-1 0 0 0,-4 3 0 0 0,-3 2 0 0 0,3 2 0 0 0,4 2 0 0 0,2-5 0 0 0,-3 0 0 0 0,-3 1 0 0 0,-2-4 0 0 0,-4 0 0 0 0,0 1 0 0 0,-2 3 0 0 0,-1 1 0 0 0,1 3 0 0 0,-6-4 0 0 0,-13-1 0 0 0,-12 0 0 0 0,-13 2 0 0 0,-8 2 0 0 0,-7 1 0 0 0,-3 1 0 0 0,-2 1 0 0 0,-1 0 0 0 0,1 5 0 0 0,0 8 0 0 0,-4 1 0 0 0,-2 3 0 0 0,2 0 0 0 0,0 1 0 0 0,8 3 0 0 0,3-2 0 0 0,0 1 0 0 0,-5 3 0 0 0,-3 2 0 0 0,5 2 0 0 0,1-3 0 0 0,1-1 0 0 0,-1 1 0 0 0,5 2 0 0 0,1 2 0 0 0,-1-5 0 0 0,-2 0 0 0 0,3 1 0 0 0,1 2 0 0 0,-2 1 0 0 0,3 2 0 0 0,5 1 0 0 0,0 0 0 0 0,-3-4 0 0 0,2-2 0 0 0,3 1 0 0 0,-1-5 0 0 0,2 0 0 0 0,2 2 0 0 0,4 3 0 0 0,-3-4 0 0 0,1 1 0 0 0,0 1 0 0 0,-2-3 0 0 0,0-10 0 0 0,1-13 0 0 0,9-4 0 0 0,3-8 0 0 0,1-6 0 0 0,6-4 0 0 0,1-4 0 0 0,3 4 0 0 0,0 0 0 0 0,3-1 0 0 0,-2 0 0 0 0,2-3 0 0 0,-2 0 0 0 0,2 5 0 0 0,-2 0 0 0 0,-4 0 0 0 0,2 3 0 0 0,-2 1 0 0 0,3-2 0 0 0,4-2 0 0 0,5-3 0 0 0,-3-2 0 0 0,2 0 0 0 0,2 3 0 0 0,-4 2 0 0 0,-4-1 0 0 0,-1 5 0 0 0,4-6 0 0 0,2-8 0 0 0,4-4 0 0 0,3-1 0 0 0,-4 1 0 0 0,0 2 0 0 0,1 2 0 0 0,1 1 0 0 0,-4 2 0 0 0,0 5 0 0 0,1 7 0 0 0,-3 2 0 0 0,-5-1 0 0 0,1-3 0 0 0,1 1 0 0 0,5 0 0 0 0,3-2 0 0 0,2-3 0 0 0,-3-2 0 0 0,0 3 0 0 0,-5 1 0 0 0,1 4 0 0 0,1 5 0 0 0,-3 0 0 0 0,-4-3 0 0 0,1 2 0 0 0,2 3 0 0 0,0-2 0 0 0,-5-3 0 0 0,2 0 0 0 0,-1-1 0 0 0,1 2 0 0 0,5-1 0 0 0,-2-4 0 0 0,-8 3 0 0 0,-12 9 0 0 0,-10 11 0 0 0,-8 6 0 0 0,-1 6 0 0 0,4 6 0 0 0,0 0 0 0 0,-3-3 0 0 0,2 0 0 0 0,0 3 0 0 0,-3 2 0 0 0,-3 4 0 0 0,4 3 0 0 0,-1-5 0 0 0,4 0 0 0 0,-1-5 0 0 0,4 0 0 0 0,-2-3 0 0 0,3 1 0 0 0,3 2 0 0 0,4 4 0 0 0,-3-2 0 0 0,-4 0 0 0 0,0 2 0 0 0,-3 3 0 0 0,2 1 0 0 0,-3-3 0 0 0,3-1 0 0 0,-2 1 0 0 0,2 2 0 0 0,4 2 0 0 0,-2 0 0 0 0,1 2 0 0 0,-2 1 0 0 0,1 0 0 0 0,3 0 0 0 0,-2 0 0 0 0,-5 0 0 0 0,2 0 0 0 0,-3-5 0 0 0,1-2 0 0 0,5 0 0 0 0,4 2 0 0 0,-2-4 0 0 0,0-1 0 0 0,3 2 0 0 0,2 2 0 0 0,-4-3 0 0 0,6-6 0 0 0,3-10 0 0 0,1-12 0 0 0,6-5 0 0 0,7-5 0 0 0,1-6 0 0 0,4 1 0 0 0,-2-1 0 0 0,-4-2 0 0 0,-4-2 0 0 0,2 3 0 0 0,4 1 0 0 0,5-7 0 0 0,-2-4 0 0 0,-2-1 0 0 0,0 5 0 0 0,-3-3 0 0 0,3-1 0 0 0,-3-1 0 0 0,3-4 0 0 0,-2-2 0 0 0,2 1 0 0 0,4 2 0 0 0,-2 2 0 0 0,1-3 0 0 0,-2-1 0 0 0,-4 1 0 0 0,1 2 0 0 0,-3-4 0 0 0,4 6 0 0 0,3-3 0 0 0,-1 0 0 0 0,-4-4 0 0 0,2-5 0 0 0,3-6 0 0 0,-1 1 0 0 0,1 3 0 0 0,-1 6 0 0 0,-5 4 0 0 0,-4-2 0 0 0,2 1 0 0 0,5 1 0 0 0,-1 3 0 0 0,3-4 0 0 0,3-6 0 0 0,-1 0 0 0 0,-4 2 0 0 0,-4-2 0 0 0,0 7 0 0 0,0-1 0 0 0,-4 1 0 0 0,4 7 0 0 0,-1 4 0 0 0,-2-5 0 0 0,3-7 0 0 0,0-1 0 0 0,2 4 0 0 0,1 0 0 0 0,-4-1 0 0 0,3 7 0 0 0,-2-2 0 0 0,-2-1 0 0 0,-2-1 0 0 0,-4 1 0 0 0,5 6 0 0 0,-1 3 0 0 0,0-6 0 0 0,3-3 0 0 0,0-1 0 0 0,-1 1 0 0 0,-3-1 0 0 0,-2 2 0 0 0,-2 0 0 0 0,-1 0 0 0 0,4 6 0 0 0,2 3 0 0 0,-1 9 0 0 0,-1 13 0 0 0,-6 7 0 0 0,-4 7 0 0 0,-1 7 0 0 0,-4 5 0 0 0,-1 3 0 0 0,2 3 0 0 0,-3-4 0 0 0,-5-2 0 0 0,1 1 0 0 0,-3 1 0 0 0,3 0 0 0 0,3 2 0 0 0,5 1 0 0 0,-3 1 0 0 0,2-1 0 0 0,-4 1 0 0 0,1 0 0 0 0,2 0 0 0 0,3 0 0 0 0,-2 6 0 0 0,0 1 0 0 0,-4-6 0 0 0,0 2 0 0 0,-2 7 0 0 0,-4 5 0 0 0,1 7 0 0 0,3-2 0 0 0,5-3 0 0 0,-2 0 0 0 0,2 3 0 0 0,-3-8 0 0 0,1 0 0 0 0,-3 3 0 0 0,-4 3 0 0 0,1 0 0 0 0,4-4 0 0 0,4 1 0 0 0,3-2 0 0 0,-1-3 0 0 0,0-3 0 0 0,-4-4 0 0 0,0-1 0 0 0,-3 3 0 0 0,-4 7 0 0 0,1 6 0 0 0,-2 0 0 0 0,3 2 0 0 0,-1-2 0 0 0,3-4 0 0 0,3-5 0 0 0,-1-4 0 0 0,1-2 0 0 0,-2-8 0 0 0,2-2 0 0 0,-4-1 0 0 0,2 2 0 0 0,3 1 0 0 0,-1-3 0 0 0,0-1 0 0 0,-2-4 0 0 0,1 0 0 0 0,2 3 0 0 0,-1-3 0 0 0,1-9 0 0 0,2-12 0 0 0,3-10 0 0 0,2-9 0 0 0,2-10 0 0 0,1-6 0 0 0,1-1 0 0 0,1 0 0 0 0,5 3 0 0 0,1 1 0 0 0,5-4 0 0 0,1 0 0 0 0,-2 1 0 0 0,-4 2 0 0 0,4 2 0 0 0,-1-4 0 0 0,-2-1 0 0 0,-3-4 0 0 0,-1 0 0 0 0,-3 2 0 0 0,0-2 0 0 0,4 5 0 0 0,2 0 0 0 0,-1-5 0 0 0,4 0 0 0 0,1-3 0 0 0,-2 0 0 0 0,2 4 0 0 0,1-2 0 0 0,-3-4 0 0 0,-3-5 0 0 0,3 3 0 0 0,0-2 0 0 0,-1 3 0 0 0,2 0 0 0 0,1 2 0 0 0,3 4 0 0 0,-1 0 0 0 0,2 0 0 0 0,0 4 0 0 0,-4-3 0 0 0,-3-4 0 0 0,2-5 0 0 0,-1 0 0 0 0,4 0 0 0 0,-1-3 0 0 0,4 2 0 0 0,-2 0 0 0 0,-3 4 0 0 0,2 4 0 0 0,-2 5 0 0 0,-2-1 0 0 0,3 0 0 0 0,-1-3 0 0 0,-3 0 0 0 0,-2 3 0 0 0,-2 2 0 0 0,-2 3 0 0 0,-2-4 0 0 0,6 1 0 0 0,0 0 0 0 0,0 2 0 0 0,-1 2 0 0 0,-1 2 0 0 0,-2-5 0 0 0,4 4 0 0 0,1 3 0 0 0,0-5 0 0 0,-2-6 0 0 0,-1-2 0 0 0,-2 2 0 0 0,-1 2 0 0 0,-1 2 0 0 0,0-2 0 0 0,0-1 0 0 0,0 2 0 0 0,-1 2 0 0 0,-4 2 0 0 0,-2 2 0 0 0,0 0 0 0 0,2 1 0 0 0,-5 6 0 0 0,1 1 0 0 0,-4 6 0 0 0,-5 5 0 0 0,-5 5 0 0 0,-3 9 0 0 0,2 10 0 0 0,6 8 0 0 0,0 6 0 0 0,3 4 0 0 0,5 2 0 0 0,-2-4 0 0 0,2 4 0 0 0,-4 2 0 0 0,2 6 0 0 0,2 1 0 0 0,3 5 0 0 0,3-1 0 0 0,-4-2 0 0 0,1 3 0 0 0,0 3 0 0 0,-3-1 0 0 0,0-3 0 0 0,1 2 0 0 0,3-3 0 0 0,-3 3 0 0 0,0 4 0 0 0,1 3 0 0 0,2-1 0 0 0,3 0 0 0 0,1 2 0 0 0,1-2 0 0 0,1-1 0 0 0,0 3 0 0 0,1-4 0 0 0,-6 1 0 0 0,-2-3 0 0 0,1 0 0 0 0,1 3 0 0 0,-4-2 0 0 0,-1 2 0 0 0,2 1 0 0 0,3-2 0 0 0,1 1 0 0 0,2-3 0 0 0,1 1 0 0 0,-5 2 0 0 0,-1-2 0 0 0,1-4 0 0 0,1 1 0 0 0,2-3 0 0 0,-5-3 0 0 0,0-3 0 0 0,1 3 0 0 0,2 0 0 0 0,1 3 0 0 0,2-1 0 0 0,1-1 0 0 0,1-3 0 0 0,-5-3 0 0 0,-2-1 0 0 0,1-3 0 0 0,1 0 0 0 0,-4-5 0 0 0,0-3 0 0 0,1 1 0 0 0,2 1 0 0 0,2 1 0 0 0,-3 3 0 0 0,-1 0 0 0 0,1 1 0 0 0,2 1 0 0 0,2 0 0 0 0,1-10 0 0 0,1-14 0 0 0,1-14 0 0 0,0-10 0 0 0,0-9 0 0 0,6-3 0 0 0,1-9 0 0 0,0-3 0 0 0,-2 1 0 0 0,4-3 0 0 0,6-6 0 0 0,5 1 0 0 0,0 3 0 0 0,1-1 0 0 0,-3-3 0 0 0,-4 1 0 0 0,0 4 0 0 0,4 4 0 0 0,-2 4 0 0 0,-4 2 0 0 0,2-3 0 0 0,-1-6 0 0 0,-4-1 0 0 0,3 2 0 0 0,-2 3 0 0 0,-1 2 0 0 0,2 3 0 0 0,-1-3 0 0 0,4-1 0 0 0,-1 0 0 0 0,-2 3 0 0 0,-4 1 0 0 0,3-4 0 0 0,-1-1 0 0 0,4 1 0 0 0,-1-3 0 0 0,-2 0 0 0 0,3 1 0 0 0,-2 3 0 0 0,3 2 0 0 0,0 2 0 0 0,-4-4 0 0 0,-2-1 0 0 0,-4 1 0 0 0,-2-4 0 0 0,4 5 0 0 0,1 3 0 0 0,0-2 0 0 0,3 3 0 0 0,0-2 0 0 0,-2-6 0 0 0,-1-2 0 0 0,2 7 0 0 0,0 3 0 0 0,-1-2 0 0 0,-3-2 0 0 0,-1 1 0 0 0,-2 1 0 0 0,-1-5 0 0 0,-1 0 0 0 0,0 1 0 0 0,-1 1 0 0 0,6 8 0 0 0,2 3 0 0 0,-1 0 0 0 0,-1 1 0 0 0,-1-2 0 0 0,-2-1 0 0 0,0-2 0 0 0,-2 11 0 0 0,0 13 0 0 0,0 13 0 0 0,-6 10 0 0 0,-1 8 0 0 0,-5 5 0 0 0,-1 2 0 0 0,3 1 0 0 0,-3 1 0 0 0,1-1 0 0 0,2-1 0 0 0,4 0 0 0 0,2 0 0 0 0,2-1 0 0 0,-4 5 0 0 0,-1 2 0 0 0,0-1 0 0 0,3-1 0 0 0,-5-1 0 0 0,0-2 0 0 0,2 4 0 0 0,-4 7 0 0 0,0 0 0 0 0,2-1 0 0 0,3 1 0 0 0,2 5 0 0 0,2-1 0 0 0,1 2 0 0 0,-5 3 0 0 0,0-3 0 0 0,0-4 0 0 0,1 0 0 0 0,-4-7 0 0 0,0 0 0 0 0,1-2 0 0 0,3 4 0 0 0,-5 5 0 0 0,1 6 0 0 0,2-2 0 0 0,-4-3 0 0 0,0 0 0 0 0,3-2 0 0 0,1-3 0 0 0,4-5 0 0 0,0-2 0 0 0,2-2 0 0 0,1-2 0 0 0,1-1 0 0 0,-1 0 0 0 0,1 0 0 0 0,-6 1 0 0 0,-2-1 0 0 0,1 1 0 0 0,0-1 0 0 0,3 1 0 0 0,0 0 0 0 0,-3-6 0 0 0,-2-1 0 0 0,2 0 0 0 0,0 2 0 0 0,3 1 0 0 0,1 1 0 0 0,1 2 0 0 0,0 0 0 0 0,2 1 0 0 0,-1 0 0 0 0,0-10 0 0 0,0-14 0 0 0,1-19 0 0 0,-1-13 0 0 0,5-7 0 0 0,2-3 0 0 0,0-1 0 0 0,-2-5 0 0 0,4 4 0 0 0,1-1 0 0 0,3 5 0 0 0,-1 3 0 0 0,4-4 0 0 0,-1-6 0 0 0,-4-2 0 0 0,2 1 0 0 0,-1 2 0 0 0,2 3 0 0 0,0 2 0 0 0,1 1 0 0 0,-1 2 0 0 0,-3 0 0 0 0,-3-4 0 0 0,2-3 0 0 0,4-4 0 0 0,6-1 0 0 0,-1 2 0 0 0,-4 3 0 0 0,-4-3 0 0 0,1 5 0 0 0,-1 5 0 0 0,2-5 0 0 0,5-5 0 0 0,4-7 0 0 0,-2 0 0 0 0,-4 3 0 0 0,1-2 0 0 0,2 2 0 0 0,-2-1 0 0 0,-3 1 0 0 0,0 3 0 0 0,-2 4 0 0 0,3 8 0 0 0,-2-1 0 0 0,3-1 0 0 0,-2 0 0 0 0,-3 0 0 0 0,-4 1 0 0 0,-2 0 0 0 0,2 5 0 0 0,1 2 0 0 0,-2-1 0 0 0,4 0 0 0 0,0-2 0 0 0,-1-1 0 0 0,-3-2 0 0 0,-2 0 0 0 0,-2-1 0 0 0,-1 10 0 0 0,-1 15 0 0 0,0 12 0 0 0,0 12 0 0 0,-6 2 0 0 0,-1 2 0 0 0,0 4 0 0 0,1 2 0 0 0,2 2 0 0 0,-4 1 0 0 0,0 0 0 0 0,1 0 0 0 0,-3 1 0 0 0,-1-1 0 0 0,2 0 0 0 0,-2-5 0 0 0,0-2 0 0 0,2 0 0 0 0,3 2 0 0 0,2 1 0 0 0,2 1 0 0 0,-5-4 0 0 0,0 0 0 0 0,1 0 0 0 0,1 2 0 0 0,2 1 0 0 0,1 2 0 0 0,-4-5 0 0 0,-1 0 0 0 0,0 0 0 0 0,2 2 0 0 0,1 1 0 0 0,2 2 0 0 0,1 1 0 0 0,1 0 0 0 0,0 1 0 0 0,0 0 0 0 0,0 0 0 0 0,1 0 0 0 0,-1 0 0 0 0,0-10 0 0 0,0-15 0 0 0,0-12 0 0 0,0-12 0 0 0,0-7 0 0 0,0-5 0 0 0,0-3 0 0 0,6 0 0 0 0,0-1 0 0 0,1-4 0 0 0,-2-7 0 0 0,-1 0 0 0 0,4 1 0 0 0,0 4 0 0 0,-1 3 0 0 0,4-3 0 0 0,-1 1 0 0 0,-1 1 0 0 0,-3 2 0 0 0,4 7 0 0 0,-1 4 0 0 0,-1-5 0 0 0,-3-3 0 0 0,-1 0 0 0 0,-3-1 0 0 0,0 1 0 0 0,-1 1 0 0 0,0 0 0 0 0,0 1 0 0 0,-1 0 0 0 0,6 0 0 0 0,2 0 0 0 0,-1 0 0 0 0,0 1 0 0 0,-2-1 0 0 0,-2 0 0 0 0,-1-5 0 0 0,0-2 0 0 0,-1 1 0 0 0,-1 1 0 0 0,1 1 0 0 0,0 2 0 0 0,0 1 0 0 0,0 0 0 0 0,-1 2 0 0 0,1-1 0 0 0,0 0 0 0 0,0 1 0 0 0,0-1 0 0 0,0 11 0 0 0,0 14 0 0 0,-5 8 0 0 0,-2 8 0 0 0,-5 9 0 0 0,0 5 0 0 0,-4 5 0 0 0,2 2 0 0 0,2 1 0 0 0,4 1 0 0 0,-3-6 0 0 0,2-2 0 0 0,-4 0 0 0 0,1 1 0 0 0,2 2 0 0 0,3 0 0 0 0,-3-3 0 0 0,1-2 0 0 0,-4 1 0 0 0,0 2 0 0 0,3 1 0 0 0,3 2 0 0 0,-3-5 0 0 0,1 0 0 0 0,1 0 0 0 0,-2-4 0 0 0,-1 1 0 0 0,3 1 0 0 0,-4 2 0 0 0,2 3 0 0 0,1 2 0 0 0,-3 0 0 0 0,2 2 0 0 0,1 0 0 0 0,-2-5 0 0 0,0-2 0 0 0,2 1 0 0 0,3 1 0 0 0,2 1 0 0 0,-3-4 0 0 0,-1 0 0 0 0,1 1 0 0 0,2 1 0 0 0,-3-3 0 0 0,-1 0 0 0 0,1 1 0 0 0,3 2 0 0 0,-4-3 0 0 0,0 0 0 0 0,1 1 0 0 0,3 2 0 0 0,1 3 0 0 0,2 1 0 0 0,1 0 0 0 0,6-3 0 0 0,8-12 0 0 0,1-14 0 0 0,4-12 0 0 0,3-4 0 0 0,-1-4 0 0 0,-4-5 0 0 0,0-2 0 0 0,-2-3 0 0 0,1 4 0 0 0,-1 2 0 0 0,2 4 0 0 0,-3 1 0 0 0,-2-2 0 0 0,2-3 0 0 0,3-2 0 0 0,0-2 0 0 0,-3-2 0 0 0,1 0 0 0 0,-1-1 0 0 0,2-1 0 0 0,-2 1 0 0 0,-2 0 0 0 0,-4 0 0 0 0,2 5 0 0 0,0 2 0 0 0,-1 0 0 0 0,2-2 0 0 0,1-1 0 0 0,-3-1 0 0 0,3 3 0 0 0,0 2 0 0 0,-2-1 0 0 0,-3-2 0 0 0,-2-1 0 0 0,-2-2 0 0 0,4 5 0 0 0,1 0 0 0 0,-1 0 0 0 0,4-2 0 0 0,1-1 0 0 0,-3-2 0 0 0,-1-1 0 0 0,-3 0 0 0 0,-2-1 0 0 0,-1 10 0 0 0,-1 14 0 0 0,0 14 0 0 0,0 10 0 0 0,-1 8 0 0 0,1 5 0 0 0,-6-2 0 0 0,-1-2 0 0 0,0 1 0 0 0,2 1 0 0 0,1 0 0 0 0,-4 2 0 0 0,0 0 0 0 0,1 1 0 0 0,-3 5 0 0 0,-1 2 0 0 0,2-1 0 0 0,-2-6 0 0 0,0 3 0 0 0,2-1 0 0 0,3 6 0 0 0,-4-5 0 0 0,1-2 0 0 0,2-1 0 0 0,-4 4 0 0 0,1 7 0 0 0,1 1 0 0 0,3 4 0 0 0,-3-1 0 0 0,0-2 0 0 0,1-5 0 0 0,-2-2 0 0 0,-1-4 0 0 0,-3-1 0 0 0,1-1 0 0 0,3 0 0 0 0,2-1 0 0 0,4 0 0 0 0,-4 5 0 0 0,0 3 0 0 0,-4-6 0 0 0,0 2 0 0 0,-3 1 0 0 0,1-1 0 0 0,3 0 0 0 0,3-1 0 0 0,-2 4 0 0 0,-5 7 0 0 0,-5 6 0 0 0,1-1 0 0 0,-1-7 0 0 0,2-2 0 0 0,4-2 0 0 0,0-1 0 0 0,2-3 0 0 0,-2-2 0 0 0,1 0 0 0 0,2-2 0 0 0,5 1 0 0 0,-4-1 0 0 0,1 1 0 0 0,-4-6 0 0 0,1-2 0 0 0,-3 2 0 0 0,1 0 0 0 0,3 2 0 0 0,3 1 0 0 0,-2-3 0 0 0,-5-2 0 0 0,1 1 0 0 0,2-9 0 0 0,3-12 0 0 0,4-12 0 0 0,2-9 0 0 0,1-13 0 0 0,2-6 0 0 0,1-7 0 0 0,-1-1 0 0 0,1-4 0 0 0,0-4 0 0 0,4 2 0 0 0,2 4 0 0 0,0 0 0 0 0,4 3 0 0 0,0-3 0 0 0,-2 3 0 0 0,-3-2 0 0 0,-2 1 0 0 0,-1-2 0 0 0,-2 2 0 0 0,-1 3 0 0 0,0-1 0 0 0,-1 0 0 0 0,1-2 0 0 0,-1-4 0 0 0,1 1 0 0 0,0-2 0 0 0,5-2 0 0 0,2 1 0 0 0,0 0 0 0 0,-2 3 0 0 0,-1-6 0 0 0,-2 0 0 0 0,0 6 0 0 0,-2-1 0 0 0,0-8 0 0 0,0 2 0 0 0,5-2 0 0 0,1 5 0 0 0,1 0 0 0 0,-2-2 0 0 0,-1 4 0 0 0,-2-1 0 0 0,-1 4 0 0 0,0-1 0 0 0,-1-3 0 0 0,0 2 0 0 0,-1-1 0 0 0,1 3 0 0 0,0-2 0 0 0,0-2 0 0 0,0 2 0 0 0,0-1 0 0 0,-1 2 0 0 0,1 5 0 0 0,6-1 0 0 0,1 1 0 0 0,-1 3 0 0 0,0-2 0 0 0,-2 1 0 0 0,-2 2 0 0 0,-1 3 0 0 0,0 1 0 0 0,-1-3 0 0 0,-1-5 0 0 0,1-2 0 0 0,0 3 0 0 0,0 2 0 0 0,-1 4 0 0 0,1 1 0 0 0,0 3 0 0 0,0 1 0 0 0,0 0 0 0 0,0 1 0 0 0,0 0 0 0 0,0 0 0 0 0,0-1 0 0 0,0 1 0 0 0,0 9 0 0 0,-5 10 0 0 0,-2 11 0 0 0,0 11 0 0 0,2 9 0 0 0,-4 6 0 0 0,0 4 0 0 0,-4 2 0 0 0,0 6 0 0 0,-3-3 0 0 0,2 3 0 0 0,2 0 0 0 0,-1 4 0 0 0,1 5 0 0 0,-2-5 0 0 0,1 1 0 0 0,-3 3 0 0 0,2 5 0 0 0,3 4 0 0 0,-2 2 0 0 0,1-2 0 0 0,3 0 0 0 0,-2-5 0 0 0,0 0 0 0 0,-2 2 0 0 0,0-2 0 0 0,3 0 0 0 0,-3 2 0 0 0,2-2 0 0 0,-4 1 0 0 0,2 2 0 0 0,3-3 0 0 0,2 1 0 0 0,4 7 0 0 0,2 0 0 0 0,-5-1 0 0 0,1-4 0 0 0,-1 0 0 0 0,-3 5 0 0 0,0 0 0 0 0,2-1 0 0 0,-4 6 0 0 0,-4-7 0 0 0,0 2 0 0 0,3-4 0 0 0,-2 0 0 0 0,2 1 0 0 0,4-3 0 0 0,2-1 0 0 0,3 2 0 0 0,-3-3 0 0 0,-1 1 0 0 0,2 2 0 0 0,-4-3 0 0 0,0 1 0 0 0,-4 1 0 0 0,1-1 0 0 0,2 0 0 0 0,-2 1 0 0 0,2-1 0 0 0,1-6 0 0 0,-1-4 0 0 0,0 1 0 0 0,2-1 0 0 0,3-3 0 0 0,3-2 0 0 0,-5-2 0 0 0,1-2 0 0 0,0 4 0 0 0,-3 2 0 0 0,0-1 0 0 0,1-1 0 0 0,3-2 0 0 0,-3-1 0 0 0,-1-1 0 0 0,3-1 0 0 0,1 0 0 0 0,3-1 0 0 0,1 1 0 0 0,1-1 0 0 0,1-10 0 0 0,0-13 0 0 0,1-14 0 0 0,-1-11 0 0 0,0-7 0 0 0,6-5 0 0 0,1-3 0 0 0,5 5 0 0 0,0 2 0 0 0,-1-1 0 0 0,-4 0 0 0 0,4-1 0 0 0,-1-1 0 0 0,3-1 0 0 0,-1 0 0 0 0,4-6 0 0 0,-2-2 0 0 0,-3 0 0 0 0,2 2 0 0 0,-1 1 0 0 0,2 2 0 0 0,-1 0 0 0 0,-2 2 0 0 0,1 0 0 0 0,-1 1 0 0 0,-2-1 0 0 0,-3 1 0 0 0,-2-1 0 0 0,3-5 0 0 0,6 4 0 0 0,1 1 0 0 0,-3-3 0 0 0,3-3 0 0 0,-1 1 0 0 0,-3-4 0 0 0,-3-1 0 0 0,2-4 0 0 0,0 1 0 0 0,4 3 0 0 0,-1 2 0 0 0,-2 3 0 0 0,2-2 0 0 0,0-1 0 0 0,-3-4 0 0 0,-3 0 0 0 0,3 2 0 0 0,0-2 0 0 0,4 1 0 0 0,-1 2 0 0 0,-2 3 0 0 0,-3 2 0 0 0,3 2 0 0 0,0 1 0 0 0,-3 2 0 0 0,-1-1 0 0 0,-3-4 0 0 0,-1-3 0 0 0,4 7 0 0 0,1-4 0 0 0,-1 1 0 0 0,-1-1 0 0 0,4 2 0 0 0,0 0 0 0 0,-2-4 0 0 0,-1-2 0 0 0,-2 2 0 0 0,-2 0 0 0 0,-1 3 0 0 0,-1 1 0 0 0,0 1 0 0 0,0 1 0 0 0,-1 0 0 0 0,1 0 0 0 0,0 1 0 0 0,-1-1 0 0 0,1 1 0 0 0,0 10 0 0 0,0 13 0 0 0,0 14 0 0 0,0 11 0 0 0,0 7 0 0 0,0 5 0 0 0,-5 8 0 0 0,-2 2 0 0 0,-5 0 0 0 0,0 4 0 0 0,2 5 0 0 0,2-2 0 0 0,-3-2 0 0 0,2-4 0 0 0,1-4 0 0 0,2-3 0 0 0,-3 4 0 0 0,0 5 0 0 0,-3 6 0 0 0,-6 5 0 0 0,1-1 0 0 0,3-5 0 0 0,4 1 0 0 0,4-4 0 0 0,-3 2 0 0 0,1-2 0 0 0,-4-4 0 0 0,0 2 0 0 0,-3 4 0 0 0,1-1 0 0 0,-2 3 0 0 0,1 3 0 0 0,-2 3 0 0 0,3 3 0 0 0,2-3 0 0 0,-1-1 0 0 0,-3 1 0 0 0,0-3 0 0 0,-2 0 0 0 0,2-4 0 0 0,-2-5 0 0 0,3 1 0 0 0,4-2 0 0 0,-2 3 0 0 0,1 3 0 0 0,-2-5 0 0 0,1-1 0 0 0,-2 4 0 0 0,-5 4 0 0 0,3 5 0 0 0,-3 2 0 0 0,3-2 0 0 0,-1-6 0 0 0,3-5 0 0 0,-2-6 0 0 0,2-4 0 0 0,4-2 0 0 0,4-1 0 0 0,-3 4 0 0 0,1 2 0 0 0,-3-6 0 0 0,0-3 0 0 0,2 0 0 0 0,-2-1 0 0 0,0 1 0 0 0,3 1 0 0 0,-2 1 0 0 0,0 0 0 0 0,2 0 0 0 0,-2-4 0 0 0,0-13 0 0 0,3-13 0 0 0,2-12 0 0 0,2-9 0 0 0,7-12 0 0 0,3-5 0 0 0,1-2 0 0 0,-1-4 0 0 0,3 6 0 0 0,1-3 0 0 0,3 2 0 0 0,0-3 0 0 0,3 0 0 0 0,-1 2 0 0 0,-4 2 0 0 0,-3 3 0 0 0,2-3 0 0 0,0-1 0 0 0,3-4 0 0 0,-1-5 0 0 0,3 0 0 0 0,-1 4 0 0 0,2-2 0 0 0,-1-4 0 0 0,-4 2 0 0 0,2-1 0 0 0,-1-4 0 0 0,2 3 0 0 0,5-1 0 0 0,-2-2 0 0 0,-3 3 0 0 0,1-2 0 0 0,-2-1 0 0 0,2 3 0 0 0,-2-1 0 0 0,-2-7 0 0 0,1 1 0 0 0,-1 4 0 0 0,-2 2 0 0 0,2 3 0 0 0,0 1 0 0 0,3-4 0 0 0,4-2 0 0 0,-1 1 0 0 0,2 0 0 0 0,-2 4 0 0 0,-4-2 0 0 0,1-1 0 0 0,-2 1 0 0 0,-3 0 0 0 0,-3-2 0 0 0,3 7 0 0 0,-1 1 0 0 0,-1 3 0 0 0,4-3 0 0 0,4-3 0 0 0,1 0 0 0 0,-4 4 0 0 0,3-3 0 0 0,-2 3 0 0 0,-3-3 0 0 0,-4 2 0 0 0,-2 3 0 0 0,4-3 0 0 0,-1 2 0 0 0,5-3 0 0 0,0-4 0 0 0,3 1 0 0 0,-1 3 0 0 0,-3 5 0 0 0,-3 3 0 0 0,-3 3 0 0 0,-2 2 0 0 0,-3 1 0 0 0,6 1 0 0 0,0 0 0 0 0,0 0 0 0 0,-1 10 0 0 0,-2 14 0 0 0,-1 13 0 0 0,-1 11 0 0 0,0 7 0 0 0,-1 5 0 0 0,-6-3 0 0 0,-1 0 0 0 0,-5 5 0 0 0,-6 8 0 0 0,0 2 0 0 0,4-1 0 0 0,-2-1 0 0 0,3-3 0 0 0,-3-3 0 0 0,2 4 0 0 0,-2 1 0 0 0,2-2 0 0 0,3-1 0 0 0,-2 3 0 0 0,-3 1 0 0 0,0-2 0 0 0,-2 4 0 0 0,-3 5 0 0 0,-4 4 0 0 0,3 0 0 0 0,6 1 0 0 0,-1 2 0 0 0,3-2 0 0 0,-1 0 0 0 0,-4 1 0 0 0,-3-2 0 0 0,1 5 0 0 0,0 4 0 0 0,-2 8 0 0 0,-3 2 0 0 0,4-5 0 0 0,-1 2 0 0 0,0 0 0 0 0,-3-7 0 0 0,4-2 0 0 0,0 0 0 0 0,-1-6 0 0 0,3 4 0 0 0,0 4 0 0 0,-8 2 0 0 0,2-5 0 0 0,-1-1 0 0 0,0 0 0 0 0,4-4 0 0 0,6 0 0 0 0,0 6 0 0 0,-1-1 0 0 0,-4 0 0 0 0,-3-4 0 0 0,-2-7 0 0 0,3 6 0 0 0,0 4 0 0 0,-5 3 0 0 0,1 1 0 0 0,1-3 0 0 0,4-7 0 0 0,2-1 0 0 0,-2-3 0 0 0,-1 0 0 0 0,2 3 0 0 0,1-7 0 0 0,3 1 0 0 0,5-3 0 0 0,0-2 0 0 0,-4-3 0 0 0,2-2 0 0 0,-3-1 0 0 0,2-1 0 0 0,5-1 0 0 0,2 1 0 0 0,-1-1 0 0 0,1 0 0 0 0,-3-4 0 0 0,-1-3 0 0 0,4 1 0 0 0,2 2 0 0 0,-3-4 0 0 0,1-1 0 0 0,-4-3 0 0 0,1 0 0 0 0,2 2 0 0 0,2-7 0 0 0,4-11 0 0 0,7-12 0 0 0,3-8 0 0 0,0-8 0 0 0,5-3 0 0 0,0-3 0 0 0,4-1 0 0 0,5 0 0 0 0,-2 0 0 0 0,-4-5 0 0 0,2 5 0 0 0,-3 2 0 0 0,3 1 0 0 0,2 1 0 0 0,0-1 0 0 0,-4-4 0 0 0,0 2 0 0 0,-1 2 0 0 0,2-5 0 0 0,-1-1 0 0 0,-4 0 0 0 0,2-4 0 0 0,5-6 0 0 0,4-6 0 0 0,4-4 0 0 0,3 2 0 0 0,-4 5 0 0 0,-5 0 0 0 0,-1 4 0 0 0,-4-2 0 0 0,2 3 0 0 0,-3 2 0 0 0,3 0 0 0 0,2-5 0 0 0,0 0 0 0 0,-4-1 0 0 0,-5-4 0 0 0,2 7 0 0 0,-1 1 0 0 0,3-8 0 0 0,5-5 0 0 0,4-5 0 0 0,-2 5 0 0 0,-3 0 0 0 0,-1 5 0 0 0,-2 1 0 0 0,-3-1 0 0 0,-5 3 0 0 0,3-1 0 0 0,0-3 0 0 0,3 9 0 0 0,0 0 0 0 0,-2-2 0 0 0,2 1 0 0 0,0-2 0 0 0,2 2 0 0 0,-1 3 0 0 0,-2-2 0 0 0,-4-4 0 0 0,3-4 0 0 0,-1 2 0 0 0,4 3 0 0 0,-1 5 0 0 0,-2 5 0 0 0,3-3 0 0 0,-2-4 0 0 0,-2 0 0 0 0,-3 1 0 0 0,-2 4 0 0 0,-2 3 0 0 0,4 2 0 0 0,1 2 0 0 0,-1 1 0 0 0,-1 1 0 0 0,4 0 0 0 0,0-1 0 0 0,-2 1 0 0 0,-1 0 0 0 0,3 4 0 0 0,0 3 0 0 0,-1-2 0 0 0,-3 0 0 0 0,-1-2 0 0 0,-2 9 0 0 0,-7 13 0 0 0,-1 12 0 0 0,-6 11 0 0 0,-1 7 0 0 0,2 4 0 0 0,-2-2 0 0 0,-5 5 0 0 0,-4 2 0 0 0,2 5 0 0 0,-1 2 0 0 0,-3-1 0 0 0,3 3 0 0 0,1-6 0 0 0,2 2 0 0 0,0-1 0 0 0,-2-2 0 0 0,-4 4 0 0 0,3 6 0 0 0,5-1 0 0 0,0 4 0 0 0,-3 3 0 0 0,-3-7 0 0 0,-3-1 0 0 0,-3 3 0 0 0,4-1 0 0 0,0 1 0 0 0,0 10 0 0 0,-3 4 0 0 0,0-7 0 0 0,-2-3 0 0 0,4 6 0 0 0,1-2 0 0 0,0 1 0 0 0,-2 6 0 0 0,-1-2 0 0 0,-2-1 0 0 0,0 0 0 0 0,3 1 0 0 0,2 0 0 0 0,0 1 0 0 0,-2 0 0 0 0,-1 5 0 0 0,-2-7 0 0 0,0-5 0 0 0,3 0 0 0 0,2 1 0 0 0,0 1 0 0 0,-2 2 0 0 0,-1-3 0 0 0,-2-2 0 0 0,0 2 0 0 0,3-4 0 0 0,8 1 0 0 0,0 1 0 0 0,-1 2 0 0 0,-3-3 0 0 0,3 1 0 0 0,-2-5 0 0 0,4-4 0 0 0,-1 1 0 0 0,-3 3 0 0 0,3-2 0 0 0,-1-3 0 0 0,-3-3 0 0 0,2-4 0 0 0,6 3 0 0 0,4 5 0 0 0,-2 0 0 0 0,-3 3 0 0 0,1 0 0 0 0,-3-4 0 0 0,2-4 0 0 0,3-3 0 0 0,4-3 0 0 0,3-1 0 0 0,2-1 0 0 0,8-11 0 0 0,7-15 0 0 0,2-12 0 0 0,10-11 0 0 0,-1-8 0 0 0,3-4 0 0 0,0-3 0 0 0,3 0 0 0 0,1-1 0 0 0,-5 1 0 0 0,-1 1 0 0 0,5 0 0 0 0,-1 0 0 0 0,-1-4 0 0 0,5 3 0 0 0,4-2 0 0 0,-6-2 0 0 0,-2 2 0 0 0,5 0 0 0 0,1 2 0 0 0,1-5 0 0 0,5-1 0 0 0,1 2 0 0 0,-2 1 0 0 0,-2 1 0 0 0,-2 2 0 0 0,4 1 0 0 0,0-4 0 0 0,-1-2 0 0 0,3-4 0 0 0,0 4 0 0 0,-1-1 0 0 0,-3 0 0 0 0,-3 2 0 0 0,5 2 0 0 0,5-4 0 0 0,0 0 0 0 0,-1-4 0 0 0,-4 5 0 0 0,-2 4 0 0 0,2-3 0 0 0,6 0 0 0 0,0-4 0 0 0,-3 4 0 0 0,-3 4 0 0 0,3-3 0 0 0,-1-1 0 0 0,-2 6 0 0 0,3-3 0 0 0,4 0 0 0 0,0 1 0 0 0,-2 5 0 0 0,-4-3 0 0 0,-4-1 0 0 0,4-1 0 0 0,-1 1 0 0 0,4-1 0 0 0,-6 2 0 0 0,2-1 0 0 0,-1 6 0 0 0,-6 2 0 0 0,1 0 0 0 0,0-1 0 0 0,1 3 0 0 0,-2 0 0 0 0,1 0 0 0 0,3-3 0 0 0,3 3 0 0 0,-7 0 0 0 0,-3-1 0 0 0,-1 3 0 0 0,-5 0 0 0 0,-2 3 0 0 0,1-1 0 0 0,2 3 0 0 0,3-1 0 0 0,1 2 0 0 0,-4-3 0 0 0,-1-2 0 0 0,2 1 0 0 0,-5 9 0 0 0,-10 12 0 0 0,-7 10 0 0 0,-9 8 0 0 0,-9 1 0 0 0,-2 1 0 0 0,2 3 0 0 0,-2 2 0 0 0,-3-4 0 0 0,2-1 0 0 0,-1 6 0 0 0,-3 4 0 0 0,2 1 0 0 0,0 0 0 0 0,-8 5 0 0 0,2 1 0 0 0,4-1 0 0 0,1-2 0 0 0,0-2 0 0 0,-4-2 0 0 0,4-1 0 0 0,0 5 0 0 0,-7 6 0 0 0,-4 6 0 0 0,3 0 0 0 0,2-8 0 0 0,0 0 0 0 0,-6 2 0 0 0,-2 1 0 0 0,4 1 0 0 0,2 0 0 0 0,2-3 0 0 0,-1-3 0 0 0,5 2 0 0 0,1-1 0 0 0,-1 3 0 0 0,-2 6 0 0 0,-2-2 0 0 0,-2-2 0 0 0,5 1 0 0 0,1-2 0 0 0,-2-3 0 0 0,-1 1 0 0 0,-1 0 0 0 0,4 3 0 0 0,0-2 0 0 0,-1-2 0 0 0,-2-3 0 0 0,4 3 0 0 0,0-1 0 0 0,-1-2 0 0 0,-2 4 0 0 0,-2 4 0 0 0,-2 0 0 0 0,-1-2 0 0 0,5-4 0 0 0,1-4 0 0 0,4-2 0 0 0,2-1 0 0 0,-3-2 0 0 0,3-1 0 0 0,-1 0 0 0 0,3 0 0 0 0,-2-5 0 0 0,-2-1 0 0 0,2 0 0 0 0,-1 1 0 0 0,2 2 0 0 0,0 1 0 0 0,-4 2 0 0 0,3 0 0 0 0,-2-4 0 0 0,4-2 0 0 0,-2-5 0 0 0,3 0 0 0 0,3-9 0 0 0,10-11 0 0 0,10-11 0 0 0,4-8 0 0 0,4-1 0 0 0,6-3 0 0 0,-1-1 0 0 0,0 2 0 0 0,-2 1 0 0 0,0-1 0 0 0,2 2 0 0 0,-2 1 0 0 0,1-2 0 0 0,2-3 0 0 0,2-2 0 0 0,9-1 0 0 0,2-2 0 0 0,2-1 0 0 0,-1 0 0 0 0,-1-1 0 0 0,-1 6 0 0 0,-7 2 0 0 0,-2 5 0 0 0,0 0 0 0 0,0-1 0 0 0,2-3 0 0 0,1 2 0 0 0,1 0 0 0 0,2-2 0 0 0,-1-2 0 0 0,1 3 0 0 0,0 0 0 0 0,0-1 0 0 0,0 3 0 0 0,0-1 0 0 0,0-1 0 0 0,-5-3 0 0 0,-2 4 0 0 0,0-1 0 0 0,-4-1 0 0 0,0 2 0 0 0,2 6 0 0 0,2 0 0 0 0,-2-3 0 0 0,-1-3 0 0 0,2 1 0 0 0,2-1 0 0 0,3-2 0 0 0,1 3 0 0 0,1 0 0 0 0,0-3 0 0 0,-4-1 0 0 0,-1 2 0 0 0,-1 0 0 0 0,2 4 0 0 0,-4-1 0 0 0,-6-2 0 0 0,-10 3 0 0 0,-12 4 0 0 0,-10 5 0 0 0,-8 3 0 0 0,-4 3 0 0 0,-4 3 0 0 0,-1 0 0 0 0,0 1 0 0 0,-5 5 0 0 0,-1 7 0 0 0,0 1 0 0 0,2 4 0 0 0,2-2 0 0 0,2-3 0 0 0,1 1 0 0 0,1-1 0 0 0,0 2 0 0 0,0-2 0 0 0,-4 3 0 0 0,-8 3 0 0 0,4 4 0 0 0,-2 3 0 0 0,1-2 0 0 0,2-6 0 0 0,-3 0 0 0 0,5 1 0 0 0,4 3 0 0 0,-4-1 0 0 0,0-6 0 0 0,0 1 0 0 0,-3 2 0 0 0,-2 4 0 0 0,2 3 0 0 0,2-2 0 0 0,2-6 0 0 0,2 0 0 0 0,-4 3 0 0 0,-6 2 0 0 0,-2 3 0 0 0,8 3 0 0 0,-1-4 0 0 0,1-5 0 0 0,2-2 0 0 0,1 3 0 0 0,1 2 0 0 0,2-2 0 0 0,0 0 0 0 0,5 3 0 0 0,2-3 0 0 0,1 0 0 0 0,-3-3 0 0 0,5 1 0 0 0,-1 2 0 0 0,0-1 0 0 0,2 0 0 0 0,0 3 0 0 0,-2-3 0 0 0,3 1 0 0 0,9-3 0 0 0,7-10 0 0 0,10-5 0 0 0,7-10 0 0 0,8-2 0 0 0,5-5 0 0 0,3-5 0 0 0,-3-5 0 0 0,-1 2 0 0 0,-1 0 0 0 0,8-2 0 0 0,2 4 0 0 0,-5 0 0 0 0,4-2 0 0 0,1-1 0 0 0,-1 2 0 0 0,0 0 0 0 0,-1 4 0 0 0,-1 0 0 0 0,0-3 0 0 0,-1 3 0 0 0,0-1 0 0 0,4-3 0 0 0,3-2 0 0 0,-1 2 0 0 0,-1 0 0 0 0,4-1 0 0 0,-5-3 0 0 0,2 4 0 0 0,0 5 0 0 0,-6 1 0 0 0,2-3 0 0 0,5-8 0 0 0,3 0 0 0 0,4 0 0 0 0,-6-1 0 0 0,2-1 0 0 0,-2 4 0 0 0,-7 2 0 0 0,2-1 0 0 0,-1-2 0 0 0,6 4 0 0 0,1 1 0 0 0,-7-3 0 0 0,-3 5 0 0 0,-1-2 0 0 0,-2 5 0 0 0,-4-2 0 0 0,-1-2 0 0 0,1 2 0 0 0,2 4 0 0 0,1-1 0 0 0,-3-3 0 0 0,0 2 0 0 0,-4-2 0 0 0,-1 2 0 0 0,3 4 0 0 0,-3-2 0 0 0,1-3 0 0 0,3 2 0 0 0,-3-3 0 0 0,-10 2 0 0 0,-11 4 0 0 0,-11 3 0 0 0,-8 5 0 0 0,-6 1 0 0 0,-4 3 0 0 0,-2 0 0 0 0,0 0 0 0 0,0 1 0 0 0,1 0 0 0 0,0 5 0 0 0,0 1 0 0 0,1 5 0 0 0,0 1 0 0 0,0 2 0 0 0,0 0 0 0 0,0-3 0 0 0,1-4 0 0 0,-1 2 0 0 0,0 0 0 0 0,0 3 0 0 0,-5-1 0 0 0,-7-2 0 0 0,-1 2 0 0 0,1 5 0 0 0,-2 4 0 0 0,1-1 0 0 0,3 1 0 0 0,3-3 0 0 0,3 1 0 0 0,-4 2 0 0 0,1 3 0 0 0,1-3 0 0 0,-4-4 0 0 0,-6-1 0 0 0,1 3 0 0 0,3 3 0 0 0,2-2 0 0 0,5 1 0 0 0,-4-4 0 0 0,-4 2 0 0 0,4 1 0 0 0,0 4 0 0 0,-5 2 0 0 0,-5-2 0 0 0,-4-1 0 0 0,6 1 0 0 0,2 2 0 0 0,3 1 0 0 0,3-3 0 0 0,-1-6 0 0 0,0-1 0 0 0,3 2 0 0 0,2-2 0 0 0,2 1 0 0 0,-4-3 0 0 0,0 2 0 0 0,0 3 0 0 0,-3-2 0 0 0,0 2 0 0 0,2-4 0 0 0,7 2 0 0 0,4-3 0 0 0,1-3 0 0 0,6 1 0 0 0,1-2 0 0 0,9-2 0 0 0,6-9 0 0 0,10-9 0 0 0,9-3 0 0 0,7 1 0 0 0,0-4 0 0 0,2-4 0 0 0,2 2 0 0 0,8-8 0 0 0,3 1 0 0 0,0-1 0 0 0,6-1 0 0 0,-1-2 0 0 0,0-1 0 0 0,-3 5 0 0 0,-3 0 0 0 0,-2 0 0 0 0,5-2 0 0 0,0 4 0 0 0,-1 0 0 0 0,4-1 0 0 0,0-2 0 0 0,4-2 0 0 0,4-2 0 0 0,5-1 0 0 0,3 0 0 0 0,-2-1 0 0 0,-1-1 0 0 0,2 6 0 0 0,-4 2 0 0 0,-6-5 0 0 0,1 1 0 0 0,2 1 0 0 0,8 0 0 0 0,-5-1 0 0 0,-1-1 0 0 0,2 0 0 0 0,1-2 0 0 0,-2 1 0 0 0,-6-1 0 0 0,-4 5 0 0 0,0 2 0 0 0,-1 0 0 0 0,2 3 0 0 0,-5 1 0 0 0,-5-2 0 0 0,-2-2 0 0 0,-1 3 0 0 0,-1-1 0 0 0,0 5 0 0 0,-4-2 0 0 0,-2 4 0 0 0,0 3 0 0 0,-3 0 0 0 0,0-4 0 0 0,-3-5 0 0 0,0 2 0 0 0,3 3 0 0 0,-2 0 0 0 0,-5-3 0 0 0,-8 2 0 0 0,-12 4 0 0 0,-9 4 0 0 0,-7 3 0 0 0,-6 4 0 0 0,-2 1 0 0 0,-6 1 0 0 0,-3 1 0 0 0,-5-1 0 0 0,0 1 0 0 0,3 0 0 0 0,-3-1 0 0 0,-3 0 0 0 0,1 0 0 0 0,3 6 0 0 0,-2 1 0 0 0,-3-1 0 0 0,-3 5 0 0 0,1 0 0 0 0,-1 3 0 0 0,3-1 0 0 0,0 4 0 0 0,2-3 0 0 0,5 3 0 0 0,-2 3 0 0 0,-4-1 0 0 0,-8-5 0 0 0,-2 1 0 0 0,0-2 0 0 0,4 2 0 0 0,7 4 0 0 0,-1-2 0 0 0,-1 2 0 0 0,-4 3 0 0 0,-2-3 0 0 0,2-4 0 0 0,5 1 0 0 0,-5 2 0 0 0,1 4 0 0 0,0-2 0 0 0,-3 1 0 0 0,3 2 0 0 0,0-3 0 0 0,-2-5 0 0 0,9 1 0 0 0,1-3 0 0 0,-2 1 0 0 0,1 5 0 0 0,-2 3 0 0 0,-4-2 0 0 0,2-3 0 0 0,-1-1 0 0 0,2-2 0 0 0,5 1 0 0 0,-2 4 0 0 0,3-2 0 0 0,2 2 0 0 0,-2-3 0 0 0,1-3 0 0 0,2 0 0 0 0,2-1 0 0 0,3-3 0 0 0,1 2 0 0 0,-4 5 0 0 0,-1-1 0 0 0,1-2 0 0 0,2-4 0 0 0,0 2 0 0 0,3-1 0 0 0,0 3 0 0 0,1-1 0 0 0,0-2 0 0 0,6 2 0 0 0,12 0 0 0 0,13-3 0 0 0,12-3 0 0 0,10-2 0 0 0,6-2 0 0 0,3-2 0 0 0,2 0 0 0 0,6 0 0 0 0,1-1 0 0 0,-1-4 0 0 0,4-3 0 0 0,5-4 0 0 0,-1 0 0 0 0,-3 1 0 0 0,2 3 0 0 0,3-2 0 0 0,-1 0 0 0 0,7 2 0 0 0,4 3 0 0 0,8 1 0 0 0,-2 2 0 0 0,-1-4 0 0 0,3-1 0 0 0,-4 1 0 0 0,-2-4 0 0 0,-1 0 0 0 0,-5 1 0 0 0,3 3 0 0 0,-3-4 0 0 0,5 1 0 0 0,3 1 0 0 0,-4-3 0 0 0,-2 1 0 0 0,1 1 0 0 0,-6 3 0 0 0,6-3 0 0 0,2 0 0 0 0,2 1 0 0 0,1-2 0 0 0,-6-1 0 0 0,-1 3 0 0 0,0 2 0 0 0,1 2 0 0 0,-4 2 0 0 0,-6 1 0 0 0,-5-5 0 0 0,-5 0 0 0 0,-4-1 0 0 0,-1 3 0 0 0,-2-5 0 0 0,0 0 0 0 0,0 1 0 0 0,-1 2 0 0 0,-9 3 0 0 0,-14 0 0 0 0,-13 2 0 0 0,-11 1 0 0 0,-7 0 0 0 0,-5 1 0 0 0,-3-1 0 0 0,0 1 0 0 0,0-1 0 0 0,-1 0 0 0 0,2 0 0 0 0,0 0 0 0 0,1 0 0 0 0,-6 0 0 0 0,0 0 0 0 0,-6 0 0 0 0,0 0 0 0 0,2 0 0 0 0,-3 0 0 0 0,1 0 0 0 0,-8 5 0 0 0,-5 2 0 0 0,1 0 0 0 0,-6-2 0 0 0,-3 4 0 0 0,5 1 0 0 0,-5-2 0 0 0,0-3 0 0 0,-1-1 0 0 0,0 4 0 0 0,-4 0 0 0 0,5-2 0 0 0,-9 0 0 0 0,-2-3 0 0 0,2-1 0 0 0,-3-1 0 0 0,-5-1 0 0 0,8 5 0 0 0,4 2 0 0 0,-1-1 0 0 0,-5-1 0 0 0,1 4 0 0 0,-4 0 0 0 0,1-1 0 0 0,-1-2 0 0 0,1 3 0 0 0,-1 0 0 0 0,6-1 0 0 0,-4 2 0 0 0,-1 1 0 0 0,3-2 0 0 0,3 2 0 0 0,-2 0 0 0 0,7-2 0 0 0,3-3 0 0 0,-3 3 0 0 0,0 0 0 0 0,5-1 0 0 0,2-3 0 0 0,2-2 0 0 0,4 5 0 0 0,7-1 0 0 0,0 0 0 0 0,3 3 0 0 0,-2 1 0 0 0,-4 3 0 0 0,2-1 0 0 0,-2-2 0 0 0,7 2 0 0 0,6-2 0 0 0,3-2 0 0 0,3-2 0 0 0,0 2 0 0 0,1 0 0 0 0,11-2 0 0 0,12-2 0 0 0,14-1 0 0 0,10-2 0 0 0,8-2 0 0 0,9 0 0 0 0,10 0 0 0 0,2 0 0 0 0,-2-6 0 0 0,2-1 0 0 0,4 0 0 0 0,4-4 0 0 0,-3 0 0 0 0,0-3 0 0 0,3-5 0 0 0,1 1 0 0 0,-2-1 0 0 0,-1 1 0 0 0,1 5 0 0 0,8 0 0 0 0,3-5 0 0 0,1 2 0 0 0,5-2 0 0 0,2-3 0 0 0,3 2 0 0 0,-1-1 0 0 0,4-2 0 0 0,2 2 0 0 0,0 0 0 0 0,0-3 0 0 0,-2 4 0 0 0,1 4 0 0 0,-3 0 0 0 0,7 2 0 0 0,4-2 0 0 0,-1-3 0 0 0,-6-5 0 0 0,-1 3 0 0 0,-3-1 0 0 0,-5 3 0 0 0,2-1 0 0 0,4-2 0 0 0,-2 2 0 0 0,3 0 0 0 0,-7 2 0 0 0,-5 5 0 0 0,-4 4 0 0 0,-2-2 0 0 0,-1-5 0 0 0,1 1 0 0 0,-1-3 0 0 0,-5 2 0 0 0,-6 3 0 0 0,-2-1 0 0 0,-3 1 0 0 0,2-3 0 0 0,-3 2 0 0 0,3-2 0 0 0,4 0 0 0 0,3 4 0 0 0,-1 4 0 0 0,-10-3 0 0 0,-7 1 0 0 0,-4 1 0 0 0,-7-2 0 0 0,-3 0 0 0 0,1 1 0 0 0,-10 3 0 0 0,-10 3 0 0 0,-13 1 0 0 0,-8 1 0 0 0,-7 1 0 0 0,-4 0 0 0 0,-7 0 0 0 0,-9 1 0 0 0,0-1 0 0 0,-4 0 0 0 0,1 1 0 0 0,-1-1 0 0 0,3 0 0 0 0,4 0 0 0 0,-7 5 0 0 0,-5 2 0 0 0,2 0 0 0 0,-1 3 0 0 0,-2 1 0 0 0,4 3 0 0 0,0 0 0 0 0,-7-3 0 0 0,-4 2 0 0 0,-1-2 0 0 0,-6 4 0 0 0,-2 3 0 0 0,7 0 0 0 0,-2-4 0 0 0,6-4 0 0 0,-3 1 0 0 0,-12-1 0 0 0,3 3 0 0 0,2 5 0 0 0,-2-1 0 0 0,1 1 0 0 0,2-1 0 0 0,3 1 0 0 0,-3 3 0 0 0,4-3 0 0 0,-1 2 0 0 0,0-3 0 0 0,6-4 0 0 0,-3 0 0 0 0,0 4 0 0 0,0 4 0 0 0,0-1 0 0 0,1 0 0 0 0,6-2 0 0 0,1 0 0 0 0,1 3 0 0 0,-1-2 0 0 0,-2 1 0 0 0,-1-4 0 0 0,-1 2 0 0 0,-1 2 0 0 0,4-2 0 0 0,8 2 0 0 0,0-4 0 0 0,5 2 0 0 0,3-3 0 0 0,4-3 0 0 0,3-5 0 0 0,3 3 0 0 0,0 4 0 0 0,1 0 0 0 0,0-2 0 0 0,-1-4 0 0 0,7 3 0 0 0,0 4 0 0 0,0 5 0 0 0,4 4 0 0 0,11-1 0 0 0,11 0 0 0 0,12-4 0 0 0,8-5 0 0 0,5-5 0 0 0,4-4 0 0 0,2-3 0 0 0,0-1 0 0 0,0-2 0 0 0,0 0 0 0 0,-1 0 0 0 0,-1 0 0 0 0,6 1 0 0 0,6-1 0 0 0,7 1 0 0 0,5 0 0 0 0,-2 0 0 0 0,1 0 0 0 0,2 0 0 0 0,-4 0 0 0 0,1 0 0 0 0,0 0 0 0 0,3 0 0 0 0,-3 0 0 0 0,5 0 0 0 0,-3 0 0 0 0,1 0 0 0 0,1 0 0 0 0,-4 0 0 0 0,5 0 0 0 0,2 0 0 0 0,-3-5 0 0 0,0-2 0 0 0,-6 0 0 0 0,0 2 0 0 0,1 1 0 0 0,-3 2 0 0 0,1-5 0 0 0,3 0 0 0 0,-4 0 0 0 0,2 2 0 0 0,-3 2 0 0 0,0-5 0 0 0,3 0 0 0 0,4 1 0 0 0,2 2 0 0 0,-3 1 0 0 0,-6 2 0 0 0,0 1 0 0 0,-3 1 0 0 0,-9-5 0 0 0,-1-2 0 0 0,0 1 0 0 0,-2 1 0 0 0,0 1 0 0 0,-1-3 0 0 0,-1-1 0 0 0,0 1 0 0 0,-1 1 0 0 0,1-2 0 0 0,0-1 0 0 0,-11 1 0 0 0,-14 2 0 0 0,-13 3 0 0 0,-11 1 0 0 0,-7 1 0 0 0,-5 0 0 0 0,-2 2 0 0 0,-2-1 0 0 0,1 0 0 0 0,0 1 0 0 0,-5-1 0 0 0,-1 0 0 0 0,1 0 0 0 0,-4 0 0 0 0,1 0 0 0 0,1 0 0 0 0,3 0 0 0 0,2 6 0 0 0,-4 0 0 0 0,0 1 0 0 0,-3-2 0 0 0,-7-1 0 0 0,2 4 0 0 0,-3 0 0 0 0,-3-1 0 0 0,2 4 0 0 0,-1-1 0 0 0,4-1 0 0 0,-1-2 0 0 0,-8 2 0 0 0,1 0 0 0 0,4-1 0 0 0,1-3 0 0 0,4-1 0 0 0,-1-2 0 0 0,-3-2 0 0 0,3 0 0 0 0,4 5 0 0 0,3 2 0 0 0,0-1 0 0 0,-5-1 0 0 0,6 4 0 0 0,-1 0 0 0 0,1-1 0 0 0,3 3 0 0 0,2 0 0 0 0,1-2 0 0 0,2-3 0 0 0,-4-2 0 0 0,-2-2 0 0 0,1-1 0 0 0,7 4 0 0 0,2 2 0 0 0,2-1 0 0 0,0 4 0 0 0,-2 1 0 0 0,5 3 0 0 0,1-1 0 0 0,9-2 0 0 0,12 2 0 0 0,12-1 0 0 0,9-3 0 0 0,6-3 0 0 0,4-2 0 0 0,3-2 0 0 0,0-1 0 0 0,0-1 0 0 0,0-1 0 0 0,-1 1 0 0 0,0-1 0 0 0,-1 1 0 0 0,0 0 0 0 0,0-1 0 0 0,5 1 0 0 0,1 0 0 0 0,1 0 0 0 0,3 0 0 0 0,11 0 0 0 0,2 0 0 0 0,-3-5 0 0 0,5-2 0 0 0,-1 0 0 0 0,-5 2 0 0 0,-1 1 0 0 0,2 2 0 0 0,4-5 0 0 0,1 0 0 0 0,3 0 0 0 0,1-3 0 0 0,2-1 0 0 0,-6 3 0 0 0,0-4 0 0 0,4 1 0 0 0,-1 2 0 0 0,-1-3 0 0 0,5 2 0 0 0,8-4 0 0 0,-2 0 0 0 0,-4 4 0 0 0,-1-3 0 0 0,-7 2 0 0 0,-3 2 0 0 0,-4 2 0 0 0,-7 4 0 0 0,1 1 0 0 0,-8-4 0 0 0,1-1 0 0 0,5 1 0 0 0,5-4 0 0 0,0-1 0 0 0,3-2 0 0 0,-2-1 0 0 0,-5 4 0 0 0,-3 2 0 0 0,-4 3 0 0 0,-2-3 0 0 0,-3 0 0 0 0,-5-4 0 0 0,-3 0 0 0 0,-5-3 0 0 0,-11 1 0 0 0,-11-2 0 0 0,-11 1 0 0 0,-8 3 0 0 0,-5 4 0 0 0,-4 4 0 0 0,-1-4 0 0 0,0 0 0 0 0,0 2 0 0 0,1 1 0 0 0,0 2 0 0 0,0 1 0 0 0,1 2 0 0 0,0-1 0 0 0,0 2 0 0 0,1-1 0 0 0,-1 0 0 0 0,-5 1 0 0 0,-2-1 0 0 0,1 0 0 0 0,-5 0 0 0 0,1 0 0 0 0,-4 0 0 0 0,-5 0 0 0 0,-4 0 0 0 0,2 0 0 0 0,-1 0 0 0 0,3 0 0 0 0,1 0 0 0 0,-4 0 0 0 0,4 0 0 0 0,-1 0 0 0 0,2 0 0 0 0,0 0 0 0 0,-3 5 0 0 0,2 2 0 0 0,-2 0 0 0 0,4-2 0 0 0,-1 4 0 0 0,-4 1 0 0 0,3-3 0 0 0,-1-1 0 0 0,-3 3 0 0 0,-2 1 0 0 0,-8 2 0 0 0,1 1 0 0 0,1-3 0 0 0,6 3 0 0 0,2-2 0 0 0,4-1 0 0 0,5-4 0 0 0,1-2 0 0 0,-5-2 0 0 0,3-1 0 0 0,-3-2 0 0 0,-4 6 0 0 0,-3 2 0 0 0,3 4 0 0 0,4 1 0 0 0,6-2 0 0 0,4-2 0 0 0,-1 2 0 0 0,0 0 0 0 0,2-2 0 0 0,1-3 0 0 0,3-1 0 0 0,6 3 0 0 0,2 1 0 0 0,-4-2 0 0 0,-3-1 0 0 0,-2-1 0 0 0,1-2 0 0 0,0-1 0 0 0,0-1 0 0 0,12 0 0 0 0,14-1 0 0 0,14 1 0 0 0,10 0 0 0 0,8 0 0 0 0,5-1 0 0 0,-2-4 0 0 0,-2-2 0 0 0,7 0 0 0 0,1 2 0 0 0,2-4 0 0 0,-1 0 0 0 0,-1 1 0 0 0,4-3 0 0 0,1 0 0 0 0,-1-3 0 0 0,-2 1 0 0 0,-1 2 0 0 0,3 3 0 0 0,6-1 0 0 0,1-1 0 0 0,3-3 0 0 0,-1 1 0 0 0,6-3 0 0 0,1 1 0 0 0,-5-3 0 0 0,6 3 0 0 0,9-3 0 0 0,4-3 0 0 0,1 2 0 0 0,-1 3 0 0 0,4 0 0 0 0,-5 2 0 0 0,-4-2 0 0 0,4-3 0 0 0,0-5 0 0 0,0 2 0 0 0,-1 0 0 0 0,3-2 0 0 0,7-3 0 0 0,-5 3 0 0 0,1 1 0 0 0,-6 4 0 0 0,-4-1 0 0 0,-2 4 0 0 0,-6-2 0 0 0,3-2 0 0 0,8-4 0 0 0,9-3 0 0 0,2-3 0 0 0,4 5 0 0 0,-7 0 0 0 0,-4-1 0 0 0,-5-1 0 0 0,-2-2 0 0 0,-6-1 0 0 0,-8 5 0 0 0,-1 5 0 0 0,-4 2 0 0 0,-3 3 0 0 0,1-1 0 0 0,0-3 0 0 0,-3-4 0 0 0,-2 2 0 0 0,-2 4 0 0 0,4 0 0 0 0,-5-3 0 0 0,-3 2 0 0 0,5-1 0 0 0,1 2 0 0 0,-6-2 0 0 0,3 3 0 0 0,1-1 0 0 0,-5-4 0 0 0,-3 2 0 0 0,0 4 0 0 0,-5-1 0 0 0,-5-3 0 0 0,-1 1 0 0 0,-3-1 0 0 0,-3-3 0 0 0,-3-3 0 0 0,-3-3 0 0 0,-7 3 0 0 0,-8 0 0 0 0,-8 5 0 0 0,-5 6 0 0 0,-3 4 0 0 0,-3 4 0 0 0,-1 3 0 0 0,-1 2 0 0 0,1-5 0 0 0,0-1 0 0 0,0 1 0 0 0,1 0 0 0 0,0 2 0 0 0,-5 1 0 0 0,-2 1 0 0 0,-5-5 0 0 0,0-1 0 0 0,2 1 0 0 0,-8 1 0 0 0,-6 1 0 0 0,1 2 0 0 0,-6 1 0 0 0,-3 0 0 0 0,4 1 0 0 0,1 1 0 0 0,5-1 0 0 0,-3 0 0 0 0,-4 1 0 0 0,-1-1 0 0 0,-2 0 0 0 0,1 0 0 0 0,-1 0 0 0 0,1 0 0 0 0,-1 5 0 0 0,1 2 0 0 0,0 0 0 0 0,-5 3 0 0 0,4 1 0 0 0,2-2 0 0 0,-5 3 0 0 0,4-1 0 0 0,3-2 0 0 0,-6-2 0 0 0,4-3 0 0 0,2 3 0 0 0,5 1 0 0 0,2 4 0 0 0,-2 0 0 0 0,5 3 0 0 0,-1-1 0 0 0,-3 3 0 0 0,4-3 0 0 0,-2-2 0 0 0,-1 1 0 0 0,1-1 0 0 0,1 2 0 0 0,2-1 0 0 0,5-3 0 0 0,4-2 0 0 0,-2 1 0 0 0,-4 6 0 0 0,0-1 0 0 0,3-2 0 0 0,2 2 0 0 0,4-2 0 0 0,3-2 0 0 0,1 2 0 0 0,1-1 0 0 0,0 3 0 0 0,1-1 0 0 0,0 2 0 0 0,-1 0 0 0 0,11-4 0 0 0,14-4 0 0 0,13-2 0 0 0,11-3 0 0 0,7-1 0 0 0,5-1 0 0 0,3 0 0 0 0,0-1 0 0 0,1 0 0 0 0,4 1 0 0 0,7-1 0 0 0,0-4 0 0 0,-2-2 0 0 0,-2 0 0 0 0,-4-3 0 0 0,2-1 0 0 0,6 2 0 0 0,0-3 0 0 0,3 1 0 0 0,-2 2 0 0 0,-3 2 0 0 0,7 3 0 0 0,5 2 0 0 0,-1-4 0 0 0,0-1 0 0 0,-3 1 0 0 0,5 1 0 0 0,3-3 0 0 0,3-1 0 0 0,1 1 0 0 0,5-3 0 0 0,-3 0 0 0 0,-3 3 0 0 0,5 1 0 0 0,-5-2 0 0 0,3 0 0 0 0,2 1 0 0 0,-1-2 0 0 0,-7-1 0 0 0,4 3 0 0 0,-5 1 0 0 0,-1-2 0 0 0,-6 0 0 0 0,5 2 0 0 0,3 1 0 0 0,2 3 0 0 0,2 1 0 0 0,-6 1 0 0 0,-1-4 0 0 0,-6-2 0 0 0,0 1 0 0 0,-3 1 0 0 0,-5-4 0 0 0,1 0 0 0 0,-2 1 0 0 0,4 2 0 0 0,-2 3 0 0 0,-8-5 0 0 0,1 0 0 0 0,0 1 0 0 0,-2 2 0 0 0,-1 2 0 0 0,-1 1 0 0 0,0 1 0 0 0,-1 1 0 0 0,-11 0 0 0 0,-14 0 0 0 0,-13 0 0 0 0,-11 1 0 0 0,-7-1 0 0 0,-5 0 0 0 0,-3 0 0 0 0,-5 0 0 0 0,-3 0 0 0 0,2 0 0 0 0,1 0 0 0 0,2 0 0 0 0,-3 0 0 0 0,0 0 0 0 0,1 0 0 0 0,-4 0 0 0 0,1 0 0 0 0,-4 0 0 0 0,-9 0 0 0 0,-2 0 0 0 0,0 0 0 0 0,-3 0 0 0 0,5 0 0 0 0,-5 0 0 0 0,2 0 0 0 0,-4 0 0 0 0,-8 0 0 0 0,2 5 0 0 0,3 2 0 0 0,-4 0 0 0 0,-1-2 0 0 0,-4-1 0 0 0,-6-1 0 0 0,1-2 0 0 0,-3-1 0 0 0,2 0 0 0 0,4 0 0 0 0,0 0 0 0 0,1 0 0 0 0,3-1 0 0 0,-2 1 0 0 0,-5 5 0 0 0,7 2 0 0 0,-2 0 0 0 0,2-2 0 0 0,3-1 0 0 0,-4-2 0 0 0,6 0 0 0 0,4-2 0 0 0,1 0 0 0 0,7 0 0 0 0,-4 0 0 0 0,-3-1 0 0 0,5 1 0 0 0,0 0 0 0 0,5 5 0 0 0,1 2 0 0 0,3 0 0 0 0,5-2 0 0 0,4-1 0 0 0,3-2 0 0 0,-2 0 0 0 0,-1 3 0 0 0,1 2 0 0 0,2 0 0 0 0,1-2 0 0 0,1-2 0 0 0,2-1 0 0 0,10 0 0 0 0,15-2 0 0 0,13 0 0 0 0,11 0 0 0 0,8-1 0 0 0,4 1 0 0 0,8 0 0 0 0,2 0 0 0 0,0 0 0 0 0,-1 0 0 0 0,-3-1 0 0 0,4 1 0 0 0,10 1 0 0 0,2-1 0 0 0,8 0 0 0 0,4 0 0 0 0,-3 0 0 0 0,-2 0 0 0 0,0 0 0 0 0,5 0 0 0 0,8 0 0 0 0,7 0 0 0 0,0 0 0 0 0,-1 0 0 0 0,5 0 0 0 0,0 0 0 0 0,2 0 0 0 0,6 0 0 0 0,0 0 0 0 0,4 0 0 0 0,-3 0 0 0 0,-2 0 0 0 0,0 0 0 0 0,5 0 0 0 0,8 0 0 0 0,-3 0 0 0 0,2 0 0 0 0,5-6 0 0 0,-11-1 0 0 0,0 1 0 0 0,4 0 0 0 0,1 3 0 0 0,-2-5 0 0 0,0 0 0 0 0,-3 1 0 0 0,-7 1 0 0 0,-2 3 0 0 0,4-5 0 0 0,3 0 0 0 0,-4 1 0 0 0,-2 2 0 0 0,0-4 0 0 0,-9 1 0 0 0,-4 0 0 0 0,-2 2 0 0 0,-5-3 0 0 0,-2 0 0 0 0,2 2 0 0 0,-4 1 0 0 0,-3-3 0 0 0,-1 0 0 0 0,-6 2 0 0 0,-1 1 0 0 0,-5 3 0 0 0,0-4 0 0 0,3-1 0 0 0,2 1 0 0 0,-2-3 0 0 0,-4-1 0 0 0,-5 3 0 0 0,-5 1 0 0 0,-3 3 0 0 0,-2 2 0 0 0,-2 1 0 0 0,0 1 0 0 0,-5-5 0 0 0,-7-7 0 0 0,-12-1 0 0 0,-12 1 0 0 0,-11 3 0 0 0,-7 3 0 0 0,-5 3 0 0 0,-2 1 0 0 0,-2 2 0 0 0,-6 0 0 0 0,-1 0 0 0 0,-4 1 0 0 0,0-6 0 0 0,-4-1 0 0 0,-3-1 0 0 0,2 2 0 0 0,-2 1 0 0 0,-8 2 0 0 0,2 1 0 0 0,-1 0 0 0 0,-6 1 0 0 0,-3 0 0 0 0,5 1 0 0 0,-2-1 0 0 0,-2 0 0 0 0,1 0 0 0 0,0 0 0 0 0,-4 1 0 0 0,-6-1 0 0 0,4 0 0 0 0,-1 0 0 0 0,-9 0 0 0 0,3 0 0 0 0,0-1 0 0 0,-9 1 0 0 0,7 0 0 0 0,0 0 0 0 0,-2 0 0 0 0,3 0 0 0 0,-7 0 0 0 0,2 0 0 0 0,4 0 0 0 0,-1 0 0 0 0,-1 0 0 0 0,8 0 0 0 0,0 6 0 0 0,-2 1 0 0 0,-5-1 0 0 0,2 0 0 0 0,-2 3 0 0 0,2 0 0 0 0,5-1 0 0 0,-2-2 0 0 0,8-2 0 0 0,-1-2 0 0 0,-4-1 0 0 0,4 4 0 0 0,0 2 0 0 0,5-1 0 0 0,3-1 0 0 0,2-1 0 0 0,-5 3 0 0 0,-2 1 0 0 0,5-1 0 0 0,2-2 0 0 0,6-1 0 0 0,2 3 0 0 0,-2 1 0 0 0,-1-1 0 0 0,2-2 0 0 0,6-1 0 0 0,-1 3 0 0 0,-2 1 0 0 0,2-1 0 0 0,3-2 0 0 0,5-1 0 0 0,3-2 0 0 0,2-1 0 0 0,8 4 0 0 0,2 2 0 0 0,0-1 0 0 0,0-1 0 0 0,8-1 0 0 0,13-2 0 0 0,11-6 0 0 0,10-8 0 0 0,13-2 0 0 0,6 2 0 0 0,7-2 0 0 0,1 0 0 0 0,-1-2 0 0 0,-3 2 0 0 0,1-2 0 0 0,5 1 0 0 0,5 4 0 0 0,-2-2 0 0 0,-4 2 0 0 0,7-3 0 0 0,-2 1 0 0 0,2-3 0 0 0,8 2 0 0 0,-2-2 0 0 0,5 1 0 0 0,-4 4 0 0 0,0 3 0 0 0,-1-2 0 0 0,0 1 0 0 0,7-3 0 0 0,6-1 0 0 0,8-2 0 0 0,-5 1 0 0 0,1-2 0 0 0,2-4 0 0 0,0 2 0 0 0,1-2 0 0 0,4-2 0 0 0,3 2 0 0 0,-8 0 0 0 0,-2 2 0 0 0,8 0 0 0 0,-5 3 0 0 0,4 4 0 0 0,5-2 0 0 0,-3-3 0 0 0,-11 0 0 0 0,-1-1 0 0 0,1-4 0 0 0,0 1 0 0 0,2 0 0 0 0,0-2 0 0 0,1 2 0 0 0,-6 0 0 0 0,-5 3 0 0 0,-4-1 0 0 0,-1 2 0 0 0,0 5 0 0 0,-1-1 0 0 0,-5-5 0 0 0,-7 2 0 0 0,-1-3 0 0 0,-3 2 0 0 0,2-1 0 0 0,2-4 0 0 0,5 3 0 0 0,-2 4 0 0 0,-10-2 0 0 0,-6 3 0 0 0,1-1 0 0 0,0-5 0 0 0,-1 2 0 0 0,-1 3 0 0 0,-7-1 0 0 0,-2 3 0 0 0,-1-3 0 0 0,-3-4 0 0 0,-7-4 0 0 0,-10 3 0 0 0,-11 3 0 0 0,-4 1 0 0 0,-6 2 0 0 0,-5 4 0 0 0,-4 3 0 0 0,-3 4 0 0 0,-2 1 0 0 0,0 2 0 0 0,-7 0 0 0 0,-6-4 0 0 0,-6-3 0 0 0,-6 1 0 0 0,2 1 0 0 0,0 2 0 0 0,-7 1 0 0 0,-9 1 0 0 0,2 0 0 0 0,3 1 0 0 0,-4 0 0 0 0,-1 0 0 0 0,2 1 0 0 0,-4-1 0 0 0,0 0 0 0 0,2 0 0 0 0,2 0 0 0 0,-3 0 0 0 0,-5 0 0 0 0,0 0 0 0 0,-9 0 0 0 0,-4 0 0 0 0,6 0 0 0 0,3 0 0 0 0,-7 0 0 0 0,-4 0 0 0 0,3 0 0 0 0,-4 0 0 0 0,-3 0 0 0 0,10 0 0 0 0,-2 0 0 0 0,-2 0 0 0 0,5 0 0 0 0,-1 0 0 0 0,-5 0 0 0 0,-4 5 0 0 0,8 2 0 0 0,5 0 0 0 0,4-2 0 0 0,0 5 0 0 0,-3-1 0 0 0,-3 4 0 0 0,7 0 0 0 0,6-3 0 0 0,-1-2 0 0 0,1-3 0 0 0,3-3 0 0 0,-4-1 0 0 0,0 5 0 0 0,1 0 0 0 0,8 0 0 0 0,4 4 0 0 0,-4 1 0 0 0,-3 2 0 0 0,6 1 0 0 0,2-3 0 0 0,5 2 0 0 0,6-2 0 0 0,1-1 0 0 0,3 1 0 0 0,2 0 0 0 0,-1-2 0 0 0,0 2 0 0 0,3 0 0 0 0,2-3 0 0 0,1-2 0 0 0,8 3 0 0 0,3 0 0 0 0,-1-1 0 0 0,5 2 0 0 0,1 1 0 0 0,8-3 0 0 0,6 4 0 0 0,10-1 0 0 0,8-3 0 0 0,8-1 0 0 0,6-4 0 0 0,3 0 0 0 0,1-3 0 0 0,2 0 0 0 0,-1 0 0 0 0,1-1 0 0 0,-1 1 0 0 0,-1 0 0 0 0,1-1 0 0 0,-1 1 0 0 0,5 0 0 0 0,2 0 0 0 0,-1 0 0 0 0,10 0 0 0 0,1 0 0 0 0,-1 0 0 0 0,-5 0 0 0 0,8 0 0 0 0,4-5 0 0 0,5-2 0 0 0,2 0 0 0 0,7 2 0 0 0,-4-4 0 0 0,4 0 0 0 0,6 1 0 0 0,1 2 0 0 0,3 2 0 0 0,4 2 0 0 0,-1-4 0 0 0,-5-2 0 0 0,2 2 0 0 0,-3 1 0 0 0,2 2 0 0 0,4 1 0 0 0,3-5 0 0 0,3 0 0 0 0,3 0 0 0 0,-3 2 0 0 0,-7 2 0 0 0,5 1 0 0 0,3 1 0 0 0,-2 0 0 0 0,-1-4 0 0 0,-4-1 0 0 0,0-1 0 0 0,2 2 0 0 0,2 2 0 0 0,-2 0 0 0 0,0 2 0 0 0,2 1 0 0 0,-9 0 0 0 0,-1 0 0 0 0,3-5 0 0 0,-8-2 0 0 0,1 1 0 0 0,4 1 0 0 0,-6 1 0 0 0,-4 2 0 0 0,-8 0 0 0 0,3 2 0 0 0,6-5 0 0 0,-3-2 0 0 0,-7 1 0 0 0,4 0 0 0 0,1 3 0 0 0,0 1 0 0 0,-3 1 0 0 0,-8 0 0 0 0,-7 1 0 0 0,-5 0 0 0 0,-4 1 0 0 0,-2-1 0 0 0,-2 0 0 0 0,0 0 0 0 0,-1 0 0 0 0,-4-5 0 0 0,-2-2 0 0 0,0 1 0 0 0,-8 0 0 0 0,-13 2 0 0 0,-11 2 0 0 0,-10 1 0 0 0,-7 0 0 0 0,-3 1 0 0 0,-4 0 0 0 0,0 1 0 0 0,0-1 0 0 0,0 0 0 0 0,-4 0 0 0 0,-2 1 0 0 0,1-1 0 0 0,-4 0 0 0 0,1 0 0 0 0,-5 0 0 0 0,2 0 0 0 0,-8 0 0 0 0,0 0 0 0 0,-3 0 0 0 0,-1 0 0 0 0,-7 0 0 0 0,1 0 0 0 0,-4 0 0 0 0,-1 0 0 0 0,0 0 0 0 0,-4 0 0 0 0,-6 0 0 0 0,-6 0 0 0 0,-4 0 0 0 0,-3 0 0 0 0,-2 0 0 0 0,-1 0 0 0 0,5 0 0 0 0,1 0 0 0 0,0 5 0 0 0,-6 2 0 0 0,3-1 0 0 0,0 5 0 0 0,0 0 0 0 0,-1-2 0 0 0,5-3 0 0 0,-3 4 0 0 0,-4-1 0 0 0,5-1 0 0 0,1 3 0 0 0,0-1 0 0 0,9-1 0 0 0,2-3 0 0 0,-6-2 0 0 0,-6 3 0 0 0,7 1 0 0 0,2-1 0 0 0,-2 3 0 0 0,8 0 0 0 0,1 4 0 0 0,2-1 0 0 0,2 3 0 0 0,2-1 0 0 0,-2 2 0 0 0,3-3 0 0 0,4-2 0 0 0,-4 1 0 0 0,3-2 0 0 0,3 4 0 0 0,0-2 0 0 0,5 2 0 0 0,2-1 0 0 0,3-3 0 0 0,1-3 0 0 0,2-4 0 0 0,5 4 0 0 0,-2 0 0 0 0,1-2 0 0 0,-2 4 0 0 0,1 0 0 0 0,2-1 0 0 0,3 2 0 0 0,3 0 0 0 0,2-2 0 0 0,12-3 0 0 0,14-2 0 0 0,15-2 0 0 0,10-6 0 0 0,8-3 0 0 0,4 0 0 0 0,3 1 0 0 0,0-3 0 0 0,1-1 0 0 0,-1-4 0 0 0,0 1 0 0 0,-1-2 0 0 0,-1 0 0 0 0,0 4 0 0 0,5-3 0 0 0,2 3 0 0 0,4-4 0 0 0,7 2 0 0 0,-1-2 0 0 0,2-5 0 0 0,4 2 0 0 0,2 4 0 0 0,3 4 0 0 0,1-1 0 0 0,1 1 0 0 0,1-4 0 0 0,1-3 0 0 0,-1 0 0 0 0,0-2 0 0 0,5 3 0 0 0,7-2 0 0 0,-3 2 0 0 0,-5-1 0 0 0,4 3 0 0 0,-6-3 0 0 0,2 3 0 0 0,1 3 0 0 0,-1-2 0 0 0,4 2 0 0 0,-4-3 0 0 0,-4 1 0 0 0,4-3 0 0 0,-4 2 0 0 0,3 3 0 0 0,1-1 0 0 0,-5 0 0 0 0,-3 3 0 0 0,-1-2 0 0 0,-4 0 0 0 0,-2-3 0 0 0,7 1 0 0 0,-1 3 0 0 0,0 3 0 0 0,-5 2 0 0 0,-5 3 0 0 0,-6 1 0 0 0,-4-4 0 0 0,1-2 0 0 0,0 1 0 0 0,-1 1 0 0 0,-2 2 0 0 0,-1 1 0 0 0,-2-4 0 0 0,-1-2 0 0 0,0 2 0 0 0,0 1 0 0 0,-1 1 0 0 0,1 2 0 0 0,-1 1 0 0 0,1 1 0 0 0,-6 5 0 0 0,-11 2 0 0 0,-9 5 0 0 0,-5 6 0 0 0,-8 0 0 0 0,-8-4 0 0 0,-6 2 0 0 0,1 3 0 0 0,-2-2 0 0 0,-7 2 0 0 0,-4 3 0 0 0,-1 2 0 0 0,-1 3 0 0 0,2-3 0 0 0,1-1 0 0 0,0 2 0 0 0,1 1 0 0 0,1-4 0 0 0,0 0 0 0 0,-5 1 0 0 0,-1 3 0 0 0,0-4 0 0 0,-5 5 0 0 0,1 3 0 0 0,1 2 0 0 0,3-5 0 0 0,-4 4 0 0 0,1 2 0 0 0,-4 0 0 0 0,-4 0 0 0 0,0 0 0 0 0,3-1 0 0 0,-1 4 0 0 0,2-3 0 0 0,3 3 0 0 0,-2 1 0 0 0,-4 4 0 0 0,1-5 0 0 0,3-3 0 0 0,3 4 0 0 0,-2 0 0 0 0,2-1 0 0 0,-4-1 0 0 0,1-1 0 0 0,2 3 0 0 0,3-3 0 0 0,-3-4 0 0 0,1 5 0 0 0,2 1 0 0 0,2-5 0 0 0,-4 2 0 0 0,6 1 0 0 0,3-6 0 0 0,-4-1 0 0 0,4 4 0 0 0,2 3 0 0 0,-4-5 0 0 0,3-2 0 0 0,2 5 0 0 0,0-3 0 0 0,0-7 0 0 0,4 4 0 0 0,1 3 0 0 0,0-4 0 0 0,-2-1 0 0 0,3 1 0 0 0,1 1 0 0 0,-2 2 0 0 0,3 1 0 0 0,0 1 0 0 0,-2 0 0 0 0,2 1 0 0 0,6 0 0 0 0,4 0 0 0 0,9-5 0 0 0,11-7 0 0 0,8-7 0 0 0,6-5 0 0 0,5-4 0 0 0,3-3 0 0 0,0-6 0 0 0,1-2 0 0 0,0 0 0 0 0,4-4 0 0 0,-3-5 0 0 0,2-5 0 0 0,1 2 0 0 0,-7-2 0 0 0,3-2 0 0 0,1-2 0 0 0,0 4 0 0 0,-1-1 0 0 0,5-1 0 0 0,-5-1 0 0 0,4 3 0 0 0,4 0 0 0 0,-3-7 0 0 0,2-3 0 0 0,4-2 0 0 0,0 0 0 0 0,4 5 0 0 0,3-2 0 0 0,4-2 0 0 0,-2-5 0 0 0,0-2 0 0 0,-4 7 0 0 0,-4-3 0 0 0,0 1 0 0 0,8-5 0 0 0,6-1 0 0 0,-2 1 0 0 0,0 3 0 0 0,5-3 0 0 0,-2-6 0 0 0,0 1 0 0 0,-6 7 0 0 0,-2 0 0 0 0,-3 1 0 0 0,-6 2 0 0 0,0-4 0 0 0,4 4 0 0 0,4-1 0 0 0,-1-6 0 0 0,1-1 0 0 0,3 2 0 0 0,-3 8 0 0 0,0-1 0 0 0,-2 0 0 0 0,-1-5 0 0 0,-2 4 0 0 0,2 4 0 0 0,-3 0 0 0 0,-3-3 0 0 0,1 2 0 0 0,4 3 0 0 0,0 1 0 0 0,1-1 0 0 0,4-5 0 0 0,-2-3 0 0 0,-4 6 0 0 0,0 2 0 0 0,-2 1 0 0 0,-3 0 0 0 0,-4 5 0 0 0,-2 1 0 0 0,-3-1 0 0 0,-1 4 0 0 0,0-1 0 0 0,-1 3 0 0 0,0 0 0 0 0,0-3 0 0 0,1 2 0 0 0,-6-1 0 0 0,-1 2 0 0 0,0 5 0 0 0,-4-1 0 0 0,0 1 0 0 0,2-2 0 0 0,2 1 0 0 0,3 3 0 0 0,-4-2 0 0 0,0 1 0 0 0,-10 2 0 0 0,-11 3 0 0 0,-8 7 0 0 0,-1 10 0 0 0,-5 2 0 0 0,-6 4 0 0 0,0 5 0 0 0,-2 3 0 0 0,-3-2 0 0 0,-3 1 0 0 0,3 0 0 0 0,1-3 0 0 0,-2-5 0 0 0,3 5 0 0 0,6 4 0 0 0,-6-2 0 0 0,-4 0 0 0 0,2 2 0 0 0,0 1 0 0 0,-2 2 0 0 0,-1 1 0 0 0,3 2 0 0 0,-4-6 0 0 0,-4 5 0 0 0,4 1 0 0 0,1-4 0 0 0,1 4 0 0 0,-8 2 0 0 0,4 6 0 0 0,0-4 0 0 0,-5 2 0 0 0,-2 1 0 0 0,-5 4 0 0 0,-1 0 0 0 0,6-1 0 0 0,-1-4 0 0 0,1 4 0 0 0,-4-1 0 0 0,-1 4 0 0 0,2-1 0 0 0,2-2 0 0 0,2-3 0 0 0,2-2 0 0 0,1-3 0 0 0,6-1 0 0 0,-3-1 0 0 0,-1-6 0 0 0,3-2 0 0 0,-3 6 0 0 0,-3-2 0 0 0,6-1 0 0 0,1 1 0 0 0,0 1 0 0 0,-1-4 0 0 0,4-2 0 0 0,-4 2 0 0 0,2 1 0 0 0,0-3 0 0 0,5 0 0 0 0,-5 1 0 0 0,-4-3 0 0 0,4 0 0 0 0,0 2 0 0 0,-1 3 0 0 0,0-4 0 0 0,3 1 0 0 0,1 1 0 0 0,-2-2 0 0 0,4-1 0 0 0,5 2 0 0 0,5-8 0 0 0,10-6 0 0 0,5-10 0 0 0,6-5 0 0 0,7-5 0 0 0,5-2 0 0 0,0-4 0 0 0,0 2 0 0 0,2-2 0 0 0,-4-3 0 0 0,1 2 0 0 0,1 4 0 0 0,2 0 0 0 0,-3-3 0 0 0,0 1 0 0 0,6-1 0 0 0,-1-4 0 0 0,0 3 0 0 0,1-1 0 0 0,0 3 0 0 0,1-1 0 0 0,1-2 0 0 0,1 2 0 0 0,-1-2 0 0 0,1 3 0 0 0,0 0 0 0 0,0-4 0 0 0,0-2 0 0 0,0 2 0 0 0,5-1 0 0 0,2-1 0 0 0,0-3 0 0 0,-2 4 0 0 0,-2 0 0 0 0,0-1 0 0 0,-2 2 0 0 0,-6 1 0 0 0,3 3 0 0 0,2-1 0 0 0,1-2 0 0 0,0 2 0 0 0,-5-1 0 0 0,-3-3 0 0 0,1 3 0 0 0,1-1 0 0 0,1 3 0 0 0,2-1 0 0 0,0 3 0 0 0,2-2 0 0 0,-6-2 0 0 0,-1-4 0 0 0,1 2 0 0 0,0 4 0 0 0,-3 1 0 0 0,0-3 0 0 0,1 2 0 0 0,2 4 0 0 0,-3-1 0 0 0,-11 2 0 0 0,-12 2 0 0 0,-12 4 0 0 0,-8 2 0 0 0,-6 8 0 0 0,-4 8 0 0 0,-1 2 0 0 0,-2-2 0 0 0,1 3 0 0 0,0 4 0 0 0,1-1 0 0 0,1 1 0 0 0,-1-2 0 0 0,1 1 0 0 0,1-3 0 0 0,-1 2 0 0 0,0 3 0 0 0,-5-2 0 0 0,4 1 0 0 0,-4 3 0 0 0,-6 3 0 0 0,-6-3 0 0 0,5 0 0 0 0,-1 1 0 0 0,-3 3 0 0 0,1 2 0 0 0,3-5 0 0 0,-1 6 0 0 0,-5 2 0 0 0,-3 1 0 0 0,-4 1 0 0 0,8-1 0 0 0,1 1 0 0 0,-2-1 0 0 0,-2-1 0 0 0,1 0 0 0 0,5 0 0 0 0,-1 0 0 0 0,-3 0 0 0 0,1-1 0 0 0,4 1 0 0 0,4-5 0 0 0,4-3 0 0 0,3 2 0 0 0,1-5 0 0 0,-4 0 0 0 0,4 2 0 0 0,2-3 0 0 0,2 0 0 0 0,-1-2 0 0 0,5 0 0 0 0,2 3 0 0 0,-2 4 0 0 0,-1-3 0 0 0,-1 0 0 0 0,-3-3 0 0 0,5 1 0 0 0,0-4 0 0 0,5 2 0 0 0,1-2 0 0 0,2 1 0 0 0,10-2 0 0 0,11-3 0 0 0,10-4 0 0 0,8-3 0 0 0,-1-7 0 0 0,2-3 0 0 0,2-1 0 0 0,2-4 0 0 0,1-1 0 0 0,1-3 0 0 0,6-4 0 0 0,2 1 0 0 0,0 3 0 0 0,3 0 0 0 0,1-4 0 0 0,4-3 0 0 0,-2 1 0 0 0,3 6 0 0 0,4-1 0 0 0,4-3 0 0 0,-3-3 0 0 0,1-4 0 0 0,1 4 0 0 0,-2-1 0 0 0,-1-1 0 0 0,3 3 0 0 0,-4 0 0 0 0,1 4 0 0 0,2 0 0 0 0,-3-4 0 0 0,1 3 0 0 0,7-1 0 0 0,-1-3 0 0 0,1-2 0 0 0,0-3 0 0 0,1 3 0 0 0,2 1 0 0 0,-6 4 0 0 0,0 0 0 0 0,0-2 0 0 0,1-2 0 0 0,-3 2 0 0 0,-6 5 0 0 0,-5 0 0 0 0,-5 2 0 0 0,2-1 0 0 0,-1-3 0 0 0,-1 1 0 0 0,4-2 0 0 0,-1 2 0 0 0,-1 5 0 0 0,-2-1 0 0 0,-3 1 0 0 0,-1-2 0 0 0,-1 1 0 0 0,-6-3 0 0 0,-3 2 0 0 0,1 3 0 0 0,1-1 0 0 0,2 0 0 0 0,-4-2 0 0 0,-1 1 0 0 0,-9 2 0 0 0,-12 4 0 0 0,-11 3 0 0 0,-10 7 0 0 0,-6 3 0 0 0,-4 1 0 0 0,-3-1 0 0 0,5 3 0 0 0,2 1 0 0 0,-5 4 0 0 0,-3 4 0 0 0,0 0 0 0 0,-6-4 0 0 0,-1 1 0 0 0,7 4 0 0 0,-1-2 0 0 0,-1 2 0 0 0,1-3 0 0 0,2-4 0 0 0,0 2 0 0 0,1 3 0 0 0,-4 4 0 0 0,-2-2 0 0 0,1-3 0 0 0,-5 0 0 0 0,-4 3 0 0 0,-6 3 0 0 0,-4 3 0 0 0,-3 3 0 0 0,3-3 0 0 0,6-1 0 0 0,6-5 0 0 0,5 0 0 0 0,-1 2 0 0 0,2-3 0 0 0,0 2 0 0 0,3 1 0 0 0,2-2 0 0 0,1-4 0 0 0,1 0 0 0 0,0 3 0 0 0,0 4 0 0 0,-4-2 0 0 0,-3 0 0 0 0,-4-2 0 0 0,4 0 0 0 0,4-2 0 0 0,2-4 0 0 0,2 0 0 0 0,0 0 0 0 0,0 1 0 0 0,0 5 0 0 0,0-1 0 0 0,0-3 0 0 0,4 1 0 0 0,3-2 0 0 0,-1 2 0 0 0,-2-2 0 0 0,-1-2 0 0 0,9-4 0 0 0,8-8 0 0 0,10-4 0 0 0,11-1 0 0 0,3-4 0 0 0,5-7 0 0 0,4 0 0 0 0,4 4 0 0 0,-3-3 0 0 0,-1 3 0 0 0,2-3 0 0 0,-4-3 0 0 0,0 1 0 0 0,2 4 0 0 0,1-1 0 0 0,3-3 0 0 0,2 2 0 0 0,6-3 0 0 0,3-2 0 0 0,-6-3 0 0 0,-2 2 0 0 0,3 5 0 0 0,8 0 0 0 0,1-2 0 0 0,4-3 0 0 0,0 2 0 0 0,-3-1 0 0 0,2-1 0 0 0,-2-4 0 0 0,-2 4 0 0 0,-4 0 0 0 0,-2 4 0 0 0,-3-1 0 0 0,0 4 0 0 0,-2-2 0 0 0,1-2 0 0 0,-1 1 0 0 0,0-1 0 0 0,1 2 0 0 0,-6 0 0 0 0,-1 2 0 0 0,-6-2 0 0 0,1 3 0 0 0,1 2 0 0 0,-7 5 0 0 0,-12 3 0 0 0,-10 2 0 0 0,-10 1 0 0 0,-7 7 0 0 0,-3 1 0 0 0,-3 1 0 0 0,-1-2 0 0 0,5 3 0 0 0,-3 1 0 0 0,-2 3 0 0 0,5 5 0 0 0,-3 0 0 0 0,-2-4 0 0 0,-5 1 0 0 0,3 4 0 0 0,-2-2 0 0 0,-1-4 0 0 0,1 2 0 0 0,-3 3 0 0 0,-1-2 0 0 0,7 2 0 0 0,-1 4 0 0 0,0-3 0 0 0,1 1 0 0 0,-5-3 0 0 0,0 1 0 0 0,0 3 0 0 0,-2 2 0 0 0,-1 4 0 0 0,2 1 0 0 0,-2-3 0 0 0,5-1 0 0 0,4-5 0 0 0,-2 0 0 0 0,3 2 0 0 0,-2-3 0 0 0,-1 2 0 0 0,1 1 0 0 0,0 3 0 0 0,1-2 0 0 0,1-6 0 0 0,-5 1 0 0 0,4 2 0 0 0,3 3 0 0 0,-5-2 0 0 0,4 0 0 0 0,2-2 0 0 0,1 0 0 0 0,0 3 0 0 0,-1-3 0 0 0,-1 2 0 0 0,0-4 0 0 0,5 2 0 0 0,2-3 0 0 0,-2-3 0 0 0,5 0 0 0 0,0 5 0 0 0,-2 4 0 0 0,-2-2 0 0 0,-3 2 0 0 0,-1 2 0 0 0,-2-3 0 0 0,4 1 0 0 0,13-4 0 0 0,13-4 0 0 0,6-10 0 0 0,8-5 0 0 0,2-8 0 0 0,2-2 0 0 0,5 1 0 0 0,-3-3 0 0 0,1 1 0 0 0,3-2 0 0 0,-4-5 0 0 0,1 2 0 0 0,6 4 0 0 0,0-1 0 0 0,0 1 0 0 0,0-1 0 0 0,2 2 0 0 0,0-3 0 0 0,1 2 0 0 0,1 3 0 0 0,-1-1 0 0 0,1-5 0 0 0,0 1 0 0 0,0-2 0 0 0,0 2 0 0 0,0-1 0 0 0,0 1 0 0 0,0 0 0 0 0,0 1 0 0 0,0 4 0 0 0,5-2 0 0 0,-4-4 0 0 0,-1 2 0 0 0,-2-3 0 0 0,1 2 0 0 0,-1 4 0 0 0,6-2 0 0 0,2-3 0 0 0,0-4 0 0 0,4 1 0 0 0,1 5 0 0 0,-8-1 0 0 0,-3 2 0 0 0,-3-1 0 0 0,0 1 0 0 0,0 4 0 0 0,1 3 0 0 0,-5-3 0 0 0,4 1 0 0 0,3-3 0 0 0,-4-6 0 0 0,-2 2 0 0 0,1 2 0 0 0,0 4 0 0 0,2 4 0 0 0,-4-3 0 0 0,-1 1 0 0 0,1 1 0 0 0,-9 2 0 0 0,-12 2 0 0 0,-12 7 0 0 0,-10 7 0 0 0,-7 3 0 0 0,-3 3 0 0 0,-9 0 0 0 0,3 1 0 0 0,-3 4 0 0 0,0 3 0 0 0,0 2 0 0 0,3-3 0 0 0,0-1 0 0 0,3-4 0 0 0,0 0 0 0 0,1 2 0 0 0,0 3 0 0 0,1-3 0 0 0,-1 0 0 0 0,1 2 0 0 0,-1 3 0 0 0,1 1 0 0 0,-1-3 0 0 0,5-1 0 0 0,2-4 0 0 0,0-1 0 0 0,4 3 0 0 0,0-3 0 0 0,-2 2 0 0 0,-2 1 0 0 0,-3 3 0 0 0,-1-2 0 0 0,3 0 0 0 0,2 1 0 0 0,-2-2 0 0 0,5-1 0 0 0,-1 2 0 0 0,-1-2 0 0 0,-3 0 0 0 0,4 2 0 0 0,-1 2 0 0 0,-1-2 0 0 0,3 0 0 0 0,0-4 0 0 0,3 1 0 0 0,-1-4 0 0 0,3 2 0 0 0,-1-3 0 0 0,1 2 0 0 0,5 3 0 0 0,-3-1 0 0 0,2 1 0 0 0,-3-2 0 0 0,7-5 0 0 0,9-3 0 0 0,9-4 0 0 0,9-3 0 0 0,6-2 0 0 0,4-5 0 0 0,1-8 0 0 0,2-7 0 0 0,0 0 0 0 0,-1 4 0 0 0,6-1 0 0 0,-5-3 0 0 0,3-3 0 0 0,1 2 0 0 0,-1 0 0 0 0,-1-2 0 0 0,-2-3 0 0 0,5 4 0 0 0,5 0 0 0 0,7-2 0 0 0,0-1 0 0 0,-4-2 0 0 0,2 3 0 0 0,-3 1 0 0 0,1-1 0 0 0,4-2 0 0 0,-6-1 0 0 0,-1-2 0 0 0,3-1 0 0 0,4-1 0 0 0,4 1 0 0 0,-2-7 0 0 0,-4 4 0 0 0,0 2 0 0 0,-4 2 0 0 0,-2-1 0 0 0,0 1 0 0 0,5-1 0 0 0,4 0 0 0 0,-6 0 0 0 0,-1 4 0 0 0,-2 3 0 0 0,-8-2 0 0 0,0 0 0 0 0,0 3 0 0 0,-1 0 0 0 0,0-1 0 0 0,-1-2 0 0 0,4-2 0 0 0,2 4 0 0 0,-6 0 0 0 0,-3 4 0 0 0,-1 1 0 0 0,0 2 0 0 0,-5 0 0 0 0,-6-4 0 0 0,-1 3 0 0 0,2 3 0 0 0,-2-1 0 0 0,1 3 0 0 0,-1-3 0 0 0,1 2 0 0 0,-8 2 0 0 0,-10 4 0 0 0,-10 3 0 0 0,-9 2 0 0 0,-6 1 0 0 0,-4 1 0 0 0,-2 6 0 0 0,-1 2 0 0 0,0 4 0 0 0,1 1 0 0 0,0-2 0 0 0,0 2 0 0 0,1 4 0 0 0,-6 5 0 0 0,0-2 0 0 0,-1 2 0 0 0,-3-4 0 0 0,5 1 0 0 0,-3 2 0 0 0,-3-2 0 0 0,-2 0 0 0 0,-2 3 0 0 0,-5 3 0 0 0,-4 2 0 0 0,7 1 0 0 0,-3-3 0 0 0,1-1 0 0 0,-1 1 0 0 0,3 1 0 0 0,-2 1 0 0 0,-1 2 0 0 0,1-4 0 0 0,5-2 0 0 0,-1 1 0 0 0,-2 2 0 0 0,0 2 0 0 0,-1-5 0 0 0,-3 0 0 0 0,3 1 0 0 0,3 1 0 0 0,0 2 0 0 0,2-3 0 0 0,4-1 0 0 0,-3 1 0 0 0,2 1 0 0 0,2 3 0 0 0,2-5 0 0 0,3 0 0 0 0,-4 1 0 0 0,0-4 0 0 0,0 1 0 0 0,2-4 0 0 0,2 0 0 0 0,2-2 0 0 0,0 1 0 0 0,1 4 0 0 0,0-2 0 0 0,1 1 0 0 0,-1-3 0 0 0,6 2 0 0 0,1-3 0 0 0,0-4 0 0 0,-1-3 0 0 0,3 2 0 0 0,11-1 0 0 0,13-2 0 0 0,10-2 0 0 0,10-2 0 0 0,5-1 0 0 0,4-2 0 0 0,2-5 0 0 0,0-2 0 0 0,0-6 0 0 0,0 1 0 0 0,-1 1 0 0 0,5 3 0 0 0,-4-3 0 0 0,3 2 0 0 0,0-5 0 0 0,5-4 0 0 0,6 1 0 0 0,0-2 0 0 0,3 2 0 0 0,-3 5 0 0 0,-3 3 0 0 0,6-1 0 0 0,6-5 0 0 0,-2 1 0 0 0,0-3 0 0 0,2-4 0 0 0,-4 2 0 0 0,0-1 0 0 0,2 3 0 0 0,2-2 0 0 0,1-1 0 0 0,3 1 0 0 0,-4 5 0 0 0,-7-1 0 0 0,-1 2 0 0 0,2-2 0 0 0,3-3 0 0 0,3 1 0 0 0,-3-2 0 0 0,0-3 0 0 0,-4 3 0 0 0,-4 4 0 0 0,-1 4 0 0 0,4 0 0 0 0,-1-4 0 0 0,-4 0 0 0 0,2-2 0 0 0,-8-3 0 0 0,2 1 0 0 0,-2 4 0 0 0,-1-1 0 0 0,-2 3 0 0 0,-1-2 0 0 0,-1 2 0 0 0,-1-3 0 0 0,-1 2 0 0 0,1-2 0 0 0,-1 2 0 0 0,-4-3 0 0 0,-3 3 0 0 0,1 3 0 0 0,2 3 0 0 0,-4-2 0 0 0,-1-4 0 0 0,2 0 0 0 0,-3-3 0 0 0,0 1 0 0 0,-4-1 0 0 0,2 2 0 0 0,-3-2 0 0 0,-4-4 0 0 0,-4-2 0 0 0,-8 2 0 0 0,-4-1 0 0 0,-6 4 0 0 0,-2-1 0 0 0,-3 3 0 0 0,-5 5 0 0 0,-4 3 0 0 0,-2 4 0 0 0,2-3 0 0 0,1 0 0 0 0,0 0 0 0 0,-3 3 0 0 0,0 1 0 0 0,-3 1 0 0 0,0 1 0 0 0,0 1 0 0 0,-6 0 0 0 0,-2 1 0 0 0,0-1 0 0 0,-4 0 0 0 0,-5 1 0 0 0,-5-1 0 0 0,-5 0 0 0 0,-2 0 0 0 0,-2 0 0 0 0,4 0 0 0 0,1 0 0 0 0,5 0 0 0 0,6 0 0 0 0,6 0 0 0 0,3 0 0 0 0,-2 0 0 0 0,-5 0 0 0 0,0 0 0 0 0,-4 0 0 0 0,-4 5 0 0 0,-4 7 0 0 0,2 2 0 0 0,5 3 0 0 0,0-1 0 0 0,3-3 0 0 0,-1-4 0 0 0,1 2 0 0 0,4-1 0 0 0,4 3 0 0 0,2 4 0 0 0,-3 0 0 0 0,-6-3 0 0 0,5 1 0 0 0,-1-2 0 0 0,0 2 0 0 0,2 4 0 0 0,-2 3 0 0 0,-1-1 0 0 0,2-4 0 0 0,-3-1 0 0 0,6 3 0 0 0,3 4 0 0 0,3-3 0 0 0,-5-5 0 0 0,4 1 0 0 0,2 3 0 0 0,1-2 0 0 0,0 1 0 0 0,4 3 0 0 0,2-2 0 0 0,-2 1 0 0 0,-1 2 0 0 0,4 3 0 0 0,-1-3 0 0 0,4 0 0 0 0,0 2 0 0 0,-2 1 0 0 0,-4 3 0 0 0,4 1 0 0 0,3 1 0 0 0,6 0 0 0 0,5 2 0 0 0,3-1 0 0 0,2 0 0 0 0,6-5 0 0 0,8-7 0 0 0,2-2 0 0 0,3-3 0 0 0,4-5 0 0 0,4-3 0 0 0,2-3 0 0 0,2-2 0 0 0,1-1 0 0 0,0-1 0 0 0,1 0 0 0 0,5 1 0 0 0,1-1 0 0 0,0 1 0 0 0,4-1 0 0 0,-1 1 0 0 0,-1 0 0 0 0,-2 0 0 0 0,-3 0 0 0 0,-2 0 0 0 0,-1-5 0 0 0,-1-2 0 0 0,-1-5 0 0 0,6 0 0 0 0,1-4 0 0 0,0 2 0 0 0,4 2 0 0 0,1 4 0 0 0,3-3 0 0 0,-6-4 0 0 0,1 1 0 0 0,4-3 0 0 0,5 1 0 0 0,0-1 0 0 0,-4 1 0 0 0,-4-1 0 0 0,-3-3 0 0 0,-4 2 0 0 0,3 4 0 0 0,-4-1 0 0 0,-3 2 0 0 0,4-2 0 0 0,-4-4 0 0 0,4 2 0 0 0,1 3 0 0 0,-6 0 0 0 0,-1 1 0 0 0,3-2 0 0 0,3 1 0 0 0,1-1 0 0 0,-6-4 0 0 0,-3-5 0 0 0,5 3 0 0 0,3 5 0 0 0,-5-1 0 0 0,3-2 0 0 0,-4-3 0 0 0,-1 2 0 0 0,0 4 0 0 0,1 0 0 0 0,-5-3 0 0 0,-1 2 0 0 0,1 4 0 0 0,-3-1 0 0 0,-5-3 0 0 0,0 0 0 0 0,-3-1 0 0 0,3 2 0 0 0,3 4 0 0 0,-1-1 0 0 0,-4-4 0 0 0,2 1 0 0 0,-2-2 0 0 0,-4-3 0 0 0,-2-4 0 0 0,-9-2 0 0 0,-8 4 0 0 0,-9 4 0 0 0,0 2 0 0 0,-3 3 0 0 0,-2 4 0 0 0,-3 3 0 0 0,-2 4 0 0 0,-1 2 0 0 0,0 0 0 0 0,-7 2 0 0 0,-1 0 0 0 0,0 0 0 0 0,1-1 0 0 0,2 1 0 0 0,2-1 0 0 0,1 0 0 0 0,-5 0 0 0 0,-6 0 0 0 0,-6 0 0 0 0,-1 0 0 0 0,4 0 0 0 0,4 0 0 0 0,-2 0 0 0 0,-3 0 0 0 0,1 0 0 0 0,-2 0 0 0 0,1 0 0 0 0,4 0 0 0 0,-1 0 0 0 0,2 0 0 0 0,-4 0 0 0 0,-3 0 0 0 0,1 5 0 0 0,-1 2 0 0 0,1 0 0 0 0,5 3 0 0 0,-2 1 0 0 0,8 3 0 0 0,-2 0 0 0 0,-3 2 0 0 0,-6-1 0 0 0,1-4 0 0 0,2 3 0 0 0,4-3 0 0 0,-2 4 0 0 0,7 3 0 0 0,-1-1 0 0 0,1-3 0 0 0,0 1 0 0 0,2-2 0 0 0,6 2 0 0 0,4-1 0 0 0,-1-4 0 0 0,5 2 0 0 0,0 0 0 0 0,-1 2 0 0 0,-3-1 0 0 0,3 2 0 0 0,-1-1 0 0 0,-1 3 0 0 0,3 3 0 0 0,0-2 0 0 0,3 1 0 0 0,10-2 0 0 0,11-4 0 0 0,10-5 0 0 0,8-8 0 0 0,6-5 0 0 0,-2-6 0 0 0,-1-2 0 0 0,7-3 0 0 0,2-5 0 0 0,2-4 0 0 0,4-2 0 0 0,1 2 0 0 0,-6 1 0 0 0,0 0 0 0 0,1 3 0 0 0,-1 0 0 0 0,-2-2 0 0 0,5-1 0 0 0,6-3 0 0 0,-4-2 0 0 0,1-1 0 0 0,4 5 0 0 0,0 1 0 0 0,3-1 0 0 0,-2-1 0 0 0,-3-1 0 0 0,-4 4 0 0 0,2 0 0 0 0,-1-1 0 0 0,4-7 0 0 0,-1-3 0 0 0,-2 4 0 0 0,2 2 0 0 0,-1 0 0 0 0,-2 0 0 0 0,-3 5 0 0 0,3 0 0 0 0,0 0 0 0 0,-2-2 0 0 0,-2 3 0 0 0,-2-4 0 0 0,-1-4 0 0 0,-2 3 0 0 0,0 2 0 0 0,0-1 0 0 0,-1-1 0 0 0,1 4 0 0 0,-1 1 0 0 0,1-2 0 0 0,-1-1 0 0 0,1-2 0 0 0,0-1 0 0 0,0-2 0 0 0,0-1 0 0 0,-6 0 0 0 0,-1 5 0 0 0,0 2 0 0 0,2 0 0 0 0,-4-2 0 0 0,-1 4 0 0 0,-3 0 0 0 0,0 5 0 0 0,-3-1 0 0 0,-4-3 0 0 0,-4-2 0 0 0,-3-3 0 0 0,-7 3 0 0 0,-9 5 0 0 0,-8 6 0 0 0,-4 6 0 0 0,-5 2 0 0 0,-2 3 0 0 0,-2 2 0 0 0,1 0 0 0 0,0 0 0 0 0,0 0 0 0 0,-5-1 0 0 0,4 6 0 0 0,2 7 0 0 0,1 0 0 0 0,1 0 0 0 0,-6 1 0 0 0,-6 4 0 0 0,-3 5 0 0 0,2 3 0 0 0,-3-3 0 0 0,1 0 0 0 0,3 7 0 0 0,-3-2 0 0 0,-3-1 0 0 0,6 1 0 0 0,-1 1 0 0 0,-4 0 0 0 0,-4 1 0 0 0,1 6 0 0 0,4-4 0 0 0,-2-2 0 0 0,-2 0 0 0 0,1 5 0 0 0,-7 1 0 0 0,1 1 0 0 0,-6-2 0 0 0,7-1 0 0 0,2-1 0 0 0,0 5 0 0 0,2-5 0 0 0,0 3 0 0 0,-3 0 0 0 0,-8 5 0 0 0,1 0 0 0 0,6-6 0 0 0,0 1 0 0 0,5 0 0 0 0,0 3 0 0 0,-8 7 0 0 0,0-5 0 0 0,0-4 0 0 0,4-3 0 0 0,5-3 0 0 0,1 0 0 0 0,-3-1 0 0 0,-4 5 0 0 0,3 2 0 0 0,4-6 0 0 0,0-2 0 0 0,1 4 0 0 0,-1 2 0 0 0,-3 0 0 0 0,1-6 0 0 0,9-3 0 0 0,0 0 0 0 0,2 0 0 0 0,2-3 0 0 0,2-2 0 0 0,0 2 0 0 0,-3 2 0 0 0,-2 2 0 0 0,1-4 0 0 0,6 0 0 0 0,4-5 0 0 0,1 1 0 0 0,-1-3 0 0 0,5 0 0 0 0,11-2 0 0 0,13-3 0 0 0,11-4 0 0 0,14-8 0 0 0,2-9 0 0 0,2-4 0 0 0,0-3 0 0 0,1 0 0 0 0,0-2 0 0 0,-1-3 0 0 0,1 3 0 0 0,4-2 0 0 0,2 4 0 0 0,0-1 0 0 0,3-3 0 0 0,1-2 0 0 0,-2 1 0 0 0,2 1 0 0 0,11-2 0 0 0,6-3 0 0 0,-2-7 0 0 0,1-3 0 0 0,-5 5 0 0 0,-7 2 0 0 0,6 0 0 0 0,4 1 0 0 0,-3 0 0 0 0,1-2 0 0 0,1-5 0 0 0,2 3 0 0 0,-3 7 0 0 0,-1-3 0 0 0,7-1 0 0 0,3-2 0 0 0,-9 0 0 0 0,-3 4 0 0 0,6-3 0 0 0,3-7 0 0 0,2-2 0 0 0,-4 0 0 0 0,-2 6 0 0 0,-5 4 0 0 0,-5 2 0 0 0,-1 0 0 0 0,-3-1 0 0 0,-3 0 0 0 0,3 4 0 0 0,-2 1 0 0 0,-1-1 0 0 0,-3-2 0 0 0,4 4 0 0 0,-1 1 0 0 0,-6-2 0 0 0,2-2 0 0 0,-1 3 0 0 0,-5 0 0 0 0,-3-1 0 0 0,0-2 0 0 0,1 3 0 0 0,-5 0 0 0 0,-1 4 0 0 0,2-1 0 0 0,2-1 0 0 0,2-4 0 0 0,-4-2 0 0 0,0 3 0 0 0,-4 0 0 0 0,-6-1 0 0 0,1 3 0 0 0,-3 1 0 0 0,3 3 0 0 0,-1-1 0 0 0,-4-2 0 0 0,-7 2 0 0 0,-10 4 0 0 0,-9 4 0 0 0,-7 5 0 0 0,-4 2 0 0 0,-3 2 0 0 0,-1 2 0 0 0,-1-1 0 0 0,1 1 0 0 0,0 0 0 0 0,0 5 0 0 0,0 1 0 0 0,1 5 0 0 0,0 1 0 0 0,0-3 0 0 0,1-2 0 0 0,-1 2 0 0 0,5 5 0 0 0,-3 0 0 0 0,3 3 0 0 0,-4-3 0 0 0,-3 3 0 0 0,0 3 0 0 0,-6 3 0 0 0,-6-3 0 0 0,-1 1 0 0 0,2 2 0 0 0,3 1 0 0 0,4-2 0 0 0,8-1 0 0 0,-2-4 0 0 0,0 1 0 0 0,-1 1 0 0 0,0-2 0 0 0,-5 2 0 0 0,4 1 0 0 0,2-2 0 0 0,-4 1 0 0 0,4 2 0 0 0,-3 3 0 0 0,-1-3 0 0 0,0 0 0 0 0,0-4 0 0 0,2 1 0 0 0,1 1 0 0 0,0-1 0 0 0,1 0 0 0 0,0-2 0 0 0,0 0 0 0 0,1 3 0 0 0,-1-1 0 0 0,1 0 0 0 0,-1 3 0 0 0,0-3 0 0 0,0 1 0 0 0,0-3 0 0 0,6 1 0 0 0,-4-3 0 0 0,-8 2 0 0 0,4 3 0 0 0,-5-3 0 0 0,0 3 0 0 0,1 1 0 0 0,2 4 0 0 0,1-3 0 0 0,1-5 0 0 0,1-1 0 0 0,7 3 0 0 0,1-2 0 0 0,0-4 0 0 0,4 1 0 0 0,0-2 0 0 0,4 3 0 0 0,-1-2 0 0 0,2 2 0 0 0,10-1 0 0 0,4-8 0 0 0,9-5 0 0 0,8-9 0 0 0,6-2 0 0 0,5-5 0 0 0,3-5 0 0 0,7-4 0 0 0,2 1 0 0 0,6 0 0 0 0,-6-1 0 0 0,2 3 0 0 0,-2 0 0 0 0,-7-2 0 0 0,2-2 0 0 0,5-2 0 0 0,7-2 0 0 0,6-1 0 0 0,-6 0 0 0 0,-6 4 0 0 0,1 7 0 0 0,-1 1 0 0 0,3-1 0 0 0,5-8 0 0 0,4-5 0 0 0,-1-2 0 0 0,-4 5 0 0 0,-5 7 0 0 0,-4 2 0 0 0,2-6 0 0 0,4-3 0 0 0,6-3 0 0 0,-1 4 0 0 0,-3 2 0 0 0,-5 1 0 0 0,2-2 0 0 0,4-1 0 0 0,-1 4 0 0 0,-3 1 0 0 0,1 0 0 0 0,0-3 0 0 0,-4 4 0 0 0,-3 1 0 0 0,-2-3 0 0 0,-2-1 0 0 0,3 3 0 0 0,2 1 0 0 0,-1-3 0 0 0,-2-1 0 0 0,-1 3 0 0 0,-1 0 0 0 0,-1-1 0 0 0,-1 3 0 0 0,-5 0 0 0 0,-3 3 0 0 0,1 4 0 0 0,-4 0 0 0 0,0-4 0 0 0,2 2 0 0 0,2 2 0 0 0,-3 0 0 0 0,0-5 0 0 0,3-4 0 0 0,1 2 0 0 0,-3-1 0 0 0,-11 3 0 0 0,-12 5 0 0 0,-16 4 0 0 0,-17 9 0 0 0,-1 10 0 0 0,-1 4 0 0 0,1 3 0 0 0,1 0 0 0 0,1-3 0 0 0,1 1 0 0 0,0 3 0 0 0,1 4 0 0 0,-5-1 0 0 0,-1 0 0 0 0,-6 2 0 0 0,0 3 0 0 0,2 1 0 0 0,3-3 0 0 0,-3-1 0 0 0,0 2 0 0 0,-3 6 0 0 0,-5 3 0 0 0,1-4 0 0 0,4-1 0 0 0,-2-2 0 0 0,-4 7 0 0 0,3 1 0 0 0,-3-4 0 0 0,-2 2 0 0 0,7 2 0 0 0,-4-1 0 0 0,1 0 0 0 0,3-1 0 0 0,-1 4 0 0 0,-3 1 0 0 0,-4 5 0 0 0,-4 1 0 0 0,-1 2 0 0 0,-3-1 0 0 0,5 3 0 0 0,0-7 0 0 0,1-1 0 0 0,3 0 0 0 0,6-4 0 0 0,0 4 0 0 0,-3-5 0 0 0,2 2 0 0 0,-1-1 0 0 0,-4 5 0 0 0,2 1 0 0 0,5-8 0 0 0,-1 2 0 0 0,-3-1 0 0 0,1 5 0 0 0,-1 1 0 0 0,3-8 0 0 0,3-2 0 0 0,4-3 0 0 0,-2 0 0 0 0,1 0 0 0 0,2 1 0 0 0,-3 0 0 0 0,0 1 0 0 0,-3 0 0 0 0,5 1 0 0 0,5-5 0 0 0,-3-2 0 0 0,5 0 0 0 0,3 1 0 0 0,1-3 0 0 0,0 0 0 0 0,-1 1 0 0 0,0-3 0 0 0,5 0 0 0 0,1 2 0 0 0,-1 2 0 0 0,9-2 0 0 0,7-11 0 0 0,10-7 0 0 0,5-9 0 0 0,6-5 0 0 0,7 1 0 0 0,-1-4 0 0 0,2-6 0 0 0,3 2 0 0 0,-3-3 0 0 0,5-2 0 0 0,4-3 0 0 0,2-3 0 0 0,1-1 0 0 0,-6-2 0 0 0,4 0 0 0 0,1 0 0 0 0,1-1 0 0 0,5 1 0 0 0,2 0 0 0 0,-2-5 0 0 0,4-2 0 0 0,-5 0 0 0 0,-4 7 0 0 0,-2 3 0 0 0,-1-3 0 0 0,-1 2 0 0 0,6 2 0 0 0,1-5 0 0 0,-4-3 0 0 0,-4 5 0 0 0,5-3 0 0 0,-3-1 0 0 0,-2 0 0 0 0,5 0 0 0 0,2-4 0 0 0,0-1 0 0 0,5 1 0 0 0,1-4 0 0 0,-1 5 0 0 0,-3-1 0 0 0,3-4 0 0 0,1-2 0 0 0,2-2 0 0 0,1-5 0 0 0,2 2 0 0 0,-1-2 0 0 0,-2 2 0 0 0,0 5 0 0 0,0 5 0 0 0,-8 3 0 0 0,0-2 0 0 0,5-6 0 0 0,-4 0 0 0 0,-3 2 0 0 0,-3 8 0 0 0,-5 0 0 0 0,-2-1 0 0 0,0 7 0 0 0,1-3 0 0 0,3-1 0 0 0,1-1 0 0 0,-4 1 0 0 0,-1 5 0 0 0,-4 2 0 0 0,0 0 0 0 0,1 4 0 0 0,-1 1 0 0 0,-6-1 0 0 0,2-4 0 0 0,3 4 0 0 0,-2 0 0 0 0,-3-2 0 0 0,1 3 0 0 0,-2-1 0 0 0,3 4 0 0 0,-2 0 0 0 0,-3 7 0 0 0,-8 6 0 0 0,-5 8 0 0 0,-6 10 0 0 0,-8 1 0 0 0,-1 4 0 0 0,-2 5 0 0 0,-8 2 0 0 0,0 2 0 0 0,0 3 0 0 0,-1 0 0 0 0,0-5 0 0 0,4 4 0 0 0,2 2 0 0 0,-1-5 0 0 0,-1-1 0 0 0,-3 5 0 0 0,0-3 0 0 0,-2 5 0 0 0,0 2 0 0 0,-1-1 0 0 0,0-4 0 0 0,0 1 0 0 0,0 7 0 0 0,-1-3 0 0 0,-4 3 0 0 0,4 0 0 0 0,1-6 0 0 0,1 1 0 0 0,-4 7 0 0 0,-8 6 0 0 0,-1 6 0 0 0,-4 4 0 0 0,0 4 0 0 0,-1-3 0 0 0,-4-7 0 0 0,7-1 0 0 0,1 2 0 0 0,2-2 0 0 0,4-5 0 0 0,3-5 0 0 0,-4 2 0 0 0,0 5 0 0 0,-3-1 0 0 0,-1-3 0 0 0,2 3 0 0 0,3-7 0 0 0,3 0 0 0 0,1 5 0 0 0,-3-5 0 0 0,-1 1 0 0 0,-4 0 0 0 0,-1 3 0 0 0,3 0 0 0 0,1-2 0 0 0,-1-3 0 0 0,4-2 0 0 0,0-1 0 0 0,-1-3 0 0 0,1 6 0 0 0,2-5 0 0 0,1-2 0 0 0,6-1 0 0 0,-2 0 0 0 0,-3 0 0 0 0,6 0 0 0 0,-5 1 0 0 0,-1 1 0 0 0,4-1 0 0 0,2 1 0 0 0,0-5 0 0 0,-1-3 0 0 0,5 2 0 0 0,0-5 0 0 0,-1 0 0 0 0,3 2 0 0 0,0 2 0 0 0,-2-2 0 0 0,-2-1 0 0 0,2 2 0 0 0,1-3 0 0 0,3 0 0 0 0,-1 3 0 0 0,4 1 0 0 0,-2-2 0 0 0,3-11 0 0 0,8-12 0 0 0,11-6 0 0 0,5-7 0 0 0,5-6 0 0 0,6-6 0 0 0,4 3 0 0 0,-1-1 0 0 0,-1-7 0 0 0,2 3 0 0 0,2 0 0 0 0,1-1 0 0 0,1 1 0 0 0,1-2 0 0 0,-4 0 0 0 0,-2 0 0 0 0,6-1 0 0 0,-3 1 0 0 0,0-1 0 0 0,1 0 0 0 0,0 0 0 0 0,1 0 0 0 0,0 5 0 0 0,2-3 0 0 0,-1-7 0 0 0,1 2 0 0 0,5-4 0 0 0,-3 1 0 0 0,-2 5 0 0 0,4-2 0 0 0,1-6 0 0 0,0-6 0 0 0,-1 5 0 0 0,4-2 0 0 0,-4 2 0 0 0,1 2 0 0 0,1 3 0 0 0,-1 2 0 0 0,4-4 0 0 0,0 0 0 0 0,-1-5 0 0 0,3 1 0 0 0,0 1 0 0 0,-2 3 0 0 0,-3 2 0 0 0,3-2 0 0 0,0-1 0 0 0,-2 1 0 0 0,-1-3 0 0 0,-3 0 0 0 0,-1 1 0 0 0,-2 3 0 0 0,5-3 0 0 0,2 0 0 0 0,-1 2 0 0 0,-1 2 0 0 0,-2-4 0 0 0,4 0 0 0 0,-4 2 0 0 0,-3 2 0 0 0,4-4 0 0 0,1 0 0 0 0,-1 2 0 0 0,0 2 0 0 0,-6 1 0 0 0,-4 2 0 0 0,0 2 0 0 0,1 0 0 0 0,-4 0 0 0 0,-1 6 0 0 0,2 1 0 0 0,-4 1 0 0 0,-4-3 0 0 0,0 5 0 0 0,-3-1 0 0 0,3-1 0 0 0,3 4 0 0 0,-1-1 0 0 0,-3-2 0 0 0,0-3 0 0 0,-6 9 0 0 0,-6 12 0 0 0,-7 6 0 0 0,-9 4 0 0 0,-1 5 0 0 0,-5 6 0 0 0,-2 1 0 0 0,1 2 0 0 0,-1 8 0 0 0,-1 0 0 0 0,-3-1 0 0 0,4 2 0 0 0,-1 0 0 0 0,-5 1 0 0 0,-5 0 0 0 0,4 1 0 0 0,2-1 0 0 0,-5 1 0 0 0,-3 5 0 0 0,0 8 0 0 0,0-5 0 0 0,1-3 0 0 0,2 3 0 0 0,0-1 0 0 0,0-1 0 0 0,1 4 0 0 0,-5 5 0 0 0,-1 0 0 0 0,5-2 0 0 0,-3 1 0 0 0,0-6 0 0 0,1 0 0 0 0,0 4 0 0 0,2 0 0 0 0,-5 3 0 0 0,-2 0 0 0 0,7 1 0 0 0,-3-1 0 0 0,1 1 0 0 0,-6 4 0 0 0,0 4 0 0 0,-5-3 0 0 0,6 1 0 0 0,4 1 0 0 0,-2-3 0 0 0,0-4 0 0 0,0 4 0 0 0,-3 0 0 0 0,0-4 0 0 0,1 0 0 0 0,2 3 0 0 0,2-1 0 0 0,2 0 0 0 0,-4 4 0 0 0,-1-3 0 0 0,1-5 0 0 0,1 1 0 0 0,2-2 0 0 0,1-4 0 0 0,1 3 0 0 0,6-2 0 0 0,2-2 0 0 0,-5 3 0 0 0,-3-1 0 0 0,-1 4 0 0 0,-1-2 0 0 0,1-7 0 0 0,5 1 0 0 0,3-2 0 0 0,1-5 0 0 0,3-4 0 0 0,6 0 0 0 0,0 0 0 0 0,-2 1 0 0 0,-4 1 0 0 0,2 2 0 0 0,-2 0 0 0 0,4 0 0 0 0,-1-4 0 0 0,2-2 0 0 0,4 1 0 0 0,5-10 0 0 0,8-7 0 0 0,4-10 0 0 0,1-11 0 0 0,5-7 0 0 0,6-6 0 0 0,5-4 0 0 0,4-2 0 0 0,3-1 0 0 0,-4 0 0 0 0,0 6 0 0 0,0 2 0 0 0,2-5 0 0 0,1-3 0 0 0,1-1 0 0 0,-4 0 0 0 0,-2 6 0 0 0,1-3 0 0 0,2-1 0 0 0,-4-1 0 0 0,0 1 0 0 0,1-1 0 0 0,2 1 0 0 0,-3 1 0 0 0,0 0 0 0 0,1 5 0 0 0,2-3 0 0 0,2-7 0 0 0,2 2 0 0 0,1 2 0 0 0,-4-4 0 0 0,-2 4 0 0 0,0 2 0 0 0,2-4 0 0 0,2-2 0 0 0,-5 0 0 0 0,5-4 0 0 0,3 5 0 0 0,-4-3 0 0 0,3-5 0 0 0,3 0 0 0 0,-4 2 0 0 0,-3-3 0 0 0,0 1 0 0 0,1 8 0 0 0,-4-1 0 0 0,-1 0 0 0 0,1 2 0 0 0,2-4 0 0 0,-3-1 0 0 0,-1 1 0 0 0,2 1 0 0 0,2 3 0 0 0,-3 1 0 0 0,0 1 0 0 0,-4-5 0 0 0,1 5 0 0 0,1 2 0 0 0,-2 1 0 0 0,-4 0 0 0 0,1 0 0 0 0,3-1 0 0 0,3 0 0 0 0,-1 0 0 0 0,-4-1 0 0 0,0 6 0 0 0,-3 1 0 0 0,2-1 0 0 0,-1 0 0 0 0,-4-2 0 0 0,-3-2 0 0 0,3 5 0 0 0,-1 1 0 0 0,3-2 0 0 0,0 0 0 0 0,-2-3 0 0 0,-3 0 0 0 0,3 3 0 0 0,-1 2 0 0 0,-1 9 0 0 0,-8 7 0 0 0,-3 11 0 0 0,-8 9 0 0 0,0 8 0 0 0,-5 5 0 0 0,-4-1 0 0 0,1 0 0 0 0,4 1 0 0 0,-1-4 0 0 0,-3 5 0 0 0,-4 3 0 0 0,3 2 0 0 0,-1 0 0 0 0,-2 0 0 0 0,-3-5 0 0 0,4 4 0 0 0,0 0 0 0 0,-2 7 0 0 0,-1 2 0 0 0,-2-1 0 0 0,3-2 0 0 0,1-2 0 0 0,-1 4 0 0 0,-2 0 0 0 0,-1-1 0 0 0,-2 4 0 0 0,4 4 0 0 0,2-5 0 0 0,-2 1 0 0 0,0 4 0 0 0,-3-1 0 0 0,5-2 0 0 0,0 1 0 0 0,-1-1 0 0 0,-1-3 0 0 0,3 2 0 0 0,0 0 0 0 0,-1 3 0 0 0,-3 4 0 0 0,-1-1 0 0 0,-7 2 0 0 0,3-3 0 0 0,5-3 0 0 0,-2 1 0 0 0,-2 3 0 0 0,-1 4 0 0 0,0-2 0 0 0,-1 2 0 0 0,6-3 0 0 0,1-5 0 0 0,1-5 0 0 0,-2 2 0 0 0,4-1 0 0 0,0 4 0 0 0,0-2 0 0 0,-3-1 0 0 0,3-4 0 0 0,0 4 0 0 0,-1-1 0 0 0,-2 3 0 0 0,-2 6 0 0 0,-2 4 0 0 0,-1-7 0 0 0,4-5 0 0 0,2-5 0 0 0,5-4 0 0 0,0-1 0 0 0,3-1 0 0 0,0-6 0 0 0,2-1 0 0 0,4 0 0 0 0,-3-4 0 0 0,3 1 0 0 0,1 2 0 0 0,-2-4 0 0 0,1-8 0 0 0,6-8 0 0 0,6-13 0 0 0,6-6 0 0 0,2-5 0 0 0,5-3 0 0 0,5-4 0 0 0,-1-1 0 0 0,2-2 0 0 0,2 1 0 0 0,-3-1 0 0 0,-4 0 0 0 0,0 1 0 0 0,2-1 0 0 0,4 1 0 0 0,-2 0 0 0 0,-5 1 0 0 0,1-1 0 0 0,3 0 0 0 0,3 0 0 0 0,-2 0 0 0 0,-4 1 0 0 0,0-1 0 0 0,2 0 0 0 0,4 0 0 0 0,-1-5 0 0 0,-6-2 0 0 0,1 1 0 0 0,3-5 0 0 0,-2 1 0 0 0,1 6 0 0 0,-2 0 0 0 0,1-6 0 0 0,4 5 0 0 0,2-3 0 0 0,-2-4 0 0 0,1-6 0 0 0,1-5 0 0 0,3-4 0 0 0,1 3 0 0 0,3 0 0 0 0,-6 5 0 0 0,-5 5 0 0 0,-1 5 0 0 0,1-2 0 0 0,3 3 0 0 0,-2-4 0 0 0,-5 0 0 0 0,0-2 0 0 0,4-5 0 0 0,3-4 0 0 0,-2-3 0 0 0,0-3 0 0 0,-2 4 0 0 0,0 11 0 0 0,-2 3 0 0 0,1 4 0 0 0,-3 2 0 0 0,3-2 0 0 0,-3-1 0 0 0,-3 1 0 0 0,-4 3 0 0 0,3 1 0 0 0,-1 1 0 0 0,3 2 0 0 0,0 0 0 0 0,-2 0 0 0 0,-3 0 0 0 0,3 1 0 0 0,-1-1 0 0 0,4 6 0 0 0,-1 1 0 0 0,-2 0 0 0 0,3-1 0 0 0,-2-2 0 0 0,-2-2 0 0 0,-2 10 0 0 0,-3 13 0 0 0,-8 13 0 0 0,-2 11 0 0 0,-6 7 0 0 0,-1 4 0 0 0,2 3 0 0 0,3 2 0 0 0,-3-1 0 0 0,-4 0 0 0 0,0 5 0 0 0,-3 1 0 0 0,3 4 0 0 0,-3-5 0 0 0,3-3 0 0 0,-2-3 0 0 0,2-2 0 0 0,3 0 0 0 0,5-1 0 0 0,-3 1 0 0 0,-4 5 0 0 0,-6 8 0 0 0,2 1 0 0 0,3-1 0 0 0,4-3 0 0 0,-1 2 0 0 0,-4-1 0 0 0,1-1 0 0 0,-2-4 0 0 0,1-1 0 0 0,-1 3 0 0 0,2 5 0 0 0,-2 7 0 0 0,-3 0 0 0 0,2-4 0 0 0,-2 1 0 0 0,4-2 0 0 0,-2-4 0 0 0,2-3 0 0 0,5-3 0 0 0,3 3 0 0 0,-1 0 0 0 0,0-1 0 0 0,-4-2 0 0 0,1-1 0 0 0,3 4 0 0 0,-3 1 0 0 0,0-2 0 0 0,-2-1 0 0 0,1-1 0 0 0,-3-2 0 0 0,2-2 0 0 0,2 1 0 0 0,5-2 0 0 0,-3 6 0 0 0,-5 2 0 0 0,1-1 0 0 0,-3-1 0 0 0,1 3 0 0 0,4 1 0 0 0,4-1 0 0 0,-3-7 0 0 0,2-5 0 0 0,-4 0 0 0 0,1-1 0 0 0,2 1 0 0 0,3 2 0 0 0,3 0 0 0 0,-4-5 0 0 0,0 0 0 0 0,1-10 0 0 0,3-13 0 0 0,0-12 0 0 0,8-9 0 0 0,2-6 0 0 0,0-4 0 0 0,5-3 0 0 0,0 0 0 0 0,-1 0 0 0 0,-4 0 0 0 0,-1 1 0 0 0,3-5 0 0 0,0-1 0 0 0,4 0 0 0 0,0 2 0 0 0,-2 1 0 0 0,2 2 0 0 0,0 1 0 0 0,-3 1 0 0 0,-2 0 0 0 0,-3 0 0 0 0,3 1 0 0 0,1-1 0 0 0,-2 1 0 0 0,4-6 0 0 0,1-7 0 0 0,-3-1 0 0 0,-2 1 0 0 0,4-2 0 0 0,-1 1 0 0 0,-2 2 0 0 0,4 5 0 0 0,0 1 0 0 0,3 3 0 0 0,-1-3 0 0 0,3-7 0 0 0,-2-1 0 0 0,-3 1 0 0 0,-3 4 0 0 0,-3 3 0 0 0,3 1 0 0 0,-1-2 0 0 0,5-1 0 0 0,0 0 0 0 0,-2 3 0 0 0,-3 1 0 0 0,-3-4 0 0 0,4-6 0 0 0,0-1 0 0 0,-1 2 0 0 0,3-2 0 0 0,0 2 0 0 0,-1 2 0 0 0,2 3 0 0 0,0-2 0 0 0,-2 0 0 0 0,-3 2 0 0 0,-2 2 0 0 0,-1 2 0 0 0,-3 1 0 0 0,0 2 0 0 0,0 0 0 0 0,0 0 0 0 0,-1 1 0 0 0,1-1 0 0 0,-1 11 0 0 0,1 14 0 0 0,0 13 0 0 0,0 11 0 0 0,0 7 0 0 0,-5 5 0 0 0,-2 3 0 0 0,0 0 0 0 0,2 1 0 0 0,-4-1 0 0 0,0-1 0 0 0,-5 0 0 0 0,2-1 0 0 0,1 0 0 0 0,-2 0 0 0 0,2 0 0 0 0,1 0 0 0 0,4-1 0 0 0,-3 1 0 0 0,0 5 0 0 0,-4-3 0 0 0,1-3 0 0 0,2 5 0 0 0,-2 1 0 0 0,0 0 0 0 0,3 5 0 0 0,3-1 0 0 0,-4 0 0 0 0,2-3 0 0 0,-5-2 0 0 0,1 3 0 0 0,-4 1 0 0 0,2 4 0 0 0,-2 6 0 0 0,1 4 0 0 0,3-2 0 0 0,-1-3 0 0 0,2 0 0 0 0,-3-3 0 0 0,0 1 0 0 0,-1-1 0 0 0,1-4 0 0 0,3-3 0 0 0,3-3 0 0 0,-2 3 0 0 0,1 5 0 0 0,-3 2 0 0 0,-1-3 0 0 0,3 2 0 0 0,-2-5 0 0 0,1 0 0 0 0,-4 4 0 0 0,2 5 0 0 0,3 5 0 0 0,-3-1 0 0 0,2-4 0 0 0,-4-5 0 0 0,2 0 0 0 0,3 4 0 0 0,-3-1 0 0 0,2-3 0 0 0,2 1 0 0 0,3-1 0 0 0,2-3 0 0 0,-3-8 0 0 0,-1-4 0 0 0,2-2 0 0 0,1 0 0 0 0,1 1 0 0 0,3 1 0 0 0,-6-4 0 0 0,0-2 0 0 0,1 2 0 0 0,1 1 0 0 0,1-8 0 0 0,2-13 0 0 0,1-12 0 0 0,1-9 0 0 0,5-3 0 0 0,2-3 0 0 0,0-8 0 0 0,4-4 0 0 0,0-6 0 0 0,4 3 0 0 0,-2 4 0 0 0,4-4 0 0 0,-3-5 0 0 0,-2-1 0 0 0,1 2 0 0 0,-1 3 0 0 0,2 2 0 0 0,-1 3 0 0 0,3-3 0 0 0,3-7 0 0 0,-1 0 0 0 0,-4 2 0 0 0,-4-3 0 0 0,1 2 0 0 0,0 2 0 0 0,2 3 0 0 0,4 3 0 0 0,0-8 0 0 0,-4-3 0 0 0,-3 2 0 0 0,1-2 0 0 0,5-4 0 0 0,4-4 0 0 0,-1-3 0 0 0,1 3 0 0 0,-2 0 0 0 0,-4-2 0 0 0,0 10 0 0 0,-2 1 0 0 0,2-2 0 0 0,4 3 0 0 0,-1 2 0 0 0,2 4 0 0 0,3-3 0 0 0,-3-4 0 0 0,-4 0 0 0 0,-4 2 0 0 0,0-1 0 0 0,4 0 0 0 0,0-1 0 0 0,2-5 0 0 0,4 1 0 0 0,-3 5 0 0 0,-3-2 0 0 0,-5 2 0 0 0,2-2 0 0 0,-2 2 0 0 0,3 3 0 0 0,-1-3 0 0 0,3 2 0 0 0,-1 3 0 0 0,2 2 0 0 0,-1 2 0 0 0,-4 3 0 0 0,-3-5 0 0 0,-4-1 0 0 0,4 1 0 0 0,0 2 0 0 0,3 6 0 0 0,1-2 0 0 0,-2-1 0 0 0,-3-6 0 0 0,3-7 0 0 0,-1 0 0 0 0,-1 1 0 0 0,3 9 0 0 0,-1 5 0 0 0,-1 2 0 0 0,2 0 0 0 0,0 1 0 0 0,-2-1 0 0 0,-3 9 0 0 0,-2 14 0 0 0,-2 12 0 0 0,-1 11 0 0 0,-7 2 0 0 0,-1 3 0 0 0,0 3 0 0 0,1 2 0 0 0,-3 1 0 0 0,-1 2 0 0 0,-3 0 0 0 0,0 1 0 0 0,2-1 0 0 0,-1 0 0 0 0,0 0 0 0 0,3 0 0 0 0,-3 0 0 0 0,1 6 0 0 0,-3-5 0 0 0,1 4 0 0 0,-2 6 0 0 0,0 6 0 0 0,-1 5 0 0 0,-4 0 0 0 0,2-5 0 0 0,-2-5 0 0 0,3 1 0 0 0,-1 3 0 0 0,-2 4 0 0 0,1-1 0 0 0,5 1 0 0 0,-1-2 0 0 0,2-5 0 0 0,-2 0 0 0 0,-3 4 0 0 0,1 4 0 0 0,-2 4 0 0 0,-3 2 0 0 0,3 3 0 0 0,-2 6 0 0 0,-1-3 0 0 0,2-2 0 0 0,0-1 0 0 0,-3-6 0 0 0,-1-1 0 0 0,2 0 0 0 0,0-3 0 0 0,4-1 0 0 0,5 2 0 0 0,-1-2 0 0 0,2 0 0 0 0,-2 3 0 0 0,-4 2 0 0 0,2-2 0 0 0,-3-1 0 0 0,-3 3 0 0 0,3-4 0 0 0,4 0 0 0 0,4-3 0 0 0,5-5 0 0 0,-2 1 0 0 0,0-1 0 0 0,-4-4 0 0 0,1 3 0 0 0,1-1 0 0 0,-2-2 0 0 0,1-3 0 0 0,-4-1 0 0 0,2-3 0 0 0,2 0 0 0 0,4-1 0 0 0,3-1 0 0 0,1 1 0 0 0,2-1 0 0 0,-4 0 0 0 0,-1 1 0 0 0,0 0 0 0 0,1-1 0 0 0,1 1 0 0 0,-3 0 0 0 0,-1 0 0 0 0,1-11 0 0 0,2-13 0 0 0,1-14 0 0 0,2-11 0 0 0,6-7 0 0 0,3-10 0 0 0,0-10 0 0 0,-2-7 0 0 0,0-6 0 0 0,3-3 0 0 0,0 3 0 0 0,-1 7 0 0 0,-1 6 0 0 0,3 11 0 0 0,0 1 0 0 0,-2 1 0 0 0,-1 0 0 0 0,-2 1 0 0 0,-2 0 0 0 0,4-5 0 0 0,1-2 0 0 0,-1 1 0 0 0,-1 1 0 0 0,4-4 0 0 0,0 0 0 0 0,-1-4 0 0 0,-3 1 0 0 0,-1 1 0 0 0,-2-1 0 0 0,-1 0 0 0 0,-1-2 0 0 0,0-5 0 0 0,0-3 0 0 0,-1 1 0 0 0,1 5 0 0 0,0-1 0 0 0,5 3 0 0 0,2-1 0 0 0,-1-4 0 0 0,0 2 0 0 0,-3 4 0 0 0,0 4 0 0 0,-2-2 0 0 0,0-4 0 0 0,-1 0 0 0 0,5 4 0 0 0,1 2 0 0 0,1-1 0 0 0,-2 0 0 0 0,-2 3 0 0 0,0-4 0 0 0,-2 1 0 0 0,-1-3 0 0 0,0-5 0 0 0,0-5 0 0 0,0 2 0 0 0,0 5 0 0 0,-1-1 0 0 0,1-2 0 0 0,0 2 0 0 0,0 4 0 0 0,0 4 0 0 0,0 4 0 0 0,0-3 0 0 0,0 0 0 0 0,0-3 0 0 0,0-1 0 0 0,0 3 0 0 0,0-3 0 0 0,0 1 0 0 0,0 2 0 0 0,0 2 0 0 0,0 4 0 0 0,0 1 0 0 0,0 1 0 0 0,0 1 0 0 0,0 1 0 0 0,0 0 0 0 0,0 10 0 0 0,0 14 0 0 0,0 13 0 0 0,0 11 0 0 0,0 12 0 0 0,-5 2 0 0 0,-2 0 0 0 0,0 0 0 0 0,-3 0 0 0 0,-1 0 0 0 0,-3 4 0 0 0,0 3 0 0 0,-2 3 0 0 0,1 7 0 0 0,4 4 0 0 0,3-1 0 0 0,-2-4 0 0 0,0-5 0 0 0,3-5 0 0 0,-4 2 0 0 0,1-1 0 0 0,-3 4 0 0 0,0 5 0 0 0,2-1 0 0 0,-1 3 0 0 0,0-3 0 0 0,3-3 0 0 0,3 0 0 0 0,-4 5 0 0 0,2-2 0 0 0,-5 7 0 0 0,1-1 0 0 0,2-3 0 0 0,-3 5 0 0 0,2-2 0 0 0,-4 1 0 0 0,2 2 0 0 0,3-4 0 0 0,-3 0 0 0 0,1 2 0 0 0,-2-3 0 0 0,1 0 0 0 0,3 2 0 0 0,-3 2 0 0 0,2 3 0 0 0,2 1 0 0 0,3 7 0 0 0,2-2 0 0 0,2-3 0 0 0,1-5 0 0 0,-4-3 0 0 0,-1 1 0 0 0,0-3 0 0 0,1-1 0 0 0,1 2 0 0 0,2-2 0 0 0,1 0 0 0 0,1 3 0 0 0,0 2 0 0 0,-5-8 0 0 0,-2-1 0 0 0,1-4 0 0 0,0 2 0 0 0,3-1 0 0 0,1-4 0 0 0,0-2 0 0 0,2-2 0 0 0,0-3 0 0 0,0 0 0 0 0,0-1 0 0 0,1 4 0 0 0,-1 2 0 0 0,0 0 0 0 0,0-1 0 0 0,0-2 0 0 0,0-1 0 0 0,0-1 0 0 0,5-5 0 0 0,2-14 0 0 0,0-14 0 0 0,4-6 0 0 0,-1-8 0 0 0,5-6 0 0 0,-2-5 0 0 0,-2-3 0 0 0,-3-2 0 0 0,2-1 0 0 0,0 0 0 0 0,2-6 0 0 0,6 5 0 0 0,-1 1 0 0 0,-3 2 0 0 0,-4 1 0 0 0,1-1 0 0 0,-1 1 0 0 0,3-1 0 0 0,0-1 0 0 0,2-4 0 0 0,-1-3 0 0 0,-3 0 0 0 0,-3 2 0 0 0,-4-4 0 0 0,4 0 0 0 0,5 1 0 0 0,0-3 0 0 0,4 1 0 0 0,-1 1 0 0 0,-4-2 0 0 0,-4 0 0 0 0,-2-3 0 0 0,2-4 0 0 0,-1 0 0 0 0,0-1 0 0 0,3-8 0 0 0,5-5 0 0 0,1-7 0 0 0,2-2 0 0 0,-2 5 0 0 0,-4-1 0 0 0,-3 1 0 0 0,2 6 0 0 0,-2-3 0 0 0,4 0 0 0 0,-1-5 0 0 0,-2-2 0 0 0,-3 7 0 0 0,-3 3 0 0 0,-2 2 0 0 0,5 5 0 0 0,0 2 0 0 0,-1 4 0 0 0,4-5 0 0 0,0-5 0 0 0,-1 4 0 0 0,-3-1 0 0 0,3 4 0 0 0,1 0 0 0 0,-3-1 0 0 0,4 3 0 0 0,0-7 0 0 0,-3-3 0 0 0,-2 2 0 0 0,-2 6 0 0 0,-2 1 0 0 0,-1 4 0 0 0,-1 0 0 0 0,5-4 0 0 0,2 2 0 0 0,-1-1 0 0 0,-1 2 0 0 0,-1 4 0 0 0,3-2 0 0 0,1 3 0 0 0,-1-3 0 0 0,-1 1 0 0 0,2 3 0 0 0,1 3 0 0 0,-1-2 0 0 0,-2 0 0 0 0,3-3 0 0 0,0 0 0 0 0,-2 2 0 0 0,-1 3 0 0 0,-3 3 0 0 0,-1 1 0 0 0,-1 3 0 0 0,-1 0 0 0 0,0 0 0 0 0,5 6 0 0 0,2 12 0 0 0,-1 14 0 0 0,-1 12 0 0 0,-1 8 0 0 0,-2 12 0 0 0,-1 5 0 0 0,0 2 0 0 0,-7-1 0 0 0,-1-2 0 0 0,0 3 0 0 0,-4-5 0 0 0,0 3 0 0 0,2-2 0 0 0,3 0 0 0 0,-4 4 0 0 0,1 5 0 0 0,1 6 0 0 0,2 0 0 0 0,-2 1 0 0 0,-1-3 0 0 0,1-5 0 0 0,-2 2 0 0 0,-1-3 0 0 0,2 2 0 0 0,-2 4 0 0 0,0-1 0 0 0,-3 2 0 0 0,1-3 0 0 0,2-4 0 0 0,-1 2 0 0 0,0 3 0 0 0,3-2 0 0 0,3 8 0 0 0,-3 0 0 0 0,0-4 0 0 0,1-1 0 0 0,3-2 0 0 0,2 5 0 0 0,1 6 0 0 0,1-3 0 0 0,-4 0 0 0 0,-2 1 0 0 0,1-3 0 0 0,1-1 0 0 0,-4-4 0 0 0,0 1 0 0 0,1 2 0 0 0,3-2 0 0 0,1 1 0 0 0,-4 2 0 0 0,1-2 0 0 0,0 1 0 0 0,1-3 0 0 0,3 0 0 0 0,-4 4 0 0 0,-1-3 0 0 0,1-4 0 0 0,2 0 0 0 0,1-1 0 0 0,2 1 0 0 0,-4 5 0 0 0,-1-2 0 0 0,0 1 0 0 0,2-1 0 0 0,2-5 0 0 0,1-4 0 0 0,1-3 0 0 0,0-3 0 0 0,2-1 0 0 0,-1-2 0 0 0,0 0 0 0 0,0 0 0 0 0,1 0 0 0 0,-1 1 0 0 0,0-1 0 0 0,0 1 0 0 0,0-1 0 0 0,0 1 0 0 0,0 0 0 0 0,0 0 0 0 0,0 0 0 0 0,0 0 0 0 0,0-11 0 0 0,5-8 0 0 0,2-12 0 0 0,5-11 0 0 0,0-9 0 0 0,-1-11 0 0 0,2-7 0 0 0,-1 0 0 0 0,-3-6 0 0 0,3 5 0 0 0,-1 5 0 0 0,3-4 0 0 0,-1 1 0 0 0,-2-5 0 0 0,-4 0 0 0 0,3-4 0 0 0,4-4 0 0 0,1 1 0 0 0,2-1 0 0 0,-1 2 0 0 0,1 4 0 0 0,-2-1 0 0 0,-3 2 0 0 0,-4-2 0 0 0,-3 1 0 0 0,2 3 0 0 0,1 4 0 0 0,4-4 0 0 0,-1-4 0 0 0,4-5 0 0 0,-1-5 0 0 0,-3-3 0 0 0,-3-3 0 0 0,2 4 0 0 0,0 7 0 0 0,-3 6 0 0 0,-1 0 0 0 0,2-2 0 0 0,1 1 0 0 0,4 2 0 0 0,-1-1 0 0 0,-2-4 0 0 0,3-4 0 0 0,-2 1 0 0 0,-2 0 0 0 0,3 2 0 0 0,-1 5 0 0 0,-2-1 0 0 0,-3-3 0 0 0,-3-4 0 0 0,-1 1 0 0 0,4 5 0 0 0,1 4 0 0 0,0 5 0 0 0,-3-2 0 0 0,5 5 0 0 0,0-2 0 0 0,-1 1 0 0 0,-3 0 0 0 0,-1 1 0 0 0,-2-4 0 0 0,-1-1 0 0 0,5 1 0 0 0,0-4 0 0 0,1-5 0 0 0,3 1 0 0 0,0 2 0 0 0,-1 4 0 0 0,3 8 0 0 0,-1 5 0 0 0,-2 1 0 0 0,-3 1 0 0 0,-2 8 0 0 0,-2 14 0 0 0,-1 12 0 0 0,-1 10 0 0 0,0 6 0 0 0,-1 5 0 0 0,1 3 0 0 0,0 5 0 0 0,-1 2 0 0 0,-4 0 0 0 0,-2-2 0 0 0,0-3 0 0 0,2-1 0 0 0,-4-2 0 0 0,-1 0 0 0 0,2 4 0 0 0,3 1 0 0 0,1 0 0 0 0,2 4 0 0 0,-5 6 0 0 0,0 5 0 0 0,1 4 0 0 0,1-2 0 0 0,-4 0 0 0 0,0-4 0 0 0,2-4 0 0 0,-4-1 0 0 0,0 3 0 0 0,2-1 0 0 0,3 1 0 0 0,2 4 0 0 0,-4-3 0 0 0,1-3 0 0 0,0-5 0 0 0,2 1 0 0 0,-4 4 0 0 0,0-1 0 0 0,2 3 0 0 0,1 4 0 0 0,3 3 0 0 0,1-3 0 0 0,1-4 0 0 0,0 0 0 0 0,2-4 0 0 0,-1 3 0 0 0,-5-3 0 0 0,-1-3 0 0 0,-1 2 0 0 0,2-1 0 0 0,1 2 0 0 0,2 0 0 0 0,1-3 0 0 0,0-3 0 0 0,1-3 0 0 0,-5-2 0 0 0,-2 4 0 0 0,1 1 0 0 0,1-1 0 0 0,1-1 0 0 0,2-2 0 0 0,1-2 0 0 0,0 0 0 0 0,1-1 0 0 0,0 0 0 0 0,1 5 0 0 0,-1 7 0 0 0,0 1 0 0 0,0-2 0 0 0,1-2 0 0 0,-1-3 0 0 0,0-2 0 0 0,0-3 0 0 0,0-1 0 0 0,0-10 0 0 0,0-15 0 0 0,0-14 0 0 0,0-10 0 0 0,5-2 0 0 0,2-9 0 0 0,-1-4 0 0 0,0-7 0 0 0,-2-7 0 0 0,-2-1 0 0 0,-1-3 0 0 0,5 2 0 0 0,1 4 0 0 0,-1 5 0 0 0,-1 4 0 0 0,-1 2 0 0 0,-2 2 0 0 0,-1 2 0 0 0,0-1 0 0 0,4-4 0 0 0,1-2 0 0 0,1 0 0 0 0,-2 2 0 0 0,-1-5 0 0 0,-2 0 0 0 0,-1 1 0 0 0,-1-3 0 0 0,0 1 0 0 0,0-4 0 0 0,5 1 0 0 0,2 2 0 0 0,-1-1 0 0 0,-1 0 0 0 0,-1-2 0 0 0,-2-4 0 0 0,0-5 0 0 0,-2 2 0 0 0,0 0 0 0 0,0-3 0 0 0,0-1 0 0 0,-1-3 0 0 0,1-1 0 0 0,0 4 0 0 0,0 1 0 0 0,0 0 0 0 0,0 3 0 0 0,0 1 0 0 0,0 3 0 0 0,0 5 0 0 0,0 5 0 0 0,0 3 0 0 0,0-3 0 0 0,0 0 0 0 0,0 1 0 0 0,0 2 0 0 0,0 1 0 0 0,0-4 0 0 0,0 0 0 0 0,0 0 0 0 0,0 2 0 0 0,0 2 0 0 0,0 1 0 0 0,0 1 0 0 0,0 1 0 0 0,0 0 0 0 0,0 1 0 0 0,0-1 0 0 0,0 1 0 0 0,0-1 0 0 0,0 0 0 0 0,0 1 0 0 0,-5 4 0 0 0,-2 2 0 0 0,0 0 0 0 0,2-1 0 0 0,-4 3 0 0 0,-6 6 0 0 0,-5 5 0 0 0,0 10 0 0 0,5 10 0 0 0,-2 10 0 0 0,3 5 0 0 0,-2 0 0 0 0,2 1 0 0 0,4 6 0 0 0,-3-2 0 0 0,2 0 0 0 0,-3-1 0 0 0,-4 1 0 0 0,1 1 0 0 0,3 5 0 0 0,-1-3 0 0 0,2 3 0 0 0,-2-3 0 0 0,2-3 0 0 0,-3 4 0 0 0,2 2 0 0 0,3 6 0 0 0,-2 1 0 0 0,2-2 0 0 0,-3 3 0 0 0,-5 0 0 0 0,2-3 0 0 0,-2 3 0 0 0,2 4 0 0 0,-1 5 0 0 0,-2 4 0 0 0,-4 3 0 0 0,2-4 0 0 0,1 0 0 0 0,-3 1 0 0 0,4 1 0 0 0,5-3 0 0 0,4-1 0 0 0,5-4 0 0 0,-2 0 0 0 0,1 2 0 0 0,-5-2 0 0 0,1 1 0 0 0,-4 2 0 0 0,-4 4 0 0 0,1 1 0 0 0,4-2 0 0 0,-2-1 0 0 0,3 1 0 0 0,3-4 0 0 0,3-5 0 0 0,-2 1 0 0 0,1-4 0 0 0,1 2 0 0 0,-4-6 0 0 0,1 0 0 0 0,2 4 0 0 0,2 5 0 0 0,-3-5 0 0 0,-1 0 0 0 0,3 4 0 0 0,2 3 0 0 0,1 0 0 0 0,2-4 0 0 0,1-5 0 0 0,1-4 0 0 0,0-3 0 0 0,1-2 0 0 0,-1-1 0 0 0,0-1 0 0 0,1 0 0 0 0,-1 0 0 0 0,0 1 0 0 0,0-1 0 0 0,0 0 0 0 0,0-9 0 0 0,0-15 0 0 0,0-13 0 0 0,0-11 0 0 0,0-7 0 0 0,0-5 0 0 0,0-2 0 0 0,5-2 0 0 0,2 1 0 0 0,0-5 0 0 0,-2-2 0 0 0,-1 2 0 0 0,-2 1 0 0 0,5 2 0 0 0,0-4 0 0 0,0 0 0 0 0,-2 2 0 0 0,4 1 0 0 0,0 1 0 0 0,-1 2 0 0 0,3-4 0 0 0,-1-6 0 0 0,-1-1 0 0 0,-3 1 0 0 0,3-1 0 0 0,1 0 0 0 0,-3-2 0 0 0,-1 1 0 0 0,-3 3 0 0 0,-1-1 0 0 0,-1 0 0 0 0,-1-2 0 0 0,0 1 0 0 0,-1 3 0 0 0,6-2 0 0 0,2-4 0 0 0,-1-5 0 0 0,-1 1 0 0 0,-1-1 0 0 0,4-2 0 0 0,0-2 0 0 0,-1-3 0 0 0,-2 4 0 0 0,-1 1 0 0 0,-2 4 0 0 0,4 0 0 0 0,2 4 0 0 0,-2 4 0 0 0,-1-2 0 0 0,-1 3 0 0 0,3 1 0 0 0,1-1 0 0 0,-1 0 0 0 0,-2 2 0 0 0,-1-3 0 0 0,-2 0 0 0 0,-1-2 0 0 0,-1-5 0 0 0,0-5 0 0 0,-1 2 0 0 0,1 0 0 0 0,0 2 0 0 0,0 6 0 0 0,-1 4 0 0 0,1 4 0 0 0,0 3 0 0 0,0 2 0 0 0,0 0 0 0 0,0 1 0 0 0,0 0 0 0 0,0 0 0 0 0,6 0 0 0 0,1 0 0 0 0,-1-1 0 0 0,0 0 0 0 0,-3 1 0 0 0,0-1 0 0 0,-2 0 0 0 0,0 11 0 0 0,-1 13 0 0 0,-1 14 0 0 0,1 11 0 0 0,0 7 0 0 0,-1 5 0 0 0,1 8 0 0 0,0 2 0 0 0,0 5 0 0 0,-5-4 0 0 0,-2 0 0 0 0,0-1 0 0 0,-3-3 0 0 0,-1-1 0 0 0,2-2 0 0 0,2 3 0 0 0,3 1 0 0 0,2-1 0 0 0,1 4 0 0 0,0 1 0 0 0,-4-3 0 0 0,-1 3 0 0 0,-6 6 0 0 0,1-2 0 0 0,0 3 0 0 0,4 4 0 0 0,-3-3 0 0 0,0 1 0 0 0,2 3 0 0 0,2-3 0 0 0,3 0 0 0 0,-4-3 0 0 0,-1 1 0 0 0,1-3 0 0 0,2-4 0 0 0,2 1 0 0 0,-4 4 0 0 0,-1 0 0 0 0,1 1 0 0 0,2-1 0 0 0,1 1 0 0 0,2 3 0 0 0,1 4 0 0 0,1 2 0 0 0,0-3 0 0 0,0 0 0 0 0,-5-4 0 0 0,-1 0 0 0 0,-1-3 0 0 0,2-5 0 0 0,1 2 0 0 0,2-3 0 0 0,1 4 0 0 0,0 4 0 0 0,1 4 0 0 0,0 3 0 0 0,-4-7 0 0 0,-3-2 0 0 0,0 2 0 0 0,2-3 0 0 0,2 2 0 0 0,0-2 0 0 0,2-4 0 0 0,0-4 0 0 0,1-2 0 0 0,1-3 0 0 0,-1-2 0 0 0,0-1 0 0 0,0 1 0 0 0,1-1 0 0 0,-1 0 0 0 0,0 0 0 0 0,0 1 0 0 0,0-1 0 0 0,0-9 0 0 0,0-15 0 0 0,0-13 0 0 0,0-11 0 0 0,0-7 0 0 0,0-5 0 0 0,0-2 0 0 0,0-7 0 0 0,0-7 0 0 0,0 0 0 0 0,0-4 0 0 0,0 2 0 0 0,0 4 0 0 0,0 4 0 0 0,0 3 0 0 0,0 4 0 0 0,0 1 0 0 0,0 1 0 0 0,0 1 0 0 0,0 0 0 0 0,0-5 0 0 0,0-2 0 0 0,5-1 0 0 0,2 3 0 0 0,0-5 0 0 0,-2 0 0 0 0,-1-4 0 0 0,-2 0 0 0 0,-1-3 0 0 0,0-3 0 0 0,-1-5 0 0 0,0 3 0 0 0,-1-1 0 0 0,1-2 0 0 0,0 4 0 0 0,0 4 0 0 0,0 1 0 0 0,0 2 0 0 0,0-1 0 0 0,0 1 0 0 0,0-2 0 0 0,0 1 0 0 0,0 4 0 0 0,0-3 0 0 0,0-3 0 0 0,0 0 0 0 0,0 4 0 0 0,0-2 0 0 0,0-4 0 0 0,0-4 0 0 0,0 2 0 0 0,0-1 0 0 0,0 4 0 0 0,0 3 0 0 0,0 1 0 0 0,0 1 0 0 0,0 3 0 0 0,0 3 0 0 0,0 3 0 0 0,0-3 0 0 0,0-2 0 0 0,5 2 0 0 0,2 2 0 0 0,-1 1 0 0 0,0 1 0 0 0,-2 1 0 0 0,-2 1 0 0 0,-1 0 0 0 0,0 1 0 0 0,-1-1 0 0 0,0 1 0 0 0,-1-6 0 0 0,1-2 0 0 0,0 1 0 0 0,0 1 0 0 0,-1 1 0 0 0,1 2 0 0 0,0 1 0 0 0,0 1 0 0 0,0 10 0 0 0,0 15 0 0 0,0 13 0 0 0,0 11 0 0 0,-5 13 0 0 0,-2 11 0 0 0,-5-1 0 0 0,0-2 0 0 0,2-3 0 0 0,2-2 0 0 0,3 3 0 0 0,-3-4 0 0 0,-1-3 0 0 0,2 5 0 0 0,-3 1 0 0 0,0-1 0 0 0,1 5 0 0 0,-2 1 0 0 0,0-2 0 0 0,2-2 0 0 0,-2-2 0 0 0,0 4 0 0 0,2 0 0 0 0,3 3 0 0 0,2 7 0 0 0,-3-1 0 0 0,-1-4 0 0 0,1 2 0 0 0,-3-1 0 0 0,0 1 0 0 0,1-2 0 0 0,-2 3 0 0 0,0 3 0 0 0,-3 4 0 0 0,0 4 0 0 0,-1-4 0 0 0,0 0 0 0 0,4 1 0 0 0,-2-3 0 0 0,1-6 0 0 0,3-5 0 0 0,3 1 0 0 0,2 4 0 0 0,3-1 0 0 0,-5 3 0 0 0,-1 3 0 0 0,1-2 0 0 0,-4-3 0 0 0,-1 0 0 0 0,3-2 0 0 0,1-3 0 0 0,-2-4 0 0 0,0 3 0 0 0,1 5 0 0 0,3 5 0 0 0,1-1 0 0 0,2-3 0 0 0,1 1 0 0 0,1 3 0 0 0,0-2 0 0 0,-4-4 0 0 0,-3-4 0 0 0,1-3 0 0 0,1-3 0 0 0,1-3 0 0 0,2 0 0 0 0,0-1 0 0 0,2 0 0 0 0,0 0 0 0 0,0 0 0 0 0,0 1 0 0 0,1-1 0 0 0,-1 1 0 0 0,0-16 0 0 0,0-15 0 0 0,0-14 0 0 0,0-9 0 0 0,0-6 0 0 0,0-3 0 0 0,0-7 0 0 0,0-7 0 0 0,5 4 0 0 0,2-1 0 0 0,0 1 0 0 0,4-2 0 0 0,-1-5 0 0 0,-1 1 0 0 0,3 4 0 0 0,0 4 0 0 0,-3-2 0 0 0,-3 1 0 0 0,-2 2 0 0 0,-2 3 0 0 0,-1-4 0 0 0,-1-4 0 0 0,0-7 0 0 0,-1-3 0 0 0,6 0 0 0 0,1 1 0 0 0,1 2 0 0 0,-2-4 0 0 0,-1 1 0 0 0,3 5 0 0 0,1-1 0 0 0,0 5 0 0 0,-3-2 0 0 0,-1-9 0 0 0,3 1 0 0 0,1 4 0 0 0,-1 0 0 0 0,-2-1 0 0 0,-1-3 0 0 0,-2-2 0 0 0,-2 3 0 0 0,1 0 0 0 0,-1-6 0 0 0,5-3 0 0 0,1 3 0 0 0,0 2 0 0 0,0 5 0 0 0,-3 2 0 0 0,0-2 0 0 0,-2-2 0 0 0,-1 4 0 0 0,0-1 0 0 0,0-2 0 0 0,0 3 0 0 0,0 0 0 0 0,-1 4 0 0 0,1-2 0 0 0,0 3 0 0 0,0 4 0 0 0,0-1 0 0 0,0 1 0 0 0,0-3 0 0 0,0-3 0 0 0,0 0 0 0 0,0 3 0 0 0,0 5 0 0 0,0 3 0 0 0,0 3 0 0 0,0 2 0 0 0,0 1 0 0 0,0 1 0 0 0,0 0 0 0 0,0 10 0 0 0,0 14 0 0 0,0 14 0 0 0,0 9 0 0 0,0 9 0 0 0,0 4 0 0 0,0 2 0 0 0,0 7 0 0 0,-5 2 0 0 0,-7 3 0 0 0,-2 1 0 0 0,2-2 0 0 0,3-4 0 0 0,3-3 0 0 0,2-2 0 0 0,2 3 0 0 0,-4 6 0 0 0,0 6 0 0 0,0 6 0 0 0,-4-2 0 0 0,-1-5 0 0 0,3 1 0 0 0,1-4 0 0 0,-2-3 0 0 0,0-5 0 0 0,1-2 0 0 0,2 8 0 0 0,3 7 0 0 0,1 1 0 0 0,1 1 0 0 0,-4 4 0 0 0,-2 1 0 0 0,1 3 0 0 0,-4-5 0 0 0,-1-5 0 0 0,2-2 0 0 0,3-3 0 0 0,-4-4 0 0 0,1-4 0 0 0,1 2 0 0 0,3 5 0 0 0,-4 1 0 0 0,0 2 0 0 0,2-1 0 0 0,1-3 0 0 0,3 2 0 0 0,1 3 0 0 0,1 4 0 0 0,1-1 0 0 0,-5-5 0 0 0,-2-4 0 0 0,1-4 0 0 0,1 1 0 0 0,1 0 0 0 0,-3-1 0 0 0,-1-3 0 0 0,1-1 0 0 0,1-2 0 0 0,3 0 0 0 0,1-2 0 0 0,-5 6 0 0 0,0 2 0 0 0,1 4 0 0 0,1 1 0 0 0,1-2 0 0 0,2-3 0 0 0,1-2 0 0 0,1-2 0 0 0,0-2 0 0 0,0-1 0 0 0,0 0 0 0 0,1-1 0 0 0,-1 0 0 0 0,0 1 0 0 0,0-11 0 0 0,0-14 0 0 0,0-13 0 0 0,0-11 0 0 0,0-7 0 0 0,0-5 0 0 0,0-3 0 0 0,0 0 0 0 0,0 0 0 0 0,0-6 0 0 0,0 0 0 0 0,0 0 0 0 0,0 2 0 0 0,0 3 0 0 0,0 0 0 0 0,0-3 0 0 0,0-1 0 0 0,5-5 0 0 0,2 0 0 0 0,0-3 0 0 0,-2 1 0 0 0,-1 3 0 0 0,-2 3 0 0 0,0 3 0 0 0,3 3 0 0 0,2 1 0 0 0,0 1 0 0 0,-2-4 0 0 0,-2-3 0 0 0,0 2 0 0 0,-2-5 0 0 0,-1-1 0 0 0,0-2 0 0 0,0-1 0 0 0,0 4 0 0 0,-1-3 0 0 0,1 1 0 0 0,0 3 0 0 0,0 3 0 0 0,0 2 0 0 0,0-3 0 0 0,0 0 0 0 0,0 0 0 0 0,0 3 0 0 0,0-5 0 0 0,0 1 0 0 0,0 0 0 0 0,0 3 0 0 0,0-4 0 0 0,0 0 0 0 0,0 2 0 0 0,0 2 0 0 0,0 1 0 0 0,0-3 0 0 0,0-6 0 0 0,0-1 0 0 0,0-2 0 0 0,0 0 0 0 0,0-1 0 0 0,0 1 0 0 0,0 4 0 0 0,0 4 0 0 0,0 4 0 0 0,0 2 0 0 0,0 1 0 0 0,0 2 0 0 0,0-1 0 0 0,0 1 0 0 0,0 0 0 0 0,0 0 0 0 0,0-1 0 0 0,0 1 0 0 0,0-1 0 0 0,0 0 0 0 0,0 1 0 0 0,-6 4 0 0 0,0 13 0 0 0,-1 13 0 0 0,2 12 0 0 0,1 9 0 0 0,1 7 0 0 0,2 3 0 0 0,-5 2 0 0 0,-1 1 0 0 0,1-1 0 0 0,1 0 0 0 0,-4 4 0 0 0,0 7 0 0 0,1 1 0 0 0,3-2 0 0 0,1 2 0 0 0,-4-6 0 0 0,0 0 0 0 0,2-1 0 0 0,0 4 0 0 0,-2 4 0 0 0,-1 1 0 0 0,1-3 0 0 0,3 1 0 0 0,1-1 0 0 0,2 2 0 0 0,1 4 0 0 0,1-2 0 0 0,0-3 0 0 0,0-4 0 0 0,1 1 0 0 0,-1 4 0 0 0,-5-1 0 0 0,-2 9 0 0 0,1 4 0 0 0,0 4 0 0 0,-3 6 0 0 0,0-2 0 0 0,1-3 0 0 0,2-6 0 0 0,2-3 0 0 0,2 1 0 0 0,1-5 0 0 0,-4 0 0 0 0,-2-3 0 0 0,1 1 0 0 0,1 8 0 0 0,1-1 0 0 0,2-4 0 0 0,-4 0 0 0 0,-1-4 0 0 0,0 1 0 0 0,2-2 0 0 0,1 1 0 0 0,2 3 0 0 0,-4-2 0 0 0,-1 2 0 0 0,0-3 0 0 0,2 2 0 0 0,2 2 0 0 0,0 4 0 0 0,2-3 0 0 0,1-5 0 0 0,0 0 0 0 0,0 3 0 0 0,1 3 0 0 0,-1 3 0 0 0,0-3 0 0 0,0-5 0 0 0,0 0 0 0 0,1-3 0 0 0,-1-4 0 0 0,0-4 0 0 0,0-3 0 0 0,0-1 0 0 0,0-2 0 0 0,-1-1 0 0 0,1 0 0 0 0,6-5 0 0 0,1-18 0 0 0,5-19 0 0 0,0-15 0 0 0,-2-11 0 0 0,-2-6 0 0 0,-3 0 0 0 0,3-3 0 0 0,1-5 0 0 0,3 3 0 0 0,0 3 0 0 0,-2 4 0 0 0,-3 5 0 0 0,3-2 0 0 0,-1 0 0 0 0,-1 1 0 0 0,-3 3 0 0 0,-1 1 0 0 0,-2 2 0 0 0,-2-5 0 0 0,1-6 0 0 0,-2-1 0 0 0,1-4 0 0 0,-1-4 0 0 0,1-3 0 0 0,5-4 0 0 0,2 4 0 0 0,-1 6 0 0 0,0 5 0 0 0,-2 1 0 0 0,-2-4 0 0 0,-1-4 0 0 0,0 2 0 0 0,-1-2 0 0 0,0-2 0 0 0,-1 2 0 0 0,1 5 0 0 0,0 5 0 0 0,0 4 0 0 0,-1-2 0 0 0,1 0 0 0 0,0-3 0 0 0,0-1 0 0 0,0-2 0 0 0,0 0 0 0 0,0 3 0 0 0,0 4 0 0 0,0 2 0 0 0,0-3 0 0 0,0-5 0 0 0,0-5 0 0 0,0-1 0 0 0,0 4 0 0 0,0 5 0 0 0,0 3 0 0 0,0 3 0 0 0,0-2 0 0 0,0-7 0 0 0,0 1 0 0 0,0-5 0 0 0,0-3 0 0 0,0 1 0 0 0,0 4 0 0 0,0 5 0 0 0,0 3 0 0 0,0 4 0 0 0,0 2 0 0 0,0 1 0 0 0,0 1 0 0 0,0 0 0 0 0,0 0 0 0 0,-5 5 0 0 0,-2 2 0 0 0,1-1 0 0 0,0-1 0 0 0,-3-2 0 0 0,0 9 0 0 0,1 13 0 0 0,2 12 0 0 0,2 10 0 0 0,-3 8 0 0 0,-1 5 0 0 0,1 2 0 0 0,-3 1 0 0 0,-1 6 0 0 0,3 1 0 0 0,-4-1 0 0 0,1-2 0 0 0,2-1 0 0 0,3-3 0 0 0,2-1 0 0 0,2 5 0 0 0,1 0 0 0 0,1 1 0 0 0,-5-3 0 0 0,-1 0 0 0 0,0-3 0 0 0,1 0 0 0 0,1 0 0 0 0,2 9 0 0 0,-5 9 0 0 0,0 0 0 0 0,0-2 0 0 0,2 1 0 0 0,2-3 0 0 0,-5 2 0 0 0,0 8 0 0 0,1 5 0 0 0,-3 2 0 0 0,-1 2 0 0 0,3 0 0 0 0,1-1 0 0 0,3-1 0 0 0,2-5 0 0 0,1-8 0 0 0,1-2 0 0 0,0-3 0 0 0,-5 0 0 0 0,-1 4 0 0 0,0-2 0 0 0,1 2 0 0 0,-4-2 0 0 0,-1-4 0 0 0,3 1 0 0 0,1-1 0 0 0,2 2 0 0 0,2-2 0 0 0,-5 4 0 0 0,0 3 0 0 0,1 4 0 0 0,1-2 0 0 0,1-5 0 0 0,2 1 0 0 0,1-4 0 0 0,-4-3 0 0 0,-2-3 0 0 0,1-4 0 0 0,1-2 0 0 0,1 5 0 0 0,2 0 0 0 0,1 0 0 0 0,0-2 0 0 0,1-1 0 0 0,1-1 0 0 0,-1-1 0 0 0,0-1 0 0 0,0 0 0 0 0,1-1 0 0 0,-1 1 0 0 0,0 0 0 0 0,0-1 0 0 0,0 1 0 0 0,0 0 0 0 0,0-11 0 0 0,0-14 0 0 0,0-13 0 0 0,5-10 0 0 0,2-8 0 0 0,0-5 0 0 0,-2-8 0 0 0,-1-3 0 0 0,3 7 0 0 0,2 2 0 0 0,-2 2 0 0 0,3 2 0 0 0,1-7 0 0 0,-2-6 0 0 0,2-2 0 0 0,0-5 0 0 0,-2 2 0 0 0,-3-3 0 0 0,-2 3 0 0 0,-2 2 0 0 0,-1 0 0 0 0,4-4 0 0 0,2-4 0 0 0,-1 1 0 0 0,-1 5 0 0 0,-1 4 0 0 0,3 5 0 0 0,1-3 0 0 0,-1 1 0 0 0,-2-3 0 0 0,-1-1 0 0 0,3-2 0 0 0,1 0 0 0 0,-1 3 0 0 0,-2-2 0 0 0,-1-4 0 0 0,-2 2 0 0 0,-1-3 0 0 0,4 2 0 0 0,2 3 0 0 0,-1-5 0 0 0,-1-1 0 0 0,-1-2 0 0 0,-2 3 0 0 0,-1-1 0 0 0,0-2 0 0 0,-1-4 0 0 0,-1 4 0 0 0,1-1 0 0 0,0-1 0 0 0,0 3 0 0 0,-1 0 0 0 0,1 3 0 0 0,0-1 0 0 0,0-2 0 0 0,0 2 0 0 0,0-1 0 0 0,0 3 0 0 0,0 4 0 0 0,0-2 0 0 0,0 3 0 0 0,0-3 0 0 0,0-4 0 0 0,0-4 0 0 0,0 2 0 0 0,0 4 0 0 0,0 5 0 0 0,0-1 0 0 0,0 1 0 0 0,0-2 0 0 0,0 1 0 0 0,0 3 0 0 0,0 2 0 0 0,0 3 0 0 0,0 2 0 0 0,-5 1 0 0 0,-2 2 0 0 0,0-1 0 0 0,2 1 0 0 0,1 0 0 0 0,2-1 0 0 0,1 1 0 0 0,-5 4 0 0 0,-1 3 0 0 0,0-1 0 0 0,2-2 0 0 0,2-1 0 0 0,1-1 0 0 0,-5 3 0 0 0,-5 12 0 0 0,-2 14 0 0 0,3 11 0 0 0,2 9 0 0 0,-2 11 0 0 0,0 6 0 0 0,3 2 0 0 0,-3-2 0 0 0,0-1 0 0 0,3-1 0 0 0,-3-3 0 0 0,0-1 0 0 0,2-1 0 0 0,3 0 0 0 0,2 0 0 0 0,2-1 0 0 0,1 6 0 0 0,1 7 0 0 0,-5 6 0 0 0,-1 6 0 0 0,0 4 0 0 0,1-3 0 0 0,1-1 0 0 0,-3-4 0 0 0,-1-5 0 0 0,1-6 0 0 0,1-4 0 0 0,-3 2 0 0 0,0 5 0 0 0,2 1 0 0 0,1-2 0 0 0,2 2 0 0 0,2-1 0 0 0,1-2 0 0 0,1-4 0 0 0,0 3 0 0 0,1 5 0 0 0,-6 6 0 0 0,-2-2 0 0 0,1-2 0 0 0,1 0 0 0 0,1-3 0 0 0,2-2 0 0 0,-5 0 0 0 0,0 5 0 0 0,0 0 0 0 0,2-4 0 0 0,1 2 0 0 0,-3-7 0 0 0,-1-5 0 0 0,1 3 0 0 0,2 0 0 0 0,1 0 0 0 0,2-2 0 0 0,1 0 0 0 0,1-2 0 0 0,0-1 0 0 0,0 0 0 0 0,1 0 0 0 0,-1 0 0 0 0,0-1 0 0 0,0 1 0 0 0,1-1 0 0 0,-1 1 0 0 0,0 0 0 0 0,0 0 0 0 0,0 0 0 0 0,0-1 0 0 0,0 1 0 0 0,0 0 0 0 0,0 0 0 0 0,0 0 0 0 0,0 0 0 0 0,0-1 0 0 0,0-9 0 0 0,0-15 0 0 0,0-13 0 0 0,0-16 0 0 0,0-9 0 0 0,0-4 0 0 0,0-8 0 0 0,0 0 0 0 0,0 2 0 0 0,0-3 0 0 0,0 1 0 0 0,0 3 0 0 0,0-2 0 0 0,0 1 0 0 0,0 2 0 0 0,0 3 0 0 0,0 3 0 0 0,0-4 0 0 0,0-1 0 0 0,0 2 0 0 0,0 1 0 0 0,0 2 0 0 0,0 1 0 0 0,0-3 0 0 0,0-2 0 0 0,0-5 0 0 0,0 0 0 0 0,0 2 0 0 0,0 3 0 0 0,0 2 0 0 0,0 3 0 0 0,5 1 0 0 0,2 1 0 0 0,-1 0 0 0 0,0-4 0 0 0,-2-8 0 0 0,-2-6 0 0 0,-1-1 0 0 0,0-1 0 0 0,-1 1 0 0 0,0 6 0 0 0,-1 3 0 0 0,1 5 0 0 0,0-3 0 0 0,0 1 0 0 0,-1-5 0 0 0,1 1 0 0 0,0 1 0 0 0,0 4 0 0 0,0 1 0 0 0,0 3 0 0 0,0 1 0 0 0,0-4 0 0 0,0-7 0 0 0,0-1 0 0 0,0 2 0 0 0,0 2 0 0 0,0 4 0 0 0,0 1 0 0 0,0 3 0 0 0,0 1 0 0 0,0 0 0 0 0,0 1 0 0 0,0 0 0 0 0,0-1 0 0 0,0 1 0 0 0,0 10 0 0 0,0 19 0 0 0,0 15 0 0 0,0 10 0 0 0,0 6 0 0 0,0 4 0 0 0,-5 1 0 0 0,-2 0 0 0 0,1-1 0 0 0,0-1 0 0 0,2 4 0 0 0,2 2 0 0 0,1 4 0 0 0,0 5 0 0 0,1 0 0 0 0,0-3 0 0 0,-4-3 0 0 0,-3-5 0 0 0,0-3 0 0 0,2 4 0 0 0,2 0 0 0 0,-5-1 0 0 0,0 3 0 0 0,1 7 0 0 0,1-1 0 0 0,3 3 0 0 0,-5 3 0 0 0,0-2 0 0 0,1 2 0 0 0,2-4 0 0 0,-3-4 0 0 0,-1 1 0 0 0,1-2 0 0 0,2 1 0 0 0,3 5 0 0 0,1-1 0 0 0,1 2 0 0 0,0-3 0 0 0,2-4 0 0 0,-1 2 0 0 0,0-2 0 0 0,-4 2 0 0 0,-3 4 0 0 0,0-1 0 0 0,2-4 0 0 0,1-3 0 0 0,2 1 0 0 0,1 4 0 0 0,0 0 0 0 0,1 2 0 0 0,-5 3 0 0 0,-2 4 0 0 0,1-2 0 0 0,1-5 0 0 0,1-1 0 0 0,2-2 0 0 0,-4 1 0 0 0,-2-1 0 0 0,1 1 0 0 0,2-1 0 0 0,2-4 0 0 0,1 2 0 0 0,1 0 0 0 0,-5 1 0 0 0,-1 0 0 0 0,1-3 0 0 0,1-3 0 0 0,1-2 0 0 0,2-3 0 0 0,1-2 0 0 0,1 0 0 0 0,0-1 0 0 0,0 1 0 0 0,0-1 0 0 0,0 0 0 0 0,1 1 0 0 0,-1-1 0 0 0,0-9 0 0 0,0-15 0 0 0,0-13 0 0 0,0-11 0 0 0,0-7 0 0 0,0-5 0 0 0,0-2 0 0 0,5-2 0 0 0,2-4 0 0 0,0-2 0 0 0,-2 0 0 0 0,-1 3 0 0 0,-2-3 0 0 0,0-1 0 0 0,-2-3 0 0 0,0 1 0 0 0,5-4 0 0 0,2-3 0 0 0,-1 1 0 0 0,-1 3 0 0 0,-1 0 0 0 0,-2-3 0 0 0,-1 1 0 0 0,0 4 0 0 0,-1 4 0 0 0,0 4 0 0 0,5-3 0 0 0,1-5 0 0 0,1 0 0 0 0,-2 2 0 0 0,-1 2 0 0 0,-2 4 0 0 0,-1-3 0 0 0,0 0 0 0 0,-1-4 0 0 0,5-5 0 0 0,1-5 0 0 0,1 1 0 0 0,-2 5 0 0 0,-1-1 0 0 0,-2 3 0 0 0,-1-1 0 0 0,0 1 0 0 0,-1 4 0 0 0,-1-2 0 0 0,1 1 0 0 0,0-3 0 0 0,0 1 0 0 0,-1 3 0 0 0,1-2 0 0 0,0-4 0 0 0,0 0 0 0 0,0-2 0 0 0,0-3 0 0 0,0-3 0 0 0,0 2 0 0 0,0 5 0 0 0,0 0 0 0 0,0 4 0 0 0,0 3 0 0 0,0-2 0 0 0,0 2 0 0 0,0 2 0 0 0,0-3 0 0 0,0 1 0 0 0,0 2 0 0 0,0 2 0 0 0,0-2 0 0 0,0-1 0 0 0,0 2 0 0 0,0 1 0 0 0,0 3 0 0 0,0 1 0 0 0,0 2 0 0 0,0 0 0 0 0,0 0 0 0 0,0 1 0 0 0,0-1 0 0 0,0 1 0 0 0,0-1 0 0 0,0 1 0 0 0,0-1 0 0 0,0 11 0 0 0,0 13 0 0 0,0 14 0 0 0,0 11 0 0 0,0 7 0 0 0,-5 0 0 0 0,-2 0 0 0 0,0 2 0 0 0,2 1 0 0 0,1 1 0 0 0,2 1 0 0 0,1 1 0 0 0,0 0 0 0 0,1 0 0 0 0,0 0 0 0 0,1 0 0 0 0,-1 0 0 0 0,0 5 0 0 0,0 7 0 0 0,0 2 0 0 0,-5-2 0 0 0,-2 2 0 0 0,1 4 0 0 0,0-1 0 0 0,-3 2 0 0 0,0-2 0 0 0,1-5 0 0 0,2 2 0 0 0,2 3 0 0 0,2-2 0 0 0,1 3 0 0 0,-4-2 0 0 0,-2-4 0 0 0,1 1 0 0 0,1-1 0 0 0,1 2 0 0 0,2 4 0 0 0,1-1 0 0 0,1-4 0 0 0,0-3 0 0 0,0-5 0 0 0,0-2 0 0 0,0-2 0 0 0,1-1 0 0 0,-1-1 0 0 0,0 0 0 0 0,0 1 0 0 0,0 4 0 0 0,0 2 0 0 0,0 1 0 0 0,0-2 0 0 0,0-2 0 0 0,0 5 0 0 0,0 0 0 0 0,0-1 0 0 0,0-2 0 0 0,0-2 0 0 0,0-1 0 0 0,0-1 0 0 0,0-1 0 0 0,0 0 0 0 0,0-1 0 0 0,0 1 0 0 0,0-1 0 0 0,0 1 0 0 0,0 0 0 0 0,0-1 0 0 0,0 1 0 0 0,0 0 0 0 0,0-11 0 0 0,0-13 0 0 0,0-14 0 0 0,0-11 0 0 0,0-7 0 0 0,5-5 0 0 0,2-2 0 0 0,0-2 0 0 0,-2 1 0 0 0,-1 0 0 0 0,-2 0 0 0 0,0 1 0 0 0,-2 1 0 0 0,0 0 0 0 0,0 0 0 0 0,0 0 0 0 0,-1 0 0 0 0,1 1 0 0 0,0-1 0 0 0,0 0 0 0 0,0 0 0 0 0,5 1 0 0 0,2-1 0 0 0,0 0 0 0 0,-2 0 0 0 0,-1-5 0 0 0,-2-7 0 0 0,-1-1 0 0 0,0 1 0 0 0,-1-3 0 0 0,0-3 0 0 0,-1-4 0 0 0,1-4 0 0 0,0-2 0 0 0,0-2 0 0 0,0 4 0 0 0,0 7 0 0 0,0 6 0 0 0,0 1 0 0 0,0 2 0 0 0,0 2 0 0 0,-6-1 0 0 0,-1-6 0 0 0,1 0 0 0 0,0-2 0 0 0,3 2 0 0 0,-5-3 0 0 0,0-2 0 0 0,1 1 0 0 0,1 0 0 0 0,3-3 0 0 0,-5-3 0 0 0,0 3 0 0 0,1 0 0 0 0,-3-1 0 0 0,0-3 0 0 0,1 4 0 0 0,3 1 0 0 0,2 3 0 0 0,1-1 0 0 0,2 4 0 0 0,1 4 0 0 0,-5-1 0 0 0,-1 1 0 0 0,0 3 0 0 0,1-3 0 0 0,-4 6 0 0 0,0-1 0 0 0,1 0 0 0 0,2 1 0 0 0,2 2 0 0 0,-3 1 0 0 0,-1-4 0 0 0,1-2 0 0 0,2 2 0 0 0,1 1 0 0 0,2 2 0 0 0,2 1 0 0 0,-1 1 0 0 0,1 1 0 0 0,1 0 0 0 0,-1 0 0 0 0,0 1 0 0 0,1-1 0 0 0,-1 1 0 0 0,-5 4 0 0 0,-2 13 0 0 0,0 13 0 0 0,2 13 0 0 0,-4 8 0 0 0,-1 7 0 0 0,2 3 0 0 0,2 2 0 0 0,3 0 0 0 0,1 0 0 0 0,1 5 0 0 0,0 2 0 0 0,2-2 0 0 0,-1-1 0 0 0,-5-3 0 0 0,-2 0 0 0 0,1 3 0 0 0,1 1 0 0 0,1 5 0 0 0,2-1 0 0 0,1-1 0 0 0,0-2 0 0 0,1-4 0 0 0,0-1 0 0 0,1-2 0 0 0,-1-1 0 0 0,0-1 0 0 0,0 6 0 0 0,0 1 0 0 0,0 0 0 0 0,0-1 0 0 0,0 4 0 0 0,0 5 0 0 0,0 1 0 0 0,0 2 0 0 0,0-1 0 0 0,0-3 0 0 0,0-5 0 0 0,0 2 0 0 0,0 0 0 0 0,0-3 0 0 0,0 4 0 0 0,0-1 0 0 0,0-2 0 0 0,0-3 0 0 0,0 4 0 0 0,0 0 0 0 0,0-2 0 0 0,0-1 0 0 0,0-3 0 0 0,0-1 0 0 0,0-2 0 0 0,0 0 0 0 0,0 0 0 0 0,0-1 0 0 0,0 1 0 0 0,0-1 0 0 0,0 1 0 0 0,0-1 0 0 0,0 1 0 0 0,0 0 0 0 0,0 0 0 0 0,0 0 0 0 0,6-6 0 0 0,6-6 0 0 0,7-12 0 0 0,5-8 0 0 0,-1-8 0 0 0,-5-8 0 0 0,0-6 0 0 0,2-5 0 0 0,-2-3 0 0 0,1 4 0 0 0,-3 2 0 0 0,-4-1 0 0 0,1 4 0 0 0,-1 1 0 0 0,1-1 0 0 0,0-3 0 0 0,-3-1 0 0 0,3-3 0 0 0,-2-1 0 0 0,3 0 0 0 0,-1-1 0 0 0,3 5 0 0 0,-2 2 0 0 0,-3-1 0 0 0,-3-1 0 0 0,1-1 0 0 0,1-1 0 0 0,2-2 0 0 0,1 0 0 0 0,-3-1 0 0 0,-3 0 0 0 0,2 0 0 0 0,6-6 0 0 0,-1-1 0 0 0,4 6 0 0 0,-3 3 0 0 0,-2 1 0 0 0,-5 0 0 0 0,-3-1 0 0 0,3 0 0 0 0,0 0 0 0 0,4-1 0 0 0,-1-1 0 0 0,4 1 0 0 0,-1-1 0 0 0,-2 0 0 0 0,-5-5 0 0 0,4 3 0 0 0,-2 2 0 0 0,-1 2 0 0 0,2-1 0 0 0,0 1 0 0 0,-1-1 0 0 0,-3 0 0 0 0,-2 0 0 0 0,-2-1 0 0 0,4 1 0 0 0,1-1 0 0 0,4 0 0 0 0,1 0 0 0 0,-2 0 0 0 0,3 5 0 0 0,-7 8 0 0 0,-3 11 0 0 0,-9 7 0 0 0,-2 9 0 0 0,-5 9 0 0 0,-1 5 0 0 0,-3 0 0 0 0,1 0 0 0 0,4 3 0 0 0,-2-4 0 0 0,2-1 0 0 0,-3-3 0 0 0,-3 1 0 0 0,0 1 0 0 0,-1-2 0 0 0,3 1 0 0 0,-2-2 0 0 0,-3 0 0 0 0,3 3 0 0 0,-2-1 0 0 0,-2-5 0 0 0,2 1 0 0 0,0-3 0 0 0,3 3 0 0 0,-1-2 0 0 0,-2 3 0 0 0,-4-2 0 0 0,3 2 0 0 0,0-2 0 0 0,3 3 0 0 0,-1-3 0 0 0,-1-3 0 0 0,1 2 0 0 0,5 4 0 0 0,-1-1 0 0 0,8-4 0 0 0,10-3 0 0 0,9-3 0 0 0,9-3 0 0 0,5-2 0 0 0,5-1 0 0 0,0-1 0 0 0,2 1 0 0 0,0-1 0 0 0,0 0 0 0 0,-1 1 0 0 0,-1 0 0 0 0,-5-6 0 0 0,4-1 0 0 0,1 1 0 0 0,1 0 0 0 0,0 3 0 0 0,0 0 0 0 0,0 2 0 0 0,0 1 0 0 0,-1 0 0 0 0,0 0 0 0 0,0 0 0 0 0,5 0 0 0 0,2 1 0 0 0,-1-1 0 0 0,-1 0 0 0 0,-1 0 0 0 0,-2 0 0 0 0,-1 0 0 0 0,-6-5 0 0 0,-2-2 0 0 0,0 0 0 0 0,1 2 0 0 0,2 1 0 0 0,1 2 0 0 0,-4-5 0 0 0,-6-6 0 0 0,-11 0 0 0 0,-12 1 0 0 0,-11 3 0 0 0,-8 3 0 0 0,-4 3 0 0 0,-4 1 0 0 0,4-3 0 0 0,2-2 0 0 0,0 1 0 0 0,-1 1 0 0 0,-1 2 0 0 0,-1-5 0 0 0,-1 1 0 0 0,-1 0 0 0 0,0 1 0 0 0,0 3 0 0 0,-5 1 0 0 0,-7 1 0 0 0,4-5 0 0 0,3-1 0 0 0,2 1 0 0 0,2 1 0 0 0,2 1 0 0 0,0 2 0 0 0,0-4 0 0 0,-1-2 0 0 0,-4 2 0 0 0,-3-4 0 0 0,1-1 0 0 0,-4 2 0 0 0,-1 3 0 0 0,3 2 0 0 0,1 1 0 0 0,3 2 0 0 0,2 1 0 0 0,1 1 0 0 0,1-1 0 0 0,0 0 0 0 0,-4-4 0 0 0,-3-3 0 0 0,-4 0 0 0 0,-1 2 0 0 0,2 1 0 0 0,3 2 0 0 0,2 1 0 0 0,2 0 0 0 0,7-4 0 0 0,3-2 0 0 0,0 1 0 0 0,10 1 0 0 0,11 1 0 0 0,13 2 0 0 0,9 1 0 0 0,7 0 0 0 0,4 1 0 0 0,3 1 0 0 0,0-1 0 0 0,0 0 0 0 0,-5 6 0 0 0,-3 1 0 0 0,0 0 0 0 0,1-2 0 0 0,1-1 0 0 0,2-2 0 0 0,0-1 0 0 0,2 0 0 0 0,-1-1 0 0 0,1 0 0 0 0,0-1 0 0 0,0 1 0 0 0,0 0 0 0 0,0 0 0 0 0,0 0 0 0 0,0 0 0 0 0,-10-1 0 0 0,-15 1 0 0 0,-13 0 0 0 0,-10 1 0 0 0,-9-1 0 0 0,-4 0 0 0 0,-2 0 0 0 0,-2 0 0 0 0,1 0 0 0 0,0 0 0 0 0,0 0 0 0 0,1 0 0 0 0,1 0 0 0 0,0 0 0 0 0,0 0 0 0 0,0 0 0 0 0,1 0 0 0 0,-1 0 0 0 0,0 0 0 0 0,0 0 0 0 0,1 0 0 0 0,-1 0 0 0 0,0 0 0 0 0,0 0 0 0 0,6 5 0 0 0,1 2 0 0 0,0-1 0 0 0,-2 0 0 0 0,-1-2 0 0 0,4 3 0 0 0,0 1 0 0 0,0 0 0 0 0,-3 2 0 0 0,-1 1 0 0 0,9-3 0 0 0,12-1 0 0 0,13-3 0 0 0,11-2 0 0 0,7-1 0 0 0,4-1 0 0 0,3 0 0 0 0,2-1 0 0 0,-1 1 0 0 0,0 0 0 0 0,-1-1 0 0 0,0 1 0 0 0,0 0 0 0 0,-1 0 0 0 0,0 0 0 0 0,0 0 0 0 0,-1 0 0 0 0,1 0 0 0 0,0 0 0 0 0,-1 0 0 0 0,1 0 0 0 0,0 0 0 0 0,0 0 0 0 0,0 0 0 0 0,-1 0 0 0 0,1 0 0 0 0,0 0 0 0 0,-11 0 0 0 0,-13 0 0 0 0,-14 0 0 0 0,-11 0 0 0 0,-7 0 0 0 0,-5 0 0 0 0,-2 0 0 0 0,-2-5 0 0 0,1-2 0 0 0,0 0 0 0 0,-5 2 0 0 0,4-4 0 0 0,3-1 0 0 0,1 3 0 0 0,1 1 0 0 0,0 2 0 0 0,-1 2 0 0 0,0 1 0 0 0,0-5 0 0 0,-1 0 0 0 0,-4-1 0 0 0,2-3 0 0 0,2 0 0 0 0,-3 1 0 0 0,-3 2 0 0 0,1 3 0 0 0,-4 2 0 0 0,-6 1 0 0 0,-1-5 0 0 0,4 0 0 0 0,-8-1 0 0 0,-6-3 0 0 0,3 0 0 0 0,4 1 0 0 0,1-2 0 0 0,3-1 0 0 0,-6 3 0 0 0,0 3 0 0 0,4-3 0 0 0,5 0 0 0 0,-1 1 0 0 0,2 3 0 0 0,-2 1 0 0 0,0 2 0 0 0,4 2 0 0 0,2 0 0 0 0,3 0 0 0 0,-3 0 0 0 0,-1 1 0 0 0,2-1 0 0 0,1 0 0 0 0,2 0 0 0 0,2 0 0 0 0,0-5 0 0 0,1-2 0 0 0,0 1 0 0 0,1 0 0 0 0,-1 2 0 0 0,1 2 0 0 0,-1 1 0 0 0,1 0 0 0 0,-1 1 0 0 0,0 0 0 0 0,0 1 0 0 0,0-6 0 0 0,0-2 0 0 0,1 1 0 0 0,-1 0 0 0 0,0 3 0 0 0,0 0 0 0 0,0 2 0 0 0,0-5 0 0 0,11-1 0 0 0,14 1 0 0 0,13 1 0 0 0,10 1 0 0 0,3-3 0 0 0,3-1 0 0 0,3 1 0 0 0,2 1 0 0 0,2 3 0 0 0,1 1 0 0 0,0 1 0 0 0,0 1 0 0 0,1 0 0 0 0,-1 0 0 0 0,0 0 0 0 0,5 1 0 0 0,2-1 0 0 0,5 0 0 0 0,5 0 0 0 0,1 0 0 0 0,1 0 0 0 0,-2 0 0 0 0,-4 0 0 0 0,-4 0 0 0 0,-4 0 0 0 0,-2 0 0 0 0,3 0 0 0 0,5 5 0 0 0,2 2 0 0 0,-2 0 0 0 0,-3-2 0 0 0,-2-1 0 0 0,-3-1 0 0 0,-2-2 0 0 0,-1 5 0 0 0,0 0 0 0 0,5 1 0 0 0,1-2 0 0 0,0-2 0 0 0,-1 0 0 0 0,-2-2 0 0 0,-1 4 0 0 0,-1 2 0 0 0,-1 0 0 0 0,0-2 0 0 0,0-2 0 0 0,5 5 0 0 0,1 0 0 0 0,0-1 0 0 0,-1-2 0 0 0,-1-1 0 0 0,-2-2 0 0 0,-1-1 0 0 0,-1-1 0 0 0,0 0 0 0 0,0 0 0 0 0,-1-1 0 0 0,-4 6 0 0 0,-3 2 0 0 0,1-1 0 0 0,-9 0 0 0 0,-12-3 0 0 0,-12 0 0 0 0,-10-2 0 0 0,-7 0 0 0 0,-4-1 0 0 0,-2-1 0 0 0,-1 1 0 0 0,-1 0 0 0 0,1 0 0 0 0,1-1 0 0 0,-5 1 0 0 0,-1 0 0 0 0,-5 0 0 0 0,0 0 0 0 0,1 0 0 0 0,4 0 0 0 0,2 0 0 0 0,-3 0 0 0 0,-5 0 0 0 0,-1 0 0 0 0,-2 0 0 0 0,0 0 0 0 0,4 0 0 0 0,-1-5 0 0 0,1-2 0 0 0,2 0 0 0 0,4 2 0 0 0,3 1 0 0 0,-4 2 0 0 0,-6 1 0 0 0,-5 0 0 0 0,0 1 0 0 0,2 0 0 0 0,6 1 0 0 0,3-1 0 0 0,-2 0 0 0 0,0 0 0 0 0,-2 0 0 0 0,-6 0 0 0 0,-5 0 0 0 0,-4 0 0 0 0,-2 0 0 0 0,3 0 0 0 0,1 0 0 0 0,-1 0 0 0 0,4 0 0 0 0,5 0 0 0 0,1-5 0 0 0,3-2 0 0 0,-3 1 0 0 0,3 0 0 0 0,2 2 0 0 0,3 2 0 0 0,-2 1 0 0 0,-5 0 0 0 0,0 1 0 0 0,3 0 0 0 0,2 1 0 0 0,4-1 0 0 0,2 0 0 0 0,2 0 0 0 0,1 1 0 0 0,0-1 0 0 0,1 0 0 0 0,0-6 0 0 0,0-1 0 0 0,-1 1 0 0 0,1 0 0 0 0,-1 3 0 0 0,0 0 0 0 0,0 2 0 0 0,0 0 0 0 0,1 1 0 0 0,4-5 0 0 0,13-1 0 0 0,13-1 0 0 0,12 2 0 0 0,10 2 0 0 0,5-5 0 0 0,4 0 0 0 0,2 1 0 0 0,1 1 0 0 0,4 3 0 0 0,2 1 0 0 0,-1 1 0 0 0,3 1 0 0 0,0 0 0 0 0,-2 0 0 0 0,-2 0 0 0 0,-3 1 0 0 0,-2-1 0 0 0,-1 0 0 0 0,4 0 0 0 0,1 0 0 0 0,5 0 0 0 0,1 0 0 0 0,3 0 0 0 0,-1 0 0 0 0,-2 0 0 0 0,-4 0 0 0 0,-3 0 0 0 0,2 0 0 0 0,6 0 0 0 0,6 0 0 0 0,-1 0 0 0 0,-3 0 0 0 0,1 0 0 0 0,-2 0 0 0 0,1 0 0 0 0,-1 0 0 0 0,-3 0 0 0 0,1 0 0 0 0,4 0 0 0 0,0 0 0 0 0,1 0 0 0 0,4 0 0 0 0,-2 0 0 0 0,1 0 0 0 0,-2 0 0 0 0,-1 0 0 0 0,-1 0 0 0 0,0 5 0 0 0,-1 2 0 0 0,-5 0 0 0 0,-2-2 0 0 0,-4-1 0 0 0,-3-1 0 0 0,0-2 0 0 0,-2-1 0 0 0,0 0 0 0 0,1 0 0 0 0,-1 0 0 0 0,0-1 0 0 0,1 1 0 0 0,-1 0 0 0 0,1 5 0 0 0,0 2 0 0 0,0 0 0 0 0,-1-2 0 0 0,1-1 0 0 0,-5 4 0 0 0,-13 0 0 0 0,-13-1 0 0 0,-12-2 0 0 0,-10-1 0 0 0,-5-2 0 0 0,-4-1 0 0 0,-2-1 0 0 0,-1 0 0 0 0,1 0 0 0 0,0-1 0 0 0,1 1 0 0 0,0 0 0 0 0,-4 0 0 0 0,-2 0 0 0 0,0 0 0 0 0,2 0 0 0 0,2 0 0 0 0,1 0 0 0 0,-5 0 0 0 0,0 0 0 0 0,1 0 0 0 0,1 0 0 0 0,-4 0 0 0 0,-5-6 0 0 0,0-1 0 0 0,-4 1 0 0 0,2 0 0 0 0,-1 3 0 0 0,-4-5 0 0 0,2 0 0 0 0,5 1 0 0 0,-1 1 0 0 0,2 3 0 0 0,-7 1 0 0 0,0 1 0 0 0,-2 0 0 0 0,3 1 0 0 0,-6 1 0 0 0,1-1 0 0 0,5-5 0 0 0,1-2 0 0 0,-8 1 0 0 0,1 1 0 0 0,0 1 0 0 0,4 2 0 0 0,0-5 0 0 0,-1 0 0 0 0,2 0 0 0 0,1 2 0 0 0,-3 1 0 0 0,3 2 0 0 0,-1 1 0 0 0,-1 1 0 0 0,-4 0 0 0 0,4 0 0 0 0,-1-5 0 0 0,4-1 0 0 0,5-1 0 0 0,4 2 0 0 0,5 1 0 0 0,-3 2 0 0 0,0 1 0 0 0,-4 0 0 0 0,-1 1 0 0 0,3 0 0 0 0,2 1 0 0 0,3-1 0 0 0,2 0 0 0 0,1 0 0 0 0,1 0 0 0 0,0 1 0 0 0,6-7 0 0 0,2-1 0 0 0,-1 1 0 0 0,9 0 0 0 0,13 2 0 0 0,11 2 0 0 0,10 1 0 0 0,7 0 0 0 0,4 1 0 0 0,7 1 0 0 0,4-1 0 0 0,-2 0 0 0 0,0 0 0 0 0,-3 1 0 0 0,-2-1 0 0 0,-2 0 0 0 0,0 0 0 0 0,4 0 0 0 0,2 0 0 0 0,-1 0 0 0 0,4 0 0 0 0,0 0 0 0 0,-1 0 0 0 0,2 0 0 0 0,0 0 0 0 0,-2 0 0 0 0,-3 0 0 0 0,-2 0 0 0 0,-2 0 0 0 0,4 0 0 0 0,1 0 0 0 0,-1 0 0 0 0,-1 0 0 0 0,-2 0 0 0 0,-2 0 0 0 0,0 0 0 0 0,-1 0 0 0 0,5 0 0 0 0,2 0 0 0 0,-1 0 0 0 0,-1 0 0 0 0,4 0 0 0 0,5 0 0 0 0,1 0 0 0 0,-3 0 0 0 0,2 0 0 0 0,-1 0 0 0 0,-3 0 0 0 0,-4 0 0 0 0,-2 0 0 0 0,-2 0 0 0 0,-1 0 0 0 0,3 0 0 0 0,3 0 0 0 0,-1 0 0 0 0,-2 0 0 0 0,-1 0 0 0 0,-1 0 0 0 0,-1 0 0 0 0,-1 0 0 0 0,0 0 0 0 0,-11 0 0 0 0,-14 0 0 0 0,-13 0 0 0 0,-11 0 0 0 0,-7 0 0 0 0,-5 0 0 0 0,-2 0 0 0 0,-2 0 0 0 0,0 0 0 0 0,1 0 0 0 0,1 5 0 0 0,0 2 0 0 0,1 0 0 0 0,0-2 0 0 0,0-1 0 0 0,-5-2 0 0 0,-2-1 0 0 0,1 0 0 0 0,1 4 0 0 0,1 2 0 0 0,2-1 0 0 0,1-1 0 0 0,1-1 0 0 0,0-2 0 0 0,0-1 0 0 0,1 0 0 0 0,-1-1 0 0 0,0-1 0 0 0,1 1 0 0 0,-1 5 0 0 0,0 2 0 0 0,0-1 0 0 0,1 0 0 0 0,-1-3 0 0 0,0 0 0 0 0,0 3 0 0 0,0 2 0 0 0,0-2 0 0 0,1-1 0 0 0,-1-1 0 0 0,0-2 0 0 0,0-1 0 0 0,0-1 0 0 0,1 0 0 0 0,-1 5 0 0 0,0 2 0 0 0,0-1 0 0 0,11-1 0 0 0,13-1 0 0 0,14-2 0 0 0,11 0 0 0 0,7-2 0 0 0,5 0 0 0 0,2 0 0 0 0,2 0 0 0 0,-1-1 0 0 0,1 1 0 0 0,-2 0 0 0 0,0 0 0 0 0,-1 0 0 0 0,0 0 0 0 0,0 0 0 0 0,5 0 0 0 0,2 5 0 0 0,-1 2 0 0 0,-1 0 0 0 0,-1-2 0 0 0,-2-1 0 0 0,-1-2 0 0 0,5-1 0 0 0,1 0 0 0 0,-1-1 0 0 0,-1 0 0 0 0,-2-1 0 0 0,-1 1 0 0 0,-1 0 0 0 0,-1 0 0 0 0,0 0 0 0 0,-1 0 0 0 0,1 0 0 0 0,-6 5 0 0 0,-1 2 0 0 0,0-1 0 0 0,1 0 0 0 0,2-2 0 0 0,2-2 0 0 0,0-1 0 0 0,2 0 0 0 0,-11-1 0 0 0,-13 0 0 0 0,-14-1 0 0 0,-10 1 0 0 0,-8 0 0 0 0,-5 0 0 0 0,-2-1 0 0 0,-2 1 0 0 0,1 0 0 0 0,0 0 0 0 0,0 0 0 0 0,-4 0 0 0 0,-1 0 0 0 0,0 0 0 0 0,2 0 0 0 0,1 0 0 0 0,-3 0 0 0 0,-1 0 0 0 0,-4 0 0 0 0,0 0 0 0 0,2 0 0 0 0,2 0 0 0 0,4 0 0 0 0,1 0 0 0 0,-3 0 0 0 0,-1 0 0 0 0,1 0 0 0 0,1 0 0 0 0,2 0 0 0 0,-4 0 0 0 0,-1 0 0 0 0,2 0 0 0 0,-5 0 0 0 0,1 0 0 0 0,2 0 0 0 0,-4 0 0 0 0,1 0 0 0 0,3 0 0 0 0,-4 0 0 0 0,1 0 0 0 0,3 0 0 0 0,2 0 0 0 0,2 0 0 0 0,2 0 0 0 0,2 0 0 0 0,5-5 0 0 0,-3-2 0 0 0,-1 1 0 0 0,-2 0 0 0 0,0 2 0 0 0,0 2 0 0 0,0 1 0 0 0,1 0 0 0 0,10 1 0 0 0,14 0 0 0 0,14 1 0 0 0,11-1 0 0 0,7 0 0 0 0,5-5 0 0 0,3-2 0 0 0,0 1 0 0 0,1 0 0 0 0,-1 3 0 0 0,-1 0 0 0 0,5 2 0 0 0,2 0 0 0 0,-1 1 0 0 0,-2 1 0 0 0,4-1 0 0 0,5 0 0 0 0,1 0 0 0 0,-3 1 0 0 0,-3-1 0 0 0,-4 0 0 0 0,-1 0 0 0 0,-3 0 0 0 0,-1 0 0 0 0,-1 0 0 0 0,1 0 0 0 0,-1 0 0 0 0,0 0 0 0 0,0 0 0 0 0,1 0 0 0 0,0 0 0 0 0,-1 0 0 0 0,1 0 0 0 0,0 0 0 0 0,0 0 0 0 0,0 0 0 0 0,0 0 0 0 0,0 0 0 0 0,-1 0 0 0 0,1 0 0 0 0,0 0 0 0 0,0 0 0 0 0,0 0 0 0 0,-1 0 0 0 0,1 0 0 0 0,-5 5 0 0 0,-2 2 0 0 0,0 0 0 0 0,1-2 0 0 0,2-1 0 0 0,-3 3 0 0 0,-2 2 0 0 0,-9-2 0 0 0,-12-2 0 0 0,-11-1 0 0 0,-10-2 0 0 0,-6-1 0 0 0,-4-1 0 0 0,-2 0 0 0 0,-2 0 0 0 0,1-1 0 0 0,0 1 0 0 0,1 0 0 0 0,0 0 0 0 0,1-1 0 0 0,0 1 0 0 0,0 6 0 0 0,0 1 0 0 0,1-1 0 0 0,-1 0 0 0 0,-5-3 0 0 0,-2 0 0 0 0,1-2 0 0 0,1 0 0 0 0,1-1 0 0 0,-3-1 0 0 0,-1 1 0 0 0,1 0 0 0 0,1 0 0 0 0,3-1 0 0 0,1 1 0 0 0,7 5 0 0 0,1 2 0 0 0,1 0 0 0 0,-1-2 0 0 0,-1-1 0 0 0,-3-1 0 0 0,0-2 0 0 0,-1-1 0 0 0,-1 0 0 0 0,0 0 0 0 0,0 0 0 0 0,0 0 0 0 0,0 5 0 0 0,0 1 0 0 0,0 1 0 0 0,0-2 0 0 0,11-1 0 0 0,13-2 0 0 0,14 0 0 0 0,11-2 0 0 0,7 0 0 0 0,5 0 0 0 0,3 0 0 0 0,0-1 0 0 0,1 1 0 0 0,-1 0 0 0 0,-1 0 0 0 0,5 0 0 0 0,2 0 0 0 0,-2 0 0 0 0,0 0 0 0 0,-3 0 0 0 0,-1 0 0 0 0,4 0 0 0 0,7 0 0 0 0,0 0 0 0 0,4 0 0 0 0,-1 0 0 0 0,1 0 0 0 0,-1 0 0 0 0,-4 0 0 0 0,-4 0 0 0 0,-4 0 0 0 0,4 0 0 0 0,4 0 0 0 0,2 0 0 0 0,-3 0 0 0 0,-3 0 0 0 0,3 0 0 0 0,-2 0 0 0 0,-1 0 0 0 0,3 0 0 0 0,-1 0 0 0 0,4 0 0 0 0,4 0 0 0 0,-1 0 0 0 0,-3 0 0 0 0,-4 0 0 0 0,1 0 0 0 0,-1 0 0 0 0,8 0 0 0 0,2 0 0 0 0,-4 0 0 0 0,1 5 0 0 0,4 2 0 0 0,2 0 0 0 0,-2-2 0 0 0,-5-1 0 0 0,-5 4 0 0 0,1 0 0 0 0,-2-1 0 0 0,-3-2 0 0 0,-2-1 0 0 0,-2-2 0 0 0,-2-1 0 0 0,-1-1 0 0 0,0 0 0 0 0,-1 0 0 0 0,0-1 0 0 0,1 1 0 0 0,-6 5 0 0 0,-7 7 0 0 0,-11 2 0 0 0,-13-2 0 0 0,-10-3 0 0 0,-7-3 0 0 0,-6-2 0 0 0,-3-3 0 0 0,-1 0 0 0 0,0-1 0 0 0,0-1 0 0 0,0 1 0 0 0,1-1 0 0 0,1 1 0 0 0,-6-1 0 0 0,0 1 0 0 0,-1 0 0 0 0,2 0 0 0 0,2 0 0 0 0,0 0 0 0 0,2 0 0 0 0,-4 0 0 0 0,-7 0 0 0 0,-1 0 0 0 0,1 0 0 0 0,3 0 0 0 0,4 0 0 0 0,-4 0 0 0 0,1 0 0 0 0,-5 0 0 0 0,2 0 0 0 0,1 0 0 0 0,-2 0 0 0 0,0 0 0 0 0,3 5 0 0 0,3 2 0 0 0,-3 0 0 0 0,-5-2 0 0 0,-5-1 0 0 0,0 4 0 0 0,-2 0 0 0 0,-2-1 0 0 0,3-1 0 0 0,4-3 0 0 0,6-1 0 0 0,4-1 0 0 0,3 5 0 0 0,2 1 0 0 0,2-1 0 0 0,0-1 0 0 0,0-2 0 0 0,0-1 0 0 0,-5 0 0 0 0,-3-2 0 0 0,1 0 0 0 0,-4 0 0 0 0,-1 5 0 0 0,2 1 0 0 0,3 1 0 0 0,2 3 0 0 0,2 1 0 0 0,1-2 0 0 0,1 3 0 0 0,11-1 0 0 0,14-2 0 0 0,13-3 0 0 0,11-2 0 0 0,7-1 0 0 0,6-3 0 0 0,6 0 0 0 0,4 0 0 0 0,-1 0 0 0 0,-1-1 0 0 0,-3 1 0 0 0,-2-1 0 0 0,-1 1 0 0 0,4 0 0 0 0,0 0 0 0 0,1 0 0 0 0,-3 0 0 0 0,0 0 0 0 0,-3 0 0 0 0,5 0 0 0 0,2 0 0 0 0,-2 0 0 0 0,-1 0 0 0 0,-2 0 0 0 0,4 0 0 0 0,1 0 0 0 0,-1 0 0 0 0,-2 0 0 0 0,4 0 0 0 0,0 0 0 0 0,-2 0 0 0 0,-1 0 0 0 0,-3 0 0 0 0,-1 0 0 0 0,4 0 0 0 0,1 0 0 0 0,-1 0 0 0 0,4 0 0 0 0,0 0 0 0 0,-1 0 0 0 0,-3 0 0 0 0,-2 0 0 0 0,-2 0 0 0 0,-1 0 0 0 0,-1 0 0 0 0,0 0 0 0 0,4 0 0 0 0,3 0 0 0 0,-1 0 0 0 0,-1 0 0 0 0,-2 0 0 0 0,4 0 0 0 0,1 0 0 0 0,-1 0 0 0 0,-1 0 0 0 0,-3 0 0 0 0,-1 0 0 0 0,-1 0 0 0 0,-1 0 0 0 0,-1 0 0 0 0,1 0 0 0 0,-11 0 0 0 0,-14 0 0 0 0,-13 0 0 0 0,-11 0 0 0 0,-7 0 0 0 0,-5 0 0 0 0,-3 0 0 0 0,0 0 0 0 0,-1 0 0 0 0,1 0 0 0 0,1 0 0 0 0,-5 0 0 0 0,-2 0 0 0 0,2 0 0 0 0,0 0 0 0 0,3 0 0 0 0,1 0 0 0 0,-4 0 0 0 0,-2 0 0 0 0,-3 0 0 0 0,-1 0 0 0 0,2 0 0 0 0,-3 0 0 0 0,-4 0 0 0 0,1 0 0 0 0,3 0 0 0 0,-1 0 0 0 0,1 0 0 0 0,-2 0 0 0 0,-3 0 0 0 0,-10 0 0 0 0,-5 0 0 0 0,3 0 0 0 0,2 0 0 0 0,0 0 0 0 0,5 0 0 0 0,1 0 0 0 0,-6 0 0 0 0,-4 0 0 0 0,-1 0 0 0 0,0 0 0 0 0,-1 0 0 0 0,7 0 0 0 0,2 0 0 0 0,-10 0 0 0 0,-10 0 0 0 0,3 0 0 0 0,3 0 0 0 0,9 0 0 0 0,3 0 0 0 0,-3 0 0 0 0,-2 0 0 0 0,-1 0 0 0 0,0 0 0 0 0,6 0 0 0 0,7 0 0 0 0,2 0 0 0 0,4 0 0 0 0,-1 0 0 0 0,3 0 0 0 0,-3 0 0 0 0,2 0 0 0 0,3 0 0 0 0,3 0 0 0 0,3 0 0 0 0,2 0 0 0 0,2 0 0 0 0,0 0 0 0 0,1 0 0 0 0,-1 0 0 0 0,1 0 0 0 0,0 5 0 0 0,5 8 0 0 0,11 0 0 0 0,10 4 0 0 0,9 0 0 0 0,10-5 0 0 0,7-3 0 0 0,5-3 0 0 0,4-3 0 0 0,1-2 0 0 0,1-1 0 0 0,0-1 0 0 0,-1 1 0 0 0,0-1 0 0 0,-1 6 0 0 0,6 1 0 0 0,1 1 0 0 0,-1-2 0 0 0,5-1 0 0 0,-1-2 0 0 0,-1 4 0 0 0,3 2 0 0 0,-1-1 0 0 0,8-2 0 0 0,6-2 0 0 0,-1-1 0 0 0,-4-1 0 0 0,-1 0 0 0 0,1-1 0 0 0,3 5 0 0 0,3 1 0 0 0,2 1 0 0 0,-4-2 0 0 0,5-2 0 0 0,-3 0 0 0 0,-1-2 0 0 0,1-1 0 0 0,2 0 0 0 0,0 0 0 0 0,1 0 0 0 0,1 0 0 0 0,-5-1 0 0 0,-1 1 0 0 0,0 0 0 0 0,2 0 0 0 0,-4 0 0 0 0,-1 0 0 0 0,-3 0 0 0 0,-6 0 0 0 0,2 0 0 0 0,-3 0 0 0 0,2 0 0 0 0,0 0 0 0 0,-4 0 0 0 0,3 0 0 0 0,4 0 0 0 0,0 0 0 0 0,-4 0 0 0 0,-3 0 0 0 0,-3 0 0 0 0,-3 0 0 0 0,-2 0 0 0 0,-1 0 0 0 0,4 0 0 0 0,2 0 0 0 0,0 0 0 0 0,-1 0 0 0 0,-2 0 0 0 0,-1 0 0 0 0,-1 0 0 0 0,-1 0 0 0 0,-11 0 0 0 0,-13 0 0 0 0,-14 0 0 0 0,-11 0 0 0 0,-8 0 0 0 0,-4 0 0 0 0,-2 0 0 0 0,-2 0 0 0 0,0 0 0 0 0,1 0 0 0 0,1 0 0 0 0,0 0 0 0 0,1 0 0 0 0,0 0 0 0 0,0 0 0 0 0,0 0 0 0 0,0 0 0 0 0,1 0 0 0 0,-1 0 0 0 0,0 0 0 0 0,0 0 0 0 0,0 0 0 0 0,1 0 0 0 0,-1 5 0 0 0,0 2 0 0 0,0 0 0 0 0,0-2 0 0 0,1-1 0 0 0,4 4 0 0 0,2 0 0 0 0,-5-1 0 0 0,-4-2 0 0 0,0-1 0 0 0,-7-2 0 0 0,0 4 0 0 0,1 2 0 0 0,1-2 0 0 0,8 4 0 0 0,4 1 0 0 0,0-3 0 0 0,0-1 0 0 0,-1 2 0 0 0,-1 1 0 0 0,-1-3 0 0 0,-1-1 0 0 0,0-3 0 0 0,4 4 0 0 0,2 1 0 0 0,0-1 0 0 0,3 3 0 0 0,1 1 0 0 0,-2-3 0 0 0,-2-1 0 0 0,2 2 0 0 0,1 5 0 0 0,8 1 0 0 0,12-3 0 0 0,12 2 0 0 0,8-1 0 0 0,7-3 0 0 0,5-4 0 0 0,1-2 0 0 0,1-2 0 0 0,0-1 0 0 0,0-1 0 0 0,-1-1 0 0 0,0 1 0 0 0,-1-1 0 0 0,0 1 0 0 0,0 0 0 0 0,0-1 0 0 0,-1 1 0 0 0,1 0 0 0 0,0 0 0 0 0,0 0 0 0 0,5 0 0 0 0,7 0 0 0 0,6 0 0 0 0,6 0 0 0 0,4 0 0 0 0,-3 0 0 0 0,0 6 0 0 0,-5 1 0 0 0,-6-1 0 0 0,-5 0 0 0 0,1-3 0 0 0,5 0 0 0 0,-2-2 0 0 0,-2 0 0 0 0,-3-1 0 0 0,-3-1 0 0 0,-2 1 0 0 0,3 0 0 0 0,1-1 0 0 0,-1 1 0 0 0,-2 0 0 0 0,5 0 0 0 0,-6 5 0 0 0,-2 2 0 0 0,3 0 0 0 0,1-2 0 0 0,-1-1 0 0 0,0-1 0 0 0,-1-2 0 0 0,-2-1 0 0 0,0 0 0 0 0,-1 0 0 0 0,-10 0 0 0 0,-15 0 0 0 0,-13-1 0 0 0,-11 1 0 0 0,-8 0 0 0 0,-4 0 0 0 0,-2 0 0 0 0,-2 0 0 0 0,1 0 0 0 0,0 0 0 0 0,0 0 0 0 0,1 0 0 0 0,1 0 0 0 0,0 0 0 0 0,-5 0 0 0 0,-7 0 0 0 0,-7 0 0 0 0,0 0 0 0 0,4 0 0 0 0,4 0 0 0 0,3 0 0 0 0,-1-5 0 0 0,-5-2 0 0 0,1 0 0 0 0,1 2 0 0 0,4 1 0 0 0,3 2 0 0 0,-3 0 0 0 0,0 2 0 0 0,-4 0 0 0 0,0 0 0 0 0,-3 0 0 0 0,1 1 0 0 0,3-1 0 0 0,4 0 0 0 0,-3 0 0 0 0,1 0 0 0 0,-4 0 0 0 0,1 0 0 0 0,-3 0 0 0 0,-4 0 0 0 0,6-5 0 0 0,1-2 0 0 0,1 0 0 0 0,-1 2 0 0 0,-5 1 0 0 0,1 2 0 0 0,-2 1 0 0 0,-4 0 0 0 0,-2 1 0 0 0,2-5 0 0 0,0-2 0 0 0,3 1 0 0 0,1 1 0 0 0,2 1 0 0 0,5 2 0 0 0,4 1 0 0 0,-3 0 0 0 0,2 1 0 0 0,1 0 0 0 0,2 1 0 0 0,3-1 0 0 0,0 0 0 0 0,-4 0 0 0 0,0 1 0 0 0,0-1 0 0 0,1 0 0 0 0,2 0 0 0 0,1 0 0 0 0,1 0 0 0 0,11 0 0 0 0,15 0 0 0 0,13 0 0 0 0,11 0 0 0 0,7 0 0 0 0,5 0 0 0 0,8 0 0 0 0,3 0 0 0 0,-1 0 0 0 0,4 0 0 0 0,-1 0 0 0 0,3 0 0 0 0,4 0 0 0 0,5 0 0 0 0,-3 0 0 0 0,-5 0 0 0 0,1 0 0 0 0,-3 0 0 0 0,-4 0 0 0 0,2 0 0 0 0,-2 0 0 0 0,3 0 0 0 0,0 0 0 0 0,2 0 0 0 0,-1 0 0 0 0,2 0 0 0 0,-2 0 0 0 0,-3 0 0 0 0,2 0 0 0 0,4 0 0 0 0,-2 0 0 0 0,3 0 0 0 0,3 0 0 0 0,4 0 0 0 0,-4 0 0 0 0,-4 0 0 0 0,-6 0 0 0 0,-4 0 0 0 0,2 0 0 0 0,-2 0 0 0 0,0 0 0 0 0,-3 0 0 0 0,-2 0 0 0 0,0 0 0 0 0,-2 0 0 0 0,0 0 0 0 0,-1 0 0 0 0,6 0 0 0 0,7 0 0 0 0,1 0 0 0 0,-1 0 0 0 0,-4 0 0 0 0,-2 0 0 0 0,-2 0 0 0 0,-8-6 0 0 0,-2-1 0 0 0,-1 1 0 0 0,1 0 0 0 0,1 3 0 0 0,2 0 0 0 0,-9 2 0 0 0,-14 0 0 0 0,-12 1 0 0 0,-10 1 0 0 0,-8-1 0 0 0,-5-5 0 0 0,-2-2 0 0 0,-1 1 0 0 0,-1 0 0 0 0,1 3 0 0 0,-5 0 0 0 0,0 2 0 0 0,-6 1 0 0 0,1-6 0 0 0,2 0 0 0 0,-3-1 0 0 0,-4 2 0 0 0,-5 2 0 0 0,-3 0 0 0 0,-3 2 0 0 0,3 1 0 0 0,1 0 0 0 0,0-5 0 0 0,-3-2 0 0 0,5 1 0 0 0,5 1 0 0 0,1 1 0 0 0,3 2 0 0 0,-2 0 0 0 0,3 2 0 0 0,-3 0 0 0 0,1 0 0 0 0,4 0 0 0 0,3 1 0 0 0,-3-1 0 0 0,1 0 0 0 0,-3 0 0 0 0,-5 0 0 0 0,0 0 0 0 0,-2 0 0 0 0,3 0 0 0 0,-2 0 0 0 0,2 0 0 0 0,5 0 0 0 0,3 0 0 0 0,4 0 0 0 0,2 0 0 0 0,1 0 0 0 0,-3 0 0 0 0,-3 0 0 0 0,2 0 0 0 0,0 5 0 0 0,-3 2 0 0 0,-1 0 0 0 0,2-2 0 0 0,1 4 0 0 0,2 1 0 0 0,2-2 0 0 0,2-2 0 0 0,-1-3 0 0 0,2 0 0 0 0,10-2 0 0 0,14-1 0 0 0,13 0 0 0 0,11-1 0 0 0,7 1 0 0 0,5-1 0 0 0,3 1 0 0 0,0 0 0 0 0,1 0 0 0 0,-1 0 0 0 0,-1 0 0 0 0,0 0 0 0 0,5 0 0 0 0,1 0 0 0 0,0 0 0 0 0,3 0 0 0 0,0 0 0 0 0,4 0 0 0 0,0 0 0 0 0,2 0 0 0 0,-2 0 0 0 0,-3 0 0 0 0,2 0 0 0 0,-1 0 0 0 0,2 0 0 0 0,-1 0 0 0 0,2 0 0 0 0,5 0 0 0 0,-3 0 0 0 0,3-5 0 0 0,2-2 0 0 0,8 0 0 0 0,-1 2 0 0 0,-1 1 0 0 0,-4 1 0 0 0,-2 2 0 0 0,1-5 0 0 0,2-1 0 0 0,7 1 0 0 0,-2 1 0 0 0,-1 1 0 0 0,-5 2 0 0 0,-2 1 0 0 0,-5-4 0 0 0,-4-2 0 0 0,0 0 0 0 0,-3 2 0 0 0,4 2 0 0 0,3 1 0 0 0,-1 0 0 0 0,-2 2 0 0 0,0 0 0 0 0,4 0 0 0 0,-1 1 0 0 0,-4-1 0 0 0,1 0 0 0 0,-2-5 0 0 0,-2-2 0 0 0,1 1 0 0 0,0 0 0 0 0,-3 2 0 0 0,-3 2 0 0 0,-1 1 0 0 0,-8-5 0 0 0,-2-1 0 0 0,-1 1 0 0 0,1 1 0 0 0,-4-4 0 0 0,-10 0 0 0 0,-13 1 0 0 0,-11 2 0 0 0,-9 2 0 0 0,-5 2 0 0 0,-4 1 0 0 0,-7-4 0 0 0,-2-2 0 0 0,0 1 0 0 0,2 1 0 0 0,2 1 0 0 0,2 2 0 0 0,2-4 0 0 0,0-1 0 0 0,-4 0 0 0 0,-7 2 0 0 0,-6 1 0 0 0,-6-3 0 0 0,-3-1 0 0 0,2 1 0 0 0,1 2 0 0 0,-2 1 0 0 0,5 2 0 0 0,0 1 0 0 0,-1 1 0 0 0,2 0 0 0 0,1 0 0 0 0,2 1 0 0 0,0-1 0 0 0,-3-5 0 0 0,2-2 0 0 0,-1 1 0 0 0,2 0 0 0 0,-5 2 0 0 0,-5 2 0 0 0,2 1 0 0 0,6 0 0 0 0,0 1 0 0 0,-1-5 0 0 0,-3-1 0 0 0,3-1 0 0 0,-1 2 0 0 0,-2 1 0 0 0,4 2 0 0 0,-1 1 0 0 0,3 1 0 0 0,-1 0 0 0 0,-2 0 0 0 0,2 0 0 0 0,-1 0 0 0 0,-3 1 0 0 0,3-1 0 0 0,5 0 0 0 0,4 0 0 0 0,4 0 0 0 0,3 0 0 0 0,3 0 0 0 0,0-5 0 0 0,1-2 0 0 0,-5 0 0 0 0,-2 2 0 0 0,0 1 0 0 0,1 1 0 0 0,2 2 0 0 0,1 1 0 0 0,1 0 0 0 0,6-5 0 0 0,12-2 0 0 0,15 1 0 0 0,11 0 0 0 0,10 3 0 0 0,6 1 0 0 0,3 0 0 0 0,2 2 0 0 0,1 0 0 0 0,4 0 0 0 0,7 0 0 0 0,1 1 0 0 0,3-1 0 0 0,-1 0 0 0 0,-5 0 0 0 0,2 0 0 0 0,-1 0 0 0 0,1 0 0 0 0,-1 0 0 0 0,-3 0 0 0 0,3 0 0 0 0,-2 0 0 0 0,2-5 0 0 0,6-2 0 0 0,-2 0 0 0 0,-4 2 0 0 0,-3 1 0 0 0,1 2 0 0 0,10 0 0 0 0,0 2 0 0 0,3 0 0 0 0,-3 0 0 0 0,-6 0 0 0 0,1 1 0 0 0,2-1 0 0 0,4 0 0 0 0,3 0 0 0 0,-3 0 0 0 0,0 0 0 0 0,2 0 0 0 0,2 0 0 0 0,-4 0 0 0 0,-5 0 0 0 0,-6 0 0 0 0,0 0 0 0 0,-1 0 0 0 0,3 0 0 0 0,-2 0 0 0 0,-1 0 0 0 0,-4 0 0 0 0,-2-5 0 0 0,3-2 0 0 0,1 0 0 0 0,-2 2 0 0 0,-1 1 0 0 0,-2 2 0 0 0,-6-5 0 0 0,-4 0 0 0 0,1 0 0 0 0,0 2 0 0 0,2 2 0 0 0,1 1 0 0 0,-4-5 0 0 0,-12-5 0 0 0,-12-2 0 0 0,-12-3 0 0 0,-9 1 0 0 0,-7 4 0 0 0,-3 3 0 0 0,-1 4 0 0 0,-2 2 0 0 0,1 2 0 0 0,-5 1 0 0 0,-1 1 0 0 0,1-6 0 0 0,-4-1 0 0 0,-5 0 0 0 0,0 1 0 0 0,-2 1 0 0 0,1-3 0 0 0,5-2 0 0 0,-2 2 0 0 0,2 2 0 0 0,-2 1 0 0 0,1 2 0 0 0,3 1 0 0 0,-2 1 0 0 0,1 0 0 0 0,-3 0 0 0 0,1 1 0 0 0,-3-6 0 0 0,2-2 0 0 0,4 1 0 0 0,-3 0 0 0 0,-9 3 0 0 0,-1 0 0 0 0,-1 2 0 0 0,2 0 0 0 0,7 1 0 0 0,-6 1 0 0 0,1-1 0 0 0,-2 0 0 0 0,-1-5 0 0 0,2-2 0 0 0,0 1 0 0 0,4 1 0 0 0,-1 1 0 0 0,-2 1 0 0 0,2 2 0 0 0,-2 1 0 0 0,4 0 0 0 0,-1 0 0 0 0,-3 0 0 0 0,-4 0 0 0 0,3 1 0 0 0,5-1 0 0 0,0 0 0 0 0,3 0 0 0 0,3 0 0 0 0,4 0 0 0 0,28 0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9457 1720 16383 0 0,'-11'2'0'0'0,"-12"5"0"0"0,4 5 0 0 0,13-2 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9349 1741 16383 0 0,'-18'14'0'0'0,"7"-4"0"0"0,11-4 0 0 0,4-8 0 0 0,8-4 0 0 0,2-7 0 0 0,-2 4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1804 16383 0 0,'-9'6'0'0'0,"-11"4"0"0"0,-2-1 0 0 0,-3-3 0 0 0,-2 4 0 0 0,-2-1 0 0 0,-1 3 0 0 0,3-1 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1920 16383 0 0,'22'0'0'0'0,"12"-6"0"0"0,-18 2 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9308 1910 16383 0 0,'-3'1'0'0'0,"-21"8"0"0"0,0 0 0 0 0,-1-1 0 0 0,-1-2 0 0 0,6 2 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2040 16383 0 0,'24'0'0'0'0,"8"-1"0"0"0,1 1 0 0 0,-1-1 0 0 0,-1 1 0 0 0,0-1 0 0 0,0 1 0 0 0,0 0 0 0 0,0 0 0 0 0,0 0 0 0 0,-1 0 0 0 0,-4-5 0 0 0,-2-2 0 0 0,0 0 0 0 0,1 2 0 0 0,2 1 0 0 0,2 2 0 0 0,-10 1 0 0 0,-13 0 0 0 0,-13 1 0 0 0,-11 0 0 0 0,-7 1 0 0 0,-4-1 0 0 0,-3 0 0 0 0,30 0 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9335 2628 16383 0 0,'0'0'0'0'0,"33"0"0"0"0,0-1 0 0 0,0 1 0 0 0,-1-1 0 0 0,1 1 0 0 0,-1 0 0 0 0,-1 0 0 0 0,0 0 0 0 0,0 0 0 0 0,0 0 0 0 0,-1 0 0 0 0,1 0 0 0 0,0 0 0 0 0,0 0 0 0 0,-1 0 0 0 0,1 0 0 0 0,0 0 0 0 0,-11 0 0 0 0,-8 5 0 0 0,-12 2 0 0 0,-11 0 0 0 0,-9-2 0 0 0,-6-1 0 0 0,-4-1 0 0 0,3 3 0 0 0,1 2 0 0 0,0-2 0 0 0,-2-1 0 0 0,0-1 0 0 0,-2-2 0 0 0,0-1 0 0 0,0-1 0 0 0,-1 0 0 0 0,0 0 0 0 0,0 0 0 0 0,0-1 0 0 0,0 1 0 0 0,0 0 0 0 0,11 0 0 0 0,13 0 0 0 0,14 0 0 0 0,11 0 0 0 0,7 0 0 0 0,5 0 0 0 0,2 0 0 0 0,2 0 0 0 0,-1 0 0 0 0,1 0 0 0 0,-2 0 0 0 0,0 0 0 0 0,-1 0 0 0 0,0 0 0 0 0,0 0 0 0 0,0 0 0 0 0,0 0 0 0 0,-1 0 0 0 0,1 0 0 0 0,0 0 0 0 0,0 0 0 0 0,-6 5 0 0 0,-1 2 0 0 0,-5 5 0 0 0,0 0 0 0 0,-4 4 0 0 0,1-1 0 0 0,-2 2 0 0 0,1-2 0 0 0,-1 2 0 0 0,2-2 0 0 0,-2 2 0 0 0,2-3 0 0 0,-1 3 0 0 0,-4 2 0 0 0,2-1 0 0 0,3-3 0 0 0,0 0 0 0 0,2 3 0 0 0,3-2 0 0 0,4-3 0 0 0,2-4 0 0 0,2-3 0 0 0,1-3 0 0 0,-4 3 0 0 0,-1 1 0 0 0,-6 4 0 0 0,0 1 0 0 0,2-3 0 0 0,-3 4 0 0 0,1-2 0 0 0,-3 4 0 0 0,2-2 0 0 0,-4 3 0 0 0,3-1 0 0 0,-3 1 0 0 0,2-1 0 0 0,4 1 0 0 0,3 4 0 0 0,3-2 0 0 0,3-3 0 0 0,-4 0 0 0 0,-1-2 0 0 0,1-4 0 0 0,-5 3 0 0 0,-4 4 0 0 0,-1-1 0 0 0,-2 3 0 0 0,1-2 0 0 0,4-4 0 0 0,-1 2 0 0 0,-3 3 0 0 0,0-1 0 0 0,-1 2 0 0 0,2-2 0 0 0,-2 1 0 0 0,3 4 0 0 0,3-3 0 0 0,-1 2 0 0 0,1-3 0 0 0,-2 0 0 0 0,-4 4 0 0 0,1-3 0 0 0,-2 2 0 0 0,2-4 0 0 0,-1 2 0 0 0,-3 2 0 0 0,2-1 0 0 0,-1 0 0 0 0,-2 3 0 0 0,-3 3 0 0 0,-2 2 0 0 0,-2 2 0 0 0,-2 1 0 0 0,0 1 0 0 0,0 0 0 0 0,-1 0 0 0 0,1 1 0 0 0,5-1 0 0 0,1 0 0 0 0,1 0 0 0 0,3 0 0 0 0,1 0 0 0 0,-2 0 0 0 0,-2-1 0 0 0,-3 1 0 0 0,-2 0 0 0 0,-1 0 0 0 0,0 0 0 0 0,-2-1 0 0 0,1 1 0 0 0,-1 0 0 0 0,1 0 0 0 0,0 0 0 0 0,0 0 0 0 0,-6-1 0 0 0,-1 1 0 0 0,1-10 0 0 0,0-15 0 0 0,2-13 0 0 0,2-11 0 0 0,1-7 0 0 0,0-5 0 0 0,1-2 0 0 0,1-2 0 0 0,-1 1 0 0 0,0 0 0 0 0,0 0 0 0 0,1 1 0 0 0,-1 1 0 0 0,0 0 0 0 0,0 0 0 0 0,0 0 0 0 0,0 1 0 0 0,0-1 0 0 0,0 0 0 0 0,0 0 0 0 0,0 1 0 0 0,0-1 0 0 0,0 0 0 0 0,0 0 0 0 0,0 0 0 0 0,0 0 0 0 0,-6 6 0 0 0,-1 1 0 0 0,1 0 0 0 0,0-2 0 0 0,3-1 0 0 0,0-1 0 0 0,2-2 0 0 0,1 0 0 0 0,0-1 0 0 0,-6 5 0 0 0,0 2 0 0 0,-1 0 0 0 0,-3 3 0 0 0,-1 1 0 0 0,3-2 0 0 0,1-2 0 0 0,-2 3 0 0 0,-1-1 0 0 0,2-1 0 0 0,-2 3 0 0 0,-6 5 0 0 0,0 0 0 0 0,4-3 0 0 0,-3 1 0 0 0,2-1 0 0 0,-2 3 0 0 0,1-3 0 0 0,4-2 0 0 0,-3 2 0 0 0,-3-1 0 0 0,0-3 0 0 0,-2 2 0 0 0,2 0 0 0 0,-2 3 0 0 0,3-1 0 0 0,3-3 0 0 0,-1 3 0 0 0,-3-1 0 0 0,0-3 0 0 0,-2 3 0 0 0,-3 4 0 0 0,2 0 0 0 0,4-4 0 0 0,-1 3 0 0 0,3-2 0 0 0,-2 2 0 0 0,-3-1 0 0 0,0-4 0 0 0,0 3 0 0 0,-4 4 0 0 0,2-1 0 0 0,0-3 0 0 0,-2-4 0 0 0,-3-3 0 0 0,-2-3 0 0 0,3-2 0 0 0,1 5 0 0 0,4 0 0 0 0,0 6 0 0 0,3-1 0 0 0,0 5 0 0 0,1-2 0 0 0,-1 3 0 0 0,2-2 0 0 0,-2 2 0 0 0,2-1 0 0 0,-2-5 0 0 0,2-3 0 0 0,-2 2 0 0 0,-4 5 0 0 0,2-1 0 0 0,4-2 0 0 0,-2 2 0 0 0,4-1 0 0 0,-3 2 0 0 0,1-2 0 0 0,4-2 0 0 0,-2 2 0 0 0,0-1 0 0 0,-2 2 0 0 0,1-1 0 0 0,-2 3 0 0 0,1-2 0 0 0,3-2 0 0 0,3-5 0 0 0,3-2 0 0 0,3-2 0 0 0,-4 3 0 0 0,-1 1 0 0 0,1-1 0 0 0,-4 4 0 0 0,0 1 0 0 0,2-3 0 0 0,1-1 0 0 0,3-3 0 0 0,2-2 0 0 0,1 0 0 0 0,1-2 0 0 0,0 0 0 0 0,0 0 0 0 0,1-1 0 0 0,4 6 0 0 0,3 2 0 0 0,-2 0 0 0 0,0-2 0 0 0,-2-1 0 0 0,3-1 0 0 0,2-2 0 0 0,-2 0 0 0 0,3 4 0 0 0,1 2 0 0 0,-2 0 0 0 0,-3-2 0 0 0,3 4 0 0 0,0 1 0 0 0,-1-2 0 0 0,-3-3 0 0 0,-1-1 0 0 0,-2-1 0 0 0,-1-2 0 0 0,-1-1 0 0 0,0 0 0 0 0,-1 0 0 0 0,1 0 0 0 0,-1 0 0 0 0,1 11 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9477 2016 16383 0 0,'-20'5'0'0'0,"-7"1"0"0"0,-1-2 0 0 0,9-2 0 0 0,14-1 0 0 0,12 0 0 0 0,11-1 0 0 0,7-1 0 0 0,5 1 0 0 0,2 0 0 0 0,1 0 0 0 0,1-1 0 0 0,-1 1 0 0 0,-1 0 0 0 0,0 0 0 0 0,-1 0 0 0 0,0 0 0 0 0,0 0 0 0 0,0 0 0 0 0,0 0 0 0 0,-1 0 0 0 0,-4 6 0 0 0,-13 6 0 0 0,-13 1 0 0 0,-12-1 0 0 0,-10 3 0 0 0,-5-2 0 0 0,-5-3 0 0 0,-1-3 0 0 0,0-2 0 0 0,0-3 0 0 0,0-1 0 0 0,1 4 0 0 0,0 1 0 0 0,1 0 0 0 0,5 4 0 0 0,2 1 0 0 0,0-3 0 0 0,-1-1 0 0 0,-2 2 0 0 0,-2 0 0 0 0,5 4 0 0 0,1 0 0 0 0,2-4 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11539 2399 16383 0 0,'5'0'0'0'0,"6"0"0"0"0,7 0 0 0 0,4 0 0 0 0,5 0 0 0 0,1 0 0 0 0,2 0 0 0 0,0 0 0 0 0,0 0 0 0 0,0 0 0 0 0,0 0 0 0 0,-1 0 0 0 0,0 0 0 0 0,0 0 0 0 0,0 0 0 0 0,-10 0 0 0 0,-13 0 0 0 0,-13 0 0 0 0,-9 0 0 0 0,-3-5 0 0 0,-2-2 0 0 0,-4 1 0 0 0,-1-4 0 0 0,-2 0 0 0 0,-1 1 0 0 0,0 3 0 0 0,0-3 0 0 0,-1 1 0 0 0,1-5 0 0 0,0 2 0 0 0,0 1 0 0 0,0 3 0 0 0,0 3 0 0 0,5-3 0 0 0,2-1 0 0 0,-1 2 0 0 0,-1 1 0 0 0,-1-3 0 0 0,-2 0 0 0 0,0 1 0 0 0,-2 2 0 0 0,5-3 0 0 0,2-1 0 0 0,-1 2 0 0 0,9 2 0 0 0,11 2 0 0 0,11 1 0 0 0,10 1 0 0 0,6 1 0 0 0,4 0 0 0 0,2 5 0 0 0,1 2 0 0 0,1 5 0 0 0,-2-1 0 0 0,1-1 0 0 0,-2-2 0 0 0,1-4 0 0 0,-1 4 0 0 0,0 0 0 0 0,-1-2 0 0 0,-4 4 0 0 0,-1-1 0 0 0,-1-1 0 0 0,2-2 0 0 0,1-2 0 0 0,2-2 0 0 0,-9-1 0 0 0,-13-1 0 0 0,-6 5 0 0 0,-9 1 0 0 0,-7-1 0 0 0,-1 5 0 0 0,-2 0 0 0 0,2 3 0 0 0,9 0 0 0 0,11-3 0 0 0,11-3 0 0 0,7-2 0 0 0,0-3 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11654 2576 16383 0 0,'-5'0'0'0'0,"-2"-5"0"0"0,1-6 0 0 0,1-7 0 0 0,6 0 0 0 0,4-1 0 0 0,4 1 0 0 0,7 5 0 0 0,6 4 0 0 0,3 4 0 0 0,2 2 0 0 0,3 3 0 0 0,0 0 0 0 0,0 1 0 0 0,0 0 0 0 0,-11-1 0 0 0,-12-4 0 0 0,-13-2 0 0 0,-10-5 0 0 0,-8 0 0 0 0,-4 1 0 0 0,2-2 0 0 0,2 0 0 0 0,-2 3 0 0 0,0 3 0 0 0,-1 2 0 0 0,0 2 0 0 0,3-3 0 0 0,2-2 0 0 0,0 1 0 0 0,-2-3 0 0 0,-2-1 0 0 0,-1 2 0 0 0,0 2 0 0 0,-2 3 0 0 0,0 0 0 0 0,0 2 0 0 0,0 1 0 0 0,5-4 0 0 0,1-2 0 0 0,0 0 0 0 0,-1 1 0 0 0,-1 2 0 0 0,-2 1 0 0 0,5-4 0 0 0,5-6 0 0 0,10-1 0 0 0,8-3 0 0 0,7 1 0 0 0,3-1 0 0 0,4 1 0 0 0,5 4 0 0 0,-2-2 0 0 0,2 2 0 0 0,2-2 0 0 0,2 1 0 0 0,2 2 0 0 0,2 3 0 0 0,-4-2 0 0 0,-2 1 0 0 0,-4-4 0 0 0,0 1 0 0 0,1 1 0 0 0,-2-1 0 0 0,1 0 0 0 0,2 2 0 0 0,3 4 0 0 0,-3 6 0 0 0,-4 8 0 0 0,-6 8 0 0 0,-4 6 0 0 0,-3 4 0 0 0,-2 2 0 0 0,-6-4 0 0 0,-2-1 0 0 0,-1 0 0 0 0,3 1 0 0 0,0 1 0 0 0,3 1 0 0 0,0 1 0 0 0,6-4 0 0 0,3-12 0 0 0,4-12 0 0 0,1-11 0 0 0,-2-9 0 0 0,3 0 0 0 0,-2-3 0 0 0,3 3 0 0 0,-1 0 0 0 0,-3-1 0 0 0,2 3 0 0 0,-1-1 0 0 0,-3-2 0 0 0,3-2 0 0 0,-1-2 0 0 0,-2-2 0 0 0,2 4 0 0 0,0 0 0 0 0,-2 0 0 0 0,-2-1 0 0 0,2 3 0 0 0,1 1 0 0 0,-2-2 0 0 0,-2-1 0 0 0,3 2 0 0 0,0 1 0 0 0,-1-2 0 0 0,-2-2 0 0 0,-1-1 0 0 0,-3 8 0 0 0,0 11 0 0 0,-6 8 0 0 0,-1 8 0 0 0,-1 7 0 0 0,2 6 0 0 0,1 3 0 0 0,-3 3 0 0 0,-1 1 0 0 0,-4 1 0 0 0,0-1 0 0 0,3 0 0 0 0,2 0 0 0 0,2-1 0 0 0,3 0 0 0 0,1 0 0 0 0,1 0 0 0 0,-5 0 0 0 0,-1 0 0 0 0,0-1 0 0 0,2 1 0 0 0,1 0 0 0 0,1 0 0 0 0,1 0 0 0 0,0 0 0 0 0,1-10 0 0 0,0-13 0 0 0,1-13 0 0 0,-1-9 0 0 0,0-8 0 0 0,0-4 0 0 0,0-2 0 0 0,0-2 0 0 0,0 1 0 0 0,0 0 0 0 0,0 1 0 0 0,0 0 0 0 0,0 0 0 0 0,0 1 0 0 0,0 0 0 0 0,0 0 0 0 0,0 1 0 0 0,0-1 0 0 0,0 0 0 0 0,0 0 0 0 0,0 1 0 0 0,0-1 0 0 0,0 10 0 0 0,0 13 0 0 0,0 12 0 0 0,0 11 0 0 0,0 6 0 0 0,-5 0 0 0 0,-1 1 0 0 0,-5 1 0 0 0,-1 2 0 0 0,2 0 0 0 0,3 1 0 0 0,-3-4 0 0 0,1-1 0 0 0,2-1 0 0 0,-3-2 0 0 0,0-1 0 0 0,2 1 0 0 0,-3 3 0 0 0,1 2 0 0 0,-3 2 0 0 0,1 0 0 0 0,-3-3 0 0 0,2-1 0 0 0,2 0 0 0 0,4 1 0 0 0,2-8 0 0 0,3-12 0 0 0,1-11 0 0 0,6-5 0 0 0,2-5 0 0 0,0-5 0 0 0,4-3 0 0 0,-1-3 0 0 0,-1-1 0 0 0,2 5 0 0 0,0 0 0 0 0,-2 1 0 0 0,1 3 0 0 0,1 1 0 0 0,-3-2 0 0 0,-2-2 0 0 0,2-2 0 0 0,1-1 0 0 0,-3-2 0 0 0,4-1 0 0 0,0 0 0 0 0,3 5 0 0 0,-1 1 0 0 0,-2 0 0 0 0,-3-1 0 0 0,-2-2 0 0 0,2 0 0 0 0,0-2 0 0 0,4 4 0 0 0,0 2 0 0 0,-1 9 0 0 0,-4 12 0 0 0,-1 11 0 0 0,-3 8 0 0 0,-1 7 0 0 0,-1 3 0 0 0,0 2 0 0 0,-1 2 0 0 0,1-1 0 0 0,0-1 0 0 0,-1 1 0 0 0,1-2 0 0 0,-5 1 0 0 0,-2-1 0 0 0,1 0 0 0 0,1-1 0 0 0,2 1 0 0 0,0 0 0 0 0,2 0 0 0 0,1 0 0 0 0,0-1 0 0 0,0 1 0 0 0,0 0 0 0 0,1 0 0 0 0,-1 0 0 0 0,0 0 0 0 0,0 0 0 0 0,0-10 0 0 0,5-13 0 0 0,2-13 0 0 0,-1-9 0 0 0,-1-8 0 0 0,-2-4 0 0 0,0-2 0 0 0,3-2 0 0 0,1 1 0 0 0,-1 0 0 0 0,4-4 0 0 0,-1-2 0 0 0,0 1 0 0 0,-3 2 0 0 0,-3 2 0 0 0,0 1 0 0 0,-2 1 0 0 0,4 6 0 0 0,1 1 0 0 0,0 1 0 0 0,-2-2 0 0 0,-1 9 0 0 0,-1 12 0 0 0,-1 11 0 0 0,0 9 0 0 0,-1 6 0 0 0,0 5 0 0 0,-1 2 0 0 0,6-4 0 0 0,1-1 0 0 0,0 0 0 0 0,-1 0 0 0 0,4 1 0 0 0,-1-4 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12294 1540 16383 0 0,'-5'0'0'0'0,"-7"5"0"0"0,-5 1 0 0 0,-1 5 0 0 0,-2 1 0 0 0,3 3 0 0 0,-1-2 0 0 0,-3-2 0 0 0,-2 2 0 0 0,-2-2 0 0 0,3 3 0 0 0,1-2 0 0 0,-2-2 0 0 0,-1-3 0 0 0,3 2 0 0 0,0 0 0 0 0,-1 2 0 0 0,-1 1 0 0 0,2 2 0 0 0,1-1 0 0 0,-2-2 0 0 0,-2 1 0 0 0,-1 4 0 0 0,-2-1 0 0 0,-1-3 0 0 0,-1 1 0 0 0,0-1 0 0 0,5 2 0 0 0,1-1 0 0 0,5 1 0 0 0,0 0 0 0 0,-1-4 0 0 0,-2 2 0 0 0,-4 4 0 0 0,-1-2 0 0 0,-1-2 0 0 0,3 2 0 0 0,1 2 0 0 0,5 5 0 0 0,0-2 0 0 0,-1-5 0 0 0,2 2 0 0 0,4 1 0 0 0,-1-1 0 0 0,-2-3 0 0 0,1 0 0 0 0,3 4 0 0 0,4 3 0 0 0,7-2 0 0 0,10-3 0 0 0,8-5 0 0 0,6 1 0 0 0,4-1 0 0 0,2-3 0 0 0,1-2 0 0 0,1-2 0 0 0,-1 3 0 0 0,0 1 0 0 0,0-1 0 0 0,0-1 0 0 0,-1-2 0 0 0,0-1 0 0 0,4-1 0 0 0,3-1 0 0 0,4 5 0 0 0,0 1 0 0 0,-1 0 0 0 0,-3-1 0 0 0,-3-2 0 0 0,-6 4 0 0 0,1 1 0 0 0,2-2 0 0 0,-1-1 0 0 0,1-1 0 0 0,0 2 0 0 0,0 2 0 0 0,-1-2 0 0 0,5-1 0 0 0,1-1 0 0 0,5 2 0 0 0,6 2 0 0 0,-1-2 0 0 0,-3-1 0 0 0,-3-2 0 0 0,-4-1 0 0 0,-3-1 0 0 0,-2-1 0 0 0,-1 0 0 0 0,0 0 0 0 0,-1 0 0 0 0,0-1 0 0 0,-5-4 0 0 0,-6-6 0 0 0,-11-2 0 0 0,-11 2 0 0 0,-5-3 0 0 0,-6-3 0 0 0,-5 1 0 0 0,-3 3 0 0 0,1-1 0 0 0,1 2 0 0 0,-2-2 0 0 0,-1-4 0 0 0,-1 2 0 0 0,-1 3 0 0 0,-2 4 0 0 0,1-2 0 0 0,-1 2 0 0 0,-1-3 0 0 0,1 0 0 0 0,0 3 0 0 0,0 3 0 0 0,5-3 0 0 0,2 0 0 0 0,-1 2 0 0 0,4-3 0 0 0,0 1 0 0 0,-1-4 0 0 0,-3 0 0 0 0,-2 4 0 0 0,-1 2 0 0 0,-2 2 0 0 0,-1 3 0 0 0,0 1 0 0 0,5 6 0 0 0,6 7 0 0 0,6 6 0 0 0,6 5 0 0 0,3 4 0 0 0,7 2 0 0 0,4 1 0 0 0,4-5 0 0 0,6-2 0 0 0,4 1 0 0 0,4-4 0 0 0,2-6 0 0 0,1 0 0 0 0,-4-2 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14658 3466 16383 0 0,'5'0'0'0'0,"1"0"0"0"0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14679 3487 16383 0 0,'0'5'0'0'0,"0"2"0"0"0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3376 7382 16383 0 0,'0'0'0'0'0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1916 9499 16383 0 0,'0'0'0'0'0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15021 2685 16383 0 0,'-5'0'0'0'0,"-7"0"0"0"0,-7 0 0 0 0,-5 0 0 0 0,-4 0 0 0 0,-3 0 0 0 0,0 0 0 0 0,-2 0 0 0 0,6-5 0 0 0,2-2 0 0 0,0 0 0 0 0,-1 2 0 0 0,-1 1 0 0 0,-1 1 0 0 0,-2 2 0 0 0,0 1 0 0 0,-1 0 0 0 0,0 0 0 0 0,0 0 0 0 0,5-5 0 0 0,2-2 0 0 0,0 1 0 0 0,-2 1 0 0 0,-1 1 0 0 0,-1-4 0 0 0,-2 0 0 0 0,0 1 0 0 0,-1 2 0 0 0,0 1 0 0 0,0 2 0 0 0,0 1 0 0 0,0-5 0 0 0,0 0 0 0 0,0-1 0 0 0,0 2 0 0 0,0 2 0 0 0,0 1 0 0 0,0 1 0 0 0,0 0 0 0 0,1 1 0 0 0,-1 0 0 0 0,0 1 0 0 0,0-1 0 0 0,0 0 0 0 0,0 0 0 0 0,6-5 0 0 0,1-2 0 0 0,0 1 0 0 0,-2 0 0 0 0,-1 3 0 0 0,4-5 0 0 0,1 0 0 0 0,-2 0 0 0 0,-2 3 0 0 0,-1 2 0 0 0,-2-5 0 0 0,5-5 0 0 0,0-1 0 0 0,5-3 0 0 0,6-4 0 0 0,4-4 0 0 0,10 3 0 0 0,9 5 0 0 0,4 0 0 0 0,4 2 0 0 0,4 5 0 0 0,4 4 0 0 0,-2-3 0 0 0,-1 0 0 0 0,2 3 0 0 0,1 1 0 0 0,2 2 0 0 0,1 1 0 0 0,1 1 0 0 0,1 1 0 0 0,0 1 0 0 0,0-1 0 0 0,0 0 0 0 0,0 1 0 0 0,0-1 0 0 0,0 0 0 0 0,0 0 0 0 0,0 0 0 0 0,0 0 0 0 0,0 0 0 0 0,0 0 0 0 0,-1 0 0 0 0,1 0 0 0 0,5 0 0 0 0,2 0 0 0 0,0 0 0 0 0,3 0 0 0 0,1 0 0 0 0,-3 0 0 0 0,-1 0 0 0 0,-3 0 0 0 0,-2 0 0 0 0,4 0 0 0 0,1 0 0 0 0,5 0 0 0 0,-1 0 0 0 0,4 0 0 0 0,0 0 0 0 0,1 0 0 0 0,-1 0 0 0 0,-4 0 0 0 0,-3 0 0 0 0,2 0 0 0 0,-1 0 0 0 0,-2 0 0 0 0,-2 0 0 0 0,-2 0 0 0 0,-1 0 0 0 0,-2 0 0 0 0,0 0 0 0 0,0 0 0 0 0,-1 0 0 0 0,0-5 0 0 0,1-2 0 0 0,0 0 0 0 0,-1 2 0 0 0,1 1 0 0 0,0 2 0 0 0,0 0 0 0 0,-1-3 0 0 0,1-2 0 0 0,0-5 0 0 0,0 0 0 0 0,-5 2 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14912 2196 16383 0 0,'0'0'0'0'0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15563 2582 16383 0 0,'-5'0'0'0'0,"-8"0"0"0"0,-5 0 0 0 0,-7 0 0 0 0,-3 0 0 0 0,-2 0 0 0 0,-2-5 0 0 0,0-2 0 0 0,0-5 0 0 0,0 0 0 0 0,0 2 0 0 0,6-3 0 0 0,2 1 0 0 0,0 2 0 0 0,-2-2 0 0 0,-1 1 0 0 0,-1-3 0 0 0,-2 1 0 0 0,0 3 0 0 0,-1 2 0 0 0,0 4 0 0 0,5-4 0 0 0,2 0 0 0 0,0-3 0 0 0,-2-1 0 0 0,-1 2 0 0 0,-1 3 0 0 0,-2 2 0 0 0,0 2 0 0 0,-1-3 0 0 0,0-1 0 0 0,0 1 0 0 0,0 1 0 0 0,5-4 0 0 0,2 0 0 0 0,0 2 0 0 0,-2 1 0 0 0,-1-3 0 0 0,-1 0 0 0 0,-2 2 0 0 0,0 1 0 0 0,-1 2 0 0 0,0 2 0 0 0,0 1 0 0 0,0 1 0 0 0,0 1 0 0 0,0-1 0 0 0,0 0 0 0 0,0 1 0 0 0,0-1 0 0 0,0 0 0 0 0,0 0 0 0 0,0-5 0 0 0,1-2 0 0 0,-1 0 0 0 0,0 2 0 0 0,0 1 0 0 0,0 2 0 0 0,0 0 0 0 0,1 2 0 0 0,-1 0 0 0 0,0 0 0 0 0,0 0 0 0 0,0 1 0 0 0,1-1 0 0 0,-1 0 0 0 0,0 0 0 0 0,11 0 0 0 0,13 0 0 0 0,14 0 0 0 0,11 0 0 0 0,7 0 0 0 0,5 0 0 0 0,2 0 0 0 0,2 6 0 0 0,-1 1 0 0 0,0-1 0 0 0,0 5 0 0 0,-1 0 0 0 0,-1-2 0 0 0,0-3 0 0 0,5 4 0 0 0,7-1 0 0 0,2-1 0 0 0,3 3 0 0 0,-2-1 0 0 0,3-1 0 0 0,3-3 0 0 0,-2-2 0 0 0,1 3 0 0 0,2 1 0 0 0,3-1 0 0 0,-3 3 0 0 0,0 0 0 0 0,1-1 0 0 0,3 2 0 0 0,1 0 0 0 0,7-2 0 0 0,3 3 0 0 0,-5-1 0 0 0,-3-3 0 0 0,-1-2 0 0 0,0-2 0 0 0,6 4 0 0 0,2-1 0 0 0,0 0 0 0 0,-6-2 0 0 0,-2-2 0 0 0,-2-1 0 0 0,6-1 0 0 0,-3-1 0 0 0,4 0 0 0 0,2 0 0 0 0,5-1 0 0 0,-4 6 0 0 0,-2 2 0 0 0,2 0 0 0 0,-4-2 0 0 0,-3-1 0 0 0,-6-2 0 0 0,-2-1 0 0 0,1 0 0 0 0,-3-1 0 0 0,0 0 0 0 0,-4-1 0 0 0,2 1 0 0 0,3 0 0 0 0,3 0 0 0 0,8 0 0 0 0,-1 0 0 0 0,-6 0 0 0 0,-2 0 0 0 0,-4 0 0 0 0,-6 0 0 0 0,-4 0 0 0 0,-4 0 0 0 0,2 0 0 0 0,1 0 0 0 0,-1 0 0 0 0,-2 0 0 0 0,-2 0 0 0 0,5 0 0 0 0,1 0 0 0 0,3 0 0 0 0,7 0 0 0 0,-1 0 0 0 0,-4 0 0 0 0,-3 0 0 0 0,-3 0 0 0 0,-4 0 0 0 0,-2 0 0 0 0,-1 0 0 0 0,0 0 0 0 0,-12 0 0 0 0,-13 0 0 0 0,-14 0 0 0 0,-10 0 0 0 0,-7 0 0 0 0,-5 0 0 0 0,-3 0 0 0 0,0 0 0 0 0,-1 0 0 0 0,1 0 0 0 0,1 0 0 0 0,0 0 0 0 0,0 0 0 0 0,1 0 0 0 0,1 0 0 0 0,-1 0 0 0 0,0 0 0 0 0,-5 0 0 0 0,-2 0 0 0 0,1 0 0 0 0,1 5 0 0 0,1 2 0 0 0,2-1 0 0 0,1 0 0 0 0,1-2 0 0 0,0-2 0 0 0,0-1 0 0 0,-5 0 0 0 0,4 4 0 0 0,-3 2 0 0 0,-7-1 0 0 0,-1-1 0 0 0,-3-1 0 0 0,0-2 0 0 0,3-1 0 0 0,-2 0 0 0 0,2-1 0 0 0,3-1 0 0 0,3 1 0 0 0,-3 0 0 0 0,-5-1 0 0 0,0 1 0 0 0,-3 0 0 0 0,2 0 0 0 0,3 0 0 0 0,-2 0 0 0 0,2 0 0 0 0,-2 0 0 0 0,1 0 0 0 0,-8 0 0 0 0,0 0 0 0 0,4 0 0 0 0,-1 0 0 0 0,-3 0 0 0 0,3 0 0 0 0,-1 0 0 0 0,3 0 0 0 0,-7 0 0 0 0,1 0 0 0 0,5 0 0 0 0,-1 0 0 0 0,3 0 0 0 0,-1 0 0 0 0,-3 0 0 0 0,1 0 0 0 0,0 0 0 0 0,1 0 0 0 0,0 0 0 0 0,-3 0 0 0 0,1-5 0 0 0,5-2 0 0 0,0 0 0 0 0,1 2 0 0 0,-2 1 0 0 0,2 2 0 0 0,3 1 0 0 0,-2 0 0 0 0,-4-4 0 0 0,-5-2 0 0 0,2 1 0 0 0,3 1 0 0 0,5 1 0 0 0,-1 2 0 0 0,-3 1 0 0 0,0 0 0 0 0,3 1 0 0 0,-1 1 0 0 0,1-6 0 0 0,2-2 0 0 0,4 0 0 0 0,3 2 0 0 0,1 2 0 0 0,7-5 0 0 0,2 0 0 0 0,0 1 0 0 0,-1 1 0 0 0,-1-3 0 0 0,-2 0 0 0 0,-1 2 0 0 0,-1 1 0 0 0,-1 2 0 0 0,5-3 0 0 0,2-1 0 0 0,-1 1 0 0 0,5-3 0 0 0,0 0 0 0 0,3-4 0 0 0,5-5 0 0 0,9 2 0 0 0,11-3 0 0 0,10 3 0 0 0,6 4 0 0 0,4 4 0 0 0,3 4 0 0 0,2 3 0 0 0,0 1 0 0 0,0 1 0 0 0,-1 1 0 0 0,0 0 0 0 0,-1 0 0 0 0,-5-6 0 0 0,-2-1 0 0 0,0-1 0 0 0,2 2 0 0 0,0 1 0 0 0,3 2 0 0 0,6 0 0 0 0,2 2 0 0 0,0 0 0 0 0,0 0 0 0 0,-2 0 0 0 0,-2 1 0 0 0,-1-1 0 0 0,0 0 0 0 0,4 0 0 0 0,2 0 0 0 0,-1 0 0 0 0,-1 0 0 0 0,-2 0 0 0 0,4 0 0 0 0,7 0 0 0 0,5 0 0 0 0,0 0 0 0 0,1 0 0 0 0,-2 0 0 0 0,-4 0 0 0 0,-5 0 0 0 0,1 0 0 0 0,0 5 0 0 0,2 2 0 0 0,0 0 0 0 0,-3-2 0 0 0,-2-1 0 0 0,-3-1 0 0 0,4 3 0 0 0,4 1 0 0 0,2 0 0 0 0,-3-2 0 0 0,-2-1 0 0 0,-4-2 0 0 0,4 4 0 0 0,-1 1 0 0 0,4 0 0 0 0,0-2 0 0 0,-3-1 0 0 0,-2-2 0 0 0,-2-1 0 0 0,-3-1 0 0 0,4 5 0 0 0,1 2 0 0 0,-1-1 0 0 0,-1-1 0 0 0,-2-1 0 0 0,-1-2 0 0 0,-1-1 0 0 0,-1 0 0 0 0,5-1 0 0 0,6 0 0 0 0,8 4 0 0 0,5 3 0 0 0,-2 0 0 0 0,-4-2 0 0 0,-6-2 0 0 0,-4 0 0 0 0,-4-2 0 0 0,-3 0 0 0 0,-1-1 0 0 0,-1-1 0 0 0,0 1 0 0 0,0 0 0 0 0,0 0 0 0 0,0-1 0 0 0,1 1 0 0 0,-11 0 0 0 0,-14 0 0 0 0,-13 0 0 0 0,-10 0 0 0 0,-9 0 0 0 0,-3 0 0 0 0,-4-5 0 0 0,0-2 0 0 0,-1 0 0 0 0,6-3 0 0 0,-2-1 0 0 0,-3 2 0 0 0,1 2 0 0 0,-6 3 0 0 0,-2-4 0 0 0,2 0 0 0 0,1 2 0 0 0,-3 1 0 0 0,0-4 0 0 0,1 0 0 0 0,2 2 0 0 0,3 1 0 0 0,-4-3 0 0 0,-6 0 0 0 0,-1 2 0 0 0,-3-4 0 0 0,-4 0 0 0 0,2 3 0 0 0,-1 1 0 0 0,2 3 0 0 0,0 2 0 0 0,-3 1 0 0 0,-2-4 0 0 0,-4-2 0 0 0,4 1 0 0 0,6 1 0 0 0,5-3 0 0 0,0-2 0 0 0,-4 3 0 0 0,-3 1 0 0 0,-5-3 0 0 0,2 0 0 0 0,6 1 0 0 0,4 3 0 0 0,0 1 0 0 0,1 2 0 0 0,4-4 0 0 0,-4-1 0 0 0,2 0 0 0 0,1 2 0 0 0,-3 2 0 0 0,1 1 0 0 0,1 1 0 0 0,3 1 0 0 0,3 0 0 0 0,-4 0 0 0 0,-6 0 0 0 0,-1 1 0 0 0,3-1 0 0 0,2 0 0 0 0,4-5 0 0 0,2-2 0 0 0,-4 0 0 0 0,-5 2 0 0 0,-1 1 0 0 0,1-4 0 0 0,-1 0 0 0 0,-5 1 0 0 0,1 2 0 0 0,4 1 0 0 0,4 2 0 0 0,3 1 0 0 0,-2 1 0 0 0,0 0 0 0 0,1 0 0 0 0,3-5 0 0 0,1-1 0 0 0,1-1 0 0 0,2 2 0 0 0,0 1 0 0 0,6-3 0 0 0,1-1 0 0 0,0 0 0 0 0,-1 3 0 0 0,4-4 0 0 0,-1 0 0 0 0,-1 1 0 0 0,-2 3 0 0 0,9 1 0 0 0,12 2 0 0 0,11 1 0 0 0,11 1 0 0 0,7 0 0 0 0,5 1 0 0 0,7-1 0 0 0,3 0 0 0 0,0 1 0 0 0,-2-1 0 0 0,4 5 0 0 0,-1 2 0 0 0,4 0 0 0 0,-1 3 0 0 0,2 1 0 0 0,5 3 0 0 0,8 0 0 0 0,6-3 0 0 0,-4-3 0 0 0,4 2 0 0 0,-4-1 0 0 0,-2 4 0 0 0,-1 0 0 0 0,1-3 0 0 0,1 2 0 0 0,5 5 0 0 0,8-1 0 0 0,-3 2 0 0 0,1-2 0 0 0,1-4 0 0 0,-8 2 0 0 0,1 3 0 0 0,5-1 0 0 0,2-3 0 0 0,-2-4 0 0 0,4 2 0 0 0,-6-1 0 0 0,1-3 0 0 0,0 4 0 0 0,-2-1 0 0 0,4 4 0 0 0,0-2 0 0 0,-2-1 0 0 0,4 1 0 0 0,-6 0 0 0 0,-4 2 0 0 0,4 0 0 0 0,0-4 0 0 0,0 3 0 0 0,-2-2 0 0 0,5-2 0 0 0,-5 2 0 0 0,-3 0 0 0 0,4-2 0 0 0,-4-3 0 0 0,-3-3 0 0 0,0-1 0 0 0,0-1 0 0 0,1-1 0 0 0,-5 0 0 0 0,-1 4 0 0 0,0 3 0 0 0,-3-1 0 0 0,5-1 0 0 0,4-1 0 0 0,2-2 0 0 0,-5-1 0 0 0,-1 5 0 0 0,1 1 0 0 0,-5 0 0 0 0,-6-2 0 0 0,0-2 0 0 0,-2-1 0 0 0,1 0 0 0 0,4-2 0 0 0,-2 0 0 0 0,-2 0 0 0 0,-5-1 0 0 0,-4 1 0 0 0,-2 5 0 0 0,3 2 0 0 0,1-1 0 0 0,-1 0 0 0 0,-2-2 0 0 0,-1-2 0 0 0,-1-1 0 0 0,-2 0 0 0 0,0-1 0 0 0,0 0 0 0 0,0-1 0 0 0,-1 6 0 0 0,1 2 0 0 0,-1-1 0 0 0,1 0 0 0 0,-11-3 0 0 0,-13 0 0 0 0,-14-2 0 0 0,-11-1 0 0 0,-2-5 0 0 0,-3-2 0 0 0,-3 0 0 0 0,-2 2 0 0 0,-1-5 0 0 0,-2 1 0 0 0,-6 1 0 0 0,-1 2 0 0 0,0 2 0 0 0,1 2 0 0 0,2 1 0 0 0,2 1 0 0 0,1 0 0 0 0,0 0 0 0 0,-4 1 0 0 0,-7-1 0 0 0,-1-5 0 0 0,-3-2 0 0 0,0 1 0 0 0,3 0 0 0 0,-6 3 0 0 0,0 0 0 0 0,-2 2 0 0 0,-3 0 0 0 0,3 1 0 0 0,0 1 0 0 0,3-1 0 0 0,0 0 0 0 0,-8 0 0 0 0,1-5 0 0 0,-6-1 0 0 0,-3-1 0 0 0,4 2 0 0 0,-2 1 0 0 0,3 1 0 0 0,2 2 0 0 0,-5 1 0 0 0,-3 0 0 0 0,0 0 0 0 0,-4 0 0 0 0,-7 0 0 0 0,5 1 0 0 0,-1-1 0 0 0,1-5 0 0 0,3-2 0 0 0,2 0 0 0 0,2 2 0 0 0,8 1 0 0 0,-4 2 0 0 0,5 0 0 0 0,-5 2 0 0 0,-2 0 0 0 0,-6 0 0 0 0,3 0 0 0 0,3 1 0 0 0,-4-1 0 0 0,4 0 0 0 0,2 0 0 0 0,7 0 0 0 0,7 0 0 0 0,-4 0 0 0 0,1 0 0 0 0,4 0 0 0 0,-6-5 0 0 0,1-2 0 0 0,3 0 0 0 0,0 2 0 0 0,3 1 0 0 0,-2 2 0 0 0,2 0 0 0 0,4 2 0 0 0,-2 0 0 0 0,-5 0 0 0 0,2 0 0 0 0,3 1 0 0 0,-2-1 0 0 0,-4 0 0 0 0,-4-5 0 0 0,3-2 0 0 0,3 0 0 0 0,5 2 0 0 0,4 1 0 0 0,4 2 0 0 0,2 1 0 0 0,1 0 0 0 0,1 1 0 0 0,0 0 0 0 0,0 1 0 0 0,0-1 0 0 0,0 0 0 0 0,0 0 0 0 0,-1-5 0 0 0,0-2 0 0 0,0 1 0 0 0,0 0 0 0 0,6-3 0 0 0,1 0 0 0 0,0 1 0 0 0,3-3 0 0 0,7-5 0 0 0,9 0 0 0 0,12 3 0 0 0,10 4 0 0 0,6 3 0 0 0,6 2 0 0 0,3 3 0 0 0,0 1 0 0 0,7 0 0 0 0,0 1 0 0 0,6 0 0 0 0,-1-1 0 0 0,-2 1 0 0 0,2-1 0 0 0,4 0 0 0 0,5 0 0 0 0,-2 0 0 0 0,1 0 0 0 0,-3 0 0 0 0,-5 0 0 0 0,6 0 0 0 0,0 5 0 0 0,2 2 0 0 0,-3 0 0 0 0,-5 4 0 0 0,2-1 0 0 0,7-1 0 0 0,1-2 0 0 0,2-3 0 0 0,6-1 0 0 0,-6 3 0 0 0,-4 1 0 0 0,2 0 0 0 0,0 3 0 0 0,3 0 0 0 0,-4-1 0 0 0,5 2 0 0 0,-2 0 0 0 0,0-2 0 0 0,1 3 0 0 0,1-1 0 0 0,-4-3 0 0 0,0-1 0 0 0,5 2 0 0 0,5 0 0 0 0,-5 3 0 0 0,-1 1 0 0 0,0-3 0 0 0,-5-3 0 0 0,-1-2 0 0 0,1-3 0 0 0,3-1 0 0 0,-4 4 0 0 0,0 2 0 0 0,2-1 0 0 0,-3-1 0 0 0,-5-2 0 0 0,-6-1 0 0 0,-3-1 0 0 0,2 5 0 0 0,-1 1 0 0 0,-1-1 0 0 0,4 0 0 0 0,-1-3 0 0 0,5-1 0 0 0,-2 5 0 0 0,4 0 0 0 0,-2 0 0 0 0,-3-2 0 0 0,-3-2 0 0 0,-3-1 0 0 0,-3-1 0 0 0,-1 0 0 0 0,-2-1 0 0 0,1-1 0 0 0,-1 1 0 0 0,0 0 0 0 0,-5 5 0 0 0,-1 2 0 0 0,0-1 0 0 0,-9-1 0 0 0,-13-1 0 0 0,-11-1 0 0 0,-10-7 0 0 0,-7-3 0 0 0,-4 1 0 0 0,-2 0 0 0 0,-6-3 0 0 0,-3-1 0 0 0,2 2 0 0 0,-4 2 0 0 0,1 2 0 0 0,1-4 0 0 0,3 0 0 0 0,3 2 0 0 0,2 0 0 0 0,-4-2 0 0 0,-1-1 0 0 0,-4 1 0 0 0,-6-2 0 0 0,0-1 0 0 0,-2 2 0 0 0,2-2 0 0 0,4 0 0 0 0,-1 2 0 0 0,-3 3 0 0 0,-4-3 0 0 0,-4-1 0 0 0,-3 3 0 0 0,-1 2 0 0 0,-2 1 0 0 0,5 2 0 0 0,2 2 0 0 0,-6-6 0 0 0,2 0 0 0 0,-4-1 0 0 0,-7 2 0 0 0,7-3 0 0 0,0-2 0 0 0,5 3 0 0 0,-3 1 0 0 0,-2 2 0 0 0,-1-3 0 0 0,0-1 0 0 0,6 1 0 0 0,2 2 0 0 0,-5 1 0 0 0,3-3 0 0 0,-5-1 0 0 0,-2 1 0 0 0,-1 2 0 0 0,7 2 0 0 0,1 1 0 0 0,2-5 0 0 0,-2 0 0 0 0,0 1 0 0 0,4 1 0 0 0,-5 1 0 0 0,3 2 0 0 0,6 1 0 0 0,0 1 0 0 0,4 0 0 0 0,-1 0 0 0 0,3 0 0 0 0,-3 1 0 0 0,3-1 0 0 0,2 0 0 0 0,4 0 0 0 0,-2 0 0 0 0,0 0 0 0 0,2 0 0 0 0,2 0 0 0 0,-3 0 0 0 0,-1 0 0 0 0,2 0 0 0 0,2-5 0 0 0,2-2 0 0 0,1 0 0 0 0,1 2 0 0 0,1 1 0 0 0,1 2 0 0 0,-1 0 0 0 0,1 2 0 0 0,-1 0 0 0 0,1 0 0 0 0,4-5 0 0 0,2-1 0 0 0,6-6 0 0 0,10-5 0 0 0,12-1 0 0 0,10-1 0 0 0,9 1 0 0 0,5 5 0 0 0,3 4 0 0 0,7 4 0 0 0,2 2 0 0 0,0 2 0 0 0,-2 1 0 0 0,-2 1 0 0 0,-2 0 0 0 0,3 0 0 0 0,2-1 0 0 0,3 1 0 0 0,1-1 0 0 0,3 0 0 0 0,5 0 0 0 0,-2 0 0 0 0,2 0 0 0 0,2 0 0 0 0,3 0 0 0 0,2 0 0 0 0,3 0 0 0 0,5 0 0 0 0,3 5 0 0 0,5 2 0 0 0,0 0 0 0 0,4 3 0 0 0,-1 1 0 0 0,-3-2 0 0 0,6 3 0 0 0,1-1 0 0 0,-4-2 0 0 0,2-2 0 0 0,8 2 0 0 0,-1 0 0 0 0,1 4 0 0 0,7-1 0 0 0,-2-2 0 0 0,-1 3 0 0 0,-1-2 0 0 0,1 4 0 0 0,6-2 0 0 0,-4 3 0 0 0,4-2 0 0 0,-4-3 0 0 0,-3-3 0 0 0,0-3 0 0 0,5 2 0 0 0,8 1 0 0 0,-4 4 0 0 0,3-1 0 0 0,-1-1 0 0 0,-1-3 0 0 0,-8 3 0 0 0,2 0 0 0 0,1 3 0 0 0,-6-1 0 0 0,3-2 0 0 0,2-3 0 0 0,-4 3 0 0 0,-3 0 0 0 0,0-3 0 0 0,2-1 0 0 0,-5 2 0 0 0,-1 1 0 0 0,7-2 0 0 0,-7-1 0 0 0,-1-3 0 0 0,0 5 0 0 0,-3-1 0 0 0,1 0 0 0 0,3-2 0 0 0,-3-1 0 0 0,-4 3 0 0 0,0 1 0 0 0,4-1 0 0 0,-2-2 0 0 0,-3 4 0 0 0,0 0 0 0 0,-1-2 0 0 0,-3-1 0 0 0,-8-2 0 0 0,1-2 0 0 0,0-1 0 0 0,-6-1 0 0 0,3 0 0 0 0,2-1 0 0 0,-5 1 0 0 0,-2 0 0 0 0,1 5 0 0 0,-5 1 0 0 0,0 1 0 0 0,-5-2 0 0 0,2-1 0 0 0,-4-2 0 0 0,-3 5 0 0 0,1 0 0 0 0,-1 0 0 0 0,-3-2 0 0 0,3-1 0 0 0,-1-2 0 0 0,-2 4 0 0 0,-2 1 0 0 0,-3 0 0 0 0,-1-2 0 0 0,-2-2 0 0 0,0 0 0 0 0,0-2 0 0 0,-1-1 0 0 0,0 0 0 0 0,-10 0 0 0 0,-13-1 0 0 0,-15 1 0 0 0,-9 0 0 0 0,-8 0 0 0 0,-5 0 0 0 0,-3-1 0 0 0,0 1 0 0 0,-1 0 0 0 0,1 0 0 0 0,1 0 0 0 0,0 0 0 0 0,0 1 0 0 0,1-1 0 0 0,-5 0 0 0 0,-7 0 0 0 0,-1-6 0 0 0,-4-1 0 0 0,1 1 0 0 0,3 0 0 0 0,-6 2 0 0 0,0 2 0 0 0,-2 1 0 0 0,-8-5 0 0 0,1-1 0 0 0,0 1 0 0 0,-6 1 0 0 0,3 1 0 0 0,-3 2 0 0 0,-7 1 0 0 0,4 1 0 0 0,-3 0 0 0 0,7 0 0 0 0,-3 0 0 0 0,-5-5 0 0 0,-1-2 0 0 0,-4 1 0 0 0,-4 1 0 0 0,1 1 0 0 0,-2 2 0 0 0,3 0 0 0 0,4 2 0 0 0,-1 0 0 0 0,-3 0 0 0 0,2 0 0 0 0,-3 1 0 0 0,-3-1 0 0 0,8 0 0 0 0,0 0 0 0 0,-2-5 0 0 0,1-2 0 0 0,-2 0 0 0 0,-4 2 0 0 0,-8 1 0 0 0,5 2 0 0 0,2 0 0 0 0,4 2 0 0 0,0 0 0 0 0,-2 0 0 0 0,2 0 0 0 0,-2 1 0 0 0,4-1 0 0 0,3 0 0 0 0,-1 0 0 0 0,-3 0 0 0 0,-5 0 0 0 0,2 0 0 0 0,-2 0 0 0 0,9 0 0 0 0,1 0 0 0 0,-3 0 0 0 0,-4-5 0 0 0,1-2 0 0 0,3 0 0 0 0,5 2 0 0 0,3 1 0 0 0,-2-3 0 0 0,0-2 0 0 0,-4 2 0 0 0,-4 2 0 0 0,-6-4 0 0 0,7 0 0 0 0,1 1 0 0 0,7 3 0 0 0,1-4 0 0 0,1 0 0 0 0,1 1 0 0 0,-4 3 0 0 0,0-4 0 0 0,7 0 0 0 0,2 1 0 0 0,-2-2 0 0 0,2-1 0 0 0,3 2 0 0 0,0 3 0 0 0,4-3 0 0 0,-3 0 0 0 0,1 1 0 0 0,7-2 0 0 0,-1-1 0 0 0,5 3 0 0 0,-2 2 0 0 0,-3 2 0 0 0,-3-4 0 0 0,2 0 0 0 0,4 2 0 0 0,0-5 0 0 0,3 1 0 0 0,3-4 0 0 0,4 1 0 0 0,2 2 0 0 0,3-1 0 0 0,1 0 0 0 0,0 3 0 0 0,1 2 0 0 0,-5 3 0 0 0,3-3 0 0 0,2 0 0 0 0,0 0 0 0 0,6-3 0 0 0,2 0 0 0 0,-1 1 0 0 0,-2 3 0 0 0,4-3 0 0 0,0 0 0 0 0,-2 1 0 0 0,3-3 0 0 0,5-5 0 0 0,11 1 0 0 0,5-3 0 0 0,8 2 0 0 0,8 3 0 0 0,6 4 0 0 0,-1-1 0 0 0,2 0 0 0 0,6 3 0 0 0,4 2 0 0 0,1 2 0 0 0,0 1 0 0 0,0 2 0 0 0,-2 0 0 0 0,-1 0 0 0 0,5 0 0 0 0,1 1 0 0 0,5-1 0 0 0,0 0 0 0 0,9 1 0 0 0,5-1 0 0 0,10 0 0 0 0,-2 0 0 0 0,3 0 0 0 0,7 0 0 0 0,6 0 0 0 0,-6 0 0 0 0,1 0 0 0 0,2 0 0 0 0,-1 0 0 0 0,2 0 0 0 0,3 5 0 0 0,-1 2 0 0 0,0-1 0 0 0,3 5 0 0 0,-2 0 0 0 0,0-2 0 0 0,7 3 0 0 0,4-1 0 0 0,3-2 0 0 0,0 3 0 0 0,-1-1 0 0 0,-5-3 0 0 0,2 4 0 0 0,2-1 0 0 0,5 2 0 0 0,3 0 0 0 0,-2-2 0 0 0,-1 2 0 0 0,-2-2 0 0 0,-2 3 0 0 0,4 0 0 0 0,1-4 0 0 0,4 3 0 0 0,-4-2 0 0 0,-5-2 0 0 0,-1 2 0 0 0,-8 0 0 0 0,4 3 0 0 0,1-1 0 0 0,7-3 0 0 0,-3 3 0 0 0,-2-2 0 0 0,-1-2 0 0 0,-5-3 0 0 0,-3 4 0 0 0,1-2 0 0 0,7 0 0 0 0,-2-3 0 0 0,-1-2 0 0 0,-4-1 0 0 0,-7-1 0 0 0,0-1 0 0 0,1 0 0 0 0,-1 5 0 0 0,1 1 0 0 0,3 1 0 0 0,-7-2 0 0 0,-6 4 0 0 0,1 0 0 0 0,-6-1 0 0 0,2-2 0 0 0,5-3 0 0 0,-4 0 0 0 0,-3-2 0 0 0,-7 4 0 0 0,-3 2 0 0 0,6-1 0 0 0,-3-1 0 0 0,-1-2 0 0 0,2 0 0 0 0,-5-2 0 0 0,-1 4 0 0 0,-3 2 0 0 0,0 0 0 0 0,2-2 0 0 0,-3-2 0 0 0,-3-1 0 0 0,-5 0 0 0 0,-3-2 0 0 0,1 0 0 0 0,1 5 0 0 0,-2 2 0 0 0,4-1 0 0 0,5-1 0 0 0,0-1 0 0 0,-3-2 0 0 0,-3-1 0 0 0,-3 0 0 0 0,-3-1 0 0 0,-2-1 0 0 0,-1 1 0 0 0,0 0 0 0 0,-1 0 0 0 0,0 0 0 0 0,-10-1 0 0 0,-14 1 0 0 0,-13 0 0 0 0,-11 0 0 0 0,-12 0 0 0 0,-7 0 0 0 0,-3 0 0 0 0,2 0 0 0 0,6-5 0 0 0,3-2 0 0 0,-3 1 0 0 0,-2-5 0 0 0,0 0 0 0 0,0 2 0 0 0,1 3 0 0 0,-5 1 0 0 0,-1 3 0 0 0,1 1 0 0 0,-3-5 0 0 0,-11 0 0 0 0,-7-6 0 0 0,-4 0 0 0 0,4 2 0 0 0,1-2 0 0 0,0 0 0 0 0,-1 2 0 0 0,-5-1 0 0 0,-3 0 0 0 0,-1 2 0 0 0,2 3 0 0 0,0-3 0 0 0,-3 0 0 0 0,-6-4 0 0 0,-1 1 0 0 0,-3-4 0 0 0,-4 2 0 0 0,-4 3 0 0 0,8 3 0 0 0,-3 3 0 0 0,-4-2 0 0 0,2-1 0 0 0,-5 1 0 0 0,-4-3 0 0 0,-6 0 0 0 0,8 2 0 0 0,-2 1 0 0 0,0-2 0 0 0,-1 0 0 0 0,-4 2 0 0 0,-2-4 0 0 0,-5 0 0 0 0,10 3 0 0 0,1-4 0 0 0,0 1 0 0 0,-5 3 0 0 0,-1 1 0 0 0,1-2 0 0 0,-4 0 0 0 0,10 2 0 0 0,0 1 0 0 0,-5-2 0 0 0,-1-1 0 0 0,-1 1 0 0 0,3 3 0 0 0,-5 1 0 0 0,11-3 0 0 0,-1-1 0 0 0,0 2 0 0 0,0 0 0 0 0,5 3 0 0 0,1 1 0 0 0,0 1 0 0 0,10 1 0 0 0,1 0 0 0 0,-2-5 0 0 0,2-2 0 0 0,2 1 0 0 0,10 1 0 0 0,-1 1 0 0 0,5 2 0 0 0,2 1 0 0 0,1 0 0 0 0,4 1 0 0 0,0 0 0 0 0,0 1 0 0 0,2-1 0 0 0,5 0 0 0 0,4 0 0 0 0,5 1 0 0 0,3-1 0 0 0,1 0 0 0 0,2 0 0 0 0,0 0 0 0 0,0 0 0 0 0,0 0 0 0 0,0 0 0 0 0,0 0 0 0 0,-1 0 0 0 0,0 0 0 0 0,11 0 0 0 0,14 0 0 0 0,12 0 0 0 0,12 0 0 0 0,7 0 0 0 0,10 0 0 0 0,5 0 0 0 0,0 0 0 0 0,4 0 0 0 0,0 0 0 0 0,3 0 0 0 0,-2 0 0 0 0,3 0 0 0 0,-3 0 0 0 0,3 0 0 0 0,3 0 0 0 0,3 0 0 0 0,4 0 0 0 0,6 0 0 0 0,4 0 0 0 0,-4 0 0 0 0,2 0 0 0 0,0 0 0 0 0,10 0 0 0 0,9 0 0 0 0,-1 0 0 0 0,7 0 0 0 0,-2 0 0 0 0,-6 0 0 0 0,5 0 0 0 0,8 0 0 0 0,-2 0 0 0 0,4 0 0 0 0,6 0 0 0 0,-9 0 0 0 0,1 0 0 0 0,4 0 0 0 0,6 0 0 0 0,-4 0 0 0 0,1 0 0 0 0,5 0 0 0 0,-1 0 0 0 0,-3 0 0 0 0,2 0 0 0 0,-1 0 0 0 0,2 0 0 0 0,-1 0 0 0 0,3 0 0 0 0,2 0 0 0 0,-5 0 0 0 0,-1 0 0 0 0,-3 0 0 0 0,4 0 0 0 0,-2 0 0 0 0,3 0 0 0 0,-7 0 0 0 0,7 0 0 0 0,-5 0 0 0 0,-4 0 0 0 0,2 0 0 0 0,-5 0 0 0 0,2 0 0 0 0,5 0 0 0 0,-8 0 0 0 0,-1 0 0 0 0,1 0 0 0 0,-1 0 0 0 0,0 0 0 0 0,0 0 0 0 0,0 0 0 0 0,-6 0 0 0 0,-1 0 0 0 0,-1 0 0 0 0,-3 0 0 0 0,5 0 0 0 0,4 0 0 0 0,-9 0 0 0 0,-3 0 0 0 0,2 5 0 0 0,-3 2 0 0 0,1-1 0 0 0,2 0 0 0 0,-6-2 0 0 0,-6-2 0 0 0,1-1 0 0 0,-7 0 0 0 0,3-1 0 0 0,-5-1 0 0 0,-3 1 0 0 0,0 0 0 0 0,-5 0 0 0 0,-2-1 0 0 0,-3 1 0 0 0,1 0 0 0 0,-4 0 0 0 0,-4 0 0 0 0,-3 0 0 0 0,-3 0 0 0 0,3 0 0 0 0,0 0 0 0 0,-1 0 0 0 0,-2 0 0 0 0,-11 0 0 0 0,-16 0 0 0 0,-14 0 0 0 0,-12 0 0 0 0,-7 0 0 0 0,-5 0 0 0 0,-3 0 0 0 0,-1 0 0 0 0,0 0 0 0 0,1 0 0 0 0,-5 0 0 0 0,-6 0 0 0 0,-6 0 0 0 0,-5 0 0 0 0,-10 0 0 0 0,3 0 0 0 0,0 0 0 0 0,5 0 0 0 0,8 0 0 0 0,-4 0 0 0 0,2 0 0 0 0,-1 0 0 0 0,-7 0 0 0 0,1 0 0 0 0,0 0 0 0 0,-6 6 0 0 0,3 1 0 0 0,-5-1 0 0 0,-5 0 0 0 0,-3-3 0 0 0,-3 0 0 0 0,5 3 0 0 0,5 2 0 0 0,-2-2 0 0 0,1 0 0 0 0,-5-3 0 0 0,-5-1 0 0 0,0-1 0 0 0,-2-1 0 0 0,-4 0 0 0 0,8 0 0 0 0,-4 0 0 0 0,-5-1 0 0 0,2 1 0 0 0,-1 0 0 0 0,-7 0 0 0 0,7 5 0 0 0,2 2 0 0 0,-1 0 0 0 0,-7-2 0 0 0,1-1 0 0 0,0-2 0 0 0,-1 0 0 0 0,10-2 0 0 0,-2 0 0 0 0,-3 0 0 0 0,-3 0 0 0 0,-3-1 0 0 0,0 1 0 0 0,-2 0 0 0 0,6 0 0 0 0,1 0 0 0 0,-1 0 0 0 0,0 0 0 0 0,-2 0 0 0 0,-7 0 0 0 0,3-5 0 0 0,1-2 0 0 0,1 0 0 0 0,5 2 0 0 0,-3 1 0 0 0,-3-4 0 0 0,-7 0 0 0 0,4 1 0 0 0,7 1 0 0 0,2-2 0 0 0,7-1 0 0 0,-6 1 0 0 0,-3 2 0 0 0,2-3 0 0 0,1 0 0 0 0,4 2 0 0 0,5 1 0 0 0,0-2 0 0 0,-3-1 0 0 0,7 1 0 0 0,0 3 0 0 0,-4 1 0 0 0,6-3 0 0 0,-1-1 0 0 0,2 1 0 0 0,1 2 0 0 0,2-4 0 0 0,-3 0 0 0 0,4 2 0 0 0,-1 1 0 0 0,4 2 0 0 0,7 2 0 0 0,4 1 0 0 0,4 1 0 0 0,0 0 0 0 0,-2-4 0 0 0,1-3 0 0 0,-1 1 0 0 0,3 1 0 0 0,3 1 0 0 0,-1-4 0 0 0,1 0 0 0 0,4 1 0 0 0,2-3 0 0 0,3-1 0 0 0,1 2 0 0 0,2 3 0 0 0,0-3 0 0 0,1-1 0 0 0,0 3 0 0 0,-1 1 0 0 0,1 3 0 0 0,5-4 0 0 0,6-6 0 0 0,12-1 0 0 0,13 2 0 0 0,5-2 0 0 0,6 1 0 0 0,5 3 0 0 0,4 4 0 0 0,3 1 0 0 0,2 3 0 0 0,-4-4 0 0 0,-2-1 0 0 0,0 1 0 0 0,1 2 0 0 0,7 0 0 0 0,3 2 0 0 0,6 1 0 0 0,0 1 0 0 0,5 0 0 0 0,4 0 0 0 0,4 1 0 0 0,3-1 0 0 0,8 0 0 0 0,2 0 0 0 0,1 0 0 0 0,4 1 0 0 0,1-1 0 0 0,2 5 0 0 0,5 2 0 0 0,4-1 0 0 0,4 5 0 0 0,-4 0 0 0 0,-5-2 0 0 0,5 3 0 0 0,8-1 0 0 0,5 3 0 0 0,6-1 0 0 0,2 3 0 0 0,-8-1 0 0 0,2-4 0 0 0,-7 2 0 0 0,3-1 0 0 0,5 2 0 0 0,2-1 0 0 0,3 3 0 0 0,-10-2 0 0 0,0-3 0 0 0,3-4 0 0 0,-3-2 0 0 0,2 3 0 0 0,5-1 0 0 0,2 5 0 0 0,-8 0 0 0 0,-3-2 0 0 0,2 2 0 0 0,1 0 0 0 0,0-3 0 0 0,-1 2 0 0 0,4 0 0 0 0,-10-2 0 0 0,-4 2 0 0 0,-1 0 0 0 0,-5-2 0 0 0,6 2 0 0 0,3 0 0 0 0,2-3 0 0 0,7 4 0 0 0,-8-1 0 0 0,-3-3 0 0 0,-2-2 0 0 0,-3 3 0 0 0,-7 0 0 0 0,-4-1 0 0 0,-10-3 0 0 0,1-1 0 0 0,0 3 0 0 0,0 1 0 0 0,0-2 0 0 0,-5-1 0 0 0,3-1 0 0 0,-3-2 0 0 0,-6-1 0 0 0,-2-1 0 0 0,-3 0 0 0 0,1 0 0 0 0,-3-1 0 0 0,-3 6 0 0 0,-4 2 0 0 0,3-1 0 0 0,0 0 0 0 0,3 3 0 0 0,0 0 0 0 0,-3-1 0 0 0,3-2 0 0 0,0 3 0 0 0,-3 0 0 0 0,-3-1 0 0 0,-13-3 0 0 0,-16-1 0 0 0,-14-2 0 0 0,-11-1 0 0 0,-9-1 0 0 0,-4 0 0 0 0,-3-1 0 0 0,-1 1 0 0 0,0-1 0 0 0,1 1 0 0 0,0 0 0 0 0,1 0 0 0 0,1 0 0 0 0,-6 0 0 0 0,0 0 0 0 0,-6 0 0 0 0,0 0 0 0 0,-3 0 0 0 0,-5 0 0 0 0,1-5 0 0 0,0-2 0 0 0,-9 0 0 0 0,1 2 0 0 0,-5-4 0 0 0,-8-1 0 0 0,3 2 0 0 0,-3 3 0 0 0,-5 1 0 0 0,0-4 0 0 0,-2 0 0 0 0,-5 2 0 0 0,2-5 0 0 0,4 1 0 0 0,-5 1 0 0 0,0 3 0 0 0,-7-3 0 0 0,-4-1 0 0 0,-6 3 0 0 0,-4-4 0 0 0,7 1 0 0 0,-2 1 0 0 0,-6-2 0 0 0,6 0 0 0 0,-3 2 0 0 0,-5-2 0 0 0,-5 0 0 0 0,6 2 0 0 0,0-2 0 0 0,1 0 0 0 0,-1 2 0 0 0,0 3 0 0 0,-2 2 0 0 0,-5 2 0 0 0,2-4 0 0 0,4-1 0 0 0,3 1 0 0 0,0 1 0 0 0,-5-4 0 0 0,0 0 0 0 0,-1 2 0 0 0,6 1 0 0 0,5-3 0 0 0,-1 0 0 0 0,0 1 0 0 0,-4 3 0 0 0,5 1 0 0 0,-2-3 0 0 0,6-1 0 0 0,3 1 0 0 0,1 2 0 0 0,1 2 0 0 0,-7 1 0 0 0,4 1 0 0 0,1 1 0 0 0,11 0 0 0 0,4 0 0 0 0,-2 0 0 0 0,-3-4 0 0 0,2-3 0 0 0,-1 0 0 0 0,7 2 0 0 0,6 1 0 0 0,-1 2 0 0 0,5 1 0 0 0,-2 0 0 0 0,-1 1 0 0 0,7 0 0 0 0,1 1 0 0 0,7-1 0 0 0,0 0 0 0 0,-1 0 0 0 0,-2 0 0 0 0,3 0 0 0 0,5 0 0 0 0,-1 0 0 0 0,3 0 0 0 0,4 0 0 0 0,3 0 0 0 0,2 0 0 0 0,3 0 0 0 0,1 0 0 0 0,0 0 0 0 0,1 0 0 0 0,5-5 0 0 0,7-7 0 0 0,12-2 0 0 0,12 2 0 0 0,10 3 0 0 0,8 3 0 0 0,10 2 0 0 0,10-3 0 0 0,8 0 0 0 0,5 0 0 0 0,4 3 0 0 0,2 0 0 0 0,1 3 0 0 0,-1 0 0 0 0,1 0 0 0 0,-7 2 0 0 0,4-1 0 0 0,-4 0 0 0 0,-1 1 0 0 0,6-1 0 0 0,3 0 0 0 0,0 0 0 0 0,6 0 0 0 0,0 0 0 0 0,5 0 0 0 0,5 0 0 0 0,-2 0 0 0 0,3 0 0 0 0,2 0 0 0 0,3 0 0 0 0,3 0 0 0 0,1 0 0 0 0,-4 0 0 0 0,-2 0 0 0 0,2 0 0 0 0,6 0 0 0 0,-3 0 0 0 0,6 0 0 0 0,1 0 0 0 0,-5 0 0 0 0,3 5 0 0 0,0 2 0 0 0,6 0 0 0 0,-4-2 0 0 0,-3 4 0 0 0,4 1 0 0 0,-10-3 0 0 0,1-1 0 0 0,2 3 0 0 0,5 0 0 0 0,-2-1 0 0 0,-2-2 0 0 0,4-3 0 0 0,-8-1 0 0 0,-4-1 0 0 0,0-1 0 0 0,-5 5 0 0 0,1 2 0 0 0,8-1 0 0 0,4 4 0 0 0,-8 1 0 0 0,-3-2 0 0 0,1 2 0 0 0,-3 1 0 0 0,0-3 0 0 0,3-3 0 0 0,-2 3 0 0 0,-4 1 0 0 0,0-3 0 0 0,-7 4 0 0 0,1-1 0 0 0,3-1 0 0 0,-5 2 0 0 0,2 0 0 0 0,-6-2 0 0 0,-3 2 0 0 0,-2 0 0 0 0,-6-2 0 0 0,5 2 0 0 0,2 0 0 0 0,-4-3 0 0 0,-6-1 0 0 0,0-4 0 0 0,-5-1 0 0 0,1-1 0 0 0,4 4 0 0 0,-3 2 0 0 0,-3-1 0 0 0,-4-1 0 0 0,-3 4 0 0 0,-4 0 0 0 0,-1-1 0 0 0,-1 3 0 0 0,-1-1 0 0 0,0-1 0 0 0,-10-3 0 0 0,-14-2 0 0 0,-14-1 0 0 0,-10-2 0 0 0,-7-1 0 0 0,-5-1 0 0 0,-2 1 0 0 0,-2-1 0 0 0,1 1 0 0 0,0 0 0 0 0,-5 0 0 0 0,-6-1 0 0 0,-1 1 0 0 0,2 0 0 0 0,-3 0 0 0 0,3 0 0 0 0,-4 0 0 0 0,2 0 0 0 0,-7 0 0 0 0,0 0 0 0 0,-2 0 0 0 0,-2 0 0 0 0,-2 0 0 0 0,-7 0 0 0 0,-2 0 0 0 0,-2 0 0 0 0,2 0 0 0 0,-4 0 0 0 0,0 0 0 0 0,-5 0 0 0 0,-4 0 0 0 0,-4 0 0 0 0,-4 0 0 0 0,2 0 0 0 0,-4 0 0 0 0,2 0 0 0 0,-5 0 0 0 0,-3 0 0 0 0,1 0 0 0 0,-6-5 0 0 0,4-2 0 0 0,-2 1 0 0 0,-1 0 0 0 0,-3 2 0 0 0,-1 2 0 0 0,3 1 0 0 0,-4 0 0 0 0,-4 1 0 0 0,6 1 0 0 0,4-1 0 0 0,-1 0 0 0 0,-6 0 0 0 0,-4 1 0 0 0,5-1 0 0 0,-1 0 0 0 0,3-6 0 0 0,8 0 0 0 0,4-1 0 0 0,-3 1 0 0 0,-7 3 0 0 0,4 0 0 0 0,-3 2 0 0 0,5 1 0 0 0,3-1 0 0 0,7 2 0 0 0,-4-1 0 0 0,4 0 0 0 0,0 1 0 0 0,-7-1 0 0 0,8 0 0 0 0,2 0 0 0 0,-1 0 0 0 0,3 0 0 0 0,0 0 0 0 0,3 0 0 0 0,4 0 0 0 0,4 0 0 0 0,8 0 0 0 0,-1 0 0 0 0,0 0 0 0 0,5 0 0 0 0,-4 0 0 0 0,-2 0 0 0 0,0 0 0 0 0,5 0 0 0 0,1 0 0 0 0,7 0 0 0 0,5 0 0 0 0,5 0 0 0 0,5 0 0 0 0,3 0 0 0 0,1 0 0 0 0,1 0 0 0 0,0 0 0 0 0,1 0 0 0 0,-1 0 0 0 0,10 0 0 0 0,14 0 0 0 0,13 0 0 0 0,11 0 0 0 0,7 0 0 0 0,10 0 0 0 0,10 0 0 0 0,7 0 0 0 0,6 0 0 0 0,-2 0 0 0 0,-1 0 0 0 0,8 0 0 0 0,-3 0 0 0 0,4 0 0 0 0,-3 0 0 0 0,-2 0 0 0 0,5 0 0 0 0,2 0 0 0 0,6 0 0 0 0,6 0 0 0 0,5 0 0 0 0,0 0 0 0 0,1 0 0 0 0,7 0 0 0 0,-1 0 0 0 0,4 0 0 0 0,9 0 0 0 0,1 0 0 0 0,4 0 0 0 0,0 0 0 0 0,2 0 0 0 0,-1 0 0 0 0,1 0 0 0 0,3 0 0 0 0,8 0 0 0 0,5 0 0 0 0,-8 0 0 0 0,-4 5 0 0 0,0 2 0 0 0,7 0 0 0 0,-2-2 0 0 0,0-1 0 0 0,7-2 0 0 0,-9-1 0 0 0,3 0 0 0 0,1 4 0 0 0,7 2 0 0 0,2-1 0 0 0,-5-1 0 0 0,3-1 0 0 0,-11-2 0 0 0,2-1 0 0 0,1 0 0 0 0,-4 4 0 0 0,-1 2 0 0 0,2-1 0 0 0,6-1 0 0 0,-12-1 0 0 0,-4-2 0 0 0,0-1 0 0 0,4 0 0 0 0,-2-1 0 0 0,2 5 0 0 0,3 1 0 0 0,-3 1 0 0 0,-9-2 0 0 0,-1-2 0 0 0,3 5 0 0 0,0 0 0 0 0,-2-1 0 0 0,-3-1 0 0 0,-8-3 0 0 0,-3-1 0 0 0,-1-1 0 0 0,0 5 0 0 0,-4 1 0 0 0,-1-1 0 0 0,3-1 0 0 0,-10-2 0 0 0,-6 0 0 0 0,1 3 0 0 0,-6 1 0 0 0,1 0 0 0 0,1-2 0 0 0,-1 4 0 0 0,-6 0 0 0 0,-3-1 0 0 0,-5-3 0 0 0,-1-1 0 0 0,-4-2 0 0 0,1 4 0 0 0,2 1 0 0 0,-1 0 0 0 0,-3-2 0 0 0,-5-2 0 0 0,-4-1 0 0 0,-2-1 0 0 0,-3 0 0 0 0,-10-1 0 0 0,-16-1 0 0 0,-12 1 0 0 0,-12 0 0 0 0,-7 0 0 0 0,-4-1 0 0 0,-3 1 0 0 0,0 0 0 0 0,-1 0 0 0 0,-4 0 0 0 0,-7 0 0 0 0,-6 0 0 0 0,-4 0 0 0 0,-4 0 0 0 0,3 0 0 0 0,0 0 0 0 0,0 0 0 0 0,-1-5 0 0 0,-2-2 0 0 0,-7 0 0 0 0,-1 2 0 0 0,-1 1 0 0 0,-5-3 0 0 0,1-2 0 0 0,-10 2 0 0 0,-6 2 0 0 0,-3 1 0 0 0,-3-3 0 0 0,5-1 0 0 0,-4 1 0 0 0,-2 2 0 0 0,-5-4 0 0 0,-7 0 0 0 0,-7 2 0 0 0,2 1 0 0 0,2 2 0 0 0,1-3 0 0 0,-3-1 0 0 0,1 1 0 0 0,0 2 0 0 0,-8-3 0 0 0,-5-1 0 0 0,8 1 0 0 0,-2 2 0 0 0,3-3 0 0 0,1 0 0 0 0,-8 2 0 0 0,-3 1 0 0 0,-1-3 0 0 0,9 1 0 0 0,5 0 0 0 0,0 2 0 0 0,-2 3 0 0 0,2 1 0 0 0,0 1 0 0 0,-2-4 0 0 0,3-2 0 0 0,3 1 0 0 0,1 1 0 0 0,-4 1 0 0 0,8 2 0 0 0,-1 1 0 0 0,-3 1 0 0 0,6 0 0 0 0,5 0 0 0 0,-3 0 0 0 0,0 0 0 0 0,1 1 0 0 0,2-1 0 0 0,-4 0 0 0 0,9 0 0 0 0,6 0 0 0 0,0 0 0 0 0,0 0 0 0 0,-2 0 0 0 0,-2 0 0 0 0,-1 0 0 0 0,4 0 0 0 0,11 0 0 0 0,8 0 0 0 0,0 0 0 0 0,-5 0 0 0 0,5 0 0 0 0,-1 0 0 0 0,-1 0 0 0 0,7 0 0 0 0,3 0 0 0 0,7 5 0 0 0,1 2 0 0 0,-1 0 0 0 0,-2-2 0 0 0,3-1 0 0 0,5-2 0 0 0,-1-1 0 0 0,9 5 0 0 0,-1 1 0 0 0,2 0 0 0 0,1-2 0 0 0,2-2 0 0 0,2-1 0 0 0,0-1 0 0 0,1 0 0 0 0,11-1 0 0 0,14 0 0 0 0,13-1 0 0 0,11 1 0 0 0,13 0 0 0 0,6 0 0 0 0,7-1 0 0 0,2 1 0 0 0,3 0 0 0 0,-1 0 0 0 0,2 0 0 0 0,-3 0 0 0 0,6-5 0 0 0,0-2 0 0 0,-4 1 0 0 0,0 0 0 0 0,8 2 0 0 0,4 2 0 0 0,8 1 0 0 0,2 0 0 0 0,0 1 0 0 0,9 1 0 0 0,1-1 0 0 0,-3 0 0 0 0,2 0 0 0 0,7 1 0 0 0,0-1 0 0 0,6 0 0 0 0,3 0 0 0 0,-4 0 0 0 0,-3 0 0 0 0,5 0 0 0 0,8 0 0 0 0,-4 0 0 0 0,3 0 0 0 0,-5 0 0 0 0,-4 0 0 0 0,5 0 0 0 0,0 0 0 0 0,0 0 0 0 0,-1 0 0 0 0,4 0 0 0 0,7 0 0 0 0,-11 0 0 0 0,0 0 0 0 0,0 0 0 0 0,-2 0 0 0 0,0 0 0 0 0,-1 0 0 0 0,5 0 0 0 0,-9 0 0 0 0,-4 0 0 0 0,-6 0 0 0 0,5 0 0 0 0,3 5 0 0 0,3 2 0 0 0,-3 0 0 0 0,-6-2 0 0 0,-2-1 0 0 0,-3-2 0 0 0,-4-1 0 0 0,2 0 0 0 0,-2-1 0 0 0,2 0 0 0 0,-5-1 0 0 0,-4 1 0 0 0,2 0 0 0 0,-5 0 0 0 0,-2 0 0 0 0,4-1 0 0 0,-3 7 0 0 0,-8 1 0 0 0,-1-1 0 0 0,-5 0 0 0 0,0-3 0 0 0,-2 0 0 0 0,1-2 0 0 0,4 0 0 0 0,-2-1 0 0 0,-4-1 0 0 0,-4 1 0 0 0,2 0 0 0 0,-1 0 0 0 0,-3-1 0 0 0,-2 1 0 0 0,-2 0 0 0 0,-1 0 0 0 0,-2 0 0 0 0,-11 0 0 0 0,-14 0 0 0 0,-13 0 0 0 0,-11 6 0 0 0,-8 1 0 0 0,-4 4 0 0 0,-2 2 0 0 0,-2 2 0 0 0,1 0 0 0 0,-1-3 0 0 0,2 1 0 0 0,0-1 0 0 0,6 3 0 0 0,2-2 0 0 0,0-2 0 0 0,-2-4 0 0 0,5 2 0 0 0,-1 1 0 0 0,-1-3 0 0 0,4 4 0 0 0,-1-1 0 0 0,-2 4 0 0 0,-3-1 0 0 0,-2-3 0 0 0,4-3 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14870 3254 16383 0 0,'5'0'0'0'0,"7"0"0"0"0,2 6 0 0 0,3 1 0 0 0,4-1 0 0 0,4 0 0 0 0,8-3 0 0 0,4 5 0 0 0,6 0 0 0 0,1 5 0 0 0,-2-1 0 0 0,2-2 0 0 0,5 3 0 0 0,9-1 0 0 0,1-3 0 0 0,-6-3 0 0 0,-5 4 0 0 0,-1-1 0 0 0,-4 3 0 0 0,3 0 0 0 0,2 4 0 0 0,5-2 0 0 0,3 2 0 0 0,9-1 0 0 0,-3-3 0 0 0,-1-5 0 0 0,0 3 0 0 0,-5 0 0 0 0,-2 2 0 0 0,0 0 0 0 0,-3-2 0 0 0,0 3 0 0 0,-4-2 0 0 0,6-2 0 0 0,5 2 0 0 0,-3 0 0 0 0,-5-2 0 0 0,0 2 0 0 0,-5 0 0 0 0,2-2 0 0 0,3-3 0 0 0,-2 3 0 0 0,-4 0 0 0 0,-4-2 0 0 0,2-2 0 0 0,4-1 0 0 0,4-2 0 0 0,5-1 0 0 0,4-1 0 0 0,-4-1 0 0 0,-6 1 0 0 0,-5 0 0 0 0,-6-1 0 0 0,-3 1 0 0 0,-3 0 0 0 0,-2 5 0 0 0,0 2 0 0 0,0 0 0 0 0,-1-2 0 0 0,1-1 0 0 0,1-2 0 0 0,-1 0 0 0 0,1-2 0 0 0,-1 0 0 0 0,1 0 0 0 0,0 0 0 0 0,0-1 0 0 0,0 1 0 0 0,0 0 0 0 0,-6 5 0 0 0,-1 2 0 0 0,0 0 0 0 0,2-2 0 0 0,1-1 0 0 0,-9-2 0 0 0,-13-1 0 0 0,-12 0 0 0 0,-11-1 0 0 0,-7 0 0 0 0,1 5 0 0 0,-2 1 0 0 0,0 1 0 0 0,-2-2 0 0 0,-1 4 0 0 0,-1 0 0 0 0,-1-1 0 0 0,0-2 0 0 0,0-2 0 0 0,0-2 0 0 0,5 4 0 0 0,2 1 0 0 0,0 0 0 0 0,-2-2 0 0 0,-1-2 0 0 0,-1-1 0 0 0,-2-1 0 0 0,0-1 0 0 0,-1 0 0 0 0,0 0 0 0 0,0 0 0 0 0,0 0 0 0 0,0-1 0 0 0,0 1 0 0 0,0 0 0 0 0,0 0 0 0 0,0 0 0 0 0,0 0 0 0 0,0 0 0 0 0,1 0 0 0 0,-1 0 0 0 0,0 0 0 0 0,0 0 0 0 0,0 0 0 0 0,6 0 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19174 3954 16383 0 0,'5'0'0'0'0,"7"0"0"0"0,7 0 0 0 0,0-5 0 0 0,2-2 0 0 0,3 1 0 0 0,-3-5 0 0 0,-10 0 0 0 0,-12-3 0 0 0,-12 0 0 0 0,-8 3 0 0 0,-6 4 0 0 0,-4 2 0 0 0,-1-3 0 0 0,-1 0 0 0 0,0 1 0 0 0,0-3 0 0 0,1 0 0 0 0,0 2 0 0 0,-4-4 0 0 0,-8 1 0 0 0,-5 2 0 0 0,-6 3 0 0 0,1 2 0 0 0,5 2 0 0 0,6 1 0 0 0,-1 1 0 0 0,-3-5 0 0 0,1-1 0 0 0,-7 0 0 0 0,-6 1 0 0 0,8-4 0 0 0,-3 0 0 0 0,2 1 0 0 0,-1 2 0 0 0,-1 2 0 0 0,-8-3 0 0 0,-3-1 0 0 0,-7 1 0 0 0,-6 2 0 0 0,-2 2 0 0 0,4 1 0 0 0,-2 1 0 0 0,3 0 0 0 0,8-4 0 0 0,5-1 0 0 0,-3-1 0 0 0,-5 2 0 0 0,3 2 0 0 0,-2 0 0 0 0,-16 2 0 0 0,-4 1 0 0 0,8 0 0 0 0,2 0 0 0 0,-1 0 0 0 0,8 1 0 0 0,0-1 0 0 0,-4 0 0 0 0,-3 0 0 0 0,5 0 0 0 0,0 0 0 0 0,2 0 0 0 0,8 0 0 0 0,5 0 0 0 0,1 0 0 0 0,6 0 0 0 0,0 5 0 0 0,0 2 0 0 0,3 0 0 0 0,-1 4 0 0 0,3-1 0 0 0,4-1 0 0 0,0-2 0 0 0,0 3 0 0 0,4-1 0 0 0,-3 4 0 0 0,-4-1 0 0 0,0-1 0 0 0,3-4 0 0 0,3-3 0 0 0,3-1 0 0 0,9 3 0 0 0,2 1 0 0 0,2-1 0 0 0,-1 4 0 0 0,-1 1 0 0 0,-2-3 0 0 0,-1-1 0 0 0,10 2 0 0 0,12 0 0 0 0,14-1 0 0 0,11-3 0 0 0,7-1 0 0 0,4-2 0 0 0,4-1 0 0 0,0-1 0 0 0,6 0 0 0 0,1-1 0 0 0,4-5 0 0 0,0-1 0 0 0,3-5 0 0 0,-1 0 0 0 0,-3-4 0 0 0,1 1 0 0 0,-1 3 0 0 0,-3 4 0 0 0,-3 3 0 0 0,3-3 0 0 0,4 0 0 0 0,7 2 0 0 0,3-4 0 0 0,5-1 0 0 0,-9-2 0 0 0,-2 0 0 0 0,12-3 0 0 0,11 1 0 0 0,4-1 0 0 0,0 1 0 0 0,-7 4 0 0 0,-1 3 0 0 0,0-2 0 0 0,-1 1 0 0 0,4 1 0 0 0,0-2 0 0 0,-1 0 0 0 0,-7 1 0 0 0,1-2 0 0 0,1 0 0 0 0,6-3 0 0 0,0 1 0 0 0,0 3 0 0 0,3-3 0 0 0,-6 1 0 0 0,2 3 0 0 0,-5 3 0 0 0,1 2 0 0 0,1-3 0 0 0,-1 0 0 0 0,0 0 0 0 0,-2 2 0 0 0,-5 2 0 0 0,2-4 0 0 0,2-1 0 0 0,-4 1 0 0 0,3 2 0 0 0,2 1 0 0 0,1 2 0 0 0,0 1 0 0 0,0 1 0 0 0,-1 0 0 0 0,-6 0 0 0 0,-2 1 0 0 0,-5-1 0 0 0,-6-5 0 0 0,-5-2 0 0 0,-4 1 0 0 0,2 0 0 0 0,1 3 0 0 0,-1 0 0 0 0,-2 2 0 0 0,-2 0 0 0 0,5 1 0 0 0,0 1 0 0 0,0-6 0 0 0,-2-2 0 0 0,-2 1 0 0 0,-1 0 0 0 0,-1 3 0 0 0,-1 0 0 0 0,-11 2 0 0 0,-14 1 0 0 0,-13 0 0 0 0,-11 0 0 0 0,-7 0 0 0 0,-5 0 0 0 0,-3 1 0 0 0,0-1 0 0 0,-1 0 0 0 0,1 5 0 0 0,1 2 0 0 0,0 0 0 0 0,0-2 0 0 0,1-1 0 0 0,0-2 0 0 0,1 5 0 0 0,-6 0 0 0 0,-2 5 0 0 0,1 0 0 0 0,1-2 0 0 0,1-2 0 0 0,2-3 0 0 0,-5-3 0 0 0,5 5 0 0 0,3 0 0 0 0,-5-1 0 0 0,-1 4 0 0 0,-5 1 0 0 0,0-3 0 0 0,-5 4 0 0 0,1-1 0 0 0,3-2 0 0 0,-2-3 0 0 0,-5 3 0 0 0,2 0 0 0 0,-2-1 0 0 0,2 3 0 0 0,4-1 0 0 0,-1-2 0 0 0,-4-1 0 0 0,-5-3 0 0 0,-2-2 0 0 0,1-2 0 0 0,1 1 0 0 0,3-2 0 0 0,0 1 0 0 0,-7 5 0 0 0,0 1 0 0 0,1 1 0 0 0,-8-2 0 0 0,4-2 0 0 0,5 5 0 0 0,2 0 0 0 0,0-1 0 0 0,-7-1 0 0 0,2-3 0 0 0,-1 0 0 0 0,-5-2 0 0 0,-8-1 0 0 0,4 5 0 0 0,2 2 0 0 0,2-1 0 0 0,2-1 0 0 0,0-2 0 0 0,6 0 0 0 0,2-2 0 0 0,0-1 0 0 0,3 5 0 0 0,1 2 0 0 0,2 0 0 0 0,-5-2 0 0 0,1-2 0 0 0,3-1 0 0 0,1 0 0 0 0,-3-2 0 0 0,2 0 0 0 0,-1 0 0 0 0,3 0 0 0 0,4-1 0 0 0,-1 1 0 0 0,2 0 0 0 0,-3 5 0 0 0,1 2 0 0 0,4 0 0 0 0,-3-2 0 0 0,-5-1 0 0 0,2-2 0 0 0,-3-1 0 0 0,2 0 0 0 0,-1-1 0 0 0,1 0 0 0 0,5-1 0 0 0,3 1 0 0 0,4 0 0 0 0,2 0 0 0 0,1 0 0 0 0,12 0 0 0 0,15 0 0 0 0,18 0 0 0 0,12 0 0 0 0,7 0 0 0 0,9 0 0 0 0,8 0 0 0 0,0 0 0 0 0,-2 0 0 0 0,1 0 0 0 0,3 0 0 0 0,8 0 0 0 0,5 0 0 0 0,2 5 0 0 0,1 2 0 0 0,3-1 0 0 0,-3 0 0 0 0,-4-2 0 0 0,4 3 0 0 0,-5 1 0 0 0,3 0 0 0 0,6-3 0 0 0,2 4 0 0 0,-1 0 0 0 0,-3-2 0 0 0,3-1 0 0 0,5 3 0 0 0,0 0 0 0 0,-3-1 0 0 0,2-3 0 0 0,-2 4 0 0 0,-2 0 0 0 0,1-2 0 0 0,10-1 0 0 0,12 3 0 0 0,-5 0 0 0 0,-3-2 0 0 0,-5 4 0 0 0,-6 0 0 0 0,0-3 0 0 0,2-2 0 0 0,-1-2 0 0 0,2 4 0 0 0,3 0 0 0 0,-7-2 0 0 0,0-1 0 0 0,-3-1 0 0 0,-3 3 0 0 0,2 1 0 0 0,5-1 0 0 0,-5-2 0 0 0,-4-2 0 0 0,2-1 0 0 0,-5-1 0 0 0,-4 0 0 0 0,5-2 0 0 0,-4 1 0 0 0,-2 0 0 0 0,-6 0 0 0 0,-1-1 0 0 0,1 6 0 0 0,-4 2 0 0 0,1 0 0 0 0,-3-2 0 0 0,-4-1 0 0 0,-4-2 0 0 0,-4 0 0 0 0,3-2 0 0 0,0 0 0 0 0,-1 5 0 0 0,-2 2 0 0 0,-1-1 0 0 0,-2-1 0 0 0,0-1 0 0 0,-1-2 0 0 0,0 0 0 0 0,-1-2 0 0 0,1 0 0 0 0,-1 0 0 0 0,-4 5 0 0 0,-13 1 0 0 0,-13 1 0 0 0,-13-2 0 0 0,-8-1 0 0 0,-7-2 0 0 0,-3-1 0 0 0,-2 0 0 0 0,0-1 0 0 0,-1 0 0 0 0,-4-6 0 0 0,-1-1 0 0 0,1 0 0 0 0,-4 1 0 0 0,0-3 0 0 0,2 0 0 0 0,-2 1 0 0 0,0 2 0 0 0,-3 2 0 0 0,-10 2 0 0 0,0-4 0 0 0,-2-1 0 0 0,4 0 0 0 0,0 2 0 0 0,-6-3 0 0 0,-4-1 0 0 0,-7 1 0 0 0,-7-3 0 0 0,-6 1 0 0 0,5 1 0 0 0,1-3 0 0 0,-3 1 0 0 0,3-3 0 0 0,-8 1 0 0 0,-4 2 0 0 0,-9-1 0 0 0,8 0 0 0 0,3-2 0 0 0,-4 1 0 0 0,-3 2 0 0 0,-1-1 0 0 0,-6 0 0 0 0,-5 3 0 0 0,8-2 0 0 0,2 0 0 0 0,-6 3 0 0 0,1-4 0 0 0,0 2 0 0 0,-3 1 0 0 0,-4 3 0 0 0,-1 2 0 0 0,9-3 0 0 0,0-1 0 0 0,-4 2 0 0 0,-6-5 0 0 0,7 1 0 0 0,-2 2 0 0 0,-3 1 0 0 0,12-2 0 0 0,0 0 0 0 0,-3 1 0 0 0,-7-3 0 0 0,5 1 0 0 0,-2 1 0 0 0,1 3 0 0 0,2-3 0 0 0,8 0 0 0 0,-1 1 0 0 0,-2 3 0 0 0,6-4 0 0 0,-3 0 0 0 0,-2 2 0 0 0,0 1 0 0 0,10 3 0 0 0,4-4 0 0 0,-1-1 0 0 0,4 1 0 0 0,-1 2 0 0 0,7 1 0 0 0,6 2 0 0 0,-8 2 0 0 0,4-1 0 0 0,3 1 0 0 0,2-4 0 0 0,7-3 0 0 0,3 1 0 0 0,4 0 0 0 0,7 3 0 0 0,-6 0 0 0 0,1 2 0 0 0,2 1 0 0 0,5 0 0 0 0,4 0 0 0 0,2 0 0 0 0,3 1 0 0 0,1-1 0 0 0,0 0 0 0 0,12 0 0 0 0,13 0 0 0 0,14 0 0 0 0,10 0 0 0 0,7 0 0 0 0,6 0 0 0 0,1 0 0 0 0,7 0 0 0 0,7 0 0 0 0,5 5 0 0 0,1 2 0 0 0,1 0 0 0 0,2-2 0 0 0,8-1 0 0 0,-3 4 0 0 0,6 0 0 0 0,1-1 0 0 0,0-2 0 0 0,-1-1 0 0 0,-1-2 0 0 0,-2-1 0 0 0,5-1 0 0 0,7 5 0 0 0,0 2 0 0 0,4-1 0 0 0,4-1 0 0 0,-2 4 0 0 0,1 0 0 0 0,3-1 0 0 0,7-2 0 0 0,-1 3 0 0 0,5 0 0 0 0,7-1 0 0 0,-4 3 0 0 0,-2-1 0 0 0,2-1 0 0 0,1-3 0 0 0,4 3 0 0 0,0 0 0 0 0,4-1 0 0 0,-7 3 0 0 0,1-1 0 0 0,-1-1 0 0 0,3 2 0 0 0,5 0 0 0 0,4-2 0 0 0,0 2 0 0 0,-10 0 0 0 0,-1-2 0 0 0,3 2 0 0 0,0 0 0 0 0,2-2 0 0 0,0 2 0 0 0,1 0 0 0 0,-6-3 0 0 0,-5-2 0 0 0,2-2 0 0 0,5 4 0 0 0,-5-1 0 0 0,2 0 0 0 0,5 3 0 0 0,-11 0 0 0 0,-5-1 0 0 0,2-3 0 0 0,2 4 0 0 0,-4-1 0 0 0,-3-2 0 0 0,0 4 0 0 0,-4 0 0 0 0,-6-3 0 0 0,0-2 0 0 0,-3 3 0 0 0,2 1 0 0 0,4-3 0 0 0,-7-1 0 0 0,0 2 0 0 0,-2 1 0 0 0,-7-1 0 0 0,0-3 0 0 0,-5-1 0 0 0,-2 3 0 0 0,0 1 0 0 0,0-1 0 0 0,-3-2 0 0 0,-2-2 0 0 0,-3 4 0 0 0,0 1 0 0 0,2-1 0 0 0,3-2 0 0 0,-3-1 0 0 0,-4-2 0 0 0,-5-1 0 0 0,-5-1 0 0 0,-3 5 0 0 0,-2 2 0 0 0,-2-1 0 0 0,0-1 0 0 0,-10-1 0 0 0,-15-2 0 0 0,-12-1 0 0 0,-12 0 0 0 0,-6-1 0 0 0,-5-1 0 0 0,-3 1 0 0 0,-5 0 0 0 0,-3 0 0 0 0,-4-1 0 0 0,-5 1 0 0 0,-4 0 0 0 0,1 0 0 0 0,5 0 0 0 0,0 0 0 0 0,3 0 0 0 0,-2 0 0 0 0,2 0 0 0 0,-6 0 0 0 0,-1 0 0 0 0,-7 0 0 0 0,2 0 0 0 0,0 0 0 0 0,-7 0 0 0 0,-7 0 0 0 0,2 0 0 0 0,-2 0 0 0 0,0 0 0 0 0,-3 0 0 0 0,0 0 0 0 0,-3 0 0 0 0,-4 0 0 0 0,-4 0 0 0 0,2 0 0 0 0,-1 0 0 0 0,-1 0 0 0 0,3 0 0 0 0,-1 0 0 0 0,-6 0 0 0 0,-5 0 0 0 0,4 0 0 0 0,-4 0 0 0 0,-2 0 0 0 0,11 0 0 0 0,-2 0 0 0 0,-2 0 0 0 0,5 0 0 0 0,-6 0 0 0 0,-2 0 0 0 0,3 0 0 0 0,7 0 0 0 0,-4 0 0 0 0,3 0 0 0 0,-1 0 0 0 0,-2 0 0 0 0,4 0 0 0 0,-6 6 0 0 0,2 1 0 0 0,0-1 0 0 0,4 0 0 0 0,0-3 0 0 0,-2 0 0 0 0,4-2 0 0 0,4-1 0 0 0,5 6 0 0 0,3 1 0 0 0,-1-1 0 0 0,-6-1 0 0 0,6-2 0 0 0,-2 5 0 0 0,6 0 0 0 0,3-1 0 0 0,3-1 0 0 0,5-3 0 0 0,2-1 0 0 0,-1 4 0 0 0,-2 2 0 0 0,-2-2 0 0 0,3-1 0 0 0,6-1 0 0 0,6-2 0 0 0,4 4 0 0 0,4 1 0 0 0,-2 0 0 0 0,-2-2 0 0 0,2-2 0 0 0,1 0 0 0 0,1-2 0 0 0,2-1 0 0 0,5 5 0 0 0,3 2 0 0 0,0-1 0 0 0,4 4 0 0 0,11 1 0 0 0,12-2 0 0 0,10-3 0 0 0,10-1 0 0 0,4-3 0 0 0,4-1 0 0 0,2-1 0 0 0,0 5 0 0 0,0 2 0 0 0,5-1 0 0 0,1-1 0 0 0,-1-2 0 0 0,-1 0 0 0 0,-2-2 0 0 0,3-1 0 0 0,1 0 0 0 0,-1 0 0 0 0,3 0 0 0 0,1-1 0 0 0,8 6 0 0 0,6 2 0 0 0,-1 0 0 0 0,1-2 0 0 0,1-1 0 0 0,1-2 0 0 0,2 0 0 0 0,0-2 0 0 0,2 0 0 0 0,4 0 0 0 0,-2 0 0 0 0,3-1 0 0 0,1 1 0 0 0,-2 0 0 0 0,5 0 0 0 0,6 0 0 0 0,0 0 0 0 0,-3 0 0 0 0,3 0 0 0 0,-3 5 0 0 0,3 2 0 0 0,4 0 0 0 0,-1-2 0 0 0,0-1 0 0 0,-1-2 0 0 0,-5-1 0 0 0,1 0 0 0 0,-6-1 0 0 0,0 0 0 0 0,4 5 0 0 0,5 1 0 0 0,-4 1 0 0 0,-1-2 0 0 0,-6-1 0 0 0,1-2 0 0 0,4-1 0 0 0,1 0 0 0 0,-2 4 0 0 0,-2 2 0 0 0,-3-1 0 0 0,-2-1 0 0 0,5-1 0 0 0,-6-2 0 0 0,-2-1 0 0 0,-1 0 0 0 0,-5 4 0 0 0,-3 2 0 0 0,2-1 0 0 0,1-1 0 0 0,3-1 0 0 0,-5-2 0 0 0,1-1 0 0 0,-5-1 0 0 0,-5 0 0 0 0,1 0 0 0 0,-3 0 0 0 0,-3 0 0 0 0,3-1 0 0 0,-1 1 0 0 0,3 0 0 0 0,-6 5 0 0 0,-4 2 0 0 0,-2 0 0 0 0,-3-2 0 0 0,1-1 0 0 0,-1-2 0 0 0,1 0 0 0 0,-11-2 0 0 0,-13 0 0 0 0,-13 0 0 0 0,-11 0 0 0 0,-7-1 0 0 0,-5 1 0 0 0,-3 0 0 0 0,0 0 0 0 0,0 0 0 0 0,-6 0 0 0 0,0 0 0 0 0,0 0 0 0 0,-3 0 0 0 0,-5 0 0 0 0,0-5 0 0 0,-2-2 0 0 0,-9 0 0 0 0,1 2 0 0 0,-1 1 0 0 0,-1 2 0 0 0,4 0 0 0 0,-4 2 0 0 0,-7 0 0 0 0,1 0 0 0 0,-3-5 0 0 0,-6-2 0 0 0,4 1 0 0 0,-1 1 0 0 0,-5-4 0 0 0,0 0 0 0 0,-2 1 0 0 0,-5 2 0 0 0,3 2 0 0 0,3-3 0 0 0,-5-1 0 0 0,0 1 0 0 0,-1-4 0 0 0,-8 1 0 0 0,-4 1 0 0 0,3 3 0 0 0,3 2 0 0 0,-1-3 0 0 0,0-1 0 0 0,0 1 0 0 0,-1 2 0 0 0,-6-4 0 0 0,-2 0 0 0 0,5 2 0 0 0,3 1 0 0 0,2 3 0 0 0,-1 0 0 0 0,0-3 0 0 0,-1-1 0 0 0,0 1 0 0 0,5 1 0 0 0,6 1 0 0 0,-4-3 0 0 0,-4-1 0 0 0,-2 1 0 0 0,3 2 0 0 0,2 1 0 0 0,9 2 0 0 0,2 1 0 0 0,-2 1 0 0 0,-4 0 0 0 0,1 0 0 0 0,-2-5 0 0 0,3-1 0 0 0,9-1 0 0 0,1 2 0 0 0,6 1 0 0 0,-1 2 0 0 0,-1 1 0 0 0,5 0 0 0 0,2 1 0 0 0,6 1 0 0 0,6-1 0 0 0,0 0 0 0 0,3 0 0 0 0,3 1 0 0 0,3-1 0 0 0,2 0 0 0 0,2 0 0 0 0,1 0 0 0 0,1 0 0 0 0,0 0 0 0 0,10 0 0 0 0,9 5 0 0 0,11 2 0 0 0,11 0 0 0 0,9-2 0 0 0,7-1 0 0 0,3 3 0 0 0,2 2 0 0 0,6-2 0 0 0,7-2 0 0 0,7-1 0 0 0,4-2 0 0 0,-1-1 0 0 0,0-1 0 0 0,6 0 0 0 0,-2-1 0 0 0,5 1 0 0 0,-3 0 0 0 0,-2 0 0 0 0,5 5 0 0 0,-3 1 0 0 0,4 1 0 0 0,6-2 0 0 0,2-1 0 0 0,-1-1 0 0 0,8 3 0 0 0,6 2 0 0 0,0-2 0 0 0,5-1 0 0 0,3-1 0 0 0,-4-2 0 0 0,4-1 0 0 0,-3-1 0 0 0,-2 6 0 0 0,5 0 0 0 0,2 1 0 0 0,6-2 0 0 0,-4-2 0 0 0,2-1 0 0 0,-5 0 0 0 0,-3 3 0 0 0,3 2 0 0 0,2 0 0 0 0,5-2 0 0 0,-4-2 0 0 0,2-1 0 0 0,-5 0 0 0 0,-4 3 0 0 0,0 2 0 0 0,4 0 0 0 0,2-2 0 0 0,0-2 0 0 0,0-1 0 0 0,-7 5 0 0 0,-8 0 0 0 0,4 0 0 0 0,-4-2 0 0 0,1-2 0 0 0,-3 5 0 0 0,0 0 0 0 0,-8-1 0 0 0,0-2 0 0 0,-3-2 0 0 0,-2-1 0 0 0,3-1 0 0 0,1 0 0 0 0,-8-1 0 0 0,-2-1 0 0 0,-8 6 0 0 0,-2 2 0 0 0,1-1 0 0 0,-3-1 0 0 0,0-1 0 0 0,-2-2 0 0 0,-5 0 0 0 0,2-2 0 0 0,3 0 0 0 0,-1 0 0 0 0,3 0 0 0 0,-3-1 0 0 0,-3 1 0 0 0,-4 0 0 0 0,-3 0 0 0 0,-3 0 0 0 0,-12 0 0 0 0,-14 0 0 0 0,-15 0 0 0 0,-10 0 0 0 0,-8 0 0 0 0,-5 0 0 0 0,4-5 0 0 0,0-2 0 0 0,0 0 0 0 0,-1 2 0 0 0,-6-4 0 0 0,-7-1 0 0 0,-3 2 0 0 0,1 3 0 0 0,-2 1 0 0 0,1 2 0 0 0,-3 1 0 0 0,-3 0 0 0 0,1-4 0 0 0,-1-1 0 0 0,-3 0 0 0 0,2 1 0 0 0,0 1 0 0 0,-8-3 0 0 0,2-2 0 0 0,-6 2 0 0 0,-13 2 0 0 0,1 1 0 0 0,3 2 0 0 0,-2-4 0 0 0,1-1 0 0 0,-2 0 0 0 0,5 2 0 0 0,5 2 0 0 0,-8 1 0 0 0,-1 1 0 0 0,0 0 0 0 0,-2 1 0 0 0,-4 1 0 0 0,6-1 0 0 0,0 0 0 0 0,3 1 0 0 0,-9-1 0 0 0,0 0 0 0 0,2 0 0 0 0,0 0 0 0 0,1 0 0 0 0,4 0 0 0 0,-1 0 0 0 0,-4 0 0 0 0,-4 0 0 0 0,1 0 0 0 0,-2 0 0 0 0,9 0 0 0 0,6 0 0 0 0,-1 0 0 0 0,0 0 0 0 0,3 0 0 0 0,-5 0 0 0 0,0 0 0 0 0,-3 0 0 0 0,5 0 0 0 0,4 0 0 0 0,2 0 0 0 0,7 0 0 0 0,-2 0 0 0 0,-3 5 0 0 0,5 2 0 0 0,5 0 0 0 0,3-2 0 0 0,2 4 0 0 0,0 0 0 0 0,2-1 0 0 0,3-2 0 0 0,4-2 0 0 0,-3-2 0 0 0,1-1 0 0 0,1 5 0 0 0,2 0 0 0 0,2 1 0 0 0,7 3 0 0 0,2 0 0 0 0,1-1 0 0 0,4 3 0 0 0,11-1 0 0 0,7 3 0 0 0,8-1 0 0 0,10-2 0 0 0,6-3 0 0 0,6-4 0 0 0,2-1 0 0 0,2-3 0 0 0,0 0 0 0 0,1 0 0 0 0,-1-1 0 0 0,5 1 0 0 0,7-1 0 0 0,1 1 0 0 0,-2 0 0 0 0,2 0 0 0 0,-1 0 0 0 0,-3 0 0 0 0,2 0 0 0 0,4-6 0 0 0,5-1 0 0 0,9 1 0 0 0,10 0 0 0 0,4-3 0 0 0,-2 0 0 0 0,-1 1 0 0 0,-9 2 0 0 0,-3 3 0 0 0,2 0 0 0 0,-3 2 0 0 0,4 1 0 0 0,2 0 0 0 0,0 1 0 0 0,-1-1 0 0 0,5 1 0 0 0,-4-1 0 0 0,3 0 0 0 0,-6 0 0 0 0,3 0 0 0 0,6 0 0 0 0,7 0 0 0 0,6 0 0 0 0,-7-5 0 0 0,0-2 0 0 0,-3 0 0 0 0,-8 2 0 0 0,-6 1 0 0 0,-7 2 0 0 0,3 0 0 0 0,2 2 0 0 0,-3 0 0 0 0,-1 0 0 0 0,1 0 0 0 0,-3 1 0 0 0,-1-1 0 0 0,-3 0 0 0 0,1 0 0 0 0,-4 0 0 0 0,2 0 0 0 0,4-5 0 0 0,-3-2 0 0 0,2 0 0 0 0,-3 2 0 0 0,-3 1 0 0 0,0 2 0 0 0,-1 1 0 0 0,-4 0 0 0 0,-2 1 0 0 0,-3 0 0 0 0,-1 1 0 0 0,-2-1 0 0 0,0 0 0 0 0,-1 0 0 0 0,0 0 0 0 0,0 0 0 0 0,1 0 0 0 0,-1 0 0 0 0,-9 0 0 0 0,-15 0 0 0 0,-13 0 0 0 0,-11 0 0 0 0,-7 0 0 0 0,-5 0 0 0 0,-2 0 0 0 0,-7 0 0 0 0,-1 0 0 0 0,0 0 0 0 0,2 0 0 0 0,2 0 0 0 0,3 0 0 0 0,-5 0 0 0 0,-6 0 0 0 0,-5 0 0 0 0,-6 0 0 0 0,2 0 0 0 0,-1 0 0 0 0,4 0 0 0 0,-6 0 0 0 0,-3 0 0 0 0,2 0 0 0 0,2 0 0 0 0,-2 0 0 0 0,-1 0 0 0 0,-6 0 0 0 0,2 0 0 0 0,-3 0 0 0 0,-3 0 0 0 0,2 0 0 0 0,-5 0 0 0 0,-6 0 0 0 0,0 0 0 0 0,-3 0 0 0 0,2 0 0 0 0,8 0 0 0 0,2 0 0 0 0,-5-5 0 0 0,1-2 0 0 0,-4 1 0 0 0,-5 0 0 0 0,2 2 0 0 0,2 2 0 0 0,6 1 0 0 0,-3 0 0 0 0,-3 1 0 0 0,1-5 0 0 0,2-1 0 0 0,-1-1 0 0 0,6 2 0 0 0,5 1 0 0 0,-3 2 0 0 0,0 1 0 0 0,0 1 0 0 0,-3-1 0 0 0,4 2 0 0 0,3-1 0 0 0,8 0 0 0 0,-4 0 0 0 0,-1 1 0 0 0,3-1 0 0 0,2 0 0 0 0,-1 0 0 0 0,-1 0 0 0 0,4 0 0 0 0,6 0 0 0 0,0 0 0 0 0,-3 0 0 0 0,3 0 0 0 0,4 0 0 0 0,3 0 0 0 0,4 0 0 0 0,3 0 0 0 0,1 0 0 0 0,7 5 0 0 0,12 2 0 0 0,9 5 0 0 0,10 0 0 0 0,9-1 0 0 0,3 2 0 0 0,2-1 0 0 0,10-3 0 0 0,4-2 0 0 0,1-3 0 0 0,1-2 0 0 0,4 4 0 0 0,6 1 0 0 0,6 4 0 0 0,-1 1 0 0 0,-4-2 0 0 0,0-3 0 0 0,-1-2 0 0 0,0 3 0 0 0,9 0 0 0 0,1-1 0 0 0,-5-2 0 0 0,5 4 0 0 0,4 0 0 0 0,1-2 0 0 0,7-1 0 0 0,2 2 0 0 0,0 1 0 0 0,3-1 0 0 0,-5-2 0 0 0,2-3 0 0 0,4-1 0 0 0,0-1 0 0 0,3-1 0 0 0,5 5 0 0 0,-7 2 0 0 0,5-1 0 0 0,-1 4 0 0 0,-3 1 0 0 0,2-2 0 0 0,7-3 0 0 0,6 4 0 0 0,-8-1 0 0 0,-1-1 0 0 0,10 3 0 0 0,1-1 0 0 0,-5-1 0 0 0,-2 2 0 0 0,0 0 0 0 0,1-2 0 0 0,-3-3 0 0 0,-1 3 0 0 0,-3 0 0 0 0,-1-1 0 0 0,3-3 0 0 0,-2 4 0 0 0,-10-1 0 0 0,0 0 0 0 0,-3 3 0 0 0,4-1 0 0 0,0-1 0 0 0,-2-3 0 0 0,4 3 0 0 0,-6 0 0 0 0,-4-1 0 0 0,4-3 0 0 0,-5-1 0 0 0,-2 3 0 0 0,4 1 0 0 0,-4-2 0 0 0,-1 0 0 0 0,0-3 0 0 0,-5-1 0 0 0,-7-1 0 0 0,-5-1 0 0 0,0 0 0 0 0,3 0 0 0 0,0 5 0 0 0,-3 1 0 0 0,2 1 0 0 0,4-2 0 0 0,4-1 0 0 0,-1 3 0 0 0,-4 1 0 0 0,-5 0 0 0 0,-5-3 0 0 0,-2-1 0 0 0,-3-2 0 0 0,-7 4 0 0 0,-2 1 0 0 0,-10 0 0 0 0,-13-2 0 0 0,-11-2 0 0 0,-9-1 0 0 0,-7-1 0 0 0,-4 0 0 0 0,-1-2 0 0 0,-2 1 0 0 0,-4 0 0 0 0,-2 0 0 0 0,-4-1 0 0 0,-5 1 0 0 0,0 0 0 0 0,-2 0 0 0 0,3 0 0 0 0,-1 0 0 0 0,2 0 0 0 0,4-5 0 0 0,0-2 0 0 0,0 0 0 0 0,-2 2 0 0 0,-3 1 0 0 0,0 2 0 0 0,-2 0 0 0 0,-3 2 0 0 0,-2 0 0 0 0,-4-5 0 0 0,5-2 0 0 0,-6 1 0 0 0,-7 1 0 0 0,2 1 0 0 0,-4-3 0 0 0,-6-2 0 0 0,5 2 0 0 0,4 2 0 0 0,-3 1 0 0 0,0 2 0 0 0,-4 1 0 0 0,-5 1 0 0 0,5-5 0 0 0,5-2 0 0 0,-3 1 0 0 0,2 1 0 0 0,-4-4 0 0 0,0 0 0 0 0,2 1 0 0 0,-3 2 0 0 0,1-3 0 0 0,2 0 0 0 0,3 2 0 0 0,-2 1 0 0 0,4-3 0 0 0,-1 0 0 0 0,-6 2 0 0 0,5 1 0 0 0,3-3 0 0 0,3 0 0 0 0,1 2 0 0 0,0 1 0 0 0,-5-2 0 0 0,3-1 0 0 0,8 1 0 0 0,2 2 0 0 0,0 3 0 0 0,-2-4 0 0 0,4-1 0 0 0,-1 1 0 0 0,4 2 0 0 0,5 1 0 0 0,-1 2 0 0 0,1 2 0 0 0,-1-1 0 0 0,0 1 0 0 0,4 1 0 0 0,2-1 0 0 0,3 0 0 0 0,-3 1 0 0 0,-1-1 0 0 0,2 0 0 0 0,1 0 0 0 0,2 0 0 0 0,7-5 0 0 0,13-2 0 0 0,14 0 0 0 0,12 2 0 0 0,10 1 0 0 0,6 1 0 0 0,3-3 0 0 0,2-2 0 0 0,1 2 0 0 0,-1 1 0 0 0,0 1 0 0 0,5 2 0 0 0,5 1 0 0 0,2 1 0 0 0,-2 0 0 0 0,-3 0 0 0 0,-3 0 0 0 0,3 1 0 0 0,-1-1 0 0 0,-1 0 0 0 0,8 0 0 0 0,3 0 0 0 0,2 0 0 0 0,-2 0 0 0 0,-4 0 0 0 0,6 0 0 0 0,5 0 0 0 0,-2 0 0 0 0,6 0 0 0 0,-3 0 0 0 0,1 0 0 0 0,-1 0 0 0 0,2 0 0 0 0,6 0 0 0 0,3 0 0 0 0,-1 0 0 0 0,0 0 0 0 0,-7 0 0 0 0,3 0 0 0 0,6 0 0 0 0,-4 0 0 0 0,3 0 0 0 0,6 0 0 0 0,-5 0 0 0 0,-3 0 0 0 0,-3 0 0 0 0,-1 0 0 0 0,4 0 0 0 0,2 0 0 0 0,0 0 0 0 0,3 0 0 0 0,-4 5 0 0 0,-4 2 0 0 0,-2 0 0 0 0,0-2 0 0 0,-1-1 0 0 0,-5-1 0 0 0,4-2 0 0 0,-3-1 0 0 0,0 6 0 0 0,0 0 0 0 0,-4 1 0 0 0,0-2 0 0 0,2-2 0 0 0,-4 0 0 0 0,-4-2 0 0 0,-6-1 0 0 0,2 0 0 0 0,3 0 0 0 0,1 0 0 0 0,1-1 0 0 0,-1 1 0 0 0,-3 0 0 0 0,-4 0 0 0 0,-3 0 0 0 0,-3 0 0 0 0,-1 0 0 0 0,-2 0 0 0 0,0 5 0 0 0,1 2 0 0 0,-1 0 0 0 0,0-2 0 0 0,0-1 0 0 0,1-2 0 0 0,0 0 0 0 0,0-2 0 0 0,-11 0 0 0 0,-14 0 0 0 0,-13 0 0 0 0,-10-1 0 0 0,-8 1 0 0 0,-5 0 0 0 0,-3 0 0 0 0,0 0 0 0 0,-1 0 0 0 0,1 0 0 0 0,1 0 0 0 0,0 0 0 0 0,0 0 0 0 0,1 0 0 0 0,0 0 0 0 0,1 0 0 0 0,-6 0 0 0 0,-7 0 0 0 0,-1 0 0 0 0,1 0 0 0 0,3 0 0 0 0,3 0 0 0 0,-3-6 0 0 0,-5-1 0 0 0,0 1 0 0 0,-2 0 0 0 0,0 3 0 0 0,4 0 0 0 0,-2 2 0 0 0,3 1 0 0 0,-4 0 0 0 0,-3 0 0 0 0,1 0 0 0 0,3 0 0 0 0,5 1 0 0 0,-2-1 0 0 0,-5 0 0 0 0,2 0 0 0 0,-3 0 0 0 0,1 0 0 0 0,-1 0 0 0 0,-3 0 0 0 0,2 0 0 0 0,-2 0 0 0 0,3 0 0 0 0,0 0 0 0 0,-4 0 0 0 0,-2 0 0 0 0,2 0 0 0 0,-1 0 0 0 0,-1 0 0 0 0,3 0 0 0 0,5 0 0 0 0,5 0 0 0 0,-1 0 0 0 0,-4 0 0 0 0,-4 0 0 0 0,0 0 0 0 0,-1 0 0 0 0,3 0 0 0 0,4 0 0 0 0,4 0 0 0 0,4 0 0 0 0,-2 0 0 0 0,-6 0 0 0 0,0 0 0 0 0,-3 0 0 0 0,-4 0 0 0 0,1 0 0 0 0,4 0 0 0 0,5 0 0 0 0,-2 0 0 0 0,2 0 0 0 0,2 0 0 0 0,-2 0 0 0 0,0 0 0 0 0,2 0 0 0 0,2 0 0 0 0,3 0 0 0 0,1 0 0 0 0,2 0 0 0 0,0 0 0 0 0,5-5 0 0 0,8-8 0 0 0,12 0 0 0 0,12 1 0 0 0,10 3 0 0 0,8-3 0 0 0,5 2 0 0 0,3-4 0 0 0,1 1 0 0 0,5 3 0 0 0,2 3 0 0 0,0 2 0 0 0,2 3 0 0 0,0 1 0 0 0,-2 1 0 0 0,-2 0 0 0 0,2 1 0 0 0,0 0 0 0 0,-1-1 0 0 0,2 0 0 0 0,1 1 0 0 0,2-1 0 0 0,5 0 0 0 0,0 0 0 0 0,1 0 0 0 0,-2 0 0 0 0,1 0 0 0 0,2 0 0 0 0,-1 0 0 0 0,0 0 0 0 0,9 0 0 0 0,3 0 0 0 0,-3 0 0 0 0,0 0 0 0 0,4 0 0 0 0,-3 0 0 0 0,0 0 0 0 0,-7 0 0 0 0,-5 0 0 0 0,-2 0 0 0 0,-3 0 0 0 0,2 0 0 0 0,3 0 0 0 0,0 0 0 0 0,-4 0 0 0 0,-4 0 0 0 0,1 0 0 0 0,5 0 0 0 0,5 0 0 0 0,-1 0 0 0 0,-4 0 0 0 0,-4 0 0 0 0,-5 0 0 0 0,-3 5 0 0 0,4 2 0 0 0,0-1 0 0 0,-1 0 0 0 0,3-2 0 0 0,1-2 0 0 0,-2-1 0 0 0,-2 0 0 0 0,-2-1 0 0 0,-2 0 0 0 0,-1-1 0 0 0,-12-4 0 0 0,-14-3 0 0 0,-13 2 0 0 0,-11-5 0 0 0,-8 0 0 0 0,-4 2 0 0 0,-2-3 0 0 0,-2 1 0 0 0,-5-3 0 0 0,-1 0 0 0 0,-4 4 0 0 0,-6-3 0 0 0,1 1 0 0 0,4 3 0 0 0,4-2 0 0 0,3 0 0 0 0,-1-3 0 0 0,-6 1 0 0 0,1 3 0 0 0,-4-3 0 0 0,2 2 0 0 0,-2 2 0 0 0,-3 3 0 0 0,1-3 0 0 0,-1 0 0 0 0,-7-4 0 0 0,1 1 0 0 0,-1 2 0 0 0,-1-2 0 0 0,0 0 0 0 0,-2 3 0 0 0,-5-3 0 0 0,3 1 0 0 0,-4-2 0 0 0,0-1 0 0 0,5 4 0 0 0,3-2 0 0 0,2 0 0 0 0,-1 3 0 0 0,-6 3 0 0 0,-3-3 0 0 0,5 0 0 0 0,3 2 0 0 0,6 1 0 0 0,-4 3 0 0 0,-3 1 0 0 0,4 1 0 0 0,1 1 0 0 0,-6 0 0 0 0,-3 1 0 0 0,-1-1 0 0 0,5 1 0 0 0,2-1 0 0 0,6 0 0 0 0,7 0 0 0 0,0 0 0 0 0,-3 0 0 0 0,-3 0 0 0 0,1 0 0 0 0,5 0 0 0 0,4 0 0 0 0,4 0 0 0 0,3 0 0 0 0,2 0 0 0 0,1 0 0 0 0,1 0 0 0 0,0 0 0 0 0,0 0 0 0 0,5 5 0 0 0,12 2 0 0 0,14 0 0 0 0,11 3 0 0 0,9 1 0 0 0,7-2 0 0 0,-2 3 0 0 0,0-1 0 0 0,1-2 0 0 0,1-2 0 0 0,1-3 0 0 0,0 3 0 0 0,2 1 0 0 0,0-1 0 0 0,0-2 0 0 0,5-2 0 0 0,2-1 0 0 0,5-1 0 0 0,5-1 0 0 0,1 0 0 0 0,1-1 0 0 0,4 6 0 0 0,-3 2 0 0 0,0-1 0 0 0,3 0 0 0 0,2-3 0 0 0,2 0 0 0 0,2-2 0 0 0,-4 5 0 0 0,-1 1 0 0 0,0-1 0 0 0,7-1 0 0 0,-2-1 0 0 0,4-2 0 0 0,8-1 0 0 0,7-1 0 0 0,0 0 0 0 0,-3 0 0 0 0,2 0 0 0 0,-2 5 0 0 0,2 1 0 0 0,3 1 0 0 0,4-2 0 0 0,-3-1 0 0 0,-4-2 0 0 0,0 0 0 0 0,-2-2 0 0 0,-4 0 0 0 0,-4 0 0 0 0,-8 0 0 0 0,1-1 0 0 0,7 1 0 0 0,-4 0 0 0 0,3 5 0 0 0,1 2 0 0 0,-6 0 0 0 0,-3-2 0 0 0,-1-1 0 0 0,0-2 0 0 0,1-1 0 0 0,0 0 0 0 0,2-1 0 0 0,-6 0 0 0 0,-5-1 0 0 0,3 1 0 0 0,-2 5 0 0 0,2 2 0 0 0,1-1 0 0 0,-3 0 0 0 0,-4-2 0 0 0,-1-2 0 0 0,3-1 0 0 0,-1 0 0 0 0,-5-1 0 0 0,2 0 0 0 0,-2-1 0 0 0,-3 1 0 0 0,2 0 0 0 0,5 0 0 0 0,-1-1 0 0 0,3 1 0 0 0,-3 0 0 0 0,-2 0 0 0 0,-5 0 0 0 0,-3 0 0 0 0,-3 0 0 0 0,-1 0 0 0 0,-12 0 0 0 0,-15 0 0 0 0,-12 0 0 0 0,-12 0 0 0 0,-6 0 0 0 0,-6 0 0 0 0,-1 0 0 0 0,-2 0 0 0 0,1-5 0 0 0,-1-2 0 0 0,2 1 0 0 0,0 0 0 0 0,-4-3 0 0 0,-8 0 0 0 0,0 1 0 0 0,1 2 0 0 0,-2 2 0 0 0,-4 2 0 0 0,1 1 0 0 0,-2-4 0 0 0,-3-2 0 0 0,3 1 0 0 0,-1 1 0 0 0,3 1 0 0 0,-1 2 0 0 0,-3 1 0 0 0,3-5 0 0 0,-6-1 0 0 0,-5 1 0 0 0,3 1 0 0 0,1 1 0 0 0,4 2 0 0 0,1 1 0 0 0,-6 1 0 0 0,0 0 0 0 0,-5 0 0 0 0,-3 0 0 0 0,5 1 0 0 0,-4-1 0 0 0,5 0 0 0 0,6 0 0 0 0,-3 0 0 0 0,2 0 0 0 0,-4 0 0 0 0,-4 0 0 0 0,-12 0 0 0 0,-4 0 0 0 0,1 0 0 0 0,3 0 0 0 0,4 0 0 0 0,8 0 0 0 0,4 0 0 0 0,7 0 0 0 0,2 0 0 0 0,-7 0 0 0 0,1 0 0 0 0,-1 0 0 0 0,-1 0 0 0 0,4 0 0 0 0,0 0 0 0 0,5 0 0 0 0,-1 0 0 0 0,-3 0 0 0 0,4 0 0 0 0,3 0 0 0 0,5 0 0 0 0,-2 0 0 0 0,-4 0 0 0 0,1 0 0 0 0,-3 0 0 0 0,2 0 0 0 0,3 0 0 0 0,-1 0 0 0 0,-4 0 0 0 0,1 0 0 0 0,4 0 0 0 0,3 0 0 0 0,-2 0 0 0 0,1 0 0 0 0,3 0 0 0 0,-4 0 0 0 0,1 0 0 0 0,8-5 0 0 0,3-2 0 0 0,2 0 0 0 0,0 2 0 0 0,1 1 0 0 0,-2 2 0 0 0,5-5 0 0 0,12 0 0 0 0,12 0 0 0 0,7-3 0 0 0,8-1 0 0 0,6 3 0 0 0,4 1 0 0 0,4 3 0 0 0,3 2 0 0 0,-1 1 0 0 0,2 1 0 0 0,-1 0 0 0 0,5 0 0 0 0,7 1 0 0 0,6-1 0 0 0,0 0 0 0 0,2 1 0 0 0,-3-1 0 0 0,7 0 0 0 0,-2 0 0 0 0,6 0 0 0 0,8 0 0 0 0,-1 0 0 0 0,3 0 0 0 0,5 0 0 0 0,11 0 0 0 0,2 0 0 0 0,1 5 0 0 0,6 2 0 0 0,-7 0 0 0 0,-3 3 0 0 0,5 1 0 0 0,2-2 0 0 0,2 3 0 0 0,6-1 0 0 0,2 3 0 0 0,-12 0 0 0 0,0-4 0 0 0,6-2 0 0 0,2 2 0 0 0,0-1 0 0 0,0-1 0 0 0,3 2 0 0 0,-10 0 0 0 0,-4-1 0 0 0,3-3 0 0 0,3-2 0 0 0,1-2 0 0 0,0 4 0 0 0,0 1 0 0 0,-11-1 0 0 0,2 4 0 0 0,1 1 0 0 0,-2-3 0 0 0,-1-1 0 0 0,2 2 0 0 0,2 0 0 0 0,-9-1 0 0 0,-1 3 0 0 0,1-1 0 0 0,-7-1 0 0 0,0-3 0 0 0,-1 3 0 0 0,-3 0 0 0 0,-6-1 0 0 0,-5-3 0 0 0,0-1 0 0 0,1-2 0 0 0,-5 4 0 0 0,0 1 0 0 0,-4-1 0 0 0,0-1 0 0 0,3 4 0 0 0,3 0 0 0 0,3-2 0 0 0,2-1 0 0 0,-3-2 0 0 0,-2-2 0 0 0,-4-1 0 0 0,-5-1 0 0 0,-5 0 0 0 0,-5 5 0 0 0,-2 1 0 0 0,-2 1 0 0 0,-12-2 0 0 0,-13-2 0 0 0,-14 0 0 0 0,-11-2 0 0 0,-7-1 0 0 0,-4 0 0 0 0,-3 0 0 0 0,0 0 0 0 0,-1 0 0 0 0,1-1 0 0 0,1 1 0 0 0,0 0 0 0 0,1 0 0 0 0,-6 0 0 0 0,-6 0 0 0 0,-1 0 0 0 0,-4 0 0 0 0,-4 0 0 0 0,-4 0 0 0 0,3-5 0 0 0,-6-2 0 0 0,-3 0 0 0 0,4 2 0 0 0,-5 1 0 0 0,4 2 0 0 0,2 1 0 0 0,-6-5 0 0 0,2-1 0 0 0,-3 0 0 0 0,-7 2 0 0 0,-2 2 0 0 0,1 1 0 0 0,3-5 0 0 0,1 0 0 0 0,-2 0 0 0 0,-5 2 0 0 0,-1 2 0 0 0,-3 1 0 0 0,2 1 0 0 0,3 0 0 0 0,3 1 0 0 0,-1 1 0 0 0,1-1 0 0 0,-3 0 0 0 0,-5 0 0 0 0,5 1 0 0 0,1-1 0 0 0,-4 0 0 0 0,1 0 0 0 0,-3 0 0 0 0,-3 0 0 0 0,7 0 0 0 0,6 0 0 0 0,4 0 0 0 0,-3 0 0 0 0,-5 0 0 0 0,-1 0 0 0 0,2 0 0 0 0,-3 0 0 0 0,6 0 0 0 0,5 0 0 0 0,-3 0 0 0 0,-1 0 0 0 0,2 0 0 0 0,-5 0 0 0 0,5 0 0 0 0,-2 0 0 0 0,6 0 0 0 0,2 0 0 0 0,1 0 0 0 0,5 0 0 0 0,-3 0 0 0 0,2 0 0 0 0,0 0 0 0 0,-1 0 0 0 0,4 0 0 0 0,0 5 0 0 0,-1 2 0 0 0,-3 0 0 0 0,4-2 0 0 0,4-1 0 0 0,6-2 0 0 0,5-1 0 0 0,3 0 0 0 0,3-1 0 0 0,0 0 0 0 0,-4-1 0 0 0,-2 1 0 0 0,1 0 0 0 0,0 0 0 0 0,2 0 0 0 0,12 0 0 0 0,14-1 0 0 0,15 1 0 0 0,10 1 0 0 0,14-1 0 0 0,6 0 0 0 0,3 0 0 0 0,4 0 0 0 0,0 0 0 0 0,4 0 0 0 0,-2 0 0 0 0,2 0 0 0 0,3-6 0 0 0,4-1 0 0 0,-2 1 0 0 0,-1 0 0 0 0,3-3 0 0 0,1 0 0 0 0,-2 1 0 0 0,-1 2 0 0 0,1 2 0 0 0,7 2 0 0 0,-1 1 0 0 0,5 1 0 0 0,1 0 0 0 0,-4 1 0 0 0,2-1 0 0 0,-5 0 0 0 0,5-5 0 0 0,6-1 0 0 0,7-1 0 0 0,-5 2 0 0 0,-3 1 0 0 0,-3 2 0 0 0,2 0 0 0 0,6-3 0 0 0,1-2 0 0 0,-2 0 0 0 0,2 2 0 0 0,-6 2 0 0 0,-5 0 0 0 0,4 2 0 0 0,-1 1 0 0 0,0 0 0 0 0,3-5 0 0 0,1-2 0 0 0,-6 1 0 0 0,-5 1 0 0 0,-1 1 0 0 0,5 2 0 0 0,-3 1 0 0 0,3 0 0 0 0,2 1 0 0 0,-5 0 0 0 0,-3 1 0 0 0,-6-1 0 0 0,-1 0 0 0 0,1 0 0 0 0,-3 0 0 0 0,6 0 0 0 0,-1 0 0 0 0,-5 0 0 0 0,0 0 0 0 0,-3 0 0 0 0,1 0 0 0 0,-2 0 0 0 0,-4-5 0 0 0,-3-2 0 0 0,-3 1 0 0 0,-2 0 0 0 0,3 2 0 0 0,2 2 0 0 0,-1 1 0 0 0,3 0 0 0 0,1 1 0 0 0,-1 0 0 0 0,-3 1 0 0 0,-2-1 0 0 0,-2 0 0 0 0,-1 0 0 0 0,-12 1 0 0 0,-13-1 0 0 0,-15 0 0 0 0,-10 0 0 0 0,-7 0 0 0 0,-6 0 0 0 0,-1 0 0 0 0,-7 0 0 0 0,-2 0 0 0 0,2 0 0 0 0,1 0 0 0 0,2 0 0 0 0,-3 0 0 0 0,0 0 0 0 0,1 0 0 0 0,2 0 0 0 0,1 0 0 0 0,-3 0 0 0 0,0 0 0 0 0,0 0 0 0 0,-3 5 0 0 0,-6 2 0 0 0,1-1 0 0 0,-3 0 0 0 0,2-2 0 0 0,3-2 0 0 0,-1-1 0 0 0,-3 0 0 0 0,-4 4 0 0 0,1 2 0 0 0,-1-1 0 0 0,4-1 0 0 0,4-1 0 0 0,4 3 0 0 0,4 1 0 0 0,3-1 0 0 0,-3-1 0 0 0,-7-3 0 0 0,-1 5 0 0 0,-3 0 0 0 0,1-1 0 0 0,3-2 0 0 0,3-2 0 0 0,4-1 0 0 0,3-1 0 0 0,-4-1 0 0 0,-1 6 0 0 0,1 0 0 0 0,1 1 0 0 0,2-2 0 0 0,2-2 0 0 0,5 5 0 0 0,3 0 0 0 0,0-1 0 0 0,-1-2 0 0 0,-2-1 0 0 0,4-7 0 0 0,11-3 0 0 0,13-1 0 0 0,12-3 0 0 0,3-7 0 0 0,4-4 0 0 0,4 0 0 0 0,4-1 0 0 0,1 4 0 0 0,-3-2 0 0 0,-2 4 0 0 0,1 4 0 0 0,1-1 0 0 0,2-3 0 0 0,1-5 0 0 0,1 1 0 0 0,6 0 0 0 0,1 2 0 0 0,1 0 0 0 0,4-3 0 0 0,0 2 0 0 0,-2 5 0 0 0,3-1 0 0 0,-1-3 0 0 0,-2-4 0 0 0,7 2 0 0 0,-3-1 0 0 0,0 4 0 0 0,-1 4 0 0 0,2-1 0 0 0,4-3 0 0 0,-1 1 0 0 0,2-2 0 0 0,2-3 0 0 0,-1 2 0 0 0,-6 4 0 0 0,2 5 0 0 0,2-1 0 0 0,4-4 0 0 0,3 0 0 0 0,-3-2 0 0 0,1 1 0 0 0,-5-1 0 0 0,-4-3 0 0 0,0 1 0 0 0,3 5 0 0 0,-2 4 0 0 0,3-1 0 0 0,2 1 0 0 0,-6-3 0 0 0,-2 1 0 0 0,-7-3 0 0 0,1 1 0 0 0,4-2 0 0 0,6 1 0 0 0,0 4 0 0 0,2-2 0 0 0,-1 1 0 0 0,-10-2 0 0 0,-5 1 0 0 0,2-2 0 0 0,0 0 0 0 0,-1 4 0 0 0,0 4 0 0 0,-1-3 0 0 0,-1 1 0 0 0,-1 1 0 0 0,-5-2 0 0 0,-3 0 0 0 0,1 1 0 0 0,2 3 0 0 0,-10 2 0 0 0,-12 2 0 0 0,-12 2 0 0 0,-10-1 0 0 0,-2 7 0 0 0,-3 1 0 0 0,-3 1 0 0 0,-2-3 0 0 0,4 5 0 0 0,1-1 0 0 0,-7 4 0 0 0,-3 5 0 0 0,-6 5 0 0 0,-8-2 0 0 0,0 1 0 0 0,2-3 0 0 0,3 0 0 0 0,10 2 0 0 0,-1-2 0 0 0,0-5 0 0 0,0 1 0 0 0,1 3 0 0 0,1-1 0 0 0,-1-5 0 0 0,1 2 0 0 0,1 4 0 0 0,-1 4 0 0 0,0-3 0 0 0,0-3 0 0 0,1 0 0 0 0,-1 3 0 0 0,0 3 0 0 0,0 4 0 0 0,-5 2 0 0 0,-2 1 0 0 0,1-3 0 0 0,6-2 0 0 0,3 1 0 0 0,2-4 0 0 0,-1 0 0 0 0,5 1 0 0 0,0-3 0 0 0,0-5 0 0 0,2 1 0 0 0,6 3 0 0 0,-1 3 0 0 0,-3-1 0 0 0,-3-4 0 0 0,1-1 0 0 0,5 4 0 0 0,-1-2 0 0 0,-3 1 0 0 0,2 4 0 0 0,-1 2 0 0 0,-3 3 0 0 0,-3 2 0 0 0,2 1 0 0 0,5 1 0 0 0,1-5 0 0 0,2-1 0 0 0,9-6 0 0 0,11-5 0 0 0,9-6 0 0 0,3-9 0 0 0,3-9 0 0 0,3-4 0 0 0,3 1 0 0 0,2-2 0 0 0,1-5 0 0 0,1 2 0 0 0,1-1 0 0 0,-1-4 0 0 0,1 3 0 0 0,-1 0 0 0 0,0-3 0 0 0,5 4 0 0 0,-3-2 0 0 0,-2 4 0 0 0,-2 5 0 0 0,-5-1 0 0 0,4-4 0 0 0,2-4 0 0 0,6 1 0 0 0,3 0 0 0 0,-5-3 0 0 0,-4 3 0 0 0,-1 4 0 0 0,-1 1 0 0 0,1-4 0 0 0,0-2 0 0 0,0 1 0 0 0,1 4 0 0 0,1 0 0 0 0,0-2 0 0 0,-1-4 0 0 0,1 2 0 0 0,0-1 0 0 0,5-2 0 0 0,2 3 0 0 0,0-1 0 0 0,3-1 0 0 0,-4-3 0 0 0,-5 3 0 0 0,5 5 0 0 0,-6 1 0 0 0,-2-3 0 0 0,-1-3 0 0 0,0 2 0 0 0,1 5 0 0 0,-5-1 0 0 0,-1 3 0 0 0,1-2 0 0 0,1 1 0 0 0,2 4 0 0 0,-4-2 0 0 0,0 1 0 0 0,-5-3 0 0 0,1 1 0 0 0,-9 3 0 0 0,-11 3 0 0 0,-11 2 0 0 0,-8 3 0 0 0,-6 1 0 0 0,-4 6 0 0 0,-2 3 0 0 0,-1-1 0 0 0,0-1 0 0 0,0 4 0 0 0,1 4 0 0 0,0 1 0 0 0,1-2 0 0 0,-5 2 0 0 0,-2-3 0 0 0,6 4 0 0 0,3-3 0 0 0,-5-2 0 0 0,5 2 0 0 0,-4-2 0 0 0,-2-2 0 0 0,6 2 0 0 0,-4 0 0 0 0,5 3 0 0 0,-4-1 0 0 0,-1 2 0 0 0,-1-1 0 0 0,0-2 0 0 0,-4 1 0 0 0,4 3 0 0 0,3 0 0 0 0,-4 3 0 0 0,-7-3 0 0 0,-1 1 0 0 0,1-2 0 0 0,3 2 0 0 0,-2 3 0 0 0,-1-2 0 0 0,-2 2 0 0 0,1-4 0 0 0,7 2 0 0 0,5-3 0 0 0,2 2 0 0 0,1-2 0 0 0,0-4 0 0 0,0 1 0 0 0,-2 0 0 0 0,6 1 0 0 0,1 0 0 0 0,-1-2 0 0 0,-2 1 0 0 0,-1-1 0 0 0,-1 3 0 0 0,3 5 0 0 0,2-2 0 0 0,-2-3 0 0 0,5 1 0 0 0,5 3 0 0 0,0-1 0 0 0,2 2 0 0 0,4 2 0 0 0,3 3 0 0 0,8-2 0 0 0,9-5 0 0 0,8 0 0 0 0,5-3 0 0 0,5-5 0 0 0,2-2 0 0 0,1 2 0 0 0,1-1 0 0 0,-1-1 0 0 0,0-2 0 0 0,0-2 0 0 0,5-1 0 0 0,1-2 0 0 0,4 0 0 0 0,7 0 0 0 0,-1 0 0 0 0,8-1 0 0 0,-1 1 0 0 0,1 0 0 0 0,-4 0 0 0 0,-6 0 0 0 0,-4-6 0 0 0,-1-1 0 0 0,5-5 0 0 0,-1 0 0 0 0,-3 2 0 0 0,3 2 0 0 0,3 3 0 0 0,4-3 0 0 0,-1 0 0 0 0,6 1 0 0 0,-1-4 0 0 0,-5 1 0 0 0,-6 2 0 0 0,-5-4 0 0 0,0 1 0 0 0,5-3 0 0 0,0 1 0 0 0,2-3 0 0 0,4 2 0 0 0,-1 2 0 0 0,-5 5 0 0 0,1-3 0 0 0,-1 0 0 0 0,-5-2 0 0 0,-2-1 0 0 0,-4-2 0 0 0,4 1 0 0 0,5 3 0 0 0,7 3 0 0 0,-6-2 0 0 0,-5 1 0 0 0,1-4 0 0 0,-1 1 0 0 0,-1-3 0 0 0,-3 1 0 0 0,-1 3 0 0 0,-2 3 0 0 0,-6-2 0 0 0,-2 1 0 0 0,0-4 0 0 0,1 1 0 0 0,1 2 0 0 0,3-3 0 0 0,-5-3 0 0 0,-6-6 0 0 0,-12 2 0 0 0,-11 5 0 0 0,-11 3 0 0 0,-7 6 0 0 0,-6 2 0 0 0,-8 3 0 0 0,-3 1 0 0 0,1 0 0 0 0,0 1 0 0 0,3 0 0 0 0,2 0 0 0 0,-4-1 0 0 0,-1 1 0 0 0,-4-1 0 0 0,0 0 0 0 0,-3 0 0 0 0,-4 0 0 0 0,1 0 0 0 0,-2 0 0 0 0,3 0 0 0 0,-1 0 0 0 0,2 5 0 0 0,-1 2 0 0 0,3 5 0 0 0,-2 0 0 0 0,2-1 0 0 0,3-4 0 0 0,9 4 0 0 0,5-2 0 0 0,2-1 0 0 0,-1 3 0 0 0,1 0 0 0 0,-2-3 0 0 0,4 4 0 0 0,2-2 0 0 0,-2 4 0 0 0,-2-1 0 0 0,5 3 0 0 0,-1-1 0 0 0,-1-4 0 0 0,3 2 0 0 0,0 4 0 0 0,-2-1 0 0 0,-3-3 0 0 0,3 1 0 0 0,6 4 0 0 0,0-2 0 0 0,2 3 0 0 0,10-3 0 0 0,10-4 0 0 0,9-4 0 0 0,8-3 0 0 0,5-2 0 0 0,2-3 0 0 0,3 0 0 0 0,0-1 0 0 0,-1 0 0 0 0,1-5 0 0 0,-1-1 0 0 0,-1-5 0 0 0,1-1 0 0 0,-2 3 0 0 0,1 2 0 0 0,-5-2 0 0 0,-2 0 0 0 0,0-3 0 0 0,6 0 0 0 0,4 3 0 0 0,1-3 0 0 0,0 2 0 0 0,-1-3 0 0 0,-6-5 0 0 0,3 2 0 0 0,1 3 0 0 0,0-1 0 0 0,1 2 0 0 0,-1-3 0 0 0,0-2 0 0 0,-1 0 0 0 0,0 4 0 0 0,0 0 0 0 0,0 1 0 0 0,-6-2 0 0 0,-1 1 0 0 0,6 4 0 0 0,-3-2 0 0 0,-1 0 0 0 0,2-2 0 0 0,-6-4 0 0 0,0 1 0 0 0,1 3 0 0 0,2-1 0 0 0,-3-3 0 0 0,-1 1 0 0 0,2 4 0 0 0,-3-2 0 0 0,-5-3 0 0 0,-10 2 0 0 0,-12 3 0 0 0,-9 4 0 0 0,-7 3 0 0 0,-6 4 0 0 0,-2 0 0 0 0,-2 3 0 0 0,0-1 0 0 0,0 1 0 0 0,1 0 0 0 0,0-1 0 0 0,1 1 0 0 0,-1 4 0 0 0,2 2 0 0 0,-1 0 0 0 0,0-2 0 0 0,0-1 0 0 0,1-2 0 0 0,-6 5 0 0 0,-2 0 0 0 0,-5 5 0 0 0,0 6 0 0 0,2-1 0 0 0,2-3 0 0 0,3-4 0 0 0,3 2 0 0 0,0-2 0 0 0,2 4 0 0 0,1-2 0 0 0,5 3 0 0 0,-4-1 0 0 0,-2-3 0 0 0,0 2 0 0 0,-1-1 0 0 0,5 2 0 0 0,2-1 0 0 0,0-3 0 0 0,-1-2 0 0 0,4 1 0 0 0,0 1 0 0 0,-1 2 0 0 0,4 6 0 0 0,-1-1 0 0 0,-2-4 0 0 0,-3-3 0 0 0,4 2 0 0 0,4 3 0 0 0,1 0 0 0 0,8-3 0 0 0,10-3 0 0 0,11-4 0 0 0,7-7 0 0 0,7-4 0 0 0,3-6 0 0 0,2 0 0 0 0,1-5 0 0 0,-5-3 0 0 0,-3 0 0 0 0,1 5 0 0 0,-5-1 0 0 0,-1 3 0 0 0,2-3 0 0 0,3 3 0 0 0,-4-3 0 0 0,0 2 0 0 0,2-2 0 0 0,-3-4 0 0 0,0 2 0 0 0,3 4 0 0 0,-4-1 0 0 0,1 2 0 0 0,2-2 0 0 0,3 2 0 0 0,-4-3 0 0 0,1 2 0 0 0,-4-2 0 0 0,1 2 0 0 0,-4-3 0 0 0,2 3 0 0 0,3 3 0 0 0,3-2 0 0 0,-3-4 0 0 0,2 1 0 0 0,1 4 0 0 0,-3-3 0 0 0,-4-2 0 0 0,-1 0 0 0 0,3-1 0 0 0,-1-4 0 0 0,1 3 0 0 0,-3-1 0 0 0,-8 3 0 0 0,-11 4 0 0 0,-5-1 0 0 0,-6 3 0 0 0,-6 2 0 0 0,-4 3 0 0 0,-4 3 0 0 0,-1 1 0 0 0,-2 2 0 0 0,0 0 0 0 0,0 0 0 0 0,0 1 0 0 0,1 0 0 0 0,0-1 0 0 0,-1 0 0 0 0,2 0 0 0 0,-1 0 0 0 0,0 0 0 0 0,0 0 0 0 0,0 0 0 0 0,1 0 0 0 0,-1 0 0 0 0,0 0 0 0 0,0 0 0 0 0,0 6 0 0 0,1 1 0 0 0,-1-1 0 0 0,0 5 0 0 0,0 0 0 0 0,0 3 0 0 0,0-1 0 0 0,1-2 0 0 0,-1-3 0 0 0,0 2 0 0 0,0 0 0 0 0,5 3 0 0 0,3-1 0 0 0,-2-2 0 0 0,0-3 0 0 0,3 3 0 0 0,6 4 0 0 0,0 1 0 0 0,-2-3 0 0 0,1 2 0 0 0,-1-1 0 0 0,3 2 0 0 0,-2-2 0 0 0,2 3 0 0 0,4 4 0 0 0,3 3 0 0 0,9-2 0 0 0,9-4 0 0 0,8-6 0 0 0,7-4 0 0 0,4-3 0 0 0,2-3 0 0 0,1-1 0 0 0,1-1 0 0 0,-1 0 0 0 0,0 0 0 0 0,0 0 0 0 0,-1 1 0 0 0,1-1 0 0 0,-1 1 0 0 0,-1 0 0 0 0,6-5 0 0 0,7-2 0 0 0,2 0 0 0 0,-3 2 0 0 0,4-4 0 0 0,-2 0 0 0 0,-9-5 0 0 0,-4 2 0 0 0,-2 1 0 0 0,-1-2 0 0 0,-1 2 0 0 0,2 1 0 0 0,0 4 0 0 0,0-3 0 0 0,2 0 0 0 0,-6-4 0 0 0,-1 1 0 0 0,0 2 0 0 0,2 3 0 0 0,1-3 0 0 0,1-5 0 0 0,2 1 0 0 0,0-4 0 0 0,1 3 0 0 0,0-3 0 0 0,0-2 0 0 0,1 1 0 0 0,-1 4 0 0 0,-6 0 0 0 0,-1-3 0 0 0,-5-4 0 0 0,0 2 0 0 0,-4-1 0 0 0,1 3 0 0 0,-2 0 0 0 0,-4-3 0 0 0,-3-3 0 0 0,-8 3 0 0 0,-9 5 0 0 0,-9 5 0 0 0,-5 4 0 0 0,0-2 0 0 0,0 2 0 0 0,-2 0 0 0 0,-1 3 0 0 0,-2 1 0 0 0,0 1 0 0 0,-2 2 0 0 0,0 0 0 0 0,0 0 0 0 0,0 1 0 0 0,0-1 0 0 0,-5 0 0 0 0,-2 0 0 0 0,0 6 0 0 0,2 1 0 0 0,1 5 0 0 0,-3 0 0 0 0,-1-2 0 0 0,1-2 0 0 0,-4 2 0 0 0,-4 0 0 0 0,-1 3 0 0 0,4 0 0 0 0,-3 2 0 0 0,2 0 0 0 0,3-4 0 0 0,4-3 0 0 0,2 2 0 0 0,2-1 0 0 0,2 4 0 0 0,-5-1 0 0 0,-1 3 0 0 0,0-1 0 0 0,-4-3 0 0 0,0-3 0 0 0,1-3 0 0 0,3-3 0 0 0,2 4 0 0 0,2 1 0 0 0,-4 5 0 0 0,-1-1 0 0 0,-5 4 0 0 0,1 0 0 0 0,-5 1 0 0 0,2-1 0 0 0,3-3 0 0 0,-2-4 0 0 0,1-3 0 0 0,8 2 0 0 0,5 1 0 0 0,2-2 0 0 0,1-1 0 0 0,-1 3 0 0 0,0 1 0 0 0,-6 4 0 0 0,-3-1 0 0 0,0-2 0 0 0,1-2 0 0 0,1-3 0 0 0,7 2 0 0 0,3 1 0 0 0,5 5 0 0 0,12-2 0 0 0,12-1 0 0 0,11-2 0 0 0,8-4 0 0 0,6-1 0 0 0,2-2 0 0 0,2-1 0 0 0,0 0 0 0 0,0-1 0 0 0,0 1 0 0 0,-1-1 0 0 0,-1 1 0 0 0,0 0 0 0 0,0 0 0 0 0,0-1 0 0 0,-5-4 0 0 0,3-2 0 0 0,2 1 0 0 0,1 0 0 0 0,0 3 0 0 0,0-5 0 0 0,0 0 0 0 0,0-5 0 0 0,4 1 0 0 0,2-3 0 0 0,5 0 0 0 0,0 4 0 0 0,-7-3 0 0 0,-4 3 0 0 0,2 1 0 0 0,-4-1 0 0 0,-2 0 0 0 0,0 3 0 0 0,-1 2 0 0 0,2-3 0 0 0,0 0 0 0 0,-5-4 0 0 0,0 1 0 0 0,0 2 0 0 0,-4-3 0 0 0,0 2 0 0 0,2 2 0 0 0,3 2 0 0 0,-4-2 0 0 0,0 0 0 0 0,3-3 0 0 0,1-1 0 0 0,2-2 0 0 0,2 1 0 0 0,-4-3 0 0 0,-1-3 0 0 0,0 2 0 0 0,-3-2 0 0 0,-6-2 0 0 0,0 2 0 0 0,-2 0 0 0 0,-4-3 0 0 0,-3-1 0 0 0,-8 2 0 0 0,-9 5 0 0 0,-8 0 0 0 0,-5 4 0 0 0,-5 3 0 0 0,3-1 0 0 0,1 0 0 0 0,-1 3 0 0 0,-1 3 0 0 0,-1 1 0 0 0,-2 3 0 0 0,0 0 0 0 0,-1 1 0 0 0,1 1 0 0 0,-1-1 0 0 0,-1 0 0 0 0,-4 1 0 0 0,-2-1 0 0 0,1 0 0 0 0,0 0 0 0 0,-3 0 0 0 0,-5 0 0 0 0,-6 0 0 0 0,1 0 0 0 0,3 0 0 0 0,0 0 0 0 0,-3 0 0 0 0,1 0 0 0 0,5 0 0 0 0,-1 0 0 0 0,1 0 0 0 0,4 0 0 0 0,-2 0 0 0 0,0 0 0 0 0,3 0 0 0 0,-3 0 0 0 0,-4 0 0 0 0,-1 0 0 0 0,-1 5 0 0 0,-4 2 0 0 0,-4 5 0 0 0,-2 1 0 0 0,3-3 0 0 0,6-2 0 0 0,6-3 0 0 0,-1-2 0 0 0,-2 3 0 0 0,-5 2 0 0 0,-3 3 0 0 0,-4 1 0 0 0,-2 3 0 0 0,4-1 0 0 0,0 3 0 0 0,6 3 0 0 0,5-1 0 0 0,5-5 0 0 0,5-3 0 0 0,2-5 0 0 0,7 2 0 0 0,3 0 0 0 0,0-1 0 0 0,4 3 0 0 0,0-1 0 0 0,3 5 0 0 0,4 4 0 0 0,5 5 0 0 0,3 3 0 0 0,7 3 0 0 0,9-4 0 0 0,8 0 0 0 0,5 0 0 0 0,3-4 0 0 0,4-5 0 0 0,5-1 0 0 0,-3 3 0 0 0,-2-2 0 0 0,-1-3 0 0 0,-6 0 0 0 0,3-1 0 0 0,8 3 0 0 0,2-2 0 0 0,6-3 0 0 0,0-3 0 0 0,-2-2 0 0 0,-2 2 0 0 0,1 1 0 0 0,5-2 0 0 0,5-1 0 0 0,5 4 0 0 0,-3-1 0 0 0,1 0 0 0 0,-4-3 0 0 0,0-1 0 0 0,-3-2 0 0 0,-5-1 0 0 0,2-1 0 0 0,3 0 0 0 0,5 0 0 0 0,3-1 0 0 0,-2 1 0 0 0,1 0 0 0 0,-5-1 0 0 0,1 1 0 0 0,2 0 0 0 0,-2 0 0 0 0,0 0 0 0 0,-3 0 0 0 0,2 0 0 0 0,-3 0 0 0 0,1 0 0 0 0,-2 0 0 0 0,-3 0 0 0 0,1 0 0 0 0,5 0 0 0 0,3-5 0 0 0,0-2 0 0 0,0 1 0 0 0,3 0 0 0 0,-3 2 0 0 0,1 2 0 0 0,-4 1 0 0 0,-10-5 0 0 0,0-1 0 0 0,3 1 0 0 0,-5-5 0 0 0,1 1 0 0 0,6-4 0 0 0,6 0 0 0 0,-1 4 0 0 0,-3 2 0 0 0,-9-2 0 0 0,0 0 0 0 0,-1 3 0 0 0,-7-4 0 0 0,-2 1 0 0 0,-1 1 0 0 0,1 3 0 0 0,-5-3 0 0 0,1 0 0 0 0,0 2 0 0 0,-2-4 0 0 0,0-5 0 0 0,2 1 0 0 0,-3-3 0 0 0,-5-4 0 0 0,-4-3 0 0 0,-4-2 0 0 0,-9-3 0 0 0,-8 5 0 0 0,-8 6 0 0 0,-1 1 0 0 0,-2-1 0 0 0,-3 2 0 0 0,-2 4 0 0 0,-7 4 0 0 0,-3-1 0 0 0,0 1 0 0 0,0 2 0 0 0,2-4 0 0 0,2 1 0 0 0,0 2 0 0 0,-4-3 0 0 0,-1 0 0 0 0,1 3 0 0 0,-4 1 0 0 0,-1 4 0 0 0,-2 0 0 0 0,-6 3 0 0 0,-4 0 0 0 0,2 0 0 0 0,4 0 0 0 0,6 1 0 0 0,4-1 0 0 0,-2 1 0 0 0,1-1 0 0 0,-4 0 0 0 0,1 0 0 0 0,2 0 0 0 0,2 0 0 0 0,3 0 0 0 0,2 0 0 0 0,-4 0 0 0 0,-1 0 0 0 0,1 0 0 0 0,1 0 0 0 0,2 0 0 0 0,1 0 0 0 0,1 0 0 0 0,1 0 0 0 0,1 5 0 0 0,-1 2 0 0 0,0 5 0 0 0,1 0 0 0 0,-1-1 0 0 0,1 2 0 0 0,4 4 0 0 0,2-1 0 0 0,0-2 0 0 0,-1-5 0 0 0,3 2 0 0 0,6 5 0 0 0,0-2 0 0 0,3 4 0 0 0,-2-3 0 0 0,2 3 0 0 0,3 2 0 0 0,-2-1 0 0 0,1 0 0 0 0,-3 4 0 0 0,1 1 0 0 0,3 4 0 0 0,3 1 0 0 0,-3-4 0 0 0,1-1 0 0 0,2 0 0 0 0,1 2 0 0 0,3 2 0 0 0,1 1 0 0 0,7-5 0 0 0,7-6 0 0 0,2 0 0 0 0,3-4 0 0 0,5-5 0 0 0,-2 3 0 0 0,1-2 0 0 0,3-2 0 0 0,1-3 0 0 0,-2 3 0 0 0,-1 1 0 0 0,2-2 0 0 0,1-2 0 0 0,3-1 0 0 0,1-2 0 0 0,1-2 0 0 0,0 1 0 0 0,1-2 0 0 0,1 1 0 0 0,-1 0 0 0 0,0-1 0 0 0,0 1 0 0 0,0 0 0 0 0,0 0 0 0 0,5 0 0 0 0,2 0 0 0 0,-1 0 0 0 0,-1 0 0 0 0,-1 0 0 0 0,-2 0 0 0 0,-1 0 0 0 0,0-5 0 0 0,-2-2 0 0 0,1 0 0 0 0,5 2 0 0 0,1 1 0 0 0,-5-4 0 0 0,-3 0 0 0 0,-1 1 0 0 0,0 1 0 0 0,0 3 0 0 0,1 1 0 0 0,1 1 0 0 0,0 1 0 0 0,0 0 0 0 0,6 0 0 0 0,2 0 0 0 0,-5-4 0 0 0,1-3 0 0 0,1 0 0 0 0,0 2 0 0 0,4-4 0 0 0,1 0 0 0 0,-2 1 0 0 0,-1-3 0 0 0,-2 0 0 0 0,-2 2 0 0 0,-1 3 0 0 0,-1 2 0 0 0,0 2 0 0 0,-1 1 0 0 0,-5-5 0 0 0,-1 0 0 0 0,0 0 0 0 0,-4-5 0 0 0,-6-4 0 0 0,-4-6 0 0 0,-5-4 0 0 0,-8 1 0 0 0,-8 1 0 0 0,-9-2 0 0 0,-5 4 0 0 0,-4 5 0 0 0,-2 0 0 0 0,-7 3 0 0 0,4-1 0 0 0,2 1 0 0 0,1-3 0 0 0,1 3 0 0 0,0 2 0 0 0,-5 4 0 0 0,-2 2 0 0 0,-6-2 0 0 0,-5-1 0 0 0,-5-3 0 0 0,-4-1 0 0 0,-4-3 0 0 0,0 1 0 0 0,3 2 0 0 0,3 5 0 0 0,4 2 0 0 0,1 2 0 0 0,3 2 0 0 0,0 1 0 0 0,2-5 0 0 0,3-1 0 0 0,0 0 0 0 0,0 1 0 0 0,-3 2 0 0 0,-3 1 0 0 0,0 0 0 0 0,3 2 0 0 0,5 0 0 0 0,3 0 0 0 0,3 6 0 0 0,2 1 0 0 0,1 5 0 0 0,1 1 0 0 0,-1-3 0 0 0,1-2 0 0 0,0 2 0 0 0,0 5 0 0 0,-1 0 0 0 0,1-3 0 0 0,4 3 0 0 0,2 2 0 0 0,0 0 0 0 0,4 2 0 0 0,0-3 0 0 0,-2 2 0 0 0,-2 2 0 0 0,2 4 0 0 0,1 2 0 0 0,-2 3 0 0 0,3 1 0 0 0,5 1 0 0 0,-1-5 0 0 0,3-1 0 0 0,4 0 0 0 0,3 0 0 0 0,3 3 0 0 0,1 0 0 0 0,7-3 0 0 0,8-7 0 0 0,1-1 0 0 0,4-3 0 0 0,4-4 0 0 0,3-4 0 0 0,-2 2 0 0 0,0 0 0 0 0,2-1 0 0 0,1-2 0 0 0,1-2 0 0 0,3-2 0 0 0,0 0 0 0 0,0-1 0 0 0,-4 5 0 0 0,-2 2 0 0 0,1-1 0 0 0,1-1 0 0 0,1-1 0 0 0,2-2 0 0 0,0-1 0 0 0,2 0 0 0 0,-1-1 0 0 0,1-1 0 0 0,1 1 0 0 0,-1 0 0 0 0,0 0 0 0 0,0-1 0 0 0,-6-4 0 0 0,-1-2 0 0 0,0-5 0 0 0,2 0 0 0 0,1 1 0 0 0,1 4 0 0 0,2-4 0 0 0,0-4 0 0 0,1 0 0 0 0,-5-2 0 0 0,-2 1 0 0 0,-5-1 0 0 0,-5-4 0 0 0,-6-3 0 0 0,-9-3 0 0 0,-9 4 0 0 0,-9 4 0 0 0,-1 2 0 0 0,-2 3 0 0 0,-3-1 0 0 0,-2 1 0 0 0,-2 4 0 0 0,4-2 0 0 0,1 1 0 0 0,-1 3 0 0 0,-1 2 0 0 0,-1 2 0 0 0,-2 3 0 0 0,-1-5 0 0 0,0-1 0 0 0,-1 1 0 0 0,0 1 0 0 0,0-4 0 0 0,-1 0 0 0 0,1 2 0 0 0,0 1 0 0 0,1 2 0 0 0,-7 2 0 0 0,-6-4 0 0 0,-6-1 0 0 0,-1 0 0 0 0,3 2 0 0 0,0-3 0 0 0,-4-1 0 0 0,3 1 0 0 0,3 2 0 0 0,5-3 0 0 0,3 0 0 0 0,4 2 0 0 0,1 1 0 0 0,1 3 0 0 0,1 1 0 0 0,0 1 0 0 0,0 1 0 0 0,0 0 0 0 0,-1 0 0 0 0,1 1 0 0 0,-1-1 0 0 0,-5 0 0 0 0,-7 0 0 0 0,-1 0 0 0 0,1 0 0 0 0,3 0 0 0 0,3 0 0 0 0,2 0 0 0 0,3 0 0 0 0,0 0 0 0 0,2 0 0 0 0,5 6 0 0 0,12 1 0 0 0,8 4 0 0 0,11 2 0 0 0,9 2 0 0 0,8 0 0 0 0,4-3 0 0 0,-2 1 0 0 0,1-1 0 0 0,0-2 0 0 0,1-4 0 0 0,2-2 0 0 0,0-2 0 0 0,-4 3 0 0 0,-1 2 0 0 0,0-1 0 0 0,7 4 0 0 0,4 1 0 0 0,0-3 0 0 0,0-1 0 0 0,-1 2 0 0 0,-1 0 0 0 0,0-1 0 0 0,-2-2 0 0 0,1-3 0 0 0,-2-1 0 0 0,1-1 0 0 0,0-1 0 0 0,5 0 0 0 0,1-1 0 0 0,6 1 0 0 0,0 0 0 0 0,-2 5 0 0 0,-2 1 0 0 0,-3 1 0 0 0,-3-2 0 0 0,-1-1 0 0 0,5-2 0 0 0,0 0 0 0 0,0-2 0 0 0,-1 0 0 0 0,-2 0 0 0 0,-1 0 0 0 0,-1-1 0 0 0,-1 1 0 0 0,0 0 0 0 0,-1 0 0 0 0,1 0 0 0 0,-1 0 0 0 0,1 0 0 0 0,0 0 0 0 0,-1 0 0 0 0,1 0 0 0 0,0 0 0 0 0,0 0 0 0 0,0 0 0 0 0,0 0 0 0 0,-1 0 0 0 0,1 0 0 0 0,0 0 0 0 0,0 0 0 0 0,0 0 0 0 0,-6-5 0 0 0,-6-8 0 0 0,-7-5 0 0 0,-11-1 0 0 0,-5-2 0 0 0,-7 2 0 0 0,-8 0 0 0 0,-5 2 0 0 0,-4 5 0 0 0,3 4 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17340 3872 16383 0 0,'0'-5'0'0'0,"-5"-2"0"0"0,-8 0 0 0 0,0-3 0 0 0,-4-1 0 0 0,0-3 0 0 0,-1 0 0 0 0,-3 3 0 0 0,2-2 0 0 0,-1 1 0 0 0,-3-2 0 0 0,-2 1 0 0 0,-2-3 0 0 0,-2 2 0 0 0,4-3 0 0 0,1 3 0 0 0,5-3 0 0 0,0 3 0 0 0,-2 2 0 0 0,8 5 0 0 0,11 2 0 0 0,12 3 0 0 0,9 1 0 0 0,6 2 0 0 0,5-1 0 0 0,2 1 0 0 0,1 0 0 0 0,0-1 0 0 0,0 0 0 0 0,-1 1 0 0 0,0-1 0 0 0,-1 0 0 0 0,0 0 0 0 0,0 0 0 0 0,5 0 0 0 0,2 0 0 0 0,-1 0 0 0 0,-1 5 0 0 0,-1 2 0 0 0,-2 0 0 0 0,-1-2 0 0 0,-1-1 0 0 0,0-2 0 0 0,5-1 0 0 0,-4 5 0 0 0,4 1 0 0 0,5-1 0 0 0,2 0 0 0 0,4-3 0 0 0,-2-1 0 0 0,-2-1 0 0 0,-3 0 0 0 0,-4-1 0 0 0,-3-1 0 0 0,-1 1 0 0 0,-1 0 0 0 0,0 0 0 0 0,-1-1 0 0 0,0 1 0 0 0,5 0 0 0 0,3 0 0 0 0,-1 0 0 0 0,-1 6 0 0 0,-1 0 0 0 0,-2 1 0 0 0,-1-1 0 0 0,-1-3 0 0 0,0 0 0 0 0,0-2 0 0 0,-11-1 0 0 0,-14-5 0 0 0,-13-2 0 0 0,-11-5 0 0 0,-7-1 0 0 0,-5-3 0 0 0,-3 1 0 0 0,-5 4 0 0 0,-3-3 0 0 0,1 2 0 0 0,-3-3 0 0 0,1 2 0 0 0,1-2 0 0 0,-2 0 0 0 0,1 4 0 0 0,-3-1 0 0 0,-4 0 0 0 0,-5-2 0 0 0,2 1 0 0 0,0-3 0 0 0,-8-3 0 0 0,-9-4 0 0 0,-3 1 0 0 0,-6 0 0 0 0,1 4 0 0 0,-3 4 0 0 0,2 0 0 0 0,4-3 0 0 0,-1 1 0 0 0,1-1 0 0 0,-2-4 0 0 0,-10-3 0 0 0,-5 2 0 0 0,2 0 0 0 0,1-2 0 0 0,-1 4 0 0 0,-1-1 0 0 0,-1-1 0 0 0,-5 2 0 0 0,-3 0 0 0 0,-5-2 0 0 0,9 3 0 0 0,1-1 0 0 0,-5 3 0 0 0,-7-1 0 0 0,-1 3 0 0 0,2 4 0 0 0,-2-2 0 0 0,1 2 0 0 0,4-3 0 0 0,2 2 0 0 0,3-4 0 0 0,-2 2 0 0 0,-7-2 0 0 0,5 2 0 0 0,10 2 0 0 0,-2-1 0 0 0,5 2 0 0 0,2 2 0 0 0,0-2 0 0 0,3 0 0 0 0,1 3 0 0 0,4 2 0 0 0,4-3 0 0 0,5 0 0 0 0,-2 2 0 0 0,6 1 0 0 0,3 3 0 0 0,2 1 0 0 0,6 1 0 0 0,2 1 0 0 0,-1 0 0 0 0,3 1 0 0 0,0-1 0 0 0,3 0 0 0 0,4 1 0 0 0,5-1 0 0 0,13 0 0 0 0,17 5 0 0 0,14 2 0 0 0,13 0 0 0 0,7-2 0 0 0,10 4 0 0 0,4 0 0 0 0,0-1 0 0 0,0-2 0 0 0,-3-2 0 0 0,-2-2 0 0 0,-2-1 0 0 0,-1-1 0 0 0,-1 0 0 0 0,5 0 0 0 0,1-1 0 0 0,0 1 0 0 0,-1 0 0 0 0,-2-1 0 0 0,5 1 0 0 0,-1 0 0 0 0,6 0 0 0 0,-1 0 0 0 0,-2 0 0 0 0,-3 0 0 0 0,-2 0 0 0 0,-3 0 0 0 0,-1 0 0 0 0,4 0 0 0 0,2 0 0 0 0,-1 0 0 0 0,-2 0 0 0 0,5 0 0 0 0,5 0 0 0 0,6 0 0 0 0,-1 0 0 0 0,-4 0 0 0 0,-3 0 0 0 0,-5 0 0 0 0,-4 0 0 0 0,-1 0 0 0 0,-2 0 0 0 0,-1-5 0 0 0,0-2 0 0 0,0 1 0 0 0,0 0 0 0 0,0 2 0 0 0,6 2 0 0 0,2-5 0 0 0,-1 0 0 0 0,-1 0 0 0 0,-1 2 0 0 0,-2 2 0 0 0,-1 1 0 0 0,0 1 0 0 0,-2-5 0 0 0,1-1 0 0 0,0 1 0 0 0,-1 1 0 0 0,1 1 0 0 0,-1 2 0 0 0,1 1 0 0 0,0 1 0 0 0,0 0 0 0 0,-6-5 0 0 0,-1-2 0 0 0,0 1 0 0 0,2 0 0 0 0,-4-2 0 0 0,-11-2 0 0 0,-13 2 0 0 0,-11 3 0 0 0,-3-4 0 0 0,-4-1 0 0 0,-5 3 0 0 0,-2 1 0 0 0,-2-3 0 0 0,-2 0 0 0 0,0 2 0 0 0,-1 1 0 0 0,0 3 0 0 0,1 1 0 0 0,10 1 0 0 0,14 1 0 0 0,9 5 0 0 0,8 3 0 0 0,9-1 0 0 0,6 4 0 0 0,3 0 0 0 0,3-2 0 0 0,-4 3 0 0 0,-1-1 0 0 0,0-2 0 0 0,1-3 0 0 0,1-2 0 0 0,1-1 0 0 0,0 3 0 0 0,2 1 0 0 0,0-1 0 0 0,0-1 0 0 0,0-2 0 0 0,0 4 0 0 0,5 1 0 0 0,2-1 0 0 0,5-2 0 0 0,0-1 0 0 0,-2-2 0 0 0,-2-1 0 0 0,-3-1 0 0 0,-3 0 0 0 0,-1 0 0 0 0,5 0 0 0 0,0-1 0 0 0,0 1 0 0 0,-1 0 0 0 0,-2 0 0 0 0,-1 0 0 0 0,-1 0 0 0 0,4 0 0 0 0,2 0 0 0 0,-1 0 0 0 0,-1 0 0 0 0,-2 0 0 0 0,-1 0 0 0 0,5 0 0 0 0,-5 0 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1515 16383 0 0,'13'-15'0'0'0,"7"-4"0"0"0,-5-2 0 0 0,1 3 0 0 0,-3-1 0 0 0,-3-2 0 0 0,2 2 0 0 0,-1-1 0 0 0,-3-1 0 0 0,-2-4 0 0 0,3 3 0 0 0,-1 0 0 0 0,5 4 0 0 0,-1-1 0 0 0,3 4 0 0 0,-1-2 0 0 0,-2-2 0 0 0,-5-4 0 0 0,4 2 0 0 0,-2 0 0 0 0,4-3 0 0 0,-1-1 0 0 0,-2-3 0 0 0,-3-1 0 0 0,3 4 0 0 0,-1 1 0 0 0,-7 17 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9886 958 16383 0 0,'-3'12'0'0'0,"-5"11"0"0"0,-4-2 0 0 0,-1-1 0 0 0,3 3 0 0 0,2 2 0 0 0,-3 3 0 0 0,-4 0 0 0 0,0 3 0 0 0,-3-6 0 0 0,3-1 0 0 0,2 1 0 0 0,0 1 0 0 0,1-9 0 0 0,2-13 0 0 0,9-7 0 0 0,5-8 0 0 0,6-7 0 0 0,7-1 0 0 0,1-3 0 0 0,-3-2 0 0 0,-4-3 0 0 0,-4-1 0 0 0,2 3 0 0 0,0 1 0 0 0,3 5 0 0 0,0 0 0 0 0,-2-2 0 0 0,-3-3 0 0 0,2-2 0 0 0,-1 4 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9909 958 16383 0 0,'-3'3'0'0'0,"-15"21"0"0"0,4 2 0 0 0,0-3 0 0 0,-4-6 0 0 0,2 0 0 0 0,-2 2 0 0 0,2 3 0 0 0,4 4 0 0 0,-1-4 0 0 0,1 0 0 0 0,-2-3 0 0 0,1 0 0 0 0,3 2 0 0 0,3 3 0 0 0,-3-3 0 0 0,-4 0 0 0 0,0 2 0 0 0,-3-3 0 0 0,1 1 0 0 0,-2-4 0 0 0,6-3 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9889 958 16383 0 0,'-12'24'0'0'0,"-3"8"0"0"0,3 0 0 0 0,3 0 0 0 0,-2-1 0 0 0,1 0 0 0 0,-4-5 0 0 0,2-3 0 0 0,-3-4 0 0 0,1 0 0 0 0,3 1 0 0 0,3 3 0 0 0,3 3 0 0 0,-2-3 0 0 0,-1-1 0 0 0,1 2 0 0 0,-3-3 0 0 0,0-1 0 0 0,2-8 0 0 0,1-12 0 0 0,9-5 0 0 0,3-8 0 0 0,0-7 0 0 0,0-4 0 0 0,5-5 0 0 0,0-2 0 0 0,-2 0 0 0 0,3 4 0 0 0,0 1 0 0 0,4 1 0 0 0,-2-1 0 0 0,-2-2 0 0 0,-4 0 0 0 0,-2-2 0 0 0,3 5 0 0 0,0 1 0 0 0,-2 0 0 0 0,4 3 0 0 0,0 1 0 0 0,-8 17 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9978 958 16383 0 0,'0'18'0'0'0,"-5"7"0"0"0,-3 0 0 0 0,1 1 0 0 0,1 2 0 0 0,2 1 0 0 0,-3-4 0 0 0,-2-2 0 0 0,2 1 0 0 0,-4-3 0 0 0,1-1 0 0 0,1 2 0 0 0,-2 3 0 0 0,0 1 0 0 0,2 3 0 0 0,-3-5 0 0 0,1 0 0 0 0,3 0 0 0 0,-4-3 0 0 0,1 0 0 0 0,3 1 0 0 0,2 2 0 0 0,-3-2 0 0 0,0-1 0 0 0,-4 3 0 0 0,1 1 0 0 0,-4-3 0 0 0,2 0 0 0 0,3 1 0 0 0,3 3 0 0 0,3 1 0 0 0,-3-4 0 0 0,1 0 0 0 0,-5-4 0 0 0,0 0 0 0 0,2 2 0 0 0,3 2 0 0 0,-3-2 0 0 0,1 0 0 0 0,-4-3 0 0 0,0 0 0 0 0,3 3 0 0 0,3 3 0 0 0,-3-3 0 0 0,-5-5 0 0 0,1 0 0 0 0,-3-2 0 0 0,1 1 0 0 0,-2-2 0 0 0,-2-3 0 0 0,-4-3 0 0 0,2 2 0 0 0,0 0 0 0 0,-1-2 0 0 0,20-5 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1509 16383 0 0,'6'-3'0'0'0,"19"-13"0"0"0,-2 3 0 0 0,1 2 0 0 0,-3-1 0 0 0,-1 1 0 0 0,-3-3 0 0 0,0 1 0 0 0,3 3 0 0 0,-2-2 0 0 0,1 0 0 0 0,3-2 0 0 0,2-4 0 0 0,3 0 0 0 0,2-1 0 0 0,1-3 0 0 0,1 2 0 0 0,-5 0 0 0 0,-1 3 0 0 0,-1 4 0 0 0,-3-1 0 0 0,-1-3 0 0 0,2 1 0 0 0,3-1 0 0 0,-4-4 0 0 0,0 2 0 0 0,3 4 0 0 0,-4 0 0 0 0,0 2 0 0 0,-3-2 0 0 0,-10 1 0 0 0,-11 4 0 0 0,-5 8 0 0 0,-6 5 0 0 0,-6 2 0 0 0,0 5 0 0 0,-1 6 0 0 0,-2 0 0 0 0,-2-2 0 0 0,3 2 0 0 0,6 3 0 0 0,0-2 0 0 0,3 2 0 0 0,-1-3 0 0 0,2 2 0 0 0,-2-3 0 0 0,1 2 0 0 0,-2-2 0 0 0,-3-4 0 0 0,1 1 0 0 0,4 5 0 0 0,-2 4 0 0 0,-2-2 0 0 0,2 2 0 0 0,-3 2 0 0 0,-2-2 0 0 0,-3-1 0 0 0,2 3 0 0 0,0-3 0 0 0,3 0 0 0 0,1-3 0 0 0,2 1 0 0 0,5 2 0 0 0,-2-2 0 0 0,2 1 0 0 0,2 3 0 0 0,-2-3 0 0 0,6-4 0 0 0,4-10 0 0 0,7-6 0 0 0,8-8 0 0 0,2-8 0 0 0,2-6 0 0 0,5-4 0 0 0,3-3 0 0 0,-3-2 0 0 0,0 0 0 0 0,1 4 0 0 0,-3 3 0 0 0,-5 0 0 0 0,-6-1 0 0 0,1 4 0 0 0,4 0 0 0 0,-1-1 0 0 0,3 4 0 0 0,-2-1 0 0 0,2-2 0 0 0,-2-3 0 0 0,2 4 0 0 0,-2-1 0 0 0,-4-1 0 0 0,2 3 0 0 0,-2-1 0 0 0,3 4 0 0 0,-1-1 0 0 0,3-2 0 0 0,-2-3 0 0 0,-3-3 0 0 0,2 3 0 0 0,-2 0 0 0 0,-2-1 0 0 0,2 3 0 0 0,0 0 0 0 0,-8 4 0 0 0,-9 5 0 0 0,-4 9 0 0 0,-5 5 0 0 0,-1 8 0 0 0,-2 2 0 0 0,2 5 0 0 0,-2-2 0 0 0,2 3 0 0 0,-1-2 0 0 0,2 2 0 0 0,-1 2 0 0 0,1 4 0 0 0,-1-3 0 0 0,11-15 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9984 979 16383 0 0,'-14'15'0'0'0,"-4"9"0"0"0,-1 1 0 0 0,2 3 0 0 0,-1-4 0 0 0,3-1 0 0 0,4 1 0 0 0,-2 2 0 0 0,-4-4 0 0 0,2 0 0 0 0,-3 1 0 0 0,2 2 0 0 0,-1 3 0 0 0,-4 0 0 0 0,3 2 0 0 0,-2 1 0 0 0,-2-5 0 0 0,2-2 0 0 0,0-5 0 0 0,3 0 0 0 0,4 2 0 0 0,0-3 0 0 0,11-15 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2013 16383 0 0,'15'-11'0'0'0,"5"-6"0"0"0,3-5 0 0 0,2-3 0 0 0,2-3 0 0 0,2 3 0 0 0,-4 1 0 0 0,-1-1 0 0 0,1-1 0 0 0,0-2 0 0 0,3 5 0 0 0,-4 0 0 0 0,-2 4 0 0 0,-3 0 0 0 0,0-1 0 0 0,-4-4 0 0 0,1 3 0 0 0,4 0 0 0 0,-3-2 0 0 0,2 3 0 0 0,3 5 0 0 0,-3 0 0 0 0,-4-3 0 0 0,0 1 0 0 0,4-1 0 0 0,-3-3 0 0 0,2 2 0 0 0,-2 0 0 0 0,1 2 0 0 0,4 4 0 0 0,-3-1 0 0 0,-4-3 0 0 0,1 1 0 0 0,3-1 0 0 0,-1-4 0 0 0,1 2 0 0 0,-2-1 0 0 0,1 3 0 0 0,-1-1 0 0 0,0 2 0 0 0,-1 0 0 0 0,1 1 0 0 0,-2-1 0 0 0,3 2 0 0 0,-3-3 0 0 0,-3-2 0 0 0,2 1 0 0 0,-2 9 0 0 0,-7 6 0 0 0,-10 4 0 0 0,-4 6 0 0 0,-6 3 0 0 0,1 5 0 0 0,2 4 0 0 0,-2 0 0 0 0,-3-4 0 0 0,1 1 0 0 0,3 3 0 0 0,-1-2 0 0 0,3 2 0 0 0,-3 3 0 0 0,1 2 0 0 0,-1-2 0 0 0,1 0 0 0 0,-2 1 0 0 0,-4-2 0 0 0,2-1 0 0 0,3 3 0 0 0,0 1 0 0 0,-3-2 0 0 0,1 0 0 0 0,4 1 0 0 0,-1-3 0 0 0,-4 1 0 0 0,-3 1 0 0 0,1 2 0 0 0,-1-2 0 0 0,3 0 0 0 0,-1 1 0 0 0,-2 3 0 0 0,3 1 0 0 0,-2-3 0 0 0,4-1 0 0 0,-2-5 0 0 0,3 1 0 0 0,-2 2 0 0 0,-2-3 0 0 0,1 1 0 0 0,-1 3 0 0 0,2 2 0 0 0,-1-2 0 0 0,-2-6 0 0 0,1 1 0 0 0,5 2 0 0 0,-1-2 0 0 0,2 1 0 0 0,-1-2 0 0 0,6-5 0 0 0,10-3 0 0 0,10-8 0 0 0,2-10 0 0 0,5-3 0 0 0,4-5 0 0 0,4-4 0 0 0,-3-4 0 0 0,-1 3 0 0 0,2 0 0 0 0,1-2 0 0 0,-4-1 0 0 0,1 3 0 0 0,0 1 0 0 0,-3-2 0 0 0,0-1 0 0 0,3-2 0 0 0,1 3 0 0 0,-2 1 0 0 0,-6-1 0 0 0,0-1 0 0 0,3 2 0 0 0,-2 2 0 0 0,1-3 0 0 0,3 4 0 0 0,-2 0 0 0 0,1-2 0 0 0,-3-3 0 0 0,0 4 0 0 0,4-1 0 0 0,-3-1 0 0 0,2 3 0 0 0,-4-1 0 0 0,2-1 0 0 0,-3-3 0 0 0,2 4 0 0 0,2-1 0 0 0,-1-1 0 0 0,2 3 0 0 0,-4-1 0 0 0,2 4 0 0 0,-3 0 0 0 0,2-4 0 0 0,-3-2 0 0 0,3-3 0 0 0,2 3 0 0 0,4 0 0 0 0,-2-1 0 0 0,1 3 0 0 0,-4 0 0 0 0,1 4 0 0 0,-3-1 0 0 0,-5-2 0 0 0,2 2 0 0 0,-2-1 0 0 0,-2-3 0 0 0,2 3 0 0 0,-6 4 0 0 0,-9 11 0 0 0,-9 5 0 0 0,-8 8 0 0 0,-5 7 0 0 0,-4 2 0 0 0,4 3 0 0 0,0 2 0 0 0,0-2 0 0 0,4 1 0 0 0,1-4 0 0 0,-1 0 0 0 0,-3 3 0 0 0,-2 3 0 0 0,-1 2 0 0 0,3 3 0 0 0,2-5 0 0 0,-2-5 0 0 0,5-1 0 0 0,4 1 0 0 0,1-2 0 0 0,-3-4 0 0 0,-3 1 0 0 0,2 3 0 0 0,-2 4 0 0 0,-2-1 0 0 0,3 1 0 0 0,0 2 0 0 0,-3-3 0 0 0,-1-5 0 0 0,2 1 0 0 0,5 2 0 0 0,-5-1 0 0 0,2 1 0 0 0,-2-3 0 0 0,-2 3 0 0 0,3 2 0 0 0,0-2 0 0 0,-1 2 0 0 0,-3-4 0 0 0,3 2 0 0 0,0 3 0 0 0,-2 2 0 0 0,-1-2 0 0 0,3 1 0 0 0,0-4 0 0 0,4 1 0 0 0,0-4 0 0 0,2 2 0 0 0,0 3 0 0 0,-4-3 0 0 0,3 3 0 0 0,3 1 0 0 0,10-7 0 0 0,10-6 0 0 0,5-9 0 0 0,5-6 0 0 0,0-6 0 0 0,3 0 0 0 0,-2-5 0 0 0,1 2 0 0 0,-2-2 0 0 0,1 3 0 0 0,-2-3 0 0 0,2 3 0 0 0,2 4 0 0 0,-1-2 0 0 0,2-4 0 0 0,2-4 0 0 0,2-4 0 0 0,3-2 0 0 0,3 2 0 0 0,-5 1 0 0 0,-1-1 0 0 0,0-1 0 0 0,2-2 0 0 0,-4-1 0 0 0,0 4 0 0 0,2 2 0 0 0,-5-2 0 0 0,2 0 0 0 0,1 3 0 0 0,-3 0 0 0 0,1-1 0 0 0,2 3 0 0 0,-3 0 0 0 0,1 3 0 0 0,-3-1 0 0 0,-5-2 0 0 0,2 2 0 0 0,2-1 0 0 0,0-3 0 0 0,2 3 0 0 0,-3-1 0 0 0,3 3 0 0 0,-3-1 0 0 0,2 3 0 0 0,-3-2 0 0 0,-8 3 0 0 0,-11 3 0 0 0,-4 9 0 0 0,-6 5 0 0 0,-6 7 0 0 0,-4 7 0 0 0,-4 0 0 0 0,4 4 0 0 0,1-3 0 0 0,-2 1 0 0 0,7-3 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9965 1064 16383 0 0,'-10'10'0'0'0,"-12"12"0"0"0,-2 0 0 0 0,-1 2 0 0 0,-2-4 0 0 0,4 0 0 0 0,0 3 0 0 0,-1 1 0 0 0,-2-2 0 0 0,-1-5 0 0 0,3-1 0 0 0,7 3 0 0 0,0-3 0 0 0,-2-3 0 0 0,2 1 0 0 0,-1-1 0 0 0,6-2 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9885 1109 16383 0 0,'4'-22'0'0'0,"3"-2"0"0"0,0 0 0 0 0,3 4 0 0 0,1 0 0 0 0,-2-2 0 0 0,-2-2 0 0 0,2 2 0 0 0,-5 6 0 0 0,-8 5 0 0 0,-9 5 0 0 0,-8 8 0 0 0,20-2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2023 16383 0 0,'3'7'0'0'0,"12"1"0"0"0,7-3 0 0 0,7-2 0 0 0,2-2 0 0 0,2-1 0 0 0,0 0 0 0 0,0-1 0 0 0,-1 1 0 0 0,0-1 0 0 0,0 1 0 0 0,4 0 0 0 0,2 0 0 0 0,0 0 0 0 0,-2 0 0 0 0,-2 0 0 0 0,5 0 0 0 0,5 0 0 0 0,6 0 0 0 0,5 0 0 0 0,4 0 0 0 0,-4 0 0 0 0,0 0 0 0 0,-4 0 0 0 0,0 0 0 0 0,1 0 0 0 0,-3 0 0 0 0,2 0 0 0 0,-4 0 0 0 0,1 0 0 0 0,3 0 0 0 0,-2 0 0 0 0,6 0 0 0 0,0 0 0 0 0,0 0 0 0 0,1 0 0 0 0,-3 0 0 0 0,0 0 0 0 0,-4 0 0 0 0,0 0 0 0 0,7 0 0 0 0,0 0 0 0 0,1 0 0 0 0,0 0 0 0 0,2 0 0 0 0,-4 0 0 0 0,-1 0 0 0 0,1 0 0 0 0,-4 0 0 0 0,0 0 0 0 0,2 0 0 0 0,-3 0 0 0 0,-5 0 0 0 0,-4 0 0 0 0,-5 0 0 0 0,-2 0 0 0 0,-3 0 0 0 0,0 0 0 0 0,-1 0 0 0 0,0 0 0 0 0,0 0 0 0 0,0 0 0 0 0,0 0 0 0 0,1 0 0 0 0,-1 0 0 0 0,1 0 0 0 0,0 0 0 0 0,-11 0 0 0 0,-13 0 0 0 0,-14 0 0 0 0,-10 0 0 0 0,-9 0 0 0 0,-4 0 0 0 0,-2 0 0 0 0,-2 0 0 0 0,1 0 0 0 0,-5 0 0 0 0,-2 0 0 0 0,2 0 0 0 0,1 0 0 0 0,2 0 0 0 0,2 0 0 0 0,1 0 0 0 0,0 0 0 0 0,2 0 0 0 0,-1 0 0 0 0,-4 0 0 0 0,-3 0 0 0 0,1 0 0 0 0,-4 0 0 0 0,4 5 0 0 0,-1 2 0 0 0,1-1 0 0 0,0 0 0 0 0,-3-2 0 0 0,0-2 0 0 0,-4-1 0 0 0,0 0 0 0 0,3-1 0 0 0,2 0 0 0 0,4-1 0 0 0,-4 6 0 0 0,-5 2 0 0 0,0-1 0 0 0,-4 0 0 0 0,2-3 0 0 0,-3 0 0 0 0,-2 3 0 0 0,1 2 0 0 0,-1-2 0 0 0,3 0 0 0 0,5-3 0 0 0,4-1 0 0 0,3 4 0 0 0,-2 2 0 0 0,-6-2 0 0 0,0-1 0 0 0,-3-1 0 0 0,1-2 0 0 0,3-1 0 0 0,-2-1 0 0 0,-3 0 0 0 0,-4 0 0 0 0,-4 5 0 0 0,2 2 0 0 0,6-1 0 0 0,5-1 0 0 0,5 4 0 0 0,3 0 0 0 0,3 5 0 0 0,12-2 0 0 0,15-1 0 0 0,13-4 0 0 0,10-2 0 0 0,8-2 0 0 0,10 3 0 0 0,4 1 0 0 0,0-1 0 0 0,-1-1 0 0 0,-2-2 0 0 0,-2-1 0 0 0,-2-1 0 0 0,-1 0 0 0 0,4-1 0 0 0,2-1 0 0 0,4 1 0 0 0,1 0 0 0 0,3-1 0 0 0,-1 1 0 0 0,3 5 0 0 0,3 2 0 0 0,-2 0 0 0 0,-3-2 0 0 0,0-1 0 0 0,3-1 0 0 0,4-2 0 0 0,-2-1 0 0 0,1 0 0 0 0,2 0 0 0 0,-3 0 0 0 0,5 0 0 0 0,4-1 0 0 0,-2 1 0 0 0,3 0 0 0 0,-2 0 0 0 0,-2 0 0 0 0,1 0 0 0 0,-5 0 0 0 0,0 0 0 0 0,6 0 0 0 0,-2 0 0 0 0,0 0 0 0 0,-4 0 0 0 0,-1 0 0 0 0,1 5 0 0 0,-3 2 0 0 0,1 0 0 0 0,-4-2 0 0 0,1-1 0 0 0,3-2 0 0 0,3 0 0 0 0,-2-2 0 0 0,0 0 0 0 0,2 0 0 0 0,2 0 0 0 0,-2-1 0 0 0,-2 1 0 0 0,3 5 0 0 0,-4 2 0 0 0,-5 0 0 0 0,-5-2 0 0 0,-5-1 0 0 0,-2-2 0 0 0,-3 0 0 0 0,-1-2 0 0 0,0 0 0 0 0,0 0 0 0 0,-5 5 0 0 0,-7 7 0 0 0,-12 1 0 0 0,-12-1 0 0 0,-10-3 0 0 0,-8-3 0 0 0,-5-2 0 0 0,-2-3 0 0 0,-2 0 0 0 0,0-1 0 0 0,0 5 0 0 0,0 1 0 0 0,1 0 0 0 0,1-1 0 0 0,-6-1 0 0 0,-1-2 0 0 0,1-1 0 0 0,1-1 0 0 0,1 0 0 0 0,2 0 0 0 0,1 5 0 0 0,1 2 0 0 0,0-1 0 0 0,1 0 0 0 0,-6-3 0 0 0,-2 0 0 0 0,1-2 0 0 0,-4-1 0 0 0,-1 6 0 0 0,2 0 0 0 0,-2 1 0 0 0,0-2 0 0 0,2-2 0 0 0,-3 0 0 0 0,-4-2 0 0 0,1-1 0 0 0,-3 0 0 0 0,-3 0 0 0 0,-4 0 0 0 0,3-1 0 0 0,5 1 0 0 0,1 5 0 0 0,2 2 0 0 0,-1 0 0 0 0,2-2 0 0 0,2-1 0 0 0,0 3 0 0 0,-5 2 0 0 0,-5-2 0 0 0,-4 3 0 0 0,-2 1 0 0 0,-3-2 0 0 0,-1 2 0 0 0,5 0 0 0 0,2-2 0 0 0,9 3 0 0 0,9-1 0 0 0,-1-3 0 0 0,1-1 0 0 0,1-4 0 0 0,2-1 0 0 0,2-1 0 0 0,0 4 0 0 0,1 2 0 0 0,1-1 0 0 0,-1-1 0 0 0,6 4 0 0 0,12 0 0 0 0,13-1 0 0 0,13-3 0 0 0,8-1 0 0 0,7-2 0 0 0,3-1 0 0 0,2-1 0 0 0,0 0 0 0 0,1 0 0 0 0,-2-1 0 0 0,1 1 0 0 0,-2 0 0 0 0,1 0 0 0 0,-1 0 0 0 0,5 0 0 0 0,7 0 0 0 0,1 0 0 0 0,4 0 0 0 0,-1 0 0 0 0,2 0 0 0 0,-3 0 0 0 0,-3 0 0 0 0,2 0 0 0 0,8 0 0 0 0,1 0 0 0 0,1 0 0 0 0,2 0 0 0 0,-3 0 0 0 0,-1 0 0 0 0,2 0 0 0 0,1 0 0 0 0,-3 0 0 0 0,0 0 0 0 0,1 0 0 0 0,-3 0 0 0 0,0 0 0 0 0,2 0 0 0 0,2 0 0 0 0,-3 0 0 0 0,1 0 0 0 0,-4 0 0 0 0,-5 0 0 0 0,-5 0 0 0 0,-3 0 0 0 0,2 0 0 0 0,0 0 0 0 0,-1 0 0 0 0,3 0 0 0 0,1 0 0 0 0,3 0 0 0 0,0 0 0 0 0,3 0 0 0 0,-2 0 0 0 0,-3 0 0 0 0,-3-6 0 0 0,-3-1 0 0 0,-3 1 0 0 0,-1 0 0 0 0,-2 3 0 0 0,1 0 0 0 0,-12 2 0 0 0,-13 0 0 0 0,-13 1 0 0 0,-11 1 0 0 0,-8-1 0 0 0,-4 0 0 0 0,-2 0 0 0 0,-2 1 0 0 0,1-1 0 0 0,0 0 0 0 0,-5 0 0 0 0,-1 0 0 0 0,1 0 0 0 0,2 0 0 0 0,1 0 0 0 0,-3 0 0 0 0,-7 0 0 0 0,1 0 0 0 0,-4 0 0 0 0,1 0 0 0 0,4 0 0 0 0,-2 0 0 0 0,2 0 0 0 0,3 0 0 0 0,2 0 0 0 0,4 5 0 0 0,-4 2 0 0 0,0 0 0 0 0,0-2 0 0 0,3-1 0 0 0,1-2 0 0 0,1-1 0 0 0,-4 0 0 0 0,-6-1 0 0 0,-7 5 0 0 0,1 2 0 0 0,-3-1 0 0 0,3 4 0 0 0,5 1 0 0 0,3-2 0 0 0,5 3 0 0 0,3-1 0 0 0,1-2 0 0 0,2-3 0 0 0,-1-2 0 0 0,2-1 0 0 0,-1-3 0 0 0,-1 6 0 0 0,1 0 0 0 0,-1 0 0 0 0,6 4 0 0 0,1 1 0 0 0,0-2 0 0 0,-2 2 0 0 0,-1 0 0 0 0,-1-2 0 0 0,-2-2 0 0 0,0-3 0 0 0,-1-2 0 0 0,5 4 0 0 0,2 1 0 0 0,0-1 0 0 0,3 4 0 0 0,1 1 0 0 0,-2-3 0 0 0,3 4 0 0 0,-1-1 0 0 0,4 3 0 0 0,9 0 0 0 0,11-4 0 0 0,11-2 0 0 0,7 1 0 0 0,5 1 0 0 0,4-3 0 0 0,2-1 0 0 0,0-3 0 0 0,0-1 0 0 0,-1-1 0 0 0,0-1 0 0 0,0-1 0 0 0,-1 1 0 0 0,0-1 0 0 0,0 1 0 0 0,-1 0 0 0 0,6 0 0 0 0,2 0 0 0 0,5 0 0 0 0,0 0 0 0 0,-2 0 0 0 0,3 0 0 0 0,9 0 0 0 0,2 0 0 0 0,1 0 0 0 0,1 0 0 0 0,-2 0 0 0 0,-2 0 0 0 0,-3 0 0 0 0,-1 0 0 0 0,2 0 0 0 0,4 0 0 0 0,2 0 0 0 0,-4 0 0 0 0,6 0 0 0 0,-2 0 0 0 0,-6 0 0 0 0,-1 0 0 0 0,7 0 0 0 0,-1 0 0 0 0,0 0 0 0 0,-4 0 0 0 0,0 0 0 0 0,1 0 0 0 0,-3 0 0 0 0,1 0 0 0 0,1 5 0 0 0,-2 2 0 0 0,-4 0 0 0 0,-6-2 0 0 0,-3-1 0 0 0,2-2 0 0 0,-1-1 0 0 0,-1 0 0 0 0,-1-1 0 0 0,-3 0 0 0 0,5-1 0 0 0,0 1 0 0 0,0 0 0 0 0,-7 5 0 0 0,-4 2 0 0 0,-1-1 0 0 0,1 0 0 0 0,0-3 0 0 0,1 0 0 0 0,2-2 0 0 0,0 0 0 0 0,-5 4 0 0 0,-1 2 0 0 0,-10-1 0 0 0,-13-1 0 0 0,-6 4 0 0 0,-8 0 0 0 0,-7-1 0 0 0,-5-2 0 0 0,-4-3 0 0 0,-2 0 0 0 0,-1-2 0 0 0,0-1 0 0 0,0 5 0 0 0,0 1 0 0 0,0 1 0 0 0,1-2 0 0 0,0-2 0 0 0,0-1 0 0 0,0 0 0 0 0,0-2 0 0 0,1 0 0 0 0,-1 0 0 0 0,0 0 0 0 0,0-1 0 0 0,1 1 0 0 0,-1 0 0 0 0,0 0 0 0 0,0 0 0 0 0,0 0 0 0 0,6 5 0 0 0,1 2 0 0 0,0 0 0 0 0,-2-2 0 0 0,-1-1 0 0 0,-1-2 0 0 0,3 5 0 0 0,2 0 0 0 0,-1 0 0 0 0,-2-2 0 0 0,-1-2 0 0 0,-2 0 0 0 0,-1 3 0 0 0,0 1 0 0 0,-1 0 0 0 0,-5-2 0 0 0,-8-2 0 0 0,-1-1 0 0 0,2-1 0 0 0,3 0 0 0 0,3-1 0 0 0,3-1 0 0 0,1 1 0 0 0,2 0 0 0 0,0 0 0 0 0,1-1 0 0 0,0 1 0 0 0,-1 5 0 0 0,1 2 0 0 0,-1 0 0 0 0,1-2 0 0 0,-1-1 0 0 0,0 4 0 0 0,0 0 0 0 0,0-1 0 0 0,1-1 0 0 0,-1-3 0 0 0,0 5 0 0 0,5 5 0 0 0,13 1 0 0 0,13 3 0 0 0,12-1 0 0 0,10-4 0 0 0,0 2 0 0 0,2-2 0 0 0,3-2 0 0 0,1 1 0 0 0,1 0 0 0 0,2-3 0 0 0,-6 3 0 0 0,0 0 0 0 0,-1-3 0 0 0,2 4 0 0 0,1-2 0 0 0,-3 4 0 0 0,-1-1 0 0 0,0-2 0 0 0,3-4 0 0 0,-4 3 0 0 0,-1-1 0 0 0,-3 4 0 0 0,1 0 0 0 0,1-3 0 0 0,4-3 0 0 0,-4 2 0 0 0,2 1 0 0 0,-4 3 0 0 0,0-1 0 0 0,-2 3 0 0 0,0 0 0 0 0,4-4 0 0 0,-2 2 0 0 0,-4 4 0 0 0,0-1 0 0 0,4-3 0 0 0,-1 1 0 0 0,-4 4 0 0 0,1-2 0 0 0,-7-2 0 0 0,-10-5 0 0 0,-9-4 0 0 0,-9-2 0 0 0,-5-2 0 0 0,-4-1 0 0 0,-2-5 0 0 0,0-3 0 0 0,-1 0 0 0 0,0 2 0 0 0,6-3 0 0 0,3-1 0 0 0,-1-3 0 0 0,-6 0 0 0 0,-3-2 0 0 0,-1-5 0 0 0,0 1 0 0 0,6 0 0 0 0,3 2 0 0 0,-5 4 0 0 0,4-1 0 0 0,0-3 0 0 0,-1 1 0 0 0,1 3 0 0 0,-2 4 0 0 0,-1-1 0 0 0,5-5 0 0 0,2 0 0 0 0,-1-2 0 0 0,-2 1 0 0 0,-1 4 0 0 0,-2-1 0 0 0,0-5 0 0 0,-2-3 0 0 0,0 1 0 0 0,0 5 0 0 0,0 4 0 0 0,0-1 0 0 0,5-4 0 0 0,2 1 0 0 0,0 3 0 0 0,-2-1 0 0 0,-1 0 0 0 0,4-1 0 0 0,0 0 0 0 0,0 4 0 0 0,-3-3 0 0 0,-1-3 0 0 0,-2-5 0 0 0,0 1 0 0 0,-2 4 0 0 0,0 0 0 0 0,0-3 0 0 0,0 2 0 0 0,5-2 0 0 0,2 3 0 0 0,-1-1 0 0 0,0-3 0 0 0,8 1 0 0 0,13 5 0 0 0,12 4 0 0 0,10 4 0 0 0,2 9 0 0 0,3 8 0 0 0,3 3 0 0 0,2-1 0 0 0,1 2 0 0 0,2-1 0 0 0,-6 2 0 0 0,0-2 0 0 0,0-2 0 0 0,1 1 0 0 0,1 3 0 0 0,2 0 0 0 0,-5 2 0 0 0,-1-2 0 0 0,2-4 0 0 0,-5 2 0 0 0,0 3 0 0 0,2-1 0 0 0,3-3 0 0 0,2 1 0 0 0,1 4 0 0 0,2-2 0 0 0,1-3 0 0 0,0 2 0 0 0,0 2 0 0 0,0 0 0 0 0,-5 1 0 0 0,-2-2 0 0 0,1-3 0 0 0,0-5 0 0 0,-3 2 0 0 0,0-1 0 0 0,-5 4 0 0 0,1-1 0 0 0,3-2 0 0 0,2 2 0 0 0,3-1 0 0 0,-3 3 0 0 0,0 0 0 0 0,-4 1 0 0 0,-1 0 0 0 0,3 1 0 0 0,3-1 0 0 0,2 1 0 0 0,-3 4 0 0 0,-10-7 0 0 0,-14-6 0 0 0,-5-9 0 0 0,-8-4 0 0 0,-7-7 0 0 0,1-6 0 0 0,-2-5 0 0 0,-2 2 0 0 0,-3 4 0 0 0,4 0 0 0 0,0-2 0 0 0,-1 2 0 0 0,4 0 0 0 0,-1 2 0 0 0,4-2 0 0 0,0-2 0 0 0,-3 2 0 0 0,-4-1 0 0 0,-2 2 0 0 0,3-1 0 0 0,0 3 0 0 0,-1-2 0 0 0,-2 3 0 0 0,4-2 0 0 0,0 1 0 0 0,4-1 0 0 0,-1 2 0 0 0,4-2 0 0 0,-2-4 0 0 0,-2 2 0 0 0,-4-2 0 0 0,-3-2 0 0 0,-2 3 0 0 0,-2-1 0 0 0,-1-3 0 0 0,5-2 0 0 0,1 3 0 0 0,1 6 0 0 0,-2-1 0 0 0,4-2 0 0 0,0 2 0 0 0,-1 5 0 0 0,3-2 0 0 0,0 1 0 0 0,-2-1 0 0 0,-2-4 0 0 0,-3 0 0 0 0,-2 5 0 0 0,4-2 0 0 0,2-3 0 0 0,-2 1 0 0 0,-1 4 0 0 0,9 4 0 0 0,13 3 0 0 0,6 8 0 0 0,9 4 0 0 0,8 1 0 0 0,0 4 0 0 0,2 1 0 0 0,-2 3 0 0 0,1-1 0 0 0,-3 3 0 0 0,0-2 0 0 0,4-4 0 0 0,2 3 0 0 0,4 3 0 0 0,1-1 0 0 0,2 2 0 0 0,1 3 0 0 0,0 3 0 0 0,1-2 0 0 0,-1 0 0 0 0,0 2 0 0 0,0-3 0 0 0,0-6 0 0 0,-5 0 0 0 0,-2 4 0 0 0,0-3 0 0 0,-4 2 0 0 0,0-3 0 0 0,2 3 0 0 0,2-3 0 0 0,-2 1 0 0 0,-1-1 0 0 0,2-4 0 0 0,-3 1 0 0 0,1 5 0 0 0,1-1 0 0 0,2 2 0 0 0,3 3 0 0 0,-3 3 0 0 0,-1-2 0 0 0,-4 0 0 0 0,0-3 0 0 0,-4-1 0 0 0,2-2 0 0 0,2-4 0 0 0,-1 0 0 0 0,-4 5 0 0 0,-5 3 0 0 0,2 0 0 0 0,-1 0 0 0 0,-3 3 0 0 0,-7-2 0 0 0,-9-6 0 0 0,-8-5 0 0 0,-7-9 0 0 0,-4-5 0 0 0,-3-2 0 0 0,-1-4 0 0 0,-1-2 0 0 0,6-3 0 0 0,2 0 0 0 0,0-2 0 0 0,-1 2 0 0 0,-2 3 0 0 0,0-1 0 0 0,-2 1 0 0 0,5-2 0 0 0,1 1 0 0 0,0 3 0 0 0,-2 2 0 0 0,-1-1 0 0 0,4-6 0 0 0,0 1 0 0 0,-1 2 0 0 0,4-2 0 0 0,0 2 0 0 0,-2 2 0 0 0,-3-2 0 0 0,-2-4 0 0 0,-1 0 0 0 0,-2 4 0 0 0,-1 3 0 0 0,5-2 0 0 0,2-5 0 0 0,-1 2 0 0 0,-1 2 0 0 0,-1 3 0 0 0,4-2 0 0 0,0 1 0 0 0,5-3 0 0 0,-1 1 0 0 0,-2-4 0 0 0,-2 2 0 0 0,2-2 0 0 0,5 7 0 0 0,6 10 0 0 0,3 10 0 0 0,9 3 0 0 0,9 5 0 0 0,3 4 0 0 0,-1 3 0 0 0,-3 3 0 0 0,3-4 0 0 0,-2 0 0 0 0,3-5 0 0 0,-1-1 0 0 0,-2 2 0 0 0,1 3 0 0 0,0 2 0 0 0,2-3 0 0 0,-1-1 0 0 0,3-3 0 0 0,-2 0 0 0 0,-3 2 0 0 0,2-3 0 0 0,-2 1 0 0 0,4-2 0 0 0,-2 0 0 0 0,2-2 0 0 0,0 1 0 0 0,1 4 0 0 0,4 3 0 0 0,-2 3 0 0 0,1-2 0 0 0,4-1 0 0 0,1 1 0 0 0,-2 2 0 0 0,1-4 0 0 0,-5 1 0 0 0,1-5 0 0 0,-4 0 0 0 0,-3 3 0 0 0,0-3 0 0 0,5-4 0 0 0,-2 0 0 0 0,-3 4 0 0 0,-3-7 0 0 0,-9-5 0 0 0,-4-9 0 0 0,-7-9 0 0 0,-6-8 0 0 0,-6-1 0 0 0,0-1 0 0 0,6-3 0 0 0,-1 3 0 0 0,-2 0 0 0 0,2-1 0 0 0,-1 3 0 0 0,3 0 0 0 0,-1 2 0 0 0,2 1 0 0 0,-2 2 0 0 0,3-2 0 0 0,-2 3 0 0 0,1-2 0 0 0,-1 2 0 0 0,2-2 0 0 0,-3 2 0 0 0,3-3 0 0 0,-2-2 0 0 0,-4-5 0 0 0,-3-2 0 0 0,2-3 0 0 0,-1 4 0 0 0,4 1 0 0 0,-1 5 0 0 0,3 0 0 0 0,-1 3 0 0 0,3-1 0 0 0,-2 3 0 0 0,1 9 0 0 0,10 5 0 0 0,5 7 0 0 0,7 4 0 0 0,3 4 0 0 0,0 6 0 0 0,4-2 0 0 0,-2 2 0 0 0,4 2 0 0 0,-2 3 0 0 0,-3 2 0 0 0,2 1 0 0 0,4-4 0 0 0,-1-1 0 0 0,-3 1 0 0 0,1-4 0 0 0,-1-1 0 0 0,-4 2 0 0 0,-2 3 0 0 0,2-4 0 0 0,0 1 0 0 0,3 1 0 0 0,0 2 0 0 0,-2 2 0 0 0,-3 2 0 0 0,3-4 0 0 0,0-1 0 0 0,-3 0 0 0 0,4-3 0 0 0,-1-1 0 0 0,-1-8 0 0 0,-3-12 0 0 0,-2-11 0 0 0,-7-4 0 0 0,-4-4 0 0 0,1-4 0 0 0,-5 1 0 0 0,0 0 0 0 0,-4-2 0 0 0,1-2 0 0 0,-2-2 0 0 0,-5-2 0 0 0,3 0 0 0 0,-2 4 0 0 0,3 2 0 0 0,-1 0 0 0 0,2-2 0 0 0,0 4 0 0 0,1 0 0 0 0,-1-1 0 0 0,1-2 0 0 0,-1 3 0 0 0,-3 6 0 0 0,1 0 0 0 0,4-3 0 0 0,-1 2 0 0 0,2-1 0 0 0,-2 3 0 0 0,1-2 0 0 0,4-4 0 0 0,3 8 0 0 0,3 11 0 0 0,2 12 0 0 0,1 8 0 0 0,1 7 0 0 0,1 4 0 0 0,-1 3 0 0 0,1 1 0 0 0,-1 0 0 0 0,1 0 0 0 0,-1-1 0 0 0,0 0 0 0 0,0-1 0 0 0,5 1 0 0 0,2-2 0 0 0,0 1 0 0 0,-2 0 0 0 0,4-6 0 0 0,1-1 0 0 0,3 0 0 0 0,5-4 0 0 0,-1-10 0 0 0,-8-7 0 0 0,-11-5 0 0 0,-5-6 0 0 0,-2-8 0 0 0,1-5 0 0 0,-3-1 0 0 0,-5 5 0 0 0,0-1 0 0 0,2-2 0 0 0,-1 2 0 0 0,2-1 0 0 0,-2 3 0 0 0,1-1 0 0 0,4-4 0 0 0,-3 3 0 0 0,2-1 0 0 0,2-3 0 0 0,-2 2 0 0 0,0 0 0 0 0,-2 3 0 0 0,0-1 0 0 0,2-2 0 0 0,-1 2 0 0 0,0-2 0 0 0,3-1 0 0 0,-2 1 0 0 0,0 11 0 0 0,8 6 0 0 0,4 8 0 0 0,1 10 0 0 0,7 2 0 0 0,1 3 0 0 0,4-2 0 0 0,0 1 0 0 0,-2 3 0 0 0,-4 3 0 0 0,3-3 0 0 0,-2 0 0 0 0,4-3 0 0 0,0-1 0 0 0,2-2 0 0 0,-1-10 0 0 0,-3-11 0 0 0,-8-9 0 0 0,-5-9 0 0 0,-8 1 0 0 0,-1-2 0 0 0,0-2 0 0 0,3-2 0 0 0,-3 5 0 0 0,0 0 0 0 0,-2 4 0 0 0,0 0 0 0 0,2-2 0 0 0,4-2 0 0 0,-3 2 0 0 0,1 0 0 0 0,-4 3 0 0 0,1 0 0 0 0,-4 2 0 0 0,2 0 0 0 0,3-4 0 0 0,3-3 0 0 0,-2 2 0 0 0,-4 5 0 0 0,-1 0 0 0 0,3-3 0 0 0,4-4 0 0 0,-3 3 0 0 0,1 0 0 0 0,-3 2 0 0 0,0 0 0 0 0,-2 2 0 0 0,1-1 0 0 0,3-3 0 0 0,-2-3 0 0 0,-4 2 0 0 0,1 0 0 0 0,3-2 0 0 0,-1 2 0 0 0,-4 1 0 0 0,1-3 0 0 0,4-1 0 0 0,-1 2 0 0 0,1 0 0 0 0,-2 4 0 0 0,2-1 0 0 0,3 9 0 0 0,8 6 0 0 0,4 8 0 0 0,8 5 0 0 0,2 5 0 0 0,-2 5 0 0 0,4 0 0 0 0,-1 2 0 0 0,2-3 0 0 0,-1 1 0 0 0,2-2 0 0 0,-1 0 0 0 0,-4 3 0 0 0,2-2 0 0 0,-1 1 0 0 0,2-2 0 0 0,4 1 0 0 0,-1 2 0 0 0,2-2 0 0 0,-2 2 0 0 0,1-4 0 0 0,-2 2 0 0 0,-5 3 0 0 0,2-3 0 0 0,-1 1 0 0 0,2-2 0 0 0,-2 1 0 0 0,4-3 0 0 0,-2 1 0 0 0,2 4 0 0 0,4-2 0 0 0,-2 1 0 0 0,1 3 0 0 0,4-2 0 0 0,-4 0 0 0 0,2-3 0 0 0,-4 1 0 0 0,1-3 0 0 0,-3 2 0 0 0,2-3 0 0 0,-3 2 0 0 0,-3-7 0 0 0,-4-10 0 0 0,-8-5 0 0 0,-4-7 0 0 0,-1-7 0 0 0,-5-4 0 0 0,-5 1 0 0 0,-1 0 0 0 0,-2 3 0 0 0,2 0 0 0 0,3-1 0 0 0,0-4 0 0 0,-3 4 0 0 0,0 0 0 0 0,5-3 0 0 0,3-1 0 0 0,-2 3 0 0 0,-4 0 0 0 0,0-1 0 0 0,-2 3 0 0 0,2-1 0 0 0,3-1 0 0 0,3-3 0 0 0,-1 4 0 0 0,1-1 0 0 0,-4 4 0 0 0,1 0 0 0 0,2-3 0 0 0,3-3 0 0 0,-3-2 0 0 0,1-2 0 0 0,-4-2 0 0 0,-4-1 0 0 0,0 0 0 0 0,3 0 0 0 0,4-1 0 0 0,4 1 0 0 0,-3 5 0 0 0,1 2 0 0 0,1 0 0 0 0,2-2 0 0 0,-3-1 0 0 0,-1-1 0 0 0,2-2 0 0 0,1 0 0 0 0,3-1 0 0 0,1 0 0 0 0,1 0 0 0 0,-4 5 0 0 0,-2 2 0 0 0,1 0 0 0 0,1-2 0 0 0,1-1 0 0 0,2-1 0 0 0,1 9 0 0 0,0 13 0 0 0,1 13 0 0 0,1 10 0 0 0,-1 8 0 0 0,0 5 0 0 0,0 2 0 0 0,1 1 0 0 0,-1 1 0 0 0,5-7 0 0 0,2-1 0 0 0,0-1 0 0 0,3-4 0 0 0,1-1 0 0 0,-2 2 0 0 0,-2 2 0 0 0,2-3 0 0 0,0 1 0 0 0,-1 1 0 0 0,3-3 0 0 0,-1 0 0 0 0,4-3 0 0 0,-1 1 0 0 0,-2 2 0 0 0,-4 3 0 0 0,3-2 0 0 0,0-10 0 0 0,-3-12 0 0 0,-1-11 0 0 0,-3-9 0 0 0,-1-6 0 0 0,-1-4 0 0 0,-1-1 0 0 0,-1-2 0 0 0,1 1 0 0 0,-1 1 0 0 0,1 0 0 0 0,0 0 0 0 0,0 1 0 0 0,0 0 0 0 0,0 0 0 0 0,0 0 0 0 0,0 0 0 0 0,0 1 0 0 0,0-1 0 0 0,0 0 0 0 0,-6 5 0 0 0,-1 3 0 0 0,1-2 0 0 0,0 0 0 0 0,-3-2 0 0 0,0-1 0 0 0,1-2 0 0 0,2 0 0 0 0,-3 4 0 0 0,0 2 0 0 0,1 0 0 0 0,3-2 0 0 0,1-2 0 0 0,2 0 0 0 0,-4 3 0 0 0,-1 2 0 0 0,-5-1 0 0 0,1-2 0 0 0,1-1 0 0 0,2-2 0 0 0,-2 5 0 0 0,0 0 0 0 0,3 0 0 0 0,-4-2 0 0 0,0-1 0 0 0,-3-2 0 0 0,-4 4 0 0 0,1 2 0 0 0,-3 4 0 0 0,3 0 0 0 0,-1 4 0 0 0,-3 4 0 0 0,3 9 0 0 0,3 10 0 0 0,5 9 0 0 0,-1 2 0 0 0,1 3 0 0 0,-2 2 0 0 0,-1 3 0 0 0,4 2 0 0 0,-3-4 0 0 0,1-1 0 0 0,2 1 0 0 0,2 1 0 0 0,4 2 0 0 0,-5-5 0 0 0,1 0 0 0 0,0 1 0 0 0,-3-4 0 0 0,0 1 0 0 0,1 1 0 0 0,3-8 0 0 0,2-12 0 0 0,2-11 0 0 0,6-5 0 0 0,3-4 0 0 0,0-5 0 0 0,4-4 0 0 0,5 3 0 0 0,1 1 0 0 0,1-2 0 0 0,4-2 0 0 0,-2-1 0 0 0,1 4 0 0 0,-3 1 0 0 0,0-1 0 0 0,3-1 0 0 0,2 2 0 0 0,-1 2 0 0 0,-6-2 0 0 0,0 3 0 0 0,3-1 0 0 0,-2-1 0 0 0,1 3 0 0 0,-2-1 0 0 0,1 3 0 0 0,-2 0 0 0 0,-4-3 0 0 0,2 1 0 0 0,4 0 0 0 0,-2-3 0 0 0,3-2 0 0 0,-2-3 0 0 0,-4-2 0 0 0,2 4 0 0 0,-3 1 0 0 0,-7 5 0 0 0,-5 10 0 0 0,-7 7 0 0 0,-3 10 0 0 0,-4 2 0 0 0,0 6 0 0 0,-2-1 0 0 0,1 3 0 0 0,-1 4 0 0 0,-4 2 0 0 0,-3 4 0 0 0,3 1 0 0 0,-1 2 0 0 0,-2-5 0 0 0,-2-2 0 0 0,4 1 0 0 0,0 1 0 0 0,-2 2 0 0 0,4 0 0 0 0,0-3 0 0 0,-2-7 0 0 0,2-1 0 0 0,0 2 0 0 0,4 3 0 0 0,-2 3 0 0 0,-2 3 0 0 0,2 1 0 0 0,-2-4 0 0 0,4-1 0 0 0,-2-5 0 0 0,3 1 0 0 0,-1-5 0 0 0,1 2 0 0 0,-1 2 0 0 0,-4-1 0 0 0,2 0 0 0 0,4 4 0 0 0,-1-3 0 0 0,3 1 0 0 0,-3-3 0 0 0,1 1 0 0 0,-1-2 0 0 0,6-5 0 0 0,10-4 0 0 0,5-8 0 0 0,2-9 0 0 0,4-3 0 0 0,1-5 0 0 0,2 1 0 0 0,0-1 0 0 0,2 1 0 0 0,-2-1 0 0 0,2 2 0 0 0,3 5 0 0 0,-2-2 0 0 0,-3-4 0 0 0,0 1 0 0 0,3-2 0 0 0,4-3 0 0 0,3-3 0 0 0,3 2 0 0 0,-3 0 0 0 0,-2-2 0 0 0,2-1 0 0 0,1-3 0 0 0,2-1 0 0 0,1 4 0 0 0,-4 1 0 0 0,-7 0 0 0 0,-1 3 0 0 0,2 1 0 0 0,-2-2 0 0 0,1-3 0 0 0,3 4 0 0 0,-3-1 0 0 0,2-1 0 0 0,2 3 0 0 0,-2 0 0 0 0,0-3 0 0 0,-3-1 0 0 0,1-3 0 0 0,2-2 0 0 0,-2-1 0 0 0,2-1 0 0 0,-4 0 0 0 0,2 5 0 0 0,-3 2 0 0 0,-4-1 0 0 0,2 5 0 0 0,-2 0 0 0 0,-2-2 0 0 0,-3-2 0 0 0,-8 2 0 0 0,-8 6 0 0 0,-4 10 0 0 0,-3 7 0 0 0,-5 8 0 0 0,-3 7 0 0 0,-4 8 0 0 0,-1-2 0 0 0,4 1 0 0 0,1-3 0 0 0,6 0 0 0 0,-1-3 0 0 0,5 0 0 0 0,-2-2 0 0 0,-7 1 0 0 0,-1 4 0 0 0,0-2 0 0 0,6-9 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9950 1191 16383 0 0,'-2'1'0'0'0,"-21"14"0"0"0,0-3 0 0 0,5 3 0 0 0,0 4 0 0 0,-3-2 0 0 0,-2 2 0 0 0,-3 3 0 0 0,-2-3 0 0 0,-2-4 0 0 0,4 1 0 0 0,2 2 0 0 0,-1 4 0 0 0,-1-2 0 0 0,-1-4 0 0 0,27-16 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1733 16383 0 0,'16'-8'0'0'0,"9"-8"0"0"0,0 2 0 0 0,-6-1 0 0 0,0 2 0 0 0,1-2 0 0 0,4-4 0 0 0,1-4 0 0 0,3 2 0 0 0,-3-1 0 0 0,-2-1 0 0 0,2 2 0 0 0,-4 1 0 0 0,-1 2 0 0 0,2 6 0 0 0,-2-2 0 0 0,-1-3 0 0 0,3 2 0 0 0,-2-3 0 0 0,-1 3 0 0 0,-2-3 0 0 0,1-2 0 0 0,2 2 0 0 0,-2-2 0 0 0,2 3 0 0 0,-4 0 0 0 0,2 1 0 0 0,-5 2 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9975 1322 16383 0 0,'2'-2'0'0'0,"15"-13"0"0"0,2-1 0 0 0,-1-3 0 0 0,2 1 0 0 0,1-2 0 0 0,-1-1 0 0 0,0 1 0 0 0,-3 0 0 0 0,1 3 0 0 0,-3-1 0 0 0,-3-3 0 0 0,0 3 0 0 0,0-2 0 0 0,-9 9 0 0 0,-9 11 0 0 0,-5 11 0 0 0,-4 8 0 0 0,-6 7 0 0 0,-4 4 0 0 0,1 2 0 0 0,1-4 0 0 0,-2-2 0 0 0,4 0 0 0 0,0 1 0 0 0,-2-5 0 0 0,4 0 0 0 0,4 1 0 0 0,0-3 0 0 0,2 0 0 0 0,-1-3 0 0 0,-5 0 0 0 0,2 3 0 0 0,-1-2 0 0 0,-4 2 0 0 0,3 1 0 0 0,-2 4 0 0 0,-1-3 0 0 0,-3-6 0 0 0,3 1 0 0 0,5 2 0 0 0,1-2 0 0 0,-3 1 0 0 0,2 3 0 0 0,-1 3 0 0 0,-3-2 0 0 0,-3-1 0 0 0,2 3 0 0 0,0-4 0 0 0,-1-4 0 0 0,2-1 0 0 0,6 3 0 0 0,0 4 0 0 0,-3-3 0 0 0,-4-3 0 0 0,2 0 0 0 0,3-1 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9608 1381 16383 0 0,'-6'9'0'0'0,"-7"16"0"0"0,3 1 0 0 0,3-7 0 0 0,3-14 0 0 0,7-12 0 0 0,3-10 0 0 0,6-7 0 0 0,1-6 0 0 0,-9 24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9659 1381 16383 0 0,'-13'14'0'0'0,"-4"3"0"0"0,-2-4 0 0 0,-3 1 0 0 0,3 4 0 0 0,-2-2 0 0 0,-2 2 0 0 0,-2-2 0 0 0,-2 1 0 0 0,-2 4 0 0 0,4 2 0 0 0,4-4 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9503 1381 16383 0 0,'-16'14'0'0'0,"-8"8"0"0"0,-1-2 0 0 0,3 1 0 0 0,4-7 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1504 16383 0 0,'5'-2'0'0'0,"18"-14"0"0"0,2 1 0 0 0,-3-4 0 0 0,0 2 0 0 0,1 5 0 0 0,-3-3 0 0 0,6-2 0 0 0,-16 7 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9572 1381 16383 0 0,'-12'14'0'0'0,"-4"1"0"0"0,1 1 0 0 0,-1-1 0 0 0,1 1 0 0 0,4 3 0 0 0,-2-1 0 0 0,-4 2 0 0 0,2 2 0 0 0,-3-3 0 0 0,-3 1 0 0 0,16-16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20141 4197 16383 0 0,'-6'0'0'0'0,"-6"0"0"0"0,-2-6 0 0 0,-3-1 0 0 0,-4 1 0 0 0,-4 0 0 0 0,-3 3 0 0 0,-2 0 0 0 0,-1 2 0 0 0,0 1 0 0 0,-1-1 0 0 0,1 2 0 0 0,4-6 0 0 0,3-2 0 0 0,0 1 0 0 0,-2-5 0 0 0,-1 1 0 0 0,-1 1 0 0 0,3-3 0 0 0,2 1 0 0 0,-1 1 0 0 0,-2 4 0 0 0,-1 2 0 0 0,-2 2 0 0 0,5-4 0 0 0,0-1 0 0 0,0 1 0 0 0,-2 1 0 0 0,-1 1 0 0 0,3-3 0 0 0,1-1 0 0 0,0 1 0 0 0,-3 2 0 0 0,-1 1 0 0 0,-2 2 0 0 0,-1 1 0 0 0,0 1 0 0 0,-1 0 0 0 0,-1 1 0 0 0,1-1 0 0 0,0 0 0 0 0,0 0 0 0 0,0 1 0 0 0,0-1 0 0 0,0 0 0 0 0,0 0 0 0 0,1 0 0 0 0,-1 0 0 0 0,0 0 0 0 0,0 0 0 0 0,0 0 0 0 0,1 0 0 0 0,-1 0 0 0 0,0 0 0 0 0,0 0 0 0 0,0 0 0 0 0,0 0 0 0 0,-5 0 0 0 0,-7 0 0 0 0,-1 0 0 0 0,-4 0 0 0 0,-4 0 0 0 0,1 0 0 0 0,5 0 0 0 0,4 0 0 0 0,4 0 0 0 0,4 0 0 0 0,2 0 0 0 0,1 0 0 0 0,-4 0 0 0 0,-2 0 0 0 0,0 0 0 0 0,-3 0 0 0 0,-1 5 0 0 0,-4 2 0 0 0,-5 0 0 0 0,2-2 0 0 0,2-1 0 0 0,0-2 0 0 0,-3-1 0 0 0,1 0 0 0 0,4-1 0 0 0,-2 0 0 0 0,3 5 0 0 0,3 1 0 0 0,2 1 0 0 0,4-2 0 0 0,1-1 0 0 0,2-2 0 0 0,-5 4 0 0 0,-6 2 0 0 0,-2-1 0 0 0,2-2 0 0 0,-3-2 0 0 0,1-1 0 0 0,3 5 0 0 0,3 0 0 0 0,3-1 0 0 0,2-1 0 0 0,2-1 0 0 0,0-2 0 0 0,-5-1 0 0 0,-6 5 0 0 0,-2 1 0 0 0,2-1 0 0 0,2-1 0 0 0,3-1 0 0 0,3-2 0 0 0,1-1 0 0 0,2-1 0 0 0,0 0 0 0 0,1 0 0 0 0,-5 0 0 0 0,-3-1 0 0 0,1 1 0 0 0,1 0 0 0 0,2 0 0 0 0,1 0 0 0 0,-5 0 0 0 0,0 0 0 0 0,1 0 0 0 0,1 0 0 0 0,1 0 0 0 0,2 0 0 0 0,1 0 0 0 0,1 0 0 0 0,0 0 0 0 0,1 0 0 0 0,-1 0 0 0 0,1 0 0 0 0,-1 0 0 0 0,1 0 0 0 0,-1 0 0 0 0,0 0 0 0 0,6 5 0 0 0,11 2 0 0 0,14 5 0 0 0,13 0 0 0 0,8-1 0 0 0,7 2 0 0 0,3-1 0 0 0,2-3 0 0 0,-5 3 0 0 0,-2-1 0 0 0,6 3 0 0 0,2-1 0 0 0,0-2 0 0 0,0-4 0 0 0,0 3 0 0 0,4-1 0 0 0,6 4 0 0 0,6 4 0 0 0,0 0 0 0 0,2 2 0 0 0,3-2 0 0 0,-4-4 0 0 0,7 1 0 0 0,2-2 0 0 0,-2-3 0 0 0,-2-3 0 0 0,1 3 0 0 0,-4 0 0 0 0,4 3 0 0 0,4 0 0 0 0,1 3 0 0 0,6 5 0 0 0,2-2 0 0 0,-6 1 0 0 0,3-1 0 0 0,4 0 0 0 0,2-3 0 0 0,-2 2 0 0 0,4-2 0 0 0,-2-4 0 0 0,-7 2 0 0 0,1-2 0 0 0,4 3 0 0 0,-4-1 0 0 0,2-3 0 0 0,5-3 0 0 0,6 2 0 0 0,-1 1 0 0 0,-3 2 0 0 0,-3 1 0 0 0,-5-3 0 0 0,-3 2 0 0 0,-1-1 0 0 0,-8-2 0 0 0,4-2 0 0 0,1 2 0 0 0,-4 0 0 0 0,-2-2 0 0 0,6 4 0 0 0,4-1 0 0 0,0-1 0 0 0,-6 2 0 0 0,-1 0 0 0 0,-6-2 0 0 0,-2-3 0 0 0,-3-2 0 0 0,-5-2 0 0 0,1-1 0 0 0,3 4 0 0 0,6 2 0 0 0,-3-1 0 0 0,-3-1 0 0 0,1 3 0 0 0,-3 1 0 0 0,3-1 0 0 0,-3 3 0 0 0,2 0 0 0 0,-1-2 0 0 0,-3-3 0 0 0,-4 3 0 0 0,-3 0 0 0 0,-2-1 0 0 0,-1-3 0 0 0,-1-1 0 0 0,-1-2 0 0 0,0-1 0 0 0,0-1 0 0 0,-5 5 0 0 0,-12 1 0 0 0,-13 0 0 0 0,-12-1 0 0 0,-10-1 0 0 0,-5-2 0 0 0,-5-1 0 0 0,-1 0 0 0 0,-5-1 0 0 0,-3 0 0 0 0,2-1 0 0 0,2 1 0 0 0,1 0 0 0 0,2 0 0 0 0,-3 0 0 0 0,-7 0 0 0 0,0 0 0 0 0,2 0 0 0 0,2 0 0 0 0,-2-6 0 0 0,-4-1 0 0 0,-5 1 0 0 0,-5 0 0 0 0,-8 3 0 0 0,-9 0 0 0 0,3 2 0 0 0,3 0 0 0 0,-4 1 0 0 0,1 1 0 0 0,1-1 0 0 0,2 0 0 0 0,2 0 0 0 0,2 1 0 0 0,-5-1 0 0 0,-1 0 0 0 0,-4 0 0 0 0,5 0 0 0 0,3 0 0 0 0,-3 0 0 0 0,0 0 0 0 0,1 0 0 0 0,-4 0 0 0 0,0 0 0 0 0,-5 0 0 0 0,2 0 0 0 0,7 0 0 0 0,-1 0 0 0 0,-4 0 0 0 0,0 0 0 0 0,-5 0 0 0 0,7 0 0 0 0,4 0 0 0 0,3 0 0 0 0,2 0 0 0 0,1 0 0 0 0,-6 0 0 0 0,4 0 0 0 0,2 0 0 0 0,0 0 0 0 0,0 0 0 0 0,0 5 0 0 0,5 2 0 0 0,1 0 0 0 0,-1-2 0 0 0,-1-1 0 0 0,4 3 0 0 0,-1 2 0 0 0,5-2 0 0 0,-1-2 0 0 0,3-1 0 0 0,-1 3 0 0 0,-4 1 0 0 0,3-1 0 0 0,-2-2 0 0 0,3-1 0 0 0,4-2 0 0 0,3-1 0 0 0,5-1 0 0 0,2 0 0 0 0,1-1 0 0 0,-3 1 0 0 0,-2 5 0 0 0,0 2 0 0 0,2-1 0 0 0,1-1 0 0 0,1-1 0 0 0,1-1 0 0 0,1-2 0 0 0,10-1 0 0 0,15 0 0 0 0,13 0 0 0 0,11 0 0 0 0,7 0 0 0 0,6-1 0 0 0,1 1 0 0 0,2 0 0 0 0,-1 0 0 0 0,0 0 0 0 0,0 0 0 0 0,4 0 0 0 0,7 0 0 0 0,0 0 0 0 0,-1 0 0 0 0,2 0 0 0 0,-1 0 0 0 0,2 0 0 0 0,-1 0 0 0 0,-3 0 0 0 0,7 0 0 0 0,0 0 0 0 0,3 0 0 0 0,2 0 0 0 0,3 0 0 0 0,2 0 0 0 0,-3 0 0 0 0,-1 0 0 0 0,5 0 0 0 0,-1 0 0 0 0,4 0 0 0 0,-3 0 0 0 0,-1 0 0 0 0,5 0 0 0 0,2 0 0 0 0,0 0 0 0 0,5 0 0 0 0,1 0 0 0 0,-2 0 0 0 0,-1 0 0 0 0,-3 0 0 0 0,-2 0 0 0 0,-1 0 0 0 0,4 0 0 0 0,1 0 0 0 0,0 0 0 0 0,-1 0 0 0 0,-2 0 0 0 0,-2 0 0 0 0,0 0 0 0 0,-1 0 0 0 0,0 0 0 0 0,-1 0 0 0 0,-5 0 0 0 0,-1 0 0 0 0,0 0 0 0 0,1 0 0 0 0,1 0 0 0 0,3 0 0 0 0,-5 0 0 0 0,-6 0 0 0 0,-6 0 0 0 0,-1 0 0 0 0,5 0 0 0 0,-2 5 0 0 0,-3 2 0 0 0,2 0 0 0 0,4-2 0 0 0,-1-1 0 0 0,-3-2 0 0 0,-4 0 0 0 0,-4-2 0 0 0,-2 5 0 0 0,-2 2 0 0 0,-1 0 0 0 0,-1-2 0 0 0,0-2 0 0 0,0-1 0 0 0,1 0 0 0 0,-6 3 0 0 0,-2 2 0 0 0,1 0 0 0 0,2-2 0 0 0,-10-2 0 0 0,-12-1 0 0 0,-12-1 0 0 0,-10 0 0 0 0,-7-1 0 0 0,-5 0 0 0 0,-2-1 0 0 0,-1 1 0 0 0,0 0 0 0 0,0 0 0 0 0,-5 0 0 0 0,-1 0 0 0 0,1-1 0 0 0,2 1 0 0 0,-4 0 0 0 0,0 1 0 0 0,1-1 0 0 0,3 0 0 0 0,-4 0 0 0 0,-5 0 0 0 0,-6 0 0 0 0,1 0 0 0 0,-2 0 0 0 0,4 0 0 0 0,3 0 0 0 0,0 0 0 0 0,2 0 0 0 0,-3 0 0 0 0,3 5 0 0 0,2 2 0 0 0,-2-1 0 0 0,1 0 0 0 0,-3-2 0 0 0,-4-2 0 0 0,1-1 0 0 0,-2 0 0 0 0,-3-1 0 0 0,-8-1 0 0 0,-4 1 0 0 0,3 0 0 0 0,3 0 0 0 0,5 0 0 0 0,7 5 0 0 0,1 2 0 0 0,-2-1 0 0 0,1 0 0 0 0,-1-3 0 0 0,2 0 0 0 0,4-2 0 0 0,-2 0 0 0 0,-4-1 0 0 0,2-1 0 0 0,2 1 0 0 0,-1 0 0 0 0,2-1 0 0 0,-3 1 0 0 0,2 0 0 0 0,3 0 0 0 0,3 0 0 0 0,3 0 0 0 0,2 0 0 0 0,1 0 0 0 0,2 0 0 0 0,10 0 0 0 0,14 0 0 0 0,13 0 0 0 0,11 0 0 0 0,8 0 0 0 0,9 0 0 0 0,5 0 0 0 0,0 0 0 0 0,-1 0 0 0 0,3 0 0 0 0,5 0 0 0 0,0 0 0 0 0,-3 0 0 0 0,1 0 0 0 0,-1 0 0 0 0,2 0 0 0 0,4 0 0 0 0,3 0 0 0 0,-1 0 0 0 0,-5 0 0 0 0,1 0 0 0 0,7 0 0 0 0,0 0 0 0 0,1 0 0 0 0,6 0 0 0 0,-1 0 0 0 0,4 0 0 0 0,2 0 0 0 0,-1-5 0 0 0,5-2 0 0 0,1 0 0 0 0,-2-3 0 0 0,3-1 0 0 0,0 2 0 0 0,3-3 0 0 0,-1 1 0 0 0,3-3 0 0 0,-2 0 0 0 0,-3-2 0 0 0,-4 2 0 0 0,3-3 0 0 0,-1 3 0 0 0,-2 2 0 0 0,3-1 0 0 0,0 2 0 0 0,3-3 0 0 0,0 1 0 0 0,-8 2 0 0 0,0 4 0 0 0,0 3 0 0 0,-2 2 0 0 0,-1-4 0 0 0,5-1 0 0 0,-5 1 0 0 0,-3-4 0 0 0,-1-1 0 0 0,-5 3 0 0 0,3-4 0 0 0,-2 1 0 0 0,-1 2 0 0 0,1-2 0 0 0,-4 0 0 0 0,-5 2 0 0 0,4 3 0 0 0,-5-3 0 0 0,-1 0 0 0 0,2 1 0 0 0,-1-2 0 0 0,-3-1 0 0 0,-4 3 0 0 0,-3 2 0 0 0,3 2 0 0 0,4 2 0 0 0,2-5 0 0 0,-3 0 0 0 0,-3 1 0 0 0,-2-4 0 0 0,-4 0 0 0 0,0 1 0 0 0,-2 3 0 0 0,-1 1 0 0 0,1 3 0 0 0,-6-4 0 0 0,-13-1 0 0 0,-12 0 0 0 0,-13 2 0 0 0,-8 2 0 0 0,-7 1 0 0 0,-3 1 0 0 0,-2 1 0 0 0,-1 0 0 0 0,1 5 0 0 0,0 8 0 0 0,-4 1 0 0 0,-2 3 0 0 0,2 0 0 0 0,0 1 0 0 0,8 3 0 0 0,3-2 0 0 0,0 1 0 0 0,-5 3 0 0 0,-3 2 0 0 0,5 2 0 0 0,1-3 0 0 0,1-1 0 0 0,-1 1 0 0 0,5 2 0 0 0,1 2 0 0 0,-1-5 0 0 0,-2 0 0 0 0,3 1 0 0 0,1 2 0 0 0,-2 1 0 0 0,3 2 0 0 0,5 1 0 0 0,0 0 0 0 0,-3-4 0 0 0,2-2 0 0 0,3 1 0 0 0,-1-5 0 0 0,2 0 0 0 0,2 2 0 0 0,4 3 0 0 0,-3-4 0 0 0,1 1 0 0 0,0 1 0 0 0,-2-3 0 0 0,0-10 0 0 0,1-13 0 0 0,9-4 0 0 0,3-8 0 0 0,1-6 0 0 0,6-4 0 0 0,1-4 0 0 0,3 4 0 0 0,0 0 0 0 0,3-1 0 0 0,-2 0 0 0 0,2-3 0 0 0,-2 0 0 0 0,2 5 0 0 0,-2 0 0 0 0,-4 0 0 0 0,2 3 0 0 0,-2 1 0 0 0,3-2 0 0 0,4-2 0 0 0,5-3 0 0 0,-3-2 0 0 0,2 0 0 0 0,2 3 0 0 0,-4 2 0 0 0,-4-1 0 0 0,-1 5 0 0 0,4-6 0 0 0,2-8 0 0 0,4-4 0 0 0,3-1 0 0 0,-4 1 0 0 0,0 2 0 0 0,1 2 0 0 0,1 1 0 0 0,-4 2 0 0 0,0 5 0 0 0,1 7 0 0 0,-3 2 0 0 0,-5-1 0 0 0,1-3 0 0 0,1 1 0 0 0,5 0 0 0 0,3-2 0 0 0,2-3 0 0 0,-3-2 0 0 0,0 3 0 0 0,-5 1 0 0 0,1 4 0 0 0,1 5 0 0 0,-3 0 0 0 0,-4-3 0 0 0,1 2 0 0 0,2 3 0 0 0,0-2 0 0 0,-5-3 0 0 0,2 0 0 0 0,-1-1 0 0 0,1 2 0 0 0,5-1 0 0 0,-2-4 0 0 0,-8 3 0 0 0,-12 9 0 0 0,-10 11 0 0 0,-8 6 0 0 0,-1 6 0 0 0,4 6 0 0 0,0 0 0 0 0,-3-3 0 0 0,2 0 0 0 0,0 3 0 0 0,-3 2 0 0 0,-3 4 0 0 0,4 3 0 0 0,-1-5 0 0 0,4 0 0 0 0,-1-5 0 0 0,4 0 0 0 0,-2-3 0 0 0,3 1 0 0 0,3 2 0 0 0,4 4 0 0 0,-3-2 0 0 0,-4 0 0 0 0,0 2 0 0 0,-3 3 0 0 0,2 1 0 0 0,-3-3 0 0 0,3-1 0 0 0,-2 1 0 0 0,2 2 0 0 0,4 2 0 0 0,-2 0 0 0 0,1 2 0 0 0,-2 1 0 0 0,1 0 0 0 0,3 0 0 0 0,-2 0 0 0 0,-5 0 0 0 0,2 0 0 0 0,-3-5 0 0 0,1-2 0 0 0,5 0 0 0 0,4 2 0 0 0,-2-4 0 0 0,0-1 0 0 0,3 2 0 0 0,2 2 0 0 0,-4-3 0 0 0,6-6 0 0 0,3-10 0 0 0,1-12 0 0 0,6-5 0 0 0,7-5 0 0 0,1-6 0 0 0,4 1 0 0 0,-2-1 0 0 0,-4-2 0 0 0,-4-2 0 0 0,2 3 0 0 0,4 1 0 0 0,5-7 0 0 0,-2-4 0 0 0,-2-1 0 0 0,0 5 0 0 0,-3-3 0 0 0,3-1 0 0 0,-3-1 0 0 0,3-4 0 0 0,-2-2 0 0 0,2 1 0 0 0,4 2 0 0 0,-2 2 0 0 0,1-3 0 0 0,-2-1 0 0 0,-4 1 0 0 0,1 2 0 0 0,-3-4 0 0 0,4 6 0 0 0,3-3 0 0 0,-1 0 0 0 0,-4-4 0 0 0,2-5 0 0 0,3-6 0 0 0,-1 1 0 0 0,1 3 0 0 0,-1 6 0 0 0,-5 4 0 0 0,-4-2 0 0 0,2 1 0 0 0,5 1 0 0 0,-1 3 0 0 0,3-4 0 0 0,3-6 0 0 0,-1 0 0 0 0,-4 2 0 0 0,-4-2 0 0 0,0 7 0 0 0,0-1 0 0 0,-4 1 0 0 0,4 7 0 0 0,-1 4 0 0 0,-2-5 0 0 0,3-7 0 0 0,0-1 0 0 0,2 4 0 0 0,1 0 0 0 0,-4-1 0 0 0,3 7 0 0 0,-2-2 0 0 0,-2-1 0 0 0,-2-1 0 0 0,-4 1 0 0 0,5 6 0 0 0,-1 3 0 0 0,0-6 0 0 0,3-3 0 0 0,0-1 0 0 0,-1 1 0 0 0,-3-1 0 0 0,-2 2 0 0 0,-2 0 0 0 0,-1 0 0 0 0,4 6 0 0 0,2 3 0 0 0,-1 9 0 0 0,-1 13 0 0 0,-6 7 0 0 0,-4 7 0 0 0,-1 7 0 0 0,-4 5 0 0 0,-1 3 0 0 0,2 3 0 0 0,-3-4 0 0 0,-5-2 0 0 0,1 1 0 0 0,-3 1 0 0 0,3 0 0 0 0,3 2 0 0 0,5 1 0 0 0,-3 1 0 0 0,2-1 0 0 0,-4 1 0 0 0,1 0 0 0 0,2 0 0 0 0,3 0 0 0 0,-2 6 0 0 0,0 1 0 0 0,-4-6 0 0 0,0 2 0 0 0,-2 7 0 0 0,-4 5 0 0 0,1 7 0 0 0,3-2 0 0 0,5-3 0 0 0,-2 0 0 0 0,2 3 0 0 0,-3-8 0 0 0,1 0 0 0 0,-3 3 0 0 0,-4 3 0 0 0,1 0 0 0 0,4-4 0 0 0,4 1 0 0 0,3-2 0 0 0,-1-3 0 0 0,0-3 0 0 0,-4-4 0 0 0,0-1 0 0 0,-3 3 0 0 0,-4 7 0 0 0,1 6 0 0 0,-2 0 0 0 0,3 2 0 0 0,-1-2 0 0 0,3-4 0 0 0,3-5 0 0 0,-1-4 0 0 0,1-2 0 0 0,-2-8 0 0 0,2-2 0 0 0,-4-1 0 0 0,2 2 0 0 0,3 1 0 0 0,-1-3 0 0 0,0-1 0 0 0,-2-4 0 0 0,1 0 0 0 0,2 3 0 0 0,-1-3 0 0 0,1-9 0 0 0,2-12 0 0 0,3-10 0 0 0,2-9 0 0 0,2-10 0 0 0,1-6 0 0 0,1-1 0 0 0,1 0 0 0 0,5 3 0 0 0,1 1 0 0 0,5-4 0 0 0,1 0 0 0 0,-2 1 0 0 0,-4 2 0 0 0,4 2 0 0 0,-1-4 0 0 0,-2-1 0 0 0,-3-4 0 0 0,-1 0 0 0 0,-3 2 0 0 0,0-2 0 0 0,4 5 0 0 0,2 0 0 0 0,-1-5 0 0 0,4 0 0 0 0,1-3 0 0 0,-2 0 0 0 0,2 4 0 0 0,1-2 0 0 0,-3-4 0 0 0,-3-5 0 0 0,3 3 0 0 0,0-2 0 0 0,-1 3 0 0 0,2 0 0 0 0,1 2 0 0 0,3 4 0 0 0,-1 0 0 0 0,2 0 0 0 0,0 4 0 0 0,-4-3 0 0 0,-3-4 0 0 0,2-5 0 0 0,-1 0 0 0 0,4 0 0 0 0,-1-3 0 0 0,4 2 0 0 0,-2 0 0 0 0,-3 4 0 0 0,2 4 0 0 0,-2 5 0 0 0,-2-1 0 0 0,3 0 0 0 0,-1-3 0 0 0,-3 0 0 0 0,-2 3 0 0 0,-2 2 0 0 0,-2 3 0 0 0,-2-4 0 0 0,6 1 0 0 0,0 0 0 0 0,0 2 0 0 0,-1 2 0 0 0,-1 2 0 0 0,-2-5 0 0 0,4 4 0 0 0,1 3 0 0 0,0-5 0 0 0,-2-6 0 0 0,-1-2 0 0 0,-2 2 0 0 0,-1 2 0 0 0,-1 2 0 0 0,0-2 0 0 0,0-1 0 0 0,0 2 0 0 0,-1 2 0 0 0,-4 2 0 0 0,-2 2 0 0 0,0 0 0 0 0,2 1 0 0 0,-5 6 0 0 0,1 1 0 0 0,-4 6 0 0 0,-5 5 0 0 0,-5 5 0 0 0,-3 9 0 0 0,2 10 0 0 0,6 8 0 0 0,0 6 0 0 0,3 4 0 0 0,5 2 0 0 0,-2-4 0 0 0,2 4 0 0 0,-4 2 0 0 0,2 6 0 0 0,2 1 0 0 0,3 5 0 0 0,3-1 0 0 0,-4-2 0 0 0,1 3 0 0 0,0 3 0 0 0,-3-1 0 0 0,0-3 0 0 0,1 2 0 0 0,3-3 0 0 0,-3 3 0 0 0,0 4 0 0 0,1 3 0 0 0,2-1 0 0 0,3 0 0 0 0,1 2 0 0 0,1-2 0 0 0,1-1 0 0 0,0 3 0 0 0,1-4 0 0 0,-6 1 0 0 0,-2-3 0 0 0,1 0 0 0 0,1 3 0 0 0,-4-2 0 0 0,-1 2 0 0 0,2 1 0 0 0,3-2 0 0 0,1 1 0 0 0,2-3 0 0 0,1 1 0 0 0,-5 2 0 0 0,-1-2 0 0 0,1-4 0 0 0,1 1 0 0 0,2-3 0 0 0,-5-3 0 0 0,0-3 0 0 0,1 3 0 0 0,2 0 0 0 0,1 3 0 0 0,2-1 0 0 0,1-1 0 0 0,1-3 0 0 0,-5-3 0 0 0,-2-1 0 0 0,1-3 0 0 0,1 0 0 0 0,-4-5 0 0 0,0-3 0 0 0,1 1 0 0 0,2 1 0 0 0,2 1 0 0 0,-3 3 0 0 0,-1 0 0 0 0,1 1 0 0 0,2 1 0 0 0,2 0 0 0 0,1-10 0 0 0,1-14 0 0 0,1-14 0 0 0,0-10 0 0 0,0-9 0 0 0,6-3 0 0 0,1-9 0 0 0,0-3 0 0 0,-2 1 0 0 0,4-3 0 0 0,6-6 0 0 0,5 1 0 0 0,0 3 0 0 0,1-1 0 0 0,-3-3 0 0 0,-4 1 0 0 0,0 4 0 0 0,4 4 0 0 0,-2 4 0 0 0,-4 2 0 0 0,2-3 0 0 0,-1-6 0 0 0,-4-1 0 0 0,3 2 0 0 0,-2 3 0 0 0,-1 2 0 0 0,2 3 0 0 0,-1-3 0 0 0,4-1 0 0 0,-1 0 0 0 0,-2 3 0 0 0,-4 1 0 0 0,3-4 0 0 0,-1-1 0 0 0,4 1 0 0 0,-1-3 0 0 0,-2 0 0 0 0,3 1 0 0 0,-2 3 0 0 0,3 2 0 0 0,0 2 0 0 0,-4-4 0 0 0,-2-1 0 0 0,-4 1 0 0 0,-2-4 0 0 0,4 5 0 0 0,1 3 0 0 0,0-2 0 0 0,3 3 0 0 0,0-2 0 0 0,-2-6 0 0 0,-1-2 0 0 0,2 7 0 0 0,0 3 0 0 0,-1-2 0 0 0,-3-2 0 0 0,-1 1 0 0 0,-2 1 0 0 0,-1-5 0 0 0,-1 0 0 0 0,0 1 0 0 0,-1 1 0 0 0,6 8 0 0 0,2 3 0 0 0,-1 0 0 0 0,-1 1 0 0 0,-1-2 0 0 0,-2-1 0 0 0,0-2 0 0 0,-2 11 0 0 0,0 13 0 0 0,0 13 0 0 0,-6 10 0 0 0,-1 8 0 0 0,-5 5 0 0 0,-1 2 0 0 0,3 1 0 0 0,-3 1 0 0 0,1-1 0 0 0,2-1 0 0 0,4 0 0 0 0,2 0 0 0 0,2-1 0 0 0,-4 5 0 0 0,-1 2 0 0 0,0-1 0 0 0,3-1 0 0 0,-5-1 0 0 0,0-2 0 0 0,2 4 0 0 0,-4 7 0 0 0,0 0 0 0 0,2-1 0 0 0,3 1 0 0 0,2 5 0 0 0,2-1 0 0 0,1 2 0 0 0,-5 3 0 0 0,0-3 0 0 0,0-4 0 0 0,1 0 0 0 0,-4-7 0 0 0,0 0 0 0 0,1-2 0 0 0,3 4 0 0 0,-5 5 0 0 0,1 6 0 0 0,2-2 0 0 0,-4-3 0 0 0,0 0 0 0 0,3-2 0 0 0,1-3 0 0 0,4-5 0 0 0,0-2 0 0 0,2-2 0 0 0,1-2 0 0 0,1-1 0 0 0,-1 0 0 0 0,1 0 0 0 0,-6 1 0 0 0,-2-1 0 0 0,1 1 0 0 0,0-1 0 0 0,3 1 0 0 0,0 0 0 0 0,-3-6 0 0 0,-2-1 0 0 0,2 0 0 0 0,0 2 0 0 0,3 1 0 0 0,1 1 0 0 0,1 2 0 0 0,0 0 0 0 0,2 1 0 0 0,-1 0 0 0 0,0-10 0 0 0,0-14 0 0 0,1-19 0 0 0,-1-13 0 0 0,5-7 0 0 0,2-3 0 0 0,0-1 0 0 0,-2-5 0 0 0,4 4 0 0 0,1-1 0 0 0,3 5 0 0 0,-1 3 0 0 0,4-4 0 0 0,-1-6 0 0 0,-4-2 0 0 0,2 1 0 0 0,-1 2 0 0 0,2 3 0 0 0,0 2 0 0 0,1 1 0 0 0,-1 2 0 0 0,-3 0 0 0 0,-3-4 0 0 0,2-3 0 0 0,4-4 0 0 0,6-1 0 0 0,-1 2 0 0 0,-4 3 0 0 0,-4-3 0 0 0,1 5 0 0 0,-1 5 0 0 0,2-5 0 0 0,5-5 0 0 0,4-7 0 0 0,-2 0 0 0 0,-4 3 0 0 0,1-2 0 0 0,2 2 0 0 0,-2-1 0 0 0,-3 1 0 0 0,0 3 0 0 0,-2 4 0 0 0,3 8 0 0 0,-2-1 0 0 0,3-1 0 0 0,-2 0 0 0 0,-3 0 0 0 0,-4 1 0 0 0,-2 0 0 0 0,2 5 0 0 0,1 2 0 0 0,-2-1 0 0 0,4 0 0 0 0,0-2 0 0 0,-1-1 0 0 0,-3-2 0 0 0,-2 0 0 0 0,-2-1 0 0 0,-1 10 0 0 0,-1 15 0 0 0,0 12 0 0 0,0 12 0 0 0,-6 2 0 0 0,-1 2 0 0 0,0 4 0 0 0,1 2 0 0 0,2 2 0 0 0,-4 1 0 0 0,0 0 0 0 0,1 0 0 0 0,-3 1 0 0 0,-1-1 0 0 0,2 0 0 0 0,-2-5 0 0 0,0-2 0 0 0,2 0 0 0 0,3 2 0 0 0,2 1 0 0 0,2 1 0 0 0,-5-4 0 0 0,0 0 0 0 0,1 0 0 0 0,1 2 0 0 0,2 1 0 0 0,1 2 0 0 0,-4-5 0 0 0,-1 0 0 0 0,0 0 0 0 0,2 2 0 0 0,1 1 0 0 0,2 2 0 0 0,1 1 0 0 0,1 0 0 0 0,0 1 0 0 0,0 0 0 0 0,0 0 0 0 0,1 0 0 0 0,-1 0 0 0 0,0-10 0 0 0,0-15 0 0 0,0-12 0 0 0,0-12 0 0 0,0-7 0 0 0,0-5 0 0 0,0-3 0 0 0,6 0 0 0 0,0-1 0 0 0,1-4 0 0 0,-2-7 0 0 0,-1 0 0 0 0,4 1 0 0 0,0 4 0 0 0,-1 3 0 0 0,4-3 0 0 0,-1 1 0 0 0,-1 1 0 0 0,-3 2 0 0 0,4 7 0 0 0,-1 4 0 0 0,-1-5 0 0 0,-3-3 0 0 0,-1 0 0 0 0,-3-1 0 0 0,0 1 0 0 0,-1 1 0 0 0,0 0 0 0 0,0 1 0 0 0,-1 0 0 0 0,6 0 0 0 0,2 0 0 0 0,-1 0 0 0 0,0 1 0 0 0,-2-1 0 0 0,-2 0 0 0 0,-1-5 0 0 0,0-2 0 0 0,-1 1 0 0 0,-1 1 0 0 0,1 1 0 0 0,0 2 0 0 0,0 1 0 0 0,0 0 0 0 0,-1 2 0 0 0,1-1 0 0 0,0 0 0 0 0,0 1 0 0 0,0-1 0 0 0,0 11 0 0 0,0 14 0 0 0,-5 8 0 0 0,-2 8 0 0 0,-5 9 0 0 0,0 5 0 0 0,-4 5 0 0 0,2 2 0 0 0,2 1 0 0 0,4 1 0 0 0,-3-6 0 0 0,2-2 0 0 0,-4 0 0 0 0,1 1 0 0 0,2 2 0 0 0,3 0 0 0 0,-3-3 0 0 0,1-2 0 0 0,-4 1 0 0 0,0 2 0 0 0,3 1 0 0 0,3 2 0 0 0,-3-5 0 0 0,1 0 0 0 0,1 0 0 0 0,-2-4 0 0 0,-1 1 0 0 0,3 1 0 0 0,-4 2 0 0 0,2 3 0 0 0,1 2 0 0 0,-3 0 0 0 0,2 2 0 0 0,1 0 0 0 0,-2-5 0 0 0,0-2 0 0 0,2 1 0 0 0,3 1 0 0 0,2 1 0 0 0,-3-4 0 0 0,-1 0 0 0 0,1 1 0 0 0,2 1 0 0 0,-3-3 0 0 0,-1 0 0 0 0,1 1 0 0 0,3 2 0 0 0,-4-3 0 0 0,0 0 0 0 0,1 1 0 0 0,3 2 0 0 0,1 3 0 0 0,2 1 0 0 0,1 0 0 0 0,6-3 0 0 0,8-12 0 0 0,1-14 0 0 0,4-12 0 0 0,3-4 0 0 0,-1-4 0 0 0,-4-5 0 0 0,0-2 0 0 0,-2-3 0 0 0,1 4 0 0 0,-1 2 0 0 0,2 4 0 0 0,-3 1 0 0 0,-2-2 0 0 0,2-3 0 0 0,3-2 0 0 0,0-2 0 0 0,-3-2 0 0 0,1 0 0 0 0,-1-1 0 0 0,2-1 0 0 0,-2 1 0 0 0,-2 0 0 0 0,-4 0 0 0 0,2 5 0 0 0,0 2 0 0 0,-1 0 0 0 0,2-2 0 0 0,1-1 0 0 0,-3-1 0 0 0,3 3 0 0 0,0 2 0 0 0,-2-1 0 0 0,-3-2 0 0 0,-2-1 0 0 0,-2-2 0 0 0,4 5 0 0 0,1 0 0 0 0,-1 0 0 0 0,4-2 0 0 0,1-1 0 0 0,-3-2 0 0 0,-1-1 0 0 0,-3 0 0 0 0,-2-1 0 0 0,-1 10 0 0 0,-1 14 0 0 0,0 14 0 0 0,0 10 0 0 0,-1 8 0 0 0,1 5 0 0 0,-6-2 0 0 0,-1-2 0 0 0,0 1 0 0 0,2 1 0 0 0,1 0 0 0 0,-4 2 0 0 0,0 0 0 0 0,1 1 0 0 0,-3 5 0 0 0,-1 2 0 0 0,2-1 0 0 0,-2-6 0 0 0,0 3 0 0 0,2-1 0 0 0,3 6 0 0 0,-4-5 0 0 0,1-2 0 0 0,2-1 0 0 0,-4 4 0 0 0,1 7 0 0 0,1 1 0 0 0,3 4 0 0 0,-3-1 0 0 0,0-2 0 0 0,1-5 0 0 0,-2-2 0 0 0,-1-4 0 0 0,-3-1 0 0 0,1-1 0 0 0,3 0 0 0 0,2-1 0 0 0,4 0 0 0 0,-4 5 0 0 0,0 3 0 0 0,-4-6 0 0 0,0 2 0 0 0,-3 1 0 0 0,1-1 0 0 0,3 0 0 0 0,3-1 0 0 0,-2 4 0 0 0,-5 7 0 0 0,-5 6 0 0 0,1-1 0 0 0,-1-7 0 0 0,2-2 0 0 0,4-2 0 0 0,0-1 0 0 0,2-3 0 0 0,-2-2 0 0 0,1 0 0 0 0,2-2 0 0 0,5 1 0 0 0,-4-1 0 0 0,1 1 0 0 0,-4-6 0 0 0,1-2 0 0 0,-3 2 0 0 0,1 0 0 0 0,3 2 0 0 0,3 1 0 0 0,-2-3 0 0 0,-5-2 0 0 0,1 1 0 0 0,2-9 0 0 0,3-12 0 0 0,4-12 0 0 0,2-9 0 0 0,1-13 0 0 0,2-6 0 0 0,1-7 0 0 0,-1-1 0 0 0,1-4 0 0 0,0-4 0 0 0,4 2 0 0 0,2 4 0 0 0,0 0 0 0 0,4 3 0 0 0,0-3 0 0 0,-2 3 0 0 0,-3-2 0 0 0,-2 1 0 0 0,-1-2 0 0 0,-2 2 0 0 0,-1 3 0 0 0,0-1 0 0 0,-1 0 0 0 0,1-2 0 0 0,-1-4 0 0 0,1 1 0 0 0,0-2 0 0 0,5-2 0 0 0,2 1 0 0 0,0 0 0 0 0,-2 3 0 0 0,-1-6 0 0 0,-2 0 0 0 0,0 6 0 0 0,-2-1 0 0 0,0-8 0 0 0,0 2 0 0 0,5-2 0 0 0,1 5 0 0 0,1 0 0 0 0,-2-2 0 0 0,-1 4 0 0 0,-2-1 0 0 0,-1 4 0 0 0,0-1 0 0 0,-1-3 0 0 0,0 2 0 0 0,-1-1 0 0 0,1 3 0 0 0,0-2 0 0 0,0-2 0 0 0,0 2 0 0 0,0-1 0 0 0,-1 2 0 0 0,1 5 0 0 0,6-1 0 0 0,1 1 0 0 0,-1 3 0 0 0,0-2 0 0 0,-2 1 0 0 0,-2 2 0 0 0,-1 3 0 0 0,0 1 0 0 0,-1-3 0 0 0,-1-5 0 0 0,1-2 0 0 0,0 3 0 0 0,0 2 0 0 0,-1 4 0 0 0,1 1 0 0 0,0 3 0 0 0,0 1 0 0 0,0 0 0 0 0,0 1 0 0 0,0 0 0 0 0,0 0 0 0 0,0-1 0 0 0,0 1 0 0 0,0 9 0 0 0,-5 10 0 0 0,-2 11 0 0 0,0 11 0 0 0,2 9 0 0 0,-4 6 0 0 0,0 4 0 0 0,-4 2 0 0 0,0 6 0 0 0,-3-3 0 0 0,2 3 0 0 0,2 0 0 0 0,-1 4 0 0 0,1 5 0 0 0,-2-5 0 0 0,1 1 0 0 0,-3 3 0 0 0,2 5 0 0 0,3 4 0 0 0,-2 2 0 0 0,1-2 0 0 0,3 0 0 0 0,-2-5 0 0 0,0 0 0 0 0,-2 2 0 0 0,0-2 0 0 0,3 0 0 0 0,-3 2 0 0 0,2-2 0 0 0,-4 1 0 0 0,2 2 0 0 0,3-3 0 0 0,2 1 0 0 0,4 7 0 0 0,2 0 0 0 0,-5-1 0 0 0,1-4 0 0 0,-1 0 0 0 0,-3 5 0 0 0,0 0 0 0 0,2-1 0 0 0,-4 6 0 0 0,-4-7 0 0 0,0 2 0 0 0,3-4 0 0 0,-2 0 0 0 0,2 1 0 0 0,4-3 0 0 0,2-1 0 0 0,3 2 0 0 0,-3-3 0 0 0,-1 1 0 0 0,2 2 0 0 0,-4-3 0 0 0,0 1 0 0 0,-4 1 0 0 0,1-1 0 0 0,2 0 0 0 0,-2 1 0 0 0,2-1 0 0 0,1-6 0 0 0,-1-4 0 0 0,0 1 0 0 0,2-1 0 0 0,3-3 0 0 0,3-2 0 0 0,-5-2 0 0 0,1-2 0 0 0,0 4 0 0 0,-3 2 0 0 0,0-1 0 0 0,1-1 0 0 0,3-2 0 0 0,-3-1 0 0 0,-1-1 0 0 0,3-1 0 0 0,1 0 0 0 0,3-1 0 0 0,1 1 0 0 0,1-1 0 0 0,1-10 0 0 0,0-13 0 0 0,1-14 0 0 0,-1-11 0 0 0,0-7 0 0 0,6-5 0 0 0,1-3 0 0 0,5 5 0 0 0,0 2 0 0 0,-1-1 0 0 0,-4 0 0 0 0,4-1 0 0 0,-1-1 0 0 0,3-1 0 0 0,-1 0 0 0 0,4-6 0 0 0,-2-2 0 0 0,-3 0 0 0 0,2 2 0 0 0,-1 1 0 0 0,2 2 0 0 0,-1 0 0 0 0,-2 2 0 0 0,1 0 0 0 0,-1 1 0 0 0,-2-1 0 0 0,-3 1 0 0 0,-2-1 0 0 0,3-5 0 0 0,6 4 0 0 0,1 1 0 0 0,-3-3 0 0 0,3-3 0 0 0,-1 1 0 0 0,-3-4 0 0 0,-3-1 0 0 0,2-4 0 0 0,0 1 0 0 0,4 3 0 0 0,-1 2 0 0 0,-2 3 0 0 0,2-2 0 0 0,0-1 0 0 0,-3-4 0 0 0,-3 0 0 0 0,3 2 0 0 0,0-2 0 0 0,4 1 0 0 0,-1 2 0 0 0,-2 3 0 0 0,-3 2 0 0 0,3 2 0 0 0,0 1 0 0 0,-3 2 0 0 0,-1-1 0 0 0,-3-4 0 0 0,-1-3 0 0 0,4 7 0 0 0,1-4 0 0 0,-1 1 0 0 0,-1-1 0 0 0,4 2 0 0 0,0 0 0 0 0,-2-4 0 0 0,-1-2 0 0 0,-2 2 0 0 0,-2 0 0 0 0,-1 3 0 0 0,-1 1 0 0 0,0 1 0 0 0,0 1 0 0 0,-1 0 0 0 0,1 0 0 0 0,0 1 0 0 0,-1-1 0 0 0,1 1 0 0 0,0 10 0 0 0,0 13 0 0 0,0 14 0 0 0,0 11 0 0 0,0 7 0 0 0,0 5 0 0 0,-5 8 0 0 0,-2 2 0 0 0,-5 0 0 0 0,0 4 0 0 0,2 5 0 0 0,2-2 0 0 0,-3-2 0 0 0,2-4 0 0 0,1-4 0 0 0,2-3 0 0 0,-3 4 0 0 0,0 5 0 0 0,-3 6 0 0 0,-6 5 0 0 0,1-1 0 0 0,3-5 0 0 0,4 1 0 0 0,4-4 0 0 0,-3 2 0 0 0,1-2 0 0 0,-4-4 0 0 0,0 2 0 0 0,-3 4 0 0 0,1-1 0 0 0,-2 3 0 0 0,1 3 0 0 0,-2 3 0 0 0,3 3 0 0 0,2-3 0 0 0,-1-1 0 0 0,-3 1 0 0 0,0-3 0 0 0,-2 0 0 0 0,2-4 0 0 0,-2-5 0 0 0,3 1 0 0 0,4-2 0 0 0,-2 3 0 0 0,1 3 0 0 0,-2-5 0 0 0,1-1 0 0 0,-2 4 0 0 0,-5 4 0 0 0,3 5 0 0 0,-3 2 0 0 0,3-2 0 0 0,-1-6 0 0 0,3-5 0 0 0,-2-6 0 0 0,2-4 0 0 0,4-2 0 0 0,4-1 0 0 0,-3 4 0 0 0,1 2 0 0 0,-3-6 0 0 0,0-3 0 0 0,2 0 0 0 0,-2-1 0 0 0,0 1 0 0 0,3 1 0 0 0,-2 1 0 0 0,0 0 0 0 0,2 0 0 0 0,-2-4 0 0 0,0-13 0 0 0,3-13 0 0 0,2-12 0 0 0,2-9 0 0 0,7-12 0 0 0,3-5 0 0 0,1-2 0 0 0,-1-4 0 0 0,3 6 0 0 0,1-3 0 0 0,3 2 0 0 0,0-3 0 0 0,3 0 0 0 0,-1 2 0 0 0,-4 2 0 0 0,-3 3 0 0 0,2-3 0 0 0,0-1 0 0 0,3-4 0 0 0,-1-5 0 0 0,3 0 0 0 0,-1 4 0 0 0,2-2 0 0 0,-1-4 0 0 0,-4 2 0 0 0,2-1 0 0 0,-1-4 0 0 0,2 3 0 0 0,5-1 0 0 0,-2-2 0 0 0,-3 3 0 0 0,1-2 0 0 0,-2-1 0 0 0,2 3 0 0 0,-2-1 0 0 0,-2-7 0 0 0,1 1 0 0 0,-1 4 0 0 0,-2 2 0 0 0,2 3 0 0 0,0 1 0 0 0,3-4 0 0 0,4-2 0 0 0,-1 1 0 0 0,2 0 0 0 0,-2 4 0 0 0,-4-2 0 0 0,1-1 0 0 0,-2 1 0 0 0,-3 0 0 0 0,-3-2 0 0 0,3 7 0 0 0,-1 1 0 0 0,-1 3 0 0 0,4-3 0 0 0,4-3 0 0 0,1 0 0 0 0,-4 4 0 0 0,3-3 0 0 0,-2 3 0 0 0,-3-3 0 0 0,-4 2 0 0 0,-2 3 0 0 0,4-3 0 0 0,-1 2 0 0 0,5-3 0 0 0,0-4 0 0 0,3 1 0 0 0,-1 3 0 0 0,-3 5 0 0 0,-3 3 0 0 0,-3 3 0 0 0,-2 2 0 0 0,-3 1 0 0 0,6 1 0 0 0,0 0 0 0 0,0 0 0 0 0,-1 10 0 0 0,-2 14 0 0 0,-1 13 0 0 0,-1 11 0 0 0,0 7 0 0 0,-1 5 0 0 0,-6-3 0 0 0,-1 0 0 0 0,-5 5 0 0 0,-6 8 0 0 0,0 2 0 0 0,4-1 0 0 0,-2-1 0 0 0,3-3 0 0 0,-3-3 0 0 0,2 4 0 0 0,-2 1 0 0 0,2-2 0 0 0,3-1 0 0 0,-2 3 0 0 0,-3 1 0 0 0,0-2 0 0 0,-2 4 0 0 0,-3 5 0 0 0,-4 4 0 0 0,3 0 0 0 0,6 1 0 0 0,-1 2 0 0 0,3-2 0 0 0,-1 0 0 0 0,-4 1 0 0 0,-3-2 0 0 0,1 5 0 0 0,0 4 0 0 0,-2 8 0 0 0,-3 2 0 0 0,4-5 0 0 0,-1 2 0 0 0,0 0 0 0 0,-3-7 0 0 0,4-2 0 0 0,0 0 0 0 0,-1-6 0 0 0,3 4 0 0 0,0 4 0 0 0,-8 2 0 0 0,2-5 0 0 0,-1-1 0 0 0,0 0 0 0 0,4-4 0 0 0,6 0 0 0 0,0 6 0 0 0,-1-1 0 0 0,-4 0 0 0 0,-3-4 0 0 0,-2-7 0 0 0,3 6 0 0 0,0 4 0 0 0,-5 3 0 0 0,1 1 0 0 0,1-3 0 0 0,4-7 0 0 0,2-1 0 0 0,-2-3 0 0 0,-1 0 0 0 0,2 3 0 0 0,1-7 0 0 0,3 1 0 0 0,5-3 0 0 0,0-2 0 0 0,-4-3 0 0 0,2-2 0 0 0,-3-1 0 0 0,2-1 0 0 0,5-1 0 0 0,2 1 0 0 0,-1-1 0 0 0,1 0 0 0 0,-3-4 0 0 0,-1-3 0 0 0,4 1 0 0 0,2 2 0 0 0,-3-4 0 0 0,1-1 0 0 0,-4-3 0 0 0,1 0 0 0 0,2 2 0 0 0,2-7 0 0 0,4-11 0 0 0,7-12 0 0 0,3-8 0 0 0,0-8 0 0 0,5-3 0 0 0,0-3 0 0 0,4-1 0 0 0,5 0 0 0 0,-2 0 0 0 0,-4-5 0 0 0,2 5 0 0 0,-3 2 0 0 0,3 1 0 0 0,2 1 0 0 0,0-1 0 0 0,-4-4 0 0 0,0 2 0 0 0,-1 2 0 0 0,2-5 0 0 0,-1-1 0 0 0,-4 0 0 0 0,2-4 0 0 0,5-6 0 0 0,4-6 0 0 0,4-4 0 0 0,3 2 0 0 0,-4 5 0 0 0,-5 0 0 0 0,-1 4 0 0 0,-4-2 0 0 0,2 3 0 0 0,-3 2 0 0 0,3 0 0 0 0,2-5 0 0 0,0 0 0 0 0,-4-1 0 0 0,-5-4 0 0 0,2 7 0 0 0,-1 1 0 0 0,3-8 0 0 0,5-5 0 0 0,4-5 0 0 0,-2 5 0 0 0,-3 0 0 0 0,-1 5 0 0 0,-2 1 0 0 0,-3-1 0 0 0,-5 3 0 0 0,3-1 0 0 0,0-3 0 0 0,3 9 0 0 0,0 0 0 0 0,-2-2 0 0 0,2 1 0 0 0,0-2 0 0 0,2 2 0 0 0,-1 3 0 0 0,-2-2 0 0 0,-4-4 0 0 0,3-4 0 0 0,-1 2 0 0 0,4 3 0 0 0,-1 5 0 0 0,-2 5 0 0 0,3-3 0 0 0,-2-4 0 0 0,-2 0 0 0 0,-3 1 0 0 0,-2 4 0 0 0,-2 3 0 0 0,4 2 0 0 0,1 2 0 0 0,-1 1 0 0 0,-1 1 0 0 0,4 0 0 0 0,0-1 0 0 0,-2 1 0 0 0,-1 0 0 0 0,3 4 0 0 0,0 3 0 0 0,-1-2 0 0 0,-3 0 0 0 0,-1-2 0 0 0,-2 9 0 0 0,-7 13 0 0 0,-1 12 0 0 0,-6 11 0 0 0,-1 7 0 0 0,2 4 0 0 0,-2-2 0 0 0,-5 5 0 0 0,-4 2 0 0 0,2 5 0 0 0,-1 2 0 0 0,-3-1 0 0 0,3 3 0 0 0,1-6 0 0 0,2 2 0 0 0,0-1 0 0 0,-2-2 0 0 0,-4 4 0 0 0,3 6 0 0 0,5-1 0 0 0,0 4 0 0 0,-3 3 0 0 0,-3-7 0 0 0,-3-1 0 0 0,-3 3 0 0 0,4-1 0 0 0,0 1 0 0 0,0 10 0 0 0,-3 4 0 0 0,0-7 0 0 0,-2-3 0 0 0,4 6 0 0 0,1-2 0 0 0,0 1 0 0 0,-2 6 0 0 0,-1-2 0 0 0,-2-1 0 0 0,0 0 0 0 0,3 1 0 0 0,2 0 0 0 0,0 1 0 0 0,-2 0 0 0 0,-1 5 0 0 0,-2-7 0 0 0,0-5 0 0 0,3 0 0 0 0,2 1 0 0 0,0 1 0 0 0,-2 2 0 0 0,-1-3 0 0 0,-2-2 0 0 0,0 2 0 0 0,3-4 0 0 0,8 1 0 0 0,0 1 0 0 0,-1 2 0 0 0,-3-3 0 0 0,3 1 0 0 0,-2-5 0 0 0,4-4 0 0 0,-1 1 0 0 0,-3 3 0 0 0,3-2 0 0 0,-1-3 0 0 0,-3-3 0 0 0,2-4 0 0 0,6 3 0 0 0,4 5 0 0 0,-2 0 0 0 0,-3 3 0 0 0,1 0 0 0 0,-3-4 0 0 0,2-4 0 0 0,3-3 0 0 0,4-3 0 0 0,3-1 0 0 0,2-1 0 0 0,8-11 0 0 0,7-15 0 0 0,2-12 0 0 0,10-11 0 0 0,-1-8 0 0 0,3-4 0 0 0,0-3 0 0 0,3 0 0 0 0,1-1 0 0 0,-5 1 0 0 0,-1 1 0 0 0,5 0 0 0 0,-1 0 0 0 0,-1-4 0 0 0,5 3 0 0 0,4-2 0 0 0,-6-2 0 0 0,-2 2 0 0 0,5 0 0 0 0,1 2 0 0 0,1-5 0 0 0,5-1 0 0 0,1 2 0 0 0,-2 1 0 0 0,-2 1 0 0 0,-2 2 0 0 0,4 1 0 0 0,0-4 0 0 0,-1-2 0 0 0,3-4 0 0 0,0 4 0 0 0,-1-1 0 0 0,-3 0 0 0 0,-3 2 0 0 0,5 2 0 0 0,5-4 0 0 0,0 0 0 0 0,-1-4 0 0 0,-4 5 0 0 0,-2 4 0 0 0,2-3 0 0 0,6 0 0 0 0,0-4 0 0 0,-3 4 0 0 0,-3 4 0 0 0,3-3 0 0 0,-1-1 0 0 0,-2 6 0 0 0,3-3 0 0 0,4 0 0 0 0,0 1 0 0 0,-2 5 0 0 0,-4-3 0 0 0,-4-1 0 0 0,4-1 0 0 0,-1 1 0 0 0,4-1 0 0 0,-6 2 0 0 0,2-1 0 0 0,-1 6 0 0 0,-6 2 0 0 0,1 0 0 0 0,0-1 0 0 0,1 3 0 0 0,-2 0 0 0 0,1 0 0 0 0,3-3 0 0 0,3 3 0 0 0,-7 0 0 0 0,-3-1 0 0 0,-1 3 0 0 0,-5 0 0 0 0,-2 3 0 0 0,1-1 0 0 0,2 3 0 0 0,3-1 0 0 0,1 2 0 0 0,-4-3 0 0 0,-1-2 0 0 0,2 1 0 0 0,-5 9 0 0 0,-10 12 0 0 0,-7 10 0 0 0,-9 8 0 0 0,-9 1 0 0 0,-2 1 0 0 0,2 3 0 0 0,-2 2 0 0 0,-3-4 0 0 0,2-1 0 0 0,-1 6 0 0 0,-3 4 0 0 0,2 1 0 0 0,0 0 0 0 0,-8 5 0 0 0,2 1 0 0 0,4-1 0 0 0,1-2 0 0 0,0-2 0 0 0,-4-2 0 0 0,4-1 0 0 0,0 5 0 0 0,-7 6 0 0 0,-4 6 0 0 0,3 0 0 0 0,2-8 0 0 0,0 0 0 0 0,-6 2 0 0 0,-2 1 0 0 0,4 1 0 0 0,2 0 0 0 0,2-3 0 0 0,-1-3 0 0 0,5 2 0 0 0,1-1 0 0 0,-1 3 0 0 0,-2 6 0 0 0,-2-2 0 0 0,-2-2 0 0 0,5 1 0 0 0,1-2 0 0 0,-2-3 0 0 0,-1 1 0 0 0,-1 0 0 0 0,4 3 0 0 0,0-2 0 0 0,-1-2 0 0 0,-2-3 0 0 0,4 3 0 0 0,0-1 0 0 0,-1-2 0 0 0,-2 4 0 0 0,-2 4 0 0 0,-2 0 0 0 0,-1-2 0 0 0,5-4 0 0 0,1-4 0 0 0,4-2 0 0 0,2-1 0 0 0,-3-2 0 0 0,3-1 0 0 0,-1 0 0 0 0,3 0 0 0 0,-2-5 0 0 0,-2-1 0 0 0,2 0 0 0 0,-1 1 0 0 0,2 2 0 0 0,0 1 0 0 0,-4 2 0 0 0,3 0 0 0 0,-2-4 0 0 0,4-2 0 0 0,-2-5 0 0 0,3 0 0 0 0,3-9 0 0 0,10-11 0 0 0,10-11 0 0 0,4-8 0 0 0,4-1 0 0 0,6-3 0 0 0,-1-1 0 0 0,0 2 0 0 0,-2 1 0 0 0,0-1 0 0 0,2 2 0 0 0,-2 1 0 0 0,1-2 0 0 0,2-3 0 0 0,2-2 0 0 0,9-1 0 0 0,2-2 0 0 0,2-1 0 0 0,-1 0 0 0 0,-1-1 0 0 0,-1 6 0 0 0,-7 2 0 0 0,-2 5 0 0 0,0 0 0 0 0,0-1 0 0 0,2-3 0 0 0,1 2 0 0 0,1 0 0 0 0,2-2 0 0 0,-1-2 0 0 0,1 3 0 0 0,0 0 0 0 0,0-1 0 0 0,0 3 0 0 0,0-1 0 0 0,0-1 0 0 0,-5-3 0 0 0,-2 4 0 0 0,0-1 0 0 0,-4-1 0 0 0,0 2 0 0 0,2 6 0 0 0,2 0 0 0 0,-2-3 0 0 0,-1-3 0 0 0,2 1 0 0 0,2-1 0 0 0,3-2 0 0 0,1 3 0 0 0,1 0 0 0 0,0-3 0 0 0,-4-1 0 0 0,-1 2 0 0 0,-1 0 0 0 0,2 4 0 0 0,-4-1 0 0 0,-6-2 0 0 0,-10 3 0 0 0,-12 4 0 0 0,-10 5 0 0 0,-8 3 0 0 0,-4 3 0 0 0,-4 3 0 0 0,-1 0 0 0 0,0 1 0 0 0,-5 5 0 0 0,-1 7 0 0 0,0 1 0 0 0,2 4 0 0 0,2-2 0 0 0,2-3 0 0 0,1 1 0 0 0,1-1 0 0 0,0 2 0 0 0,0-2 0 0 0,-4 3 0 0 0,-8 3 0 0 0,4 4 0 0 0,-2 3 0 0 0,1-2 0 0 0,2-6 0 0 0,-3 0 0 0 0,5 1 0 0 0,4 3 0 0 0,-4-1 0 0 0,0-6 0 0 0,0 1 0 0 0,-3 2 0 0 0,-2 4 0 0 0,2 3 0 0 0,2-2 0 0 0,2-6 0 0 0,2 0 0 0 0,-4 3 0 0 0,-6 2 0 0 0,-2 3 0 0 0,8 3 0 0 0,-1-4 0 0 0,1-5 0 0 0,2-2 0 0 0,1 3 0 0 0,1 2 0 0 0,2-2 0 0 0,0 0 0 0 0,5 3 0 0 0,2-3 0 0 0,1 0 0 0 0,-3-3 0 0 0,5 1 0 0 0,-1 2 0 0 0,0-1 0 0 0,2 0 0 0 0,0 3 0 0 0,-2-3 0 0 0,3 1 0 0 0,9-3 0 0 0,7-10 0 0 0,10-5 0 0 0,7-10 0 0 0,8-2 0 0 0,5-5 0 0 0,3-5 0 0 0,-3-5 0 0 0,-1 2 0 0 0,-1 0 0 0 0,8-2 0 0 0,2 4 0 0 0,-5 0 0 0 0,4-2 0 0 0,1-1 0 0 0,-1 2 0 0 0,0 0 0 0 0,-1 4 0 0 0,-1 0 0 0 0,0-3 0 0 0,-1 3 0 0 0,0-1 0 0 0,4-3 0 0 0,3-2 0 0 0,-1 2 0 0 0,-1 0 0 0 0,4-1 0 0 0,-5-3 0 0 0,2 4 0 0 0,0 5 0 0 0,-6 1 0 0 0,2-3 0 0 0,5-8 0 0 0,3 0 0 0 0,4 0 0 0 0,-6-1 0 0 0,2-1 0 0 0,-2 4 0 0 0,-7 2 0 0 0,2-1 0 0 0,-1-2 0 0 0,6 4 0 0 0,1 1 0 0 0,-7-3 0 0 0,-3 5 0 0 0,-1-2 0 0 0,-2 5 0 0 0,-4-2 0 0 0,-1-2 0 0 0,1 2 0 0 0,2 4 0 0 0,1-1 0 0 0,-3-3 0 0 0,0 2 0 0 0,-4-2 0 0 0,-1 2 0 0 0,3 4 0 0 0,-3-2 0 0 0,1-3 0 0 0,3 2 0 0 0,-3-3 0 0 0,-10 2 0 0 0,-11 4 0 0 0,-11 3 0 0 0,-8 5 0 0 0,-6 1 0 0 0,-4 3 0 0 0,-2 0 0 0 0,0 0 0 0 0,0 1 0 0 0,1 0 0 0 0,0 5 0 0 0,0 1 0 0 0,1 5 0 0 0,0 1 0 0 0,0 2 0 0 0,0 0 0 0 0,0-3 0 0 0,1-4 0 0 0,-1 2 0 0 0,0 0 0 0 0,0 3 0 0 0,-5-1 0 0 0,-7-2 0 0 0,-1 2 0 0 0,1 5 0 0 0,-2 4 0 0 0,1-1 0 0 0,3 1 0 0 0,3-3 0 0 0,3 1 0 0 0,-4 2 0 0 0,1 3 0 0 0,1-3 0 0 0,-4-4 0 0 0,-6-1 0 0 0,1 3 0 0 0,3 3 0 0 0,2-2 0 0 0,5 1 0 0 0,-4-4 0 0 0,-4 2 0 0 0,4 1 0 0 0,0 4 0 0 0,-5 2 0 0 0,-5-2 0 0 0,-4-1 0 0 0,6 1 0 0 0,2 2 0 0 0,3 1 0 0 0,3-3 0 0 0,-1-6 0 0 0,0-1 0 0 0,3 2 0 0 0,2-2 0 0 0,2 1 0 0 0,-4-3 0 0 0,0 2 0 0 0,0 3 0 0 0,-3-2 0 0 0,0 2 0 0 0,2-4 0 0 0,7 2 0 0 0,4-3 0 0 0,1-3 0 0 0,6 1 0 0 0,1-2 0 0 0,9-2 0 0 0,6-9 0 0 0,10-9 0 0 0,9-3 0 0 0,7 1 0 0 0,0-4 0 0 0,2-4 0 0 0,2 2 0 0 0,8-8 0 0 0,3 1 0 0 0,0-1 0 0 0,6-1 0 0 0,-1-2 0 0 0,0-1 0 0 0,-3 5 0 0 0,-3 0 0 0 0,-2 0 0 0 0,5-2 0 0 0,0 4 0 0 0,-1 0 0 0 0,4-1 0 0 0,0-2 0 0 0,4-2 0 0 0,4-2 0 0 0,5-1 0 0 0,3 0 0 0 0,-2-1 0 0 0,-1-1 0 0 0,2 6 0 0 0,-4 2 0 0 0,-6-5 0 0 0,1 1 0 0 0,2 1 0 0 0,8 0 0 0 0,-5-1 0 0 0,-1-1 0 0 0,2 0 0 0 0,1-2 0 0 0,-2 1 0 0 0,-6-1 0 0 0,-4 5 0 0 0,0 2 0 0 0,-1 0 0 0 0,2 3 0 0 0,-5 1 0 0 0,-5-2 0 0 0,-2-2 0 0 0,-1 3 0 0 0,-1-1 0 0 0,0 5 0 0 0,-4-2 0 0 0,-2 4 0 0 0,0 3 0 0 0,-3 0 0 0 0,0-4 0 0 0,-3-5 0 0 0,0 2 0 0 0,3 3 0 0 0,-2 0 0 0 0,-5-3 0 0 0,-8 2 0 0 0,-12 4 0 0 0,-9 4 0 0 0,-7 3 0 0 0,-6 4 0 0 0,-2 1 0 0 0,-6 1 0 0 0,-3 1 0 0 0,-5-1 0 0 0,0 1 0 0 0,3 0 0 0 0,-3-1 0 0 0,-3 0 0 0 0,1 0 0 0 0,3 6 0 0 0,-2 1 0 0 0,-3-1 0 0 0,-3 5 0 0 0,1 0 0 0 0,-1 3 0 0 0,3-1 0 0 0,0 4 0 0 0,2-3 0 0 0,5 3 0 0 0,-2 3 0 0 0,-4-1 0 0 0,-8-5 0 0 0,-2 1 0 0 0,0-2 0 0 0,4 2 0 0 0,7 4 0 0 0,-1-2 0 0 0,-1 2 0 0 0,-4 3 0 0 0,-2-3 0 0 0,2-4 0 0 0,5 1 0 0 0,-5 2 0 0 0,1 4 0 0 0,0-2 0 0 0,-3 1 0 0 0,3 2 0 0 0,0-3 0 0 0,-2-5 0 0 0,9 1 0 0 0,1-3 0 0 0,-2 1 0 0 0,1 5 0 0 0,-2 3 0 0 0,-4-2 0 0 0,2-3 0 0 0,-1-1 0 0 0,2-2 0 0 0,5 1 0 0 0,-2 4 0 0 0,3-2 0 0 0,2 2 0 0 0,-2-3 0 0 0,1-3 0 0 0,2 0 0 0 0,2-1 0 0 0,3-3 0 0 0,1 2 0 0 0,-4 5 0 0 0,-1-1 0 0 0,1-2 0 0 0,2-4 0 0 0,0 2 0 0 0,3-1 0 0 0,0 3 0 0 0,1-1 0 0 0,0-2 0 0 0,6 2 0 0 0,12 0 0 0 0,13-3 0 0 0,12-3 0 0 0,10-2 0 0 0,6-2 0 0 0,3-2 0 0 0,2 0 0 0 0,6 0 0 0 0,1-1 0 0 0,-1-4 0 0 0,4-3 0 0 0,5-4 0 0 0,-1 0 0 0 0,-3 1 0 0 0,2 3 0 0 0,3-2 0 0 0,-1 0 0 0 0,7 2 0 0 0,4 3 0 0 0,8 1 0 0 0,-2 2 0 0 0,-1-4 0 0 0,3-1 0 0 0,-4 1 0 0 0,-2-4 0 0 0,-1 0 0 0 0,-5 1 0 0 0,3 3 0 0 0,-3-4 0 0 0,5 1 0 0 0,3 1 0 0 0,-4-3 0 0 0,-2 1 0 0 0,1 1 0 0 0,-6 3 0 0 0,6-3 0 0 0,2 0 0 0 0,2 1 0 0 0,1-2 0 0 0,-6-1 0 0 0,-1 3 0 0 0,0 2 0 0 0,1 2 0 0 0,-4 2 0 0 0,-6 1 0 0 0,-5-5 0 0 0,-5 0 0 0 0,-4-1 0 0 0,-1 3 0 0 0,-2-5 0 0 0,0 0 0 0 0,0 1 0 0 0,-1 2 0 0 0,-9 3 0 0 0,-14 0 0 0 0,-13 2 0 0 0,-11 1 0 0 0,-7 0 0 0 0,-5 1 0 0 0,-3-1 0 0 0,0 1 0 0 0,0-1 0 0 0,-1 0 0 0 0,2 0 0 0 0,0 0 0 0 0,1 0 0 0 0,-6 0 0 0 0,0 0 0 0 0,-6 0 0 0 0,0 0 0 0 0,2 0 0 0 0,-3 0 0 0 0,1 0 0 0 0,-8 5 0 0 0,-5 2 0 0 0,1 0 0 0 0,-6-2 0 0 0,-3 4 0 0 0,5 1 0 0 0,-5-2 0 0 0,0-3 0 0 0,-1-1 0 0 0,0 4 0 0 0,-4 0 0 0 0,5-2 0 0 0,-9 0 0 0 0,-2-3 0 0 0,2-1 0 0 0,-3-1 0 0 0,-5-1 0 0 0,8 5 0 0 0,4 2 0 0 0,-1-1 0 0 0,-5-1 0 0 0,1 4 0 0 0,-4 0 0 0 0,1-1 0 0 0,-1-2 0 0 0,1 3 0 0 0,-1 0 0 0 0,6-1 0 0 0,-4 2 0 0 0,-1 1 0 0 0,3-2 0 0 0,3 2 0 0 0,-2 0 0 0 0,7-2 0 0 0,3-3 0 0 0,-3 3 0 0 0,0 0 0 0 0,5-1 0 0 0,2-3 0 0 0,2-2 0 0 0,4 5 0 0 0,7-1 0 0 0,0 0 0 0 0,3 3 0 0 0,-2 1 0 0 0,-4 3 0 0 0,2-1 0 0 0,-2-2 0 0 0,7 2 0 0 0,6-2 0 0 0,3-2 0 0 0,3-2 0 0 0,0 2 0 0 0,1 0 0 0 0,11-2 0 0 0,12-2 0 0 0,14-1 0 0 0,10-2 0 0 0,8-2 0 0 0,9 0 0 0 0,10 0 0 0 0,2 0 0 0 0,-2-6 0 0 0,2-1 0 0 0,4 0 0 0 0,4-4 0 0 0,-3 0 0 0 0,0-3 0 0 0,3-5 0 0 0,1 1 0 0 0,-2-1 0 0 0,-1 1 0 0 0,1 5 0 0 0,8 0 0 0 0,3-5 0 0 0,1 2 0 0 0,5-2 0 0 0,2-3 0 0 0,3 2 0 0 0,-1-1 0 0 0,4-2 0 0 0,2 2 0 0 0,0 0 0 0 0,0-3 0 0 0,-2 4 0 0 0,1 4 0 0 0,-3 0 0 0 0,7 2 0 0 0,4-2 0 0 0,-1-3 0 0 0,-6-5 0 0 0,-1 3 0 0 0,-3-1 0 0 0,-5 3 0 0 0,2-1 0 0 0,4-2 0 0 0,-2 2 0 0 0,3 0 0 0 0,-7 2 0 0 0,-5 5 0 0 0,-4 4 0 0 0,-2-2 0 0 0,-1-5 0 0 0,1 1 0 0 0,-1-3 0 0 0,-5 2 0 0 0,-6 3 0 0 0,-2-1 0 0 0,-3 1 0 0 0,2-3 0 0 0,-3 2 0 0 0,3-2 0 0 0,4 0 0 0 0,3 4 0 0 0,-1 4 0 0 0,-10-3 0 0 0,-7 1 0 0 0,-4 1 0 0 0,-7-2 0 0 0,-3 0 0 0 0,1 1 0 0 0,-10 3 0 0 0,-10 3 0 0 0,-13 1 0 0 0,-8 1 0 0 0,-7 1 0 0 0,-4 0 0 0 0,-7 0 0 0 0,-9 1 0 0 0,0-1 0 0 0,-4 0 0 0 0,1 1 0 0 0,-1-1 0 0 0,3 0 0 0 0,4 0 0 0 0,-7 5 0 0 0,-5 2 0 0 0,2 0 0 0 0,-1 3 0 0 0,-2 1 0 0 0,4 3 0 0 0,0 0 0 0 0,-7-3 0 0 0,-4 2 0 0 0,-1-2 0 0 0,-6 4 0 0 0,-2 3 0 0 0,7 0 0 0 0,-2-4 0 0 0,6-4 0 0 0,-3 1 0 0 0,-12-1 0 0 0,3 3 0 0 0,2 5 0 0 0,-2-1 0 0 0,1 1 0 0 0,2-1 0 0 0,3 1 0 0 0,-3 3 0 0 0,4-3 0 0 0,-1 2 0 0 0,0-3 0 0 0,6-4 0 0 0,-3 0 0 0 0,0 4 0 0 0,0 4 0 0 0,0-1 0 0 0,1 0 0 0 0,6-2 0 0 0,1 0 0 0 0,1 3 0 0 0,-1-2 0 0 0,-2 1 0 0 0,-1-4 0 0 0,-1 2 0 0 0,-1 2 0 0 0,4-2 0 0 0,8 2 0 0 0,0-4 0 0 0,5 2 0 0 0,3-3 0 0 0,4-3 0 0 0,3-5 0 0 0,3 3 0 0 0,0 4 0 0 0,1 0 0 0 0,0-2 0 0 0,-1-4 0 0 0,7 3 0 0 0,0 4 0 0 0,0 5 0 0 0,4 4 0 0 0,11-1 0 0 0,11 0 0 0 0,12-4 0 0 0,8-5 0 0 0,5-5 0 0 0,4-4 0 0 0,2-3 0 0 0,0-1 0 0 0,0-2 0 0 0,0 0 0 0 0,-1 0 0 0 0,-1 0 0 0 0,6 1 0 0 0,6-1 0 0 0,7 1 0 0 0,5 0 0 0 0,-2 0 0 0 0,1 0 0 0 0,2 0 0 0 0,-4 0 0 0 0,1 0 0 0 0,0 0 0 0 0,3 0 0 0 0,-3 0 0 0 0,5 0 0 0 0,-3 0 0 0 0,1 0 0 0 0,1 0 0 0 0,-4 0 0 0 0,5 0 0 0 0,2 0 0 0 0,-3-5 0 0 0,0-2 0 0 0,-6 0 0 0 0,0 2 0 0 0,1 1 0 0 0,-3 2 0 0 0,1-5 0 0 0,3 0 0 0 0,-4 0 0 0 0,2 2 0 0 0,-3 2 0 0 0,0-5 0 0 0,3 0 0 0 0,4 1 0 0 0,2 2 0 0 0,-3 1 0 0 0,-6 2 0 0 0,0 1 0 0 0,-3 1 0 0 0,-9-5 0 0 0,-1-2 0 0 0,0 1 0 0 0,-2 1 0 0 0,0 1 0 0 0,-1-3 0 0 0,-1-1 0 0 0,0 1 0 0 0,-1 1 0 0 0,1-2 0 0 0,0-1 0 0 0,-11 1 0 0 0,-14 2 0 0 0,-13 3 0 0 0,-11 1 0 0 0,-7 1 0 0 0,-5 0 0 0 0,-2 2 0 0 0,-2-1 0 0 0,1 0 0 0 0,0 1 0 0 0,-5-1 0 0 0,-1 0 0 0 0,1 0 0 0 0,-4 0 0 0 0,1 0 0 0 0,1 0 0 0 0,3 0 0 0 0,2 6 0 0 0,-4 0 0 0 0,0 1 0 0 0,-3-2 0 0 0,-7-1 0 0 0,2 4 0 0 0,-3 0 0 0 0,-3-1 0 0 0,2 4 0 0 0,-1-1 0 0 0,4-1 0 0 0,-1-2 0 0 0,-8 2 0 0 0,1 0 0 0 0,4-1 0 0 0,1-3 0 0 0,4-1 0 0 0,-1-2 0 0 0,-3-2 0 0 0,3 0 0 0 0,4 5 0 0 0,3 2 0 0 0,0-1 0 0 0,-5-1 0 0 0,6 4 0 0 0,-1 0 0 0 0,1-1 0 0 0,3 3 0 0 0,2 0 0 0 0,1-2 0 0 0,2-3 0 0 0,-4-2 0 0 0,-2-2 0 0 0,1-1 0 0 0,7 4 0 0 0,2 2 0 0 0,2-1 0 0 0,0 4 0 0 0,-2 1 0 0 0,5 3 0 0 0,1-1 0 0 0,9-2 0 0 0,12 2 0 0 0,12-1 0 0 0,9-3 0 0 0,6-3 0 0 0,4-2 0 0 0,3-2 0 0 0,0-1 0 0 0,0-1 0 0 0,0-1 0 0 0,-1 1 0 0 0,0-1 0 0 0,-1 1 0 0 0,0 0 0 0 0,0-1 0 0 0,5 1 0 0 0,1 0 0 0 0,1 0 0 0 0,3 0 0 0 0,11 0 0 0 0,2 0 0 0 0,-3-5 0 0 0,5-2 0 0 0,-1 0 0 0 0,-5 2 0 0 0,-1 1 0 0 0,2 2 0 0 0,4-5 0 0 0,1 0 0 0 0,3 0 0 0 0,1-3 0 0 0,2-1 0 0 0,-6 3 0 0 0,0-4 0 0 0,4 1 0 0 0,-1 2 0 0 0,-1-3 0 0 0,5 2 0 0 0,8-4 0 0 0,-2 0 0 0 0,-4 4 0 0 0,-1-3 0 0 0,-7 2 0 0 0,-3 2 0 0 0,-4 2 0 0 0,-7 4 0 0 0,1 1 0 0 0,-8-4 0 0 0,1-1 0 0 0,5 1 0 0 0,5-4 0 0 0,0-1 0 0 0,3-2 0 0 0,-2-1 0 0 0,-5 4 0 0 0,-3 2 0 0 0,-4 3 0 0 0,-2-3 0 0 0,-3 0 0 0 0,-5-4 0 0 0,-3 0 0 0 0,-5-3 0 0 0,-11 1 0 0 0,-11-2 0 0 0,-11 1 0 0 0,-8 3 0 0 0,-5 4 0 0 0,-4 4 0 0 0,-1-4 0 0 0,0 0 0 0 0,0 2 0 0 0,1 1 0 0 0,0 2 0 0 0,0 1 0 0 0,1 2 0 0 0,0-1 0 0 0,0 2 0 0 0,1-1 0 0 0,-1 0 0 0 0,-5 1 0 0 0,-2-1 0 0 0,1 0 0 0 0,-5 0 0 0 0,1 0 0 0 0,-4 0 0 0 0,-5 0 0 0 0,-4 0 0 0 0,2 0 0 0 0,-1 0 0 0 0,3 0 0 0 0,1 0 0 0 0,-4 0 0 0 0,4 0 0 0 0,-1 0 0 0 0,2 0 0 0 0,0 0 0 0 0,-3 5 0 0 0,2 2 0 0 0,-2 0 0 0 0,4-2 0 0 0,-1 4 0 0 0,-4 1 0 0 0,3-3 0 0 0,-1-1 0 0 0,-3 3 0 0 0,-2 1 0 0 0,-8 2 0 0 0,1 1 0 0 0,1-3 0 0 0,6 3 0 0 0,2-2 0 0 0,4-1 0 0 0,5-4 0 0 0,1-2 0 0 0,-5-2 0 0 0,3-1 0 0 0,-3-2 0 0 0,-4 6 0 0 0,-3 2 0 0 0,3 4 0 0 0,4 1 0 0 0,6-2 0 0 0,4-2 0 0 0,-1 2 0 0 0,0 0 0 0 0,2-2 0 0 0,1-3 0 0 0,3-1 0 0 0,6 3 0 0 0,2 1 0 0 0,-4-2 0 0 0,-3-1 0 0 0,-2-1 0 0 0,1-2 0 0 0,0-1 0 0 0,0-1 0 0 0,12 0 0 0 0,14-1 0 0 0,14 1 0 0 0,10 0 0 0 0,8 0 0 0 0,5-1 0 0 0,-2-4 0 0 0,-2-2 0 0 0,7 0 0 0 0,1 2 0 0 0,2-4 0 0 0,-1 0 0 0 0,-1 1 0 0 0,4-3 0 0 0,1 0 0 0 0,-1-3 0 0 0,-2 1 0 0 0,-1 2 0 0 0,3 3 0 0 0,6-1 0 0 0,1-1 0 0 0,3-3 0 0 0,-1 1 0 0 0,6-3 0 0 0,1 1 0 0 0,-5-3 0 0 0,6 3 0 0 0,9-3 0 0 0,4-3 0 0 0,1 2 0 0 0,-1 3 0 0 0,4 0 0 0 0,-5 2 0 0 0,-4-2 0 0 0,4-3 0 0 0,0-5 0 0 0,0 2 0 0 0,-1 0 0 0 0,3-2 0 0 0,7-3 0 0 0,-5 3 0 0 0,1 1 0 0 0,-6 4 0 0 0,-4-1 0 0 0,-2 4 0 0 0,-6-2 0 0 0,3-2 0 0 0,8-4 0 0 0,9-3 0 0 0,2-3 0 0 0,4 5 0 0 0,-7 0 0 0 0,-4-1 0 0 0,-5-1 0 0 0,-2-2 0 0 0,-6-1 0 0 0,-8 5 0 0 0,-1 5 0 0 0,-4 2 0 0 0,-3 3 0 0 0,1-1 0 0 0,0-3 0 0 0,-3-4 0 0 0,-2 2 0 0 0,-2 4 0 0 0,4 0 0 0 0,-5-3 0 0 0,-3 2 0 0 0,5-1 0 0 0,1 2 0 0 0,-6-2 0 0 0,3 3 0 0 0,1-1 0 0 0,-5-4 0 0 0,-3 2 0 0 0,0 4 0 0 0,-5-1 0 0 0,-5-3 0 0 0,-1 1 0 0 0,-3-1 0 0 0,-3-3 0 0 0,-3-3 0 0 0,-3-3 0 0 0,-7 3 0 0 0,-8 0 0 0 0,-8 5 0 0 0,-5 6 0 0 0,-3 4 0 0 0,-3 4 0 0 0,-1 3 0 0 0,-1 2 0 0 0,1-5 0 0 0,0-1 0 0 0,0 1 0 0 0,1 0 0 0 0,0 2 0 0 0,-5 1 0 0 0,-2 1 0 0 0,-5-5 0 0 0,0-1 0 0 0,2 1 0 0 0,-8 1 0 0 0,-6 1 0 0 0,1 2 0 0 0,-6 1 0 0 0,-3 0 0 0 0,4 1 0 0 0,1 1 0 0 0,5-1 0 0 0,-3 0 0 0 0,-4 1 0 0 0,-1-1 0 0 0,-2 0 0 0 0,1 0 0 0 0,-1 0 0 0 0,1 0 0 0 0,-1 5 0 0 0,1 2 0 0 0,0 0 0 0 0,-5 3 0 0 0,4 1 0 0 0,2-2 0 0 0,-5 3 0 0 0,4-1 0 0 0,3-2 0 0 0,-6-2 0 0 0,4-3 0 0 0,2 3 0 0 0,5 1 0 0 0,2 4 0 0 0,-2 0 0 0 0,5 3 0 0 0,-1-1 0 0 0,-3 3 0 0 0,4-3 0 0 0,-2-2 0 0 0,-1 1 0 0 0,1-1 0 0 0,1 2 0 0 0,2-1 0 0 0,5-3 0 0 0,4-2 0 0 0,-2 1 0 0 0,-4 6 0 0 0,0-1 0 0 0,3-2 0 0 0,2 2 0 0 0,4-2 0 0 0,3-2 0 0 0,1 2 0 0 0,1-1 0 0 0,0 3 0 0 0,1-1 0 0 0,0 2 0 0 0,-1 0 0 0 0,11-4 0 0 0,14-4 0 0 0,13-2 0 0 0,11-3 0 0 0,7-1 0 0 0,5-1 0 0 0,3 0 0 0 0,0-1 0 0 0,1 0 0 0 0,4 1 0 0 0,7-1 0 0 0,0-4 0 0 0,-2-2 0 0 0,-2 0 0 0 0,-4-3 0 0 0,2-1 0 0 0,6 2 0 0 0,0-3 0 0 0,3 1 0 0 0,-2 2 0 0 0,-3 2 0 0 0,7 3 0 0 0,5 2 0 0 0,-1-4 0 0 0,0-1 0 0 0,-3 1 0 0 0,5 1 0 0 0,3-3 0 0 0,3-1 0 0 0,1 1 0 0 0,5-3 0 0 0,-3 0 0 0 0,-3 3 0 0 0,5 1 0 0 0,-5-2 0 0 0,3 0 0 0 0,2 1 0 0 0,-1-2 0 0 0,-7-1 0 0 0,4 3 0 0 0,-5 1 0 0 0,-1-2 0 0 0,-6 0 0 0 0,5 2 0 0 0,3 1 0 0 0,2 3 0 0 0,2 1 0 0 0,-6 1 0 0 0,-1-4 0 0 0,-6-2 0 0 0,0 1 0 0 0,-3 1 0 0 0,-5-4 0 0 0,1 0 0 0 0,-2 1 0 0 0,4 2 0 0 0,-2 3 0 0 0,-8-5 0 0 0,1 0 0 0 0,0 1 0 0 0,-2 2 0 0 0,-1 2 0 0 0,-1 1 0 0 0,0 1 0 0 0,-1 1 0 0 0,-11 0 0 0 0,-14 0 0 0 0,-13 0 0 0 0,-11 1 0 0 0,-7-1 0 0 0,-5 0 0 0 0,-3 0 0 0 0,-5 0 0 0 0,-3 0 0 0 0,2 0 0 0 0,1 0 0 0 0,2 0 0 0 0,-3 0 0 0 0,0 0 0 0 0,1 0 0 0 0,-4 0 0 0 0,1 0 0 0 0,-4 0 0 0 0,-9 0 0 0 0,-2 0 0 0 0,0 0 0 0 0,-3 0 0 0 0,5 0 0 0 0,-5 0 0 0 0,2 0 0 0 0,-4 0 0 0 0,-8 0 0 0 0,2 5 0 0 0,3 2 0 0 0,-4 0 0 0 0,-1-2 0 0 0,-4-1 0 0 0,-6-1 0 0 0,1-2 0 0 0,-3-1 0 0 0,2 0 0 0 0,4 0 0 0 0,0 0 0 0 0,1 0 0 0 0,3-1 0 0 0,-2 1 0 0 0,-5 5 0 0 0,7 2 0 0 0,-2 0 0 0 0,2-2 0 0 0,3-1 0 0 0,-4-2 0 0 0,6 0 0 0 0,4-2 0 0 0,1 0 0 0 0,7 0 0 0 0,-4 0 0 0 0,-3-1 0 0 0,5 1 0 0 0,0 0 0 0 0,5 5 0 0 0,1 2 0 0 0,3 0 0 0 0,5-2 0 0 0,4-1 0 0 0,3-2 0 0 0,-2 0 0 0 0,-1 3 0 0 0,1 2 0 0 0,2 0 0 0 0,1-2 0 0 0,1-2 0 0 0,2-1 0 0 0,10 0 0 0 0,15-2 0 0 0,13 0 0 0 0,11 0 0 0 0,8-1 0 0 0,4 1 0 0 0,8 0 0 0 0,2 0 0 0 0,0 0 0 0 0,-1 0 0 0 0,-3-1 0 0 0,4 1 0 0 0,10 1 0 0 0,2-1 0 0 0,8 0 0 0 0,4 0 0 0 0,-3 0 0 0 0,-2 0 0 0 0,0 0 0 0 0,5 0 0 0 0,8 0 0 0 0,7 0 0 0 0,0 0 0 0 0,-1 0 0 0 0,5 0 0 0 0,0 0 0 0 0,2 0 0 0 0,6 0 0 0 0,0 0 0 0 0,4 0 0 0 0,-3 0 0 0 0,-2 0 0 0 0,0 0 0 0 0,5 0 0 0 0,8 0 0 0 0,-3 0 0 0 0,2 0 0 0 0,5-6 0 0 0,-11-1 0 0 0,0 1 0 0 0,4 0 0 0 0,1 3 0 0 0,-2-5 0 0 0,0 0 0 0 0,-3 1 0 0 0,-7 1 0 0 0,-2 3 0 0 0,4-5 0 0 0,3 0 0 0 0,-4 1 0 0 0,-2 2 0 0 0,0-4 0 0 0,-9 1 0 0 0,-4 0 0 0 0,-2 2 0 0 0,-5-3 0 0 0,-2 0 0 0 0,2 2 0 0 0,-4 1 0 0 0,-3-3 0 0 0,-1 0 0 0 0,-6 2 0 0 0,-1 1 0 0 0,-5 3 0 0 0,0-4 0 0 0,3-1 0 0 0,2 1 0 0 0,-2-3 0 0 0,-4-1 0 0 0,-5 3 0 0 0,-5 1 0 0 0,-3 3 0 0 0,-2 2 0 0 0,-2 1 0 0 0,0 1 0 0 0,-5-5 0 0 0,-7-7 0 0 0,-12-1 0 0 0,-12 1 0 0 0,-11 3 0 0 0,-7 3 0 0 0,-5 3 0 0 0,-2 1 0 0 0,-2 2 0 0 0,-6 0 0 0 0,-1 0 0 0 0,-4 1 0 0 0,0-6 0 0 0,-4-1 0 0 0,-3-1 0 0 0,2 2 0 0 0,-2 1 0 0 0,-8 2 0 0 0,2 1 0 0 0,-1 0 0 0 0,-6 1 0 0 0,-3 0 0 0 0,5 1 0 0 0,-2-1 0 0 0,-2 0 0 0 0,1 0 0 0 0,0 0 0 0 0,-4 1 0 0 0,-6-1 0 0 0,4 0 0 0 0,-1 0 0 0 0,-9 0 0 0 0,3 0 0 0 0,0-1 0 0 0,-9 1 0 0 0,7 0 0 0 0,0 0 0 0 0,-2 0 0 0 0,3 0 0 0 0,-7 0 0 0 0,2 0 0 0 0,4 0 0 0 0,-1 0 0 0 0,-1 0 0 0 0,8 0 0 0 0,0 6 0 0 0,-2 1 0 0 0,-5-1 0 0 0,2 0 0 0 0,-2 3 0 0 0,2 0 0 0 0,5-1 0 0 0,-2-2 0 0 0,8-2 0 0 0,-1-2 0 0 0,-4-1 0 0 0,4 4 0 0 0,0 2 0 0 0,5-1 0 0 0,3-1 0 0 0,2-1 0 0 0,-5 3 0 0 0,-2 1 0 0 0,5-1 0 0 0,2-2 0 0 0,6-1 0 0 0,2 3 0 0 0,-2 1 0 0 0,-1-1 0 0 0,2-2 0 0 0,6-1 0 0 0,-1 3 0 0 0,-2 1 0 0 0,2-1 0 0 0,3-2 0 0 0,5-1 0 0 0,3-2 0 0 0,2-1 0 0 0,8 4 0 0 0,2 2 0 0 0,0-1 0 0 0,0-1 0 0 0,8-1 0 0 0,13-2 0 0 0,11-6 0 0 0,10-8 0 0 0,13-2 0 0 0,6 2 0 0 0,7-2 0 0 0,1 0 0 0 0,-1-2 0 0 0,-3 2 0 0 0,1-2 0 0 0,5 1 0 0 0,5 4 0 0 0,-2-2 0 0 0,-4 2 0 0 0,7-3 0 0 0,-2 1 0 0 0,2-3 0 0 0,8 2 0 0 0,-2-2 0 0 0,5 1 0 0 0,-4 4 0 0 0,0 3 0 0 0,-1-2 0 0 0,0 1 0 0 0,7-3 0 0 0,6-1 0 0 0,8-2 0 0 0,-5 1 0 0 0,1-2 0 0 0,2-4 0 0 0,0 2 0 0 0,1-2 0 0 0,4-2 0 0 0,3 2 0 0 0,-8 0 0 0 0,-2 2 0 0 0,8 0 0 0 0,-5 3 0 0 0,4 4 0 0 0,5-2 0 0 0,-3-3 0 0 0,-11 0 0 0 0,-1-1 0 0 0,1-4 0 0 0,0 1 0 0 0,2 0 0 0 0,0-2 0 0 0,1 2 0 0 0,-6 0 0 0 0,-5 3 0 0 0,-4-1 0 0 0,-1 2 0 0 0,0 5 0 0 0,-1-1 0 0 0,-5-5 0 0 0,-7 2 0 0 0,-1-3 0 0 0,-3 2 0 0 0,2-1 0 0 0,2-4 0 0 0,5 3 0 0 0,-2 4 0 0 0,-10-2 0 0 0,-6 3 0 0 0,1-1 0 0 0,0-5 0 0 0,-1 2 0 0 0,-1 3 0 0 0,-7-1 0 0 0,-2 3 0 0 0,-1-3 0 0 0,-3-4 0 0 0,-7-4 0 0 0,-10 3 0 0 0,-11 3 0 0 0,-4 1 0 0 0,-6 2 0 0 0,-5 4 0 0 0,-4 3 0 0 0,-3 4 0 0 0,-2 1 0 0 0,0 2 0 0 0,-7 0 0 0 0,-6-4 0 0 0,-6-3 0 0 0,-6 1 0 0 0,2 1 0 0 0,0 2 0 0 0,-7 1 0 0 0,-9 1 0 0 0,2 0 0 0 0,3 1 0 0 0,-4 0 0 0 0,-1 0 0 0 0,2 1 0 0 0,-4-1 0 0 0,0 0 0 0 0,2 0 0 0 0,2 0 0 0 0,-3 0 0 0 0,-5 0 0 0 0,0 0 0 0 0,-9 0 0 0 0,-4 0 0 0 0,6 0 0 0 0,3 0 0 0 0,-7 0 0 0 0,-4 0 0 0 0,3 0 0 0 0,-4 0 0 0 0,-3 0 0 0 0,10 0 0 0 0,-2 0 0 0 0,-2 0 0 0 0,5 0 0 0 0,-1 0 0 0 0,-5 0 0 0 0,-4 5 0 0 0,8 2 0 0 0,5 0 0 0 0,4-2 0 0 0,0 5 0 0 0,-3-1 0 0 0,-3 4 0 0 0,7 0 0 0 0,6-3 0 0 0,-1-2 0 0 0,1-3 0 0 0,3-3 0 0 0,-4-1 0 0 0,0 5 0 0 0,1 0 0 0 0,8 0 0 0 0,4 4 0 0 0,-4 1 0 0 0,-3 2 0 0 0,6 1 0 0 0,2-3 0 0 0,5 2 0 0 0,6-2 0 0 0,1-1 0 0 0,3 1 0 0 0,2 0 0 0 0,-1-2 0 0 0,0 2 0 0 0,3 0 0 0 0,2-3 0 0 0,1-2 0 0 0,8 3 0 0 0,3 0 0 0 0,-1-1 0 0 0,5 2 0 0 0,1 1 0 0 0,8-3 0 0 0,6 4 0 0 0,10-1 0 0 0,8-3 0 0 0,8-1 0 0 0,6-4 0 0 0,3 0 0 0 0,1-3 0 0 0,2 0 0 0 0,-1 0 0 0 0,1-1 0 0 0,-1 1 0 0 0,-1 0 0 0 0,1-1 0 0 0,-1 1 0 0 0,5 0 0 0 0,2 0 0 0 0,-1 0 0 0 0,10 0 0 0 0,1 0 0 0 0,-1 0 0 0 0,-5 0 0 0 0,8 0 0 0 0,4-5 0 0 0,5-2 0 0 0,2 0 0 0 0,7 2 0 0 0,-4-4 0 0 0,4 0 0 0 0,6 1 0 0 0,1 2 0 0 0,3 2 0 0 0,4 2 0 0 0,-1-4 0 0 0,-5-2 0 0 0,2 2 0 0 0,-3 1 0 0 0,2 2 0 0 0,4 1 0 0 0,3-5 0 0 0,3 0 0 0 0,3 0 0 0 0,-3 2 0 0 0,-7 2 0 0 0,5 1 0 0 0,3 1 0 0 0,-2 0 0 0 0,-1-4 0 0 0,-4-1 0 0 0,0-1 0 0 0,2 2 0 0 0,2 2 0 0 0,-2 0 0 0 0,0 2 0 0 0,2 1 0 0 0,-9 0 0 0 0,-1 0 0 0 0,3-5 0 0 0,-8-2 0 0 0,1 1 0 0 0,4 1 0 0 0,-6 1 0 0 0,-4 2 0 0 0,-8 0 0 0 0,3 2 0 0 0,6-5 0 0 0,-3-2 0 0 0,-7 1 0 0 0,4 0 0 0 0,1 3 0 0 0,0 1 0 0 0,-3 1 0 0 0,-8 0 0 0 0,-7 1 0 0 0,-5 0 0 0 0,-4 1 0 0 0,-2-1 0 0 0,-2 0 0 0 0,0 0 0 0 0,-1 0 0 0 0,-4-5 0 0 0,-2-2 0 0 0,0 1 0 0 0,-8 0 0 0 0,-13 2 0 0 0,-11 2 0 0 0,-10 1 0 0 0,-7 0 0 0 0,-3 1 0 0 0,-4 0 0 0 0,0 1 0 0 0,0-1 0 0 0,0 0 0 0 0,-4 0 0 0 0,-2 1 0 0 0,1-1 0 0 0,-4 0 0 0 0,1 0 0 0 0,-5 0 0 0 0,2 0 0 0 0,-8 0 0 0 0,0 0 0 0 0,-3 0 0 0 0,-1 0 0 0 0,-7 0 0 0 0,1 0 0 0 0,-4 0 0 0 0,-1 0 0 0 0,0 0 0 0 0,-4 0 0 0 0,-6 0 0 0 0,-6 0 0 0 0,-4 0 0 0 0,-3 0 0 0 0,-2 0 0 0 0,-1 0 0 0 0,5 0 0 0 0,1 0 0 0 0,0 5 0 0 0,-6 2 0 0 0,3-1 0 0 0,0 5 0 0 0,0 0 0 0 0,-1-2 0 0 0,5-3 0 0 0,-3 4 0 0 0,-4-1 0 0 0,5-1 0 0 0,1 3 0 0 0,0-1 0 0 0,9-1 0 0 0,2-3 0 0 0,-6-2 0 0 0,-6 3 0 0 0,7 1 0 0 0,2-1 0 0 0,-2 3 0 0 0,8 0 0 0 0,1 4 0 0 0,2-1 0 0 0,2 3 0 0 0,2-1 0 0 0,-2 2 0 0 0,3-3 0 0 0,4-2 0 0 0,-4 1 0 0 0,3-2 0 0 0,3 4 0 0 0,0-2 0 0 0,5 2 0 0 0,2-1 0 0 0,3-3 0 0 0,1-3 0 0 0,2-4 0 0 0,5 4 0 0 0,-2 0 0 0 0,1-2 0 0 0,-2 4 0 0 0,1 0 0 0 0,2-1 0 0 0,3 2 0 0 0,3 0 0 0 0,2-2 0 0 0,12-3 0 0 0,14-2 0 0 0,15-2 0 0 0,10-6 0 0 0,8-3 0 0 0,4 0 0 0 0,3 1 0 0 0,0-3 0 0 0,1-1 0 0 0,-1-4 0 0 0,0 1 0 0 0,-1-2 0 0 0,-1 0 0 0 0,0 4 0 0 0,5-3 0 0 0,2 3 0 0 0,4-4 0 0 0,7 2 0 0 0,-1-2 0 0 0,2-5 0 0 0,4 2 0 0 0,2 4 0 0 0,3 4 0 0 0,1-1 0 0 0,1 1 0 0 0,1-4 0 0 0,1-3 0 0 0,-1 0 0 0 0,0-2 0 0 0,5 3 0 0 0,7-2 0 0 0,-3 2 0 0 0,-5-1 0 0 0,4 3 0 0 0,-6-3 0 0 0,2 3 0 0 0,1 3 0 0 0,-1-2 0 0 0,4 2 0 0 0,-4-3 0 0 0,-4 1 0 0 0,4-3 0 0 0,-4 2 0 0 0,3 3 0 0 0,1-1 0 0 0,-5 0 0 0 0,-3 3 0 0 0,-1-2 0 0 0,-4 0 0 0 0,-2-3 0 0 0,7 1 0 0 0,-1 3 0 0 0,0 3 0 0 0,-5 2 0 0 0,-5 3 0 0 0,-6 1 0 0 0,-4-4 0 0 0,1-2 0 0 0,0 1 0 0 0,-1 1 0 0 0,-2 2 0 0 0,-1 1 0 0 0,-2-4 0 0 0,-1-2 0 0 0,0 2 0 0 0,0 1 0 0 0,-1 1 0 0 0,1 2 0 0 0,-1 1 0 0 0,1 1 0 0 0,-6 5 0 0 0,-11 2 0 0 0,-9 5 0 0 0,-5 6 0 0 0,-8 0 0 0 0,-8-4 0 0 0,-6 2 0 0 0,1 3 0 0 0,-2-2 0 0 0,-7 2 0 0 0,-4 3 0 0 0,-1 2 0 0 0,-1 3 0 0 0,2-3 0 0 0,1-1 0 0 0,0 2 0 0 0,1 1 0 0 0,1-4 0 0 0,0 0 0 0 0,-5 1 0 0 0,-1 3 0 0 0,0-4 0 0 0,-5 5 0 0 0,1 3 0 0 0,1 2 0 0 0,3-5 0 0 0,-4 4 0 0 0,1 2 0 0 0,-4 0 0 0 0,-4 0 0 0 0,0 0 0 0 0,3-1 0 0 0,-1 4 0 0 0,2-3 0 0 0,3 3 0 0 0,-2 1 0 0 0,-4 4 0 0 0,1-5 0 0 0,3-3 0 0 0,3 4 0 0 0,-2 0 0 0 0,2-1 0 0 0,-4-1 0 0 0,1-1 0 0 0,2 3 0 0 0,3-3 0 0 0,-3-4 0 0 0,1 5 0 0 0,2 1 0 0 0,2-5 0 0 0,-4 2 0 0 0,6 1 0 0 0,3-6 0 0 0,-4-1 0 0 0,4 4 0 0 0,2 3 0 0 0,-4-5 0 0 0,3-2 0 0 0,2 5 0 0 0,0-3 0 0 0,0-7 0 0 0,4 4 0 0 0,1 3 0 0 0,0-4 0 0 0,-2-1 0 0 0,3 1 0 0 0,1 1 0 0 0,-2 2 0 0 0,3 1 0 0 0,0 1 0 0 0,-2 0 0 0 0,2 1 0 0 0,6 0 0 0 0,4 0 0 0 0,9-5 0 0 0,11-7 0 0 0,8-7 0 0 0,6-5 0 0 0,5-4 0 0 0,3-3 0 0 0,0-6 0 0 0,1-2 0 0 0,0 0 0 0 0,4-4 0 0 0,-3-5 0 0 0,2-5 0 0 0,1 2 0 0 0,-7-2 0 0 0,3-2 0 0 0,1-2 0 0 0,0 4 0 0 0,-1-1 0 0 0,5-1 0 0 0,-5-1 0 0 0,4 3 0 0 0,4 0 0 0 0,-3-7 0 0 0,2-3 0 0 0,4-2 0 0 0,0 0 0 0 0,4 5 0 0 0,3-2 0 0 0,4-2 0 0 0,-2-5 0 0 0,0-2 0 0 0,-4 7 0 0 0,-4-3 0 0 0,0 1 0 0 0,8-5 0 0 0,6-1 0 0 0,-2 1 0 0 0,0 3 0 0 0,5-3 0 0 0,-2-6 0 0 0,0 1 0 0 0,-6 7 0 0 0,-2 0 0 0 0,-3 1 0 0 0,-6 2 0 0 0,0-4 0 0 0,4 4 0 0 0,4-1 0 0 0,-1-6 0 0 0,1-1 0 0 0,3 2 0 0 0,-3 8 0 0 0,0-1 0 0 0,-2 0 0 0 0,-1-5 0 0 0,-2 4 0 0 0,2 4 0 0 0,-3 0 0 0 0,-3-3 0 0 0,1 2 0 0 0,4 3 0 0 0,0 1 0 0 0,1-1 0 0 0,4-5 0 0 0,-2-3 0 0 0,-4 6 0 0 0,0 2 0 0 0,-2 1 0 0 0,-3 0 0 0 0,-4 5 0 0 0,-2 1 0 0 0,-3-1 0 0 0,-1 4 0 0 0,0-1 0 0 0,-1 3 0 0 0,0 0 0 0 0,0-3 0 0 0,1 2 0 0 0,-6-1 0 0 0,-1 2 0 0 0,0 5 0 0 0,-4-1 0 0 0,0 1 0 0 0,2-2 0 0 0,2 1 0 0 0,3 3 0 0 0,-4-2 0 0 0,0 1 0 0 0,-10 2 0 0 0,-11 3 0 0 0,-8 7 0 0 0,-1 10 0 0 0,-5 2 0 0 0,-6 4 0 0 0,0 5 0 0 0,-2 3 0 0 0,-3-2 0 0 0,-3 1 0 0 0,3 0 0 0 0,1-3 0 0 0,-2-5 0 0 0,3 5 0 0 0,6 4 0 0 0,-6-2 0 0 0,-4 0 0 0 0,2 2 0 0 0,0 1 0 0 0,-2 2 0 0 0,-1 1 0 0 0,3 2 0 0 0,-4-6 0 0 0,-4 5 0 0 0,4 1 0 0 0,1-4 0 0 0,1 4 0 0 0,-8 2 0 0 0,4 6 0 0 0,0-4 0 0 0,-5 2 0 0 0,-2 1 0 0 0,-5 4 0 0 0,-1 0 0 0 0,6-1 0 0 0,-1-4 0 0 0,1 4 0 0 0,-4-1 0 0 0,-1 4 0 0 0,2-1 0 0 0,2-2 0 0 0,2-3 0 0 0,2-2 0 0 0,1-3 0 0 0,6-1 0 0 0,-3-1 0 0 0,-1-6 0 0 0,3-2 0 0 0,-3 6 0 0 0,-3-2 0 0 0,6-1 0 0 0,1 1 0 0 0,0 1 0 0 0,-1-4 0 0 0,4-2 0 0 0,-4 2 0 0 0,2 1 0 0 0,0-3 0 0 0,5 0 0 0 0,-5 1 0 0 0,-4-3 0 0 0,4 0 0 0 0,0 2 0 0 0,-1 3 0 0 0,0-4 0 0 0,3 1 0 0 0,1 1 0 0 0,-2-2 0 0 0,4-1 0 0 0,5 2 0 0 0,5-8 0 0 0,10-6 0 0 0,5-10 0 0 0,6-5 0 0 0,7-5 0 0 0,5-2 0 0 0,0-4 0 0 0,0 2 0 0 0,2-2 0 0 0,-4-3 0 0 0,1 2 0 0 0,1 4 0 0 0,2 0 0 0 0,-3-3 0 0 0,0 1 0 0 0,6-1 0 0 0,-1-4 0 0 0,0 3 0 0 0,1-1 0 0 0,0 3 0 0 0,1-1 0 0 0,1-2 0 0 0,1 2 0 0 0,-1-2 0 0 0,1 3 0 0 0,0 0 0 0 0,0-4 0 0 0,0-2 0 0 0,0 2 0 0 0,5-1 0 0 0,2-1 0 0 0,0-3 0 0 0,-2 4 0 0 0,-2 0 0 0 0,0-1 0 0 0,-2 2 0 0 0,-6 1 0 0 0,3 3 0 0 0,2-1 0 0 0,1-2 0 0 0,0 2 0 0 0,-5-1 0 0 0,-3-3 0 0 0,1 3 0 0 0,1-1 0 0 0,1 3 0 0 0,2-1 0 0 0,0 3 0 0 0,2-2 0 0 0,-6-2 0 0 0,-1-4 0 0 0,1 2 0 0 0,0 4 0 0 0,-3 1 0 0 0,0-3 0 0 0,1 2 0 0 0,2 4 0 0 0,-3-1 0 0 0,-11 2 0 0 0,-12 2 0 0 0,-12 4 0 0 0,-8 2 0 0 0,-6 8 0 0 0,-4 8 0 0 0,-1 2 0 0 0,-2-2 0 0 0,1 3 0 0 0,0 4 0 0 0,1-1 0 0 0,1 1 0 0 0,-1-2 0 0 0,1 1 0 0 0,1-3 0 0 0,-1 2 0 0 0,0 3 0 0 0,-5-2 0 0 0,4 1 0 0 0,-4 3 0 0 0,-6 3 0 0 0,-6-3 0 0 0,5 0 0 0 0,-1 1 0 0 0,-3 3 0 0 0,1 2 0 0 0,3-5 0 0 0,-1 6 0 0 0,-5 2 0 0 0,-3 1 0 0 0,-4 1 0 0 0,8-1 0 0 0,1 1 0 0 0,-2-1 0 0 0,-2-1 0 0 0,1 0 0 0 0,5 0 0 0 0,-1 0 0 0 0,-3 0 0 0 0,1-1 0 0 0,4 1 0 0 0,4-5 0 0 0,4-3 0 0 0,3 2 0 0 0,1-5 0 0 0,-4 0 0 0 0,4 2 0 0 0,2-3 0 0 0,2 0 0 0 0,-1-2 0 0 0,5 0 0 0 0,2 3 0 0 0,-2 4 0 0 0,-1-3 0 0 0,-1 0 0 0 0,-3-3 0 0 0,5 1 0 0 0,0-4 0 0 0,5 2 0 0 0,1-2 0 0 0,2 1 0 0 0,10-2 0 0 0,11-3 0 0 0,10-4 0 0 0,8-3 0 0 0,-1-7 0 0 0,2-3 0 0 0,2-1 0 0 0,2-4 0 0 0,1-1 0 0 0,1-3 0 0 0,6-4 0 0 0,2 1 0 0 0,0 3 0 0 0,3 0 0 0 0,1-4 0 0 0,4-3 0 0 0,-2 1 0 0 0,3 6 0 0 0,4-1 0 0 0,4-3 0 0 0,-3-3 0 0 0,1-4 0 0 0,1 4 0 0 0,-2-1 0 0 0,-1-1 0 0 0,3 3 0 0 0,-4 0 0 0 0,1 4 0 0 0,2 0 0 0 0,-3-4 0 0 0,1 3 0 0 0,7-1 0 0 0,-1-3 0 0 0,1-2 0 0 0,0-3 0 0 0,1 3 0 0 0,2 1 0 0 0,-6 4 0 0 0,0 0 0 0 0,0-2 0 0 0,1-2 0 0 0,-3 2 0 0 0,-6 5 0 0 0,-5 0 0 0 0,-5 2 0 0 0,2-1 0 0 0,-1-3 0 0 0,-1 1 0 0 0,4-2 0 0 0,-1 2 0 0 0,-1 5 0 0 0,-2-1 0 0 0,-3 1 0 0 0,-1-2 0 0 0,-1 1 0 0 0,-6-3 0 0 0,-3 2 0 0 0,1 3 0 0 0,1-1 0 0 0,2 0 0 0 0,-4-2 0 0 0,-1 1 0 0 0,-9 2 0 0 0,-12 4 0 0 0,-11 3 0 0 0,-10 7 0 0 0,-6 3 0 0 0,-4 1 0 0 0,-3-1 0 0 0,5 3 0 0 0,2 1 0 0 0,-5 4 0 0 0,-3 4 0 0 0,0 0 0 0 0,-6-4 0 0 0,-1 1 0 0 0,7 4 0 0 0,-1-2 0 0 0,-1 2 0 0 0,1-3 0 0 0,2-4 0 0 0,0 2 0 0 0,1 3 0 0 0,-4 4 0 0 0,-2-2 0 0 0,1-3 0 0 0,-5 0 0 0 0,-4 3 0 0 0,-6 3 0 0 0,-4 3 0 0 0,-3 3 0 0 0,3-3 0 0 0,6-1 0 0 0,6-5 0 0 0,5 0 0 0 0,-1 2 0 0 0,2-3 0 0 0,0 2 0 0 0,3 1 0 0 0,2-2 0 0 0,1-4 0 0 0,1 0 0 0 0,0 3 0 0 0,0 4 0 0 0,-4-2 0 0 0,-3 0 0 0 0,-4-2 0 0 0,4 0 0 0 0,4-2 0 0 0,2-4 0 0 0,2 0 0 0 0,0 0 0 0 0,0 1 0 0 0,0 5 0 0 0,0-1 0 0 0,0-3 0 0 0,4 1 0 0 0,3-2 0 0 0,-1 2 0 0 0,-2-2 0 0 0,-1-2 0 0 0,9-4 0 0 0,8-8 0 0 0,10-4 0 0 0,11-1 0 0 0,3-4 0 0 0,5-7 0 0 0,4 0 0 0 0,4 4 0 0 0,-3-3 0 0 0,-1 3 0 0 0,2-3 0 0 0,-4-3 0 0 0,0 1 0 0 0,2 4 0 0 0,1-1 0 0 0,3-3 0 0 0,2 2 0 0 0,6-3 0 0 0,3-2 0 0 0,-6-3 0 0 0,-2 2 0 0 0,3 5 0 0 0,8 0 0 0 0,1-2 0 0 0,4-3 0 0 0,0 2 0 0 0,-3-1 0 0 0,2-1 0 0 0,-2-4 0 0 0,-2 4 0 0 0,-4 0 0 0 0,-2 4 0 0 0,-3-1 0 0 0,0 4 0 0 0,-2-2 0 0 0,1-2 0 0 0,-1 1 0 0 0,0-1 0 0 0,1 2 0 0 0,-6 0 0 0 0,-1 2 0 0 0,-6-2 0 0 0,1 3 0 0 0,1 2 0 0 0,-7 5 0 0 0,-12 3 0 0 0,-10 2 0 0 0,-10 1 0 0 0,-7 7 0 0 0,-3 1 0 0 0,-3 1 0 0 0,-1-2 0 0 0,5 3 0 0 0,-3 1 0 0 0,-2 3 0 0 0,5 5 0 0 0,-3 0 0 0 0,-2-4 0 0 0,-5 1 0 0 0,3 4 0 0 0,-2-2 0 0 0,-1-4 0 0 0,1 2 0 0 0,-3 3 0 0 0,-1-2 0 0 0,7 2 0 0 0,-1 4 0 0 0,0-3 0 0 0,1 1 0 0 0,-5-3 0 0 0,0 1 0 0 0,0 3 0 0 0,-2 2 0 0 0,-1 4 0 0 0,2 1 0 0 0,-2-3 0 0 0,5-1 0 0 0,4-5 0 0 0,-2 0 0 0 0,3 2 0 0 0,-2-3 0 0 0,-1 2 0 0 0,1 1 0 0 0,0 3 0 0 0,1-2 0 0 0,1-6 0 0 0,-5 1 0 0 0,4 2 0 0 0,3 3 0 0 0,-5-2 0 0 0,4 0 0 0 0,2-2 0 0 0,1 0 0 0 0,0 3 0 0 0,-1-3 0 0 0,-1 2 0 0 0,0-4 0 0 0,5 2 0 0 0,2-3 0 0 0,-2-3 0 0 0,5 0 0 0 0,0 5 0 0 0,-2 4 0 0 0,-2-2 0 0 0,-3 2 0 0 0,-1 2 0 0 0,-2-3 0 0 0,4 1 0 0 0,13-4 0 0 0,13-4 0 0 0,6-10 0 0 0,8-5 0 0 0,2-8 0 0 0,2-2 0 0 0,5 1 0 0 0,-3-3 0 0 0,1 1 0 0 0,3-2 0 0 0,-4-5 0 0 0,1 2 0 0 0,6 4 0 0 0,0-1 0 0 0,0 1 0 0 0,0-1 0 0 0,2 2 0 0 0,0-3 0 0 0,1 2 0 0 0,1 3 0 0 0,-1-1 0 0 0,1-5 0 0 0,0 1 0 0 0,0-2 0 0 0,0 2 0 0 0,0-1 0 0 0,0 1 0 0 0,0 0 0 0 0,0 1 0 0 0,0 4 0 0 0,5-2 0 0 0,-4-4 0 0 0,-1 2 0 0 0,-2-3 0 0 0,1 2 0 0 0,-1 4 0 0 0,6-2 0 0 0,2-3 0 0 0,0-4 0 0 0,4 1 0 0 0,1 5 0 0 0,-8-1 0 0 0,-3 2 0 0 0,-3-1 0 0 0,0 1 0 0 0,0 4 0 0 0,1 3 0 0 0,-5-3 0 0 0,4 1 0 0 0,3-3 0 0 0,-4-6 0 0 0,-2 2 0 0 0,1 2 0 0 0,0 4 0 0 0,2 4 0 0 0,-4-3 0 0 0,-1 1 0 0 0,1 1 0 0 0,-9 2 0 0 0,-12 2 0 0 0,-12 7 0 0 0,-10 7 0 0 0,-7 3 0 0 0,-3 3 0 0 0,-9 0 0 0 0,3 1 0 0 0,-3 4 0 0 0,0 3 0 0 0,0 2 0 0 0,3-3 0 0 0,0-1 0 0 0,3-4 0 0 0,0 0 0 0 0,1 2 0 0 0,0 3 0 0 0,1-3 0 0 0,-1 0 0 0 0,1 2 0 0 0,-1 3 0 0 0,1 1 0 0 0,-1-3 0 0 0,5-1 0 0 0,2-4 0 0 0,0-1 0 0 0,4 3 0 0 0,0-3 0 0 0,-2 2 0 0 0,-2 1 0 0 0,-3 3 0 0 0,-1-2 0 0 0,3 0 0 0 0,2 1 0 0 0,-2-2 0 0 0,5-1 0 0 0,-1 2 0 0 0,-1-2 0 0 0,-3 0 0 0 0,4 2 0 0 0,-1 2 0 0 0,-1-2 0 0 0,3 0 0 0 0,0-4 0 0 0,3 1 0 0 0,-1-4 0 0 0,3 2 0 0 0,-1-3 0 0 0,1 2 0 0 0,5 3 0 0 0,-3-1 0 0 0,2 1 0 0 0,-3-2 0 0 0,7-5 0 0 0,9-3 0 0 0,9-4 0 0 0,9-3 0 0 0,6-2 0 0 0,4-5 0 0 0,1-8 0 0 0,2-7 0 0 0,0 0 0 0 0,-1 4 0 0 0,6-1 0 0 0,-5-3 0 0 0,3-3 0 0 0,1 2 0 0 0,-1 0 0 0 0,-1-2 0 0 0,-2-3 0 0 0,5 4 0 0 0,5 0 0 0 0,7-2 0 0 0,0-1 0 0 0,-4-2 0 0 0,2 3 0 0 0,-3 1 0 0 0,1-1 0 0 0,4-2 0 0 0,-6-1 0 0 0,-1-2 0 0 0,3-1 0 0 0,4-1 0 0 0,4 1 0 0 0,-2-7 0 0 0,-4 4 0 0 0,0 2 0 0 0,-4 2 0 0 0,-2-1 0 0 0,0 1 0 0 0,5-1 0 0 0,4 0 0 0 0,-6 0 0 0 0,-1 4 0 0 0,-2 3 0 0 0,-8-2 0 0 0,0 0 0 0 0,0 3 0 0 0,-1 0 0 0 0,0-1 0 0 0,-1-2 0 0 0,4-2 0 0 0,2 4 0 0 0,-6 0 0 0 0,-3 4 0 0 0,-1 1 0 0 0,0 2 0 0 0,-5 0 0 0 0,-6-4 0 0 0,-1 3 0 0 0,2 3 0 0 0,-2-1 0 0 0,1 3 0 0 0,-1-3 0 0 0,1 2 0 0 0,-8 2 0 0 0,-10 4 0 0 0,-10 3 0 0 0,-9 2 0 0 0,-6 1 0 0 0,-4 1 0 0 0,-2 6 0 0 0,-1 2 0 0 0,0 4 0 0 0,1 1 0 0 0,0-2 0 0 0,0 2 0 0 0,1 4 0 0 0,-6 5 0 0 0,0-2 0 0 0,-1 2 0 0 0,-3-4 0 0 0,5 1 0 0 0,-3 2 0 0 0,-3-2 0 0 0,-2 0 0 0 0,-2 3 0 0 0,-5 3 0 0 0,-4 2 0 0 0,7 1 0 0 0,-3-3 0 0 0,1-1 0 0 0,-1 1 0 0 0,3 1 0 0 0,-2 1 0 0 0,-1 2 0 0 0,1-4 0 0 0,5-2 0 0 0,-1 1 0 0 0,-2 2 0 0 0,0 2 0 0 0,-1-5 0 0 0,-3 0 0 0 0,3 1 0 0 0,3 1 0 0 0,0 2 0 0 0,2-3 0 0 0,4-1 0 0 0,-3 1 0 0 0,2 1 0 0 0,2 3 0 0 0,2-5 0 0 0,3 0 0 0 0,-4 1 0 0 0,0-4 0 0 0,0 1 0 0 0,2-4 0 0 0,2 0 0 0 0,2-2 0 0 0,0 1 0 0 0,1 4 0 0 0,0-2 0 0 0,1 1 0 0 0,-1-3 0 0 0,6 2 0 0 0,1-3 0 0 0,0-4 0 0 0,-1-3 0 0 0,3 2 0 0 0,11-1 0 0 0,13-2 0 0 0,10-2 0 0 0,10-2 0 0 0,5-1 0 0 0,4-2 0 0 0,2-5 0 0 0,0-2 0 0 0,0-6 0 0 0,0 1 0 0 0,-1 1 0 0 0,5 3 0 0 0,-4-3 0 0 0,3 2 0 0 0,0-5 0 0 0,5-4 0 0 0,6 1 0 0 0,0-2 0 0 0,3 2 0 0 0,-3 5 0 0 0,-3 3 0 0 0,6-1 0 0 0,6-5 0 0 0,-2 1 0 0 0,0-3 0 0 0,2-4 0 0 0,-4 2 0 0 0,0-1 0 0 0,2 3 0 0 0,2-2 0 0 0,1-1 0 0 0,3 1 0 0 0,-4 5 0 0 0,-7-1 0 0 0,-1 2 0 0 0,2-2 0 0 0,3-3 0 0 0,3 1 0 0 0,-3-2 0 0 0,0-3 0 0 0,-4 3 0 0 0,-4 4 0 0 0,-1 4 0 0 0,4 0 0 0 0,-1-4 0 0 0,-4 0 0 0 0,2-2 0 0 0,-8-3 0 0 0,2 1 0 0 0,-2 4 0 0 0,-1-1 0 0 0,-2 3 0 0 0,-1-2 0 0 0,-1 2 0 0 0,-1-3 0 0 0,-1 2 0 0 0,1-2 0 0 0,-1 2 0 0 0,-4-3 0 0 0,-3 3 0 0 0,1 3 0 0 0,2 3 0 0 0,-4-2 0 0 0,-1-4 0 0 0,2 0 0 0 0,-3-3 0 0 0,0 1 0 0 0,-4-1 0 0 0,2 2 0 0 0,-3-2 0 0 0,-4-4 0 0 0,-4-2 0 0 0,-8 2 0 0 0,-4-1 0 0 0,-6 4 0 0 0,-2-1 0 0 0,-3 3 0 0 0,-5 5 0 0 0,-4 3 0 0 0,-2 4 0 0 0,2-3 0 0 0,1 0 0 0 0,0 0 0 0 0,-3 3 0 0 0,0 1 0 0 0,-3 1 0 0 0,0 1 0 0 0,0 1 0 0 0,-6 0 0 0 0,-2 1 0 0 0,0-1 0 0 0,-4 0 0 0 0,-5 1 0 0 0,-5-1 0 0 0,-5 0 0 0 0,-2 0 0 0 0,-2 0 0 0 0,4 0 0 0 0,1 0 0 0 0,5 0 0 0 0,6 0 0 0 0,6 0 0 0 0,3 0 0 0 0,-2 0 0 0 0,-5 0 0 0 0,0 0 0 0 0,-4 0 0 0 0,-4 5 0 0 0,-4 7 0 0 0,2 2 0 0 0,5 3 0 0 0,0-1 0 0 0,3-3 0 0 0,-1-4 0 0 0,1 2 0 0 0,4-1 0 0 0,4 3 0 0 0,2 4 0 0 0,-3 0 0 0 0,-6-3 0 0 0,5 1 0 0 0,-1-2 0 0 0,0 2 0 0 0,2 4 0 0 0,-2 3 0 0 0,-1-1 0 0 0,2-4 0 0 0,-3-1 0 0 0,6 3 0 0 0,3 4 0 0 0,3-3 0 0 0,-5-5 0 0 0,4 1 0 0 0,2 3 0 0 0,1-2 0 0 0,0 1 0 0 0,4 3 0 0 0,2-2 0 0 0,-2 1 0 0 0,-1 2 0 0 0,4 3 0 0 0,-1-3 0 0 0,4 0 0 0 0,0 2 0 0 0,-2 1 0 0 0,-4 3 0 0 0,4 1 0 0 0,3 1 0 0 0,6 0 0 0 0,5 2 0 0 0,3-1 0 0 0,2 0 0 0 0,6-5 0 0 0,8-7 0 0 0,2-2 0 0 0,3-3 0 0 0,4-5 0 0 0,4-3 0 0 0,2-3 0 0 0,2-2 0 0 0,1-1 0 0 0,0-1 0 0 0,1 0 0 0 0,5 1 0 0 0,1-1 0 0 0,0 1 0 0 0,4-1 0 0 0,-1 1 0 0 0,-1 0 0 0 0,-2 0 0 0 0,-3 0 0 0 0,-2 0 0 0 0,-1-5 0 0 0,-1-2 0 0 0,-1-5 0 0 0,6 0 0 0 0,1-4 0 0 0,0 2 0 0 0,4 2 0 0 0,1 4 0 0 0,3-3 0 0 0,-6-4 0 0 0,1 1 0 0 0,4-3 0 0 0,5 1 0 0 0,0-1 0 0 0,-4 1 0 0 0,-4-1 0 0 0,-3-3 0 0 0,-4 2 0 0 0,3 4 0 0 0,-4-1 0 0 0,-3 2 0 0 0,4-2 0 0 0,-4-4 0 0 0,4 2 0 0 0,1 3 0 0 0,-6 0 0 0 0,-1 1 0 0 0,3-2 0 0 0,3 1 0 0 0,1-1 0 0 0,-6-4 0 0 0,-3-5 0 0 0,5 3 0 0 0,3 5 0 0 0,-5-1 0 0 0,3-2 0 0 0,-4-3 0 0 0,-1 2 0 0 0,0 4 0 0 0,1 0 0 0 0,-5-3 0 0 0,-1 2 0 0 0,1 4 0 0 0,-3-1 0 0 0,-5-3 0 0 0,0 0 0 0 0,-3-1 0 0 0,3 2 0 0 0,3 4 0 0 0,-1-1 0 0 0,-4-4 0 0 0,2 1 0 0 0,-2-2 0 0 0,-4-3 0 0 0,-2-4 0 0 0,-9-2 0 0 0,-8 4 0 0 0,-9 4 0 0 0,0 2 0 0 0,-3 3 0 0 0,-2 4 0 0 0,-3 3 0 0 0,-2 4 0 0 0,-1 2 0 0 0,0 0 0 0 0,-7 2 0 0 0,-1 0 0 0 0,0 0 0 0 0,1-1 0 0 0,2 1 0 0 0,2-1 0 0 0,1 0 0 0 0,-5 0 0 0 0,-6 0 0 0 0,-6 0 0 0 0,-1 0 0 0 0,4 0 0 0 0,4 0 0 0 0,-2 0 0 0 0,-3 0 0 0 0,1 0 0 0 0,-2 0 0 0 0,1 0 0 0 0,4 0 0 0 0,-1 0 0 0 0,2 0 0 0 0,-4 0 0 0 0,-3 0 0 0 0,1 5 0 0 0,-1 2 0 0 0,1 0 0 0 0,5 3 0 0 0,-2 1 0 0 0,8 3 0 0 0,-2 0 0 0 0,-3 2 0 0 0,-6-1 0 0 0,1-4 0 0 0,2 3 0 0 0,4-3 0 0 0,-2 4 0 0 0,7 3 0 0 0,-1-1 0 0 0,1-3 0 0 0,0 1 0 0 0,2-2 0 0 0,6 2 0 0 0,4-1 0 0 0,-1-4 0 0 0,5 2 0 0 0,0 0 0 0 0,-1 2 0 0 0,-3-1 0 0 0,3 2 0 0 0,-1-1 0 0 0,-1 3 0 0 0,3 3 0 0 0,0-2 0 0 0,3 1 0 0 0,10-2 0 0 0,11-4 0 0 0,10-5 0 0 0,8-8 0 0 0,6-5 0 0 0,-2-6 0 0 0,-1-2 0 0 0,7-3 0 0 0,2-5 0 0 0,2-4 0 0 0,4-2 0 0 0,1 2 0 0 0,-6 1 0 0 0,0 0 0 0 0,1 3 0 0 0,-1 0 0 0 0,-2-2 0 0 0,5-1 0 0 0,6-3 0 0 0,-4-2 0 0 0,1-1 0 0 0,4 5 0 0 0,0 1 0 0 0,3-1 0 0 0,-2-1 0 0 0,-3-1 0 0 0,-4 4 0 0 0,2 0 0 0 0,-1-1 0 0 0,4-7 0 0 0,-1-3 0 0 0,-2 4 0 0 0,2 2 0 0 0,-1 0 0 0 0,-2 0 0 0 0,-3 5 0 0 0,3 0 0 0 0,0 0 0 0 0,-2-2 0 0 0,-2 3 0 0 0,-2-4 0 0 0,-1-4 0 0 0,-2 3 0 0 0,0 2 0 0 0,0-1 0 0 0,-1-1 0 0 0,1 4 0 0 0,-1 1 0 0 0,1-2 0 0 0,-1-1 0 0 0,1-2 0 0 0,0-1 0 0 0,0-2 0 0 0,0-1 0 0 0,-6 0 0 0 0,-1 5 0 0 0,0 2 0 0 0,2 0 0 0 0,-4-2 0 0 0,-1 4 0 0 0,-3 0 0 0 0,0 5 0 0 0,-3-1 0 0 0,-4-3 0 0 0,-4-2 0 0 0,-3-3 0 0 0,-7 3 0 0 0,-9 5 0 0 0,-8 6 0 0 0,-4 6 0 0 0,-5 2 0 0 0,-2 3 0 0 0,-2 2 0 0 0,1 0 0 0 0,0 0 0 0 0,0 0 0 0 0,-5-1 0 0 0,4 6 0 0 0,2 7 0 0 0,1 0 0 0 0,1 0 0 0 0,-6 1 0 0 0,-6 4 0 0 0,-3 5 0 0 0,2 3 0 0 0,-3-3 0 0 0,1 0 0 0 0,3 7 0 0 0,-3-2 0 0 0,-3-1 0 0 0,6 1 0 0 0,-1 1 0 0 0,-4 0 0 0 0,-4 1 0 0 0,1 6 0 0 0,4-4 0 0 0,-2-2 0 0 0,-2 0 0 0 0,1 5 0 0 0,-7 1 0 0 0,1 1 0 0 0,-6-2 0 0 0,7-1 0 0 0,2-1 0 0 0,0 5 0 0 0,2-5 0 0 0,0 3 0 0 0,-3 0 0 0 0,-8 5 0 0 0,1 0 0 0 0,6-6 0 0 0,0 1 0 0 0,5 0 0 0 0,0 3 0 0 0,-8 7 0 0 0,0-5 0 0 0,0-4 0 0 0,4-3 0 0 0,5-3 0 0 0,1 0 0 0 0,-3-1 0 0 0,-4 5 0 0 0,3 2 0 0 0,4-6 0 0 0,0-2 0 0 0,1 4 0 0 0,-1 2 0 0 0,-3 0 0 0 0,1-6 0 0 0,9-3 0 0 0,0 0 0 0 0,2 0 0 0 0,2-3 0 0 0,2-2 0 0 0,0 2 0 0 0,-3 2 0 0 0,-2 2 0 0 0,1-4 0 0 0,6 0 0 0 0,4-5 0 0 0,1 1 0 0 0,-1-3 0 0 0,5 0 0 0 0,11-2 0 0 0,13-3 0 0 0,11-4 0 0 0,14-8 0 0 0,2-9 0 0 0,2-4 0 0 0,0-3 0 0 0,1 0 0 0 0,0-2 0 0 0,-1-3 0 0 0,1 3 0 0 0,4-2 0 0 0,2 4 0 0 0,0-1 0 0 0,3-3 0 0 0,1-2 0 0 0,-2 1 0 0 0,2 1 0 0 0,11-2 0 0 0,6-3 0 0 0,-2-7 0 0 0,1-3 0 0 0,-5 5 0 0 0,-7 2 0 0 0,6 0 0 0 0,4 1 0 0 0,-3 0 0 0 0,1-2 0 0 0,1-5 0 0 0,2 3 0 0 0,-3 7 0 0 0,-1-3 0 0 0,7-1 0 0 0,3-2 0 0 0,-9 0 0 0 0,-3 4 0 0 0,6-3 0 0 0,3-7 0 0 0,2-2 0 0 0,-4 0 0 0 0,-2 6 0 0 0,-5 4 0 0 0,-5 2 0 0 0,-1 0 0 0 0,-3-1 0 0 0,-3 0 0 0 0,3 4 0 0 0,-2 1 0 0 0,-1-1 0 0 0,-3-2 0 0 0,4 4 0 0 0,-1 1 0 0 0,-6-2 0 0 0,2-2 0 0 0,-1 3 0 0 0,-5 0 0 0 0,-3-1 0 0 0,0-2 0 0 0,1 3 0 0 0,-5 0 0 0 0,-1 4 0 0 0,2-1 0 0 0,2-1 0 0 0,2-4 0 0 0,-4-2 0 0 0,0 3 0 0 0,-4 0 0 0 0,-6-1 0 0 0,1 3 0 0 0,-3 1 0 0 0,3 3 0 0 0,-1-1 0 0 0,-4-2 0 0 0,-7 2 0 0 0,-10 4 0 0 0,-9 4 0 0 0,-7 5 0 0 0,-4 2 0 0 0,-3 2 0 0 0,-1 2 0 0 0,-1-1 0 0 0,1 1 0 0 0,0 0 0 0 0,0 5 0 0 0,0 1 0 0 0,1 5 0 0 0,0 1 0 0 0,0-3 0 0 0,1-2 0 0 0,-1 2 0 0 0,5 5 0 0 0,-3 0 0 0 0,3 3 0 0 0,-4-3 0 0 0,-3 3 0 0 0,0 3 0 0 0,-6 3 0 0 0,-6-3 0 0 0,-1 1 0 0 0,2 2 0 0 0,3 1 0 0 0,4-2 0 0 0,8-1 0 0 0,-2-4 0 0 0,0 1 0 0 0,-1 1 0 0 0,0-2 0 0 0,-5 2 0 0 0,4 1 0 0 0,2-2 0 0 0,-4 1 0 0 0,4 2 0 0 0,-3 3 0 0 0,-1-3 0 0 0,0 0 0 0 0,0-4 0 0 0,2 1 0 0 0,1 1 0 0 0,0-1 0 0 0,1 0 0 0 0,0-2 0 0 0,0 0 0 0 0,1 3 0 0 0,-1-1 0 0 0,1 0 0 0 0,-1 3 0 0 0,0-3 0 0 0,0 1 0 0 0,0-3 0 0 0,6 1 0 0 0,-4-3 0 0 0,-8 2 0 0 0,4 3 0 0 0,-5-3 0 0 0,0 3 0 0 0,1 1 0 0 0,2 4 0 0 0,1-3 0 0 0,1-5 0 0 0,1-1 0 0 0,7 3 0 0 0,1-2 0 0 0,0-4 0 0 0,4 1 0 0 0,0-2 0 0 0,4 3 0 0 0,-1-2 0 0 0,2 2 0 0 0,10-1 0 0 0,4-8 0 0 0,9-5 0 0 0,8-9 0 0 0,6-2 0 0 0,5-5 0 0 0,3-5 0 0 0,7-4 0 0 0,2 1 0 0 0,6 0 0 0 0,-6-1 0 0 0,2 3 0 0 0,-2 0 0 0 0,-7-2 0 0 0,2-2 0 0 0,5-2 0 0 0,7-2 0 0 0,6-1 0 0 0,-6 0 0 0 0,-6 4 0 0 0,1 7 0 0 0,-1 1 0 0 0,3-1 0 0 0,5-8 0 0 0,4-5 0 0 0,-1-2 0 0 0,-4 5 0 0 0,-5 7 0 0 0,-4 2 0 0 0,2-6 0 0 0,4-3 0 0 0,6-3 0 0 0,-1 4 0 0 0,-3 2 0 0 0,-5 1 0 0 0,2-2 0 0 0,4-1 0 0 0,-1 4 0 0 0,-3 1 0 0 0,1 0 0 0 0,0-3 0 0 0,-4 4 0 0 0,-3 1 0 0 0,-2-3 0 0 0,-2-1 0 0 0,3 3 0 0 0,2 1 0 0 0,-1-3 0 0 0,-2-1 0 0 0,-1 3 0 0 0,-1 0 0 0 0,-1-1 0 0 0,-1 3 0 0 0,-5 0 0 0 0,-3 3 0 0 0,1 4 0 0 0,-4 0 0 0 0,0-4 0 0 0,2 2 0 0 0,2 2 0 0 0,-3 0 0 0 0,0-5 0 0 0,3-4 0 0 0,1 2 0 0 0,-3-1 0 0 0,-11 3 0 0 0,-12 5 0 0 0,-16 4 0 0 0,-17 9 0 0 0,-1 10 0 0 0,-1 4 0 0 0,1 3 0 0 0,1 0 0 0 0,1-3 0 0 0,1 1 0 0 0,0 3 0 0 0,1 4 0 0 0,-5-1 0 0 0,-1 0 0 0 0,-6 2 0 0 0,0 3 0 0 0,2 1 0 0 0,3-3 0 0 0,-3-1 0 0 0,0 2 0 0 0,-3 6 0 0 0,-5 3 0 0 0,1-4 0 0 0,4-1 0 0 0,-2-2 0 0 0,-4 7 0 0 0,3 1 0 0 0,-3-4 0 0 0,-2 2 0 0 0,7 2 0 0 0,-4-1 0 0 0,1 0 0 0 0,3-1 0 0 0,-1 4 0 0 0,-3 1 0 0 0,-4 5 0 0 0,-4 1 0 0 0,-1 2 0 0 0,-3-1 0 0 0,5 3 0 0 0,0-7 0 0 0,1-1 0 0 0,3 0 0 0 0,6-4 0 0 0,0 4 0 0 0,-3-5 0 0 0,2 2 0 0 0,-1-1 0 0 0,-4 5 0 0 0,2 1 0 0 0,5-8 0 0 0,-1 2 0 0 0,-3-1 0 0 0,1 5 0 0 0,-1 1 0 0 0,3-8 0 0 0,3-2 0 0 0,4-3 0 0 0,-2 0 0 0 0,1 0 0 0 0,2 1 0 0 0,-3 0 0 0 0,0 1 0 0 0,-3 0 0 0 0,5 1 0 0 0,5-5 0 0 0,-3-2 0 0 0,5 0 0 0 0,3 1 0 0 0,1-3 0 0 0,0 0 0 0 0,-1 1 0 0 0,0-3 0 0 0,5 0 0 0 0,1 2 0 0 0,-1 2 0 0 0,9-2 0 0 0,7-11 0 0 0,10-7 0 0 0,5-9 0 0 0,6-5 0 0 0,7 1 0 0 0,-1-4 0 0 0,2-6 0 0 0,3 2 0 0 0,-3-3 0 0 0,5-2 0 0 0,4-3 0 0 0,2-3 0 0 0,1-1 0 0 0,-6-2 0 0 0,4 0 0 0 0,1 0 0 0 0,1-1 0 0 0,5 1 0 0 0,2 0 0 0 0,-2-5 0 0 0,4-2 0 0 0,-5 0 0 0 0,-4 7 0 0 0,-2 3 0 0 0,-1-3 0 0 0,-1 2 0 0 0,6 2 0 0 0,1-5 0 0 0,-4-3 0 0 0,-4 5 0 0 0,5-3 0 0 0,-3-1 0 0 0,-2 0 0 0 0,5 0 0 0 0,2-4 0 0 0,0-1 0 0 0,5 1 0 0 0,1-4 0 0 0,-1 5 0 0 0,-3-1 0 0 0,3-4 0 0 0,1-2 0 0 0,2-2 0 0 0,1-5 0 0 0,2 2 0 0 0,-1-2 0 0 0,-2 2 0 0 0,0 5 0 0 0,0 5 0 0 0,-8 3 0 0 0,0-2 0 0 0,5-6 0 0 0,-4 0 0 0 0,-3 2 0 0 0,-3 8 0 0 0,-5 0 0 0 0,-2-1 0 0 0,0 7 0 0 0,1-3 0 0 0,3-1 0 0 0,1-1 0 0 0,-4 1 0 0 0,-1 5 0 0 0,-4 2 0 0 0,0 0 0 0 0,1 4 0 0 0,-1 1 0 0 0,-6-1 0 0 0,2-4 0 0 0,3 4 0 0 0,-2 0 0 0 0,-3-2 0 0 0,1 3 0 0 0,-2-1 0 0 0,3 4 0 0 0,-2 0 0 0 0,-3 7 0 0 0,-8 6 0 0 0,-5 8 0 0 0,-6 10 0 0 0,-8 1 0 0 0,-1 4 0 0 0,-2 5 0 0 0,-8 2 0 0 0,0 2 0 0 0,0 3 0 0 0,-1 0 0 0 0,0-5 0 0 0,4 4 0 0 0,2 2 0 0 0,-1-5 0 0 0,-1-1 0 0 0,-3 5 0 0 0,0-3 0 0 0,-2 5 0 0 0,0 2 0 0 0,-1-1 0 0 0,0-4 0 0 0,0 1 0 0 0,0 7 0 0 0,-1-3 0 0 0,-4 3 0 0 0,4 0 0 0 0,1-6 0 0 0,1 1 0 0 0,-4 7 0 0 0,-8 6 0 0 0,-1 6 0 0 0,-4 4 0 0 0,0 4 0 0 0,-1-3 0 0 0,-4-7 0 0 0,7-1 0 0 0,1 2 0 0 0,2-2 0 0 0,4-5 0 0 0,3-5 0 0 0,-4 2 0 0 0,0 5 0 0 0,-3-1 0 0 0,-1-3 0 0 0,2 3 0 0 0,3-7 0 0 0,3 0 0 0 0,1 5 0 0 0,-3-5 0 0 0,-1 1 0 0 0,-4 0 0 0 0,-1 3 0 0 0,3 0 0 0 0,1-2 0 0 0,-1-3 0 0 0,4-2 0 0 0,0-1 0 0 0,-1-3 0 0 0,1 6 0 0 0,2-5 0 0 0,1-2 0 0 0,6-1 0 0 0,-2 0 0 0 0,-3 0 0 0 0,6 0 0 0 0,-5 1 0 0 0,-1 1 0 0 0,4-1 0 0 0,2 1 0 0 0,0-5 0 0 0,-1-3 0 0 0,5 2 0 0 0,0-5 0 0 0,-1 0 0 0 0,3 2 0 0 0,0 2 0 0 0,-2-2 0 0 0,-2-1 0 0 0,2 2 0 0 0,1-3 0 0 0,3 0 0 0 0,-1 3 0 0 0,4 1 0 0 0,-2-2 0 0 0,3-11 0 0 0,8-12 0 0 0,11-6 0 0 0,5-7 0 0 0,5-6 0 0 0,6-6 0 0 0,4 3 0 0 0,-1-1 0 0 0,-1-7 0 0 0,2 3 0 0 0,2 0 0 0 0,1-1 0 0 0,1 1 0 0 0,1-2 0 0 0,-4 0 0 0 0,-2 0 0 0 0,6-1 0 0 0,-3 1 0 0 0,0-1 0 0 0,1 0 0 0 0,0 0 0 0 0,1 0 0 0 0,0 5 0 0 0,2-3 0 0 0,-1-7 0 0 0,1 2 0 0 0,5-4 0 0 0,-3 1 0 0 0,-2 5 0 0 0,4-2 0 0 0,1-6 0 0 0,0-6 0 0 0,-1 5 0 0 0,4-2 0 0 0,-4 2 0 0 0,1 2 0 0 0,1 3 0 0 0,-1 2 0 0 0,4-4 0 0 0,0 0 0 0 0,-1-5 0 0 0,3 1 0 0 0,0 1 0 0 0,-2 3 0 0 0,-3 2 0 0 0,3-2 0 0 0,0-1 0 0 0,-2 1 0 0 0,-1-3 0 0 0,-3 0 0 0 0,-1 1 0 0 0,-2 3 0 0 0,5-3 0 0 0,2 0 0 0 0,-1 2 0 0 0,-1 2 0 0 0,-2-4 0 0 0,4 0 0 0 0,-4 2 0 0 0,-3 2 0 0 0,4-4 0 0 0,1 0 0 0 0,-1 2 0 0 0,0 2 0 0 0,-6 1 0 0 0,-4 2 0 0 0,0 2 0 0 0,1 0 0 0 0,-4 0 0 0 0,-1 6 0 0 0,2 1 0 0 0,-4 1 0 0 0,-4-3 0 0 0,0 5 0 0 0,-3-1 0 0 0,3-1 0 0 0,3 4 0 0 0,-1-1 0 0 0,-3-2 0 0 0,0-3 0 0 0,-6 9 0 0 0,-6 12 0 0 0,-7 6 0 0 0,-9 4 0 0 0,-1 5 0 0 0,-5 6 0 0 0,-2 1 0 0 0,1 2 0 0 0,-1 8 0 0 0,-1 0 0 0 0,-3-1 0 0 0,4 2 0 0 0,-1 0 0 0 0,-5 1 0 0 0,-5 0 0 0 0,4 1 0 0 0,2-1 0 0 0,-5 1 0 0 0,-3 5 0 0 0,0 8 0 0 0,0-5 0 0 0,1-3 0 0 0,2 3 0 0 0,0-1 0 0 0,0-1 0 0 0,1 4 0 0 0,-5 5 0 0 0,-1 0 0 0 0,5-2 0 0 0,-3 1 0 0 0,0-6 0 0 0,1 0 0 0 0,0 4 0 0 0,2 0 0 0 0,-5 3 0 0 0,-2 0 0 0 0,7 1 0 0 0,-3-1 0 0 0,1 1 0 0 0,-6 4 0 0 0,0 4 0 0 0,-5-3 0 0 0,6 1 0 0 0,4 1 0 0 0,-2-3 0 0 0,0-4 0 0 0,0 4 0 0 0,-3 0 0 0 0,0-4 0 0 0,1 0 0 0 0,2 3 0 0 0,2-1 0 0 0,2 0 0 0 0,-4 4 0 0 0,-1-3 0 0 0,1-5 0 0 0,1 1 0 0 0,2-2 0 0 0,1-4 0 0 0,1 3 0 0 0,6-2 0 0 0,2-2 0 0 0,-5 3 0 0 0,-3-1 0 0 0,-1 4 0 0 0,-1-2 0 0 0,1-7 0 0 0,5 1 0 0 0,3-2 0 0 0,1-5 0 0 0,3-4 0 0 0,6 0 0 0 0,0 0 0 0 0,-2 1 0 0 0,-4 1 0 0 0,2 2 0 0 0,-2 0 0 0 0,4 0 0 0 0,-1-4 0 0 0,2-2 0 0 0,4 1 0 0 0,5-10 0 0 0,8-7 0 0 0,4-10 0 0 0,1-11 0 0 0,5-7 0 0 0,6-6 0 0 0,5-4 0 0 0,4-2 0 0 0,3-1 0 0 0,-4 0 0 0 0,0 6 0 0 0,0 2 0 0 0,2-5 0 0 0,1-3 0 0 0,1-1 0 0 0,-4 0 0 0 0,-2 6 0 0 0,1-3 0 0 0,2-1 0 0 0,-4-1 0 0 0,0 1 0 0 0,1-1 0 0 0,2 1 0 0 0,-3 1 0 0 0,0 0 0 0 0,1 5 0 0 0,2-3 0 0 0,2-7 0 0 0,2 2 0 0 0,1 2 0 0 0,-4-4 0 0 0,-2 4 0 0 0,0 2 0 0 0,2-4 0 0 0,2-2 0 0 0,-5 0 0 0 0,5-4 0 0 0,3 5 0 0 0,-4-3 0 0 0,3-5 0 0 0,3 0 0 0 0,-4 2 0 0 0,-3-3 0 0 0,0 1 0 0 0,1 8 0 0 0,-4-1 0 0 0,-1 0 0 0 0,1 2 0 0 0,2-4 0 0 0,-3-1 0 0 0,-1 1 0 0 0,2 1 0 0 0,2 3 0 0 0,-3 1 0 0 0,0 1 0 0 0,-4-5 0 0 0,1 5 0 0 0,1 2 0 0 0,-2 1 0 0 0,-4 0 0 0 0,1 0 0 0 0,3-1 0 0 0,3 0 0 0 0,-1 0 0 0 0,-4-1 0 0 0,0 6 0 0 0,-3 1 0 0 0,2-1 0 0 0,-1 0 0 0 0,-4-2 0 0 0,-3-2 0 0 0,3 5 0 0 0,-1 1 0 0 0,3-2 0 0 0,0 0 0 0 0,-2-3 0 0 0,-3 0 0 0 0,3 3 0 0 0,-1 2 0 0 0,-1 9 0 0 0,-8 7 0 0 0,-3 11 0 0 0,-8 9 0 0 0,0 8 0 0 0,-5 5 0 0 0,-4-1 0 0 0,1 0 0 0 0,4 1 0 0 0,-1-4 0 0 0,-3 5 0 0 0,-4 3 0 0 0,3 2 0 0 0,-1 0 0 0 0,-2 0 0 0 0,-3-5 0 0 0,4 4 0 0 0,0 0 0 0 0,-2 7 0 0 0,-1 2 0 0 0,-2-1 0 0 0,3-2 0 0 0,1-2 0 0 0,-1 4 0 0 0,-2 0 0 0 0,-1-1 0 0 0,-2 4 0 0 0,4 4 0 0 0,2-5 0 0 0,-2 1 0 0 0,0 4 0 0 0,-3-1 0 0 0,5-2 0 0 0,0 1 0 0 0,-1-1 0 0 0,-1-3 0 0 0,3 2 0 0 0,0 0 0 0 0,-1 3 0 0 0,-3 4 0 0 0,-1-1 0 0 0,-7 2 0 0 0,3-3 0 0 0,5-3 0 0 0,-2 1 0 0 0,-2 3 0 0 0,-1 4 0 0 0,0-2 0 0 0,-1 2 0 0 0,6-3 0 0 0,1-5 0 0 0,1-5 0 0 0,-2 2 0 0 0,4-1 0 0 0,0 4 0 0 0,0-2 0 0 0,-3-1 0 0 0,3-4 0 0 0,0 4 0 0 0,-1-1 0 0 0,-2 3 0 0 0,-2 6 0 0 0,-2 4 0 0 0,-1-7 0 0 0,4-5 0 0 0,2-5 0 0 0,5-4 0 0 0,0-1 0 0 0,3-1 0 0 0,0-6 0 0 0,2-1 0 0 0,4 0 0 0 0,-3-4 0 0 0,3 1 0 0 0,1 2 0 0 0,-2-4 0 0 0,1-8 0 0 0,6-8 0 0 0,6-13 0 0 0,6-6 0 0 0,2-5 0 0 0,5-3 0 0 0,5-4 0 0 0,-1-1 0 0 0,2-2 0 0 0,2 1 0 0 0,-3-1 0 0 0,-4 0 0 0 0,0 1 0 0 0,2-1 0 0 0,4 1 0 0 0,-2 0 0 0 0,-5 1 0 0 0,1-1 0 0 0,3 0 0 0 0,3 0 0 0 0,-2 0 0 0 0,-4 1 0 0 0,0-1 0 0 0,2 0 0 0 0,4 0 0 0 0,-1-5 0 0 0,-6-2 0 0 0,1 1 0 0 0,3-5 0 0 0,-2 1 0 0 0,1 6 0 0 0,-2 0 0 0 0,1-6 0 0 0,4 5 0 0 0,2-3 0 0 0,-2-4 0 0 0,1-6 0 0 0,1-5 0 0 0,3-4 0 0 0,1 3 0 0 0,3 0 0 0 0,-6 5 0 0 0,-5 5 0 0 0,-1 5 0 0 0,1-2 0 0 0,3 3 0 0 0,-2-4 0 0 0,-5 0 0 0 0,0-2 0 0 0,4-5 0 0 0,3-4 0 0 0,-2-3 0 0 0,0-3 0 0 0,-2 4 0 0 0,0 11 0 0 0,-2 3 0 0 0,1 4 0 0 0,-3 2 0 0 0,3-2 0 0 0,-3-1 0 0 0,-3 1 0 0 0,-4 3 0 0 0,3 1 0 0 0,-1 1 0 0 0,3 2 0 0 0,0 0 0 0 0,-2 0 0 0 0,-3 0 0 0 0,3 1 0 0 0,-1-1 0 0 0,4 6 0 0 0,-1 1 0 0 0,-2 0 0 0 0,3-1 0 0 0,-2-2 0 0 0,-2-2 0 0 0,-2 10 0 0 0,-3 13 0 0 0,-8 13 0 0 0,-2 11 0 0 0,-6 7 0 0 0,-1 4 0 0 0,2 3 0 0 0,3 2 0 0 0,-3-1 0 0 0,-4 0 0 0 0,0 5 0 0 0,-3 1 0 0 0,3 4 0 0 0,-3-5 0 0 0,3-3 0 0 0,-2-3 0 0 0,2-2 0 0 0,3 0 0 0 0,5-1 0 0 0,-3 1 0 0 0,-4 5 0 0 0,-6 8 0 0 0,2 1 0 0 0,3-1 0 0 0,4-3 0 0 0,-1 2 0 0 0,-4-1 0 0 0,1-1 0 0 0,-2-4 0 0 0,1-1 0 0 0,-1 3 0 0 0,2 5 0 0 0,-2 7 0 0 0,-3 0 0 0 0,2-4 0 0 0,-2 1 0 0 0,4-2 0 0 0,-2-4 0 0 0,2-3 0 0 0,5-3 0 0 0,3 3 0 0 0,-1 0 0 0 0,0-1 0 0 0,-4-2 0 0 0,1-1 0 0 0,3 4 0 0 0,-3 1 0 0 0,0-2 0 0 0,-2-1 0 0 0,1-1 0 0 0,-3-2 0 0 0,2-2 0 0 0,2 1 0 0 0,5-2 0 0 0,-3 6 0 0 0,-5 2 0 0 0,1-1 0 0 0,-3-1 0 0 0,1 3 0 0 0,4 1 0 0 0,4-1 0 0 0,-3-7 0 0 0,2-5 0 0 0,-4 0 0 0 0,1-1 0 0 0,2 1 0 0 0,3 2 0 0 0,3 0 0 0 0,-4-5 0 0 0,0 0 0 0 0,1-10 0 0 0,3-13 0 0 0,0-12 0 0 0,8-9 0 0 0,2-6 0 0 0,0-4 0 0 0,5-3 0 0 0,0 0 0 0 0,-1 0 0 0 0,-4 0 0 0 0,-1 1 0 0 0,3-5 0 0 0,0-1 0 0 0,4 0 0 0 0,0 2 0 0 0,-2 1 0 0 0,2 2 0 0 0,0 1 0 0 0,-3 1 0 0 0,-2 0 0 0 0,-3 0 0 0 0,3 1 0 0 0,1-1 0 0 0,-2 1 0 0 0,4-6 0 0 0,1-7 0 0 0,-3-1 0 0 0,-2 1 0 0 0,4-2 0 0 0,-1 1 0 0 0,-2 2 0 0 0,4 5 0 0 0,0 1 0 0 0,3 3 0 0 0,-1-3 0 0 0,3-7 0 0 0,-2-1 0 0 0,-3 1 0 0 0,-3 4 0 0 0,-3 3 0 0 0,3 1 0 0 0,-1-2 0 0 0,5-1 0 0 0,0 0 0 0 0,-2 3 0 0 0,-3 1 0 0 0,-3-4 0 0 0,4-6 0 0 0,0-1 0 0 0,-1 2 0 0 0,3-2 0 0 0,0 2 0 0 0,-1 2 0 0 0,2 3 0 0 0,0-2 0 0 0,-2 0 0 0 0,-3 2 0 0 0,-2 2 0 0 0,-1 2 0 0 0,-3 1 0 0 0,0 2 0 0 0,0 0 0 0 0,0 0 0 0 0,-1 1 0 0 0,1-1 0 0 0,-1 11 0 0 0,1 14 0 0 0,0 13 0 0 0,0 11 0 0 0,0 7 0 0 0,-5 5 0 0 0,-2 3 0 0 0,0 0 0 0 0,2 1 0 0 0,-4-1 0 0 0,0-1 0 0 0,-5 0 0 0 0,2-1 0 0 0,1 0 0 0 0,-2 0 0 0 0,2 0 0 0 0,1 0 0 0 0,4-1 0 0 0,-3 1 0 0 0,0 5 0 0 0,-4-3 0 0 0,1-3 0 0 0,2 5 0 0 0,-2 1 0 0 0,0 0 0 0 0,3 5 0 0 0,3-1 0 0 0,-4 0 0 0 0,2-3 0 0 0,-5-2 0 0 0,1 3 0 0 0,-4 1 0 0 0,2 4 0 0 0,-2 6 0 0 0,1 4 0 0 0,3-2 0 0 0,-1-3 0 0 0,2 0 0 0 0,-3-3 0 0 0,0 1 0 0 0,-1-1 0 0 0,1-4 0 0 0,3-3 0 0 0,3-3 0 0 0,-2 3 0 0 0,1 5 0 0 0,-3 2 0 0 0,-1-3 0 0 0,3 2 0 0 0,-2-5 0 0 0,1 0 0 0 0,-4 4 0 0 0,2 5 0 0 0,3 5 0 0 0,-3-1 0 0 0,2-4 0 0 0,-4-5 0 0 0,2 0 0 0 0,3 4 0 0 0,-3-1 0 0 0,2-3 0 0 0,2 1 0 0 0,3-1 0 0 0,2-3 0 0 0,-3-8 0 0 0,-1-4 0 0 0,2-2 0 0 0,1 0 0 0 0,1 1 0 0 0,3 1 0 0 0,-6-4 0 0 0,0-2 0 0 0,1 2 0 0 0,1 1 0 0 0,1-8 0 0 0,2-13 0 0 0,1-12 0 0 0,1-9 0 0 0,5-3 0 0 0,2-3 0 0 0,0-8 0 0 0,4-4 0 0 0,0-6 0 0 0,4 3 0 0 0,-2 4 0 0 0,4-4 0 0 0,-3-5 0 0 0,-2-1 0 0 0,1 2 0 0 0,-1 3 0 0 0,2 2 0 0 0,-1 3 0 0 0,3-3 0 0 0,3-7 0 0 0,-1 0 0 0 0,-4 2 0 0 0,-4-3 0 0 0,1 2 0 0 0,0 2 0 0 0,2 3 0 0 0,4 3 0 0 0,0-8 0 0 0,-4-3 0 0 0,-3 2 0 0 0,1-2 0 0 0,5-4 0 0 0,4-4 0 0 0,-1-3 0 0 0,1 3 0 0 0,-2 0 0 0 0,-4-2 0 0 0,0 10 0 0 0,-2 1 0 0 0,2-2 0 0 0,4 3 0 0 0,-1 2 0 0 0,2 4 0 0 0,3-3 0 0 0,-3-4 0 0 0,-4 0 0 0 0,-4 2 0 0 0,0-1 0 0 0,4 0 0 0 0,0-1 0 0 0,2-5 0 0 0,4 1 0 0 0,-3 5 0 0 0,-3-2 0 0 0,-5 2 0 0 0,2-2 0 0 0,-2 2 0 0 0,3 3 0 0 0,-1-3 0 0 0,3 2 0 0 0,-1 3 0 0 0,2 2 0 0 0,-1 2 0 0 0,-4 3 0 0 0,-3-5 0 0 0,-4-1 0 0 0,4 1 0 0 0,0 2 0 0 0,3 6 0 0 0,1-2 0 0 0,-2-1 0 0 0,-3-6 0 0 0,3-7 0 0 0,-1 0 0 0 0,-1 1 0 0 0,3 9 0 0 0,-1 5 0 0 0,-1 2 0 0 0,2 0 0 0 0,0 1 0 0 0,-2-1 0 0 0,-3 9 0 0 0,-2 14 0 0 0,-2 12 0 0 0,-1 11 0 0 0,-7 2 0 0 0,-1 3 0 0 0,0 3 0 0 0,1 2 0 0 0,-3 1 0 0 0,-1 2 0 0 0,-3 0 0 0 0,0 1 0 0 0,2-1 0 0 0,-1 0 0 0 0,0 0 0 0 0,3 0 0 0 0,-3 0 0 0 0,1 6 0 0 0,-3-5 0 0 0,1 4 0 0 0,-2 6 0 0 0,0 6 0 0 0,-1 5 0 0 0,-4 0 0 0 0,2-5 0 0 0,-2-5 0 0 0,3 1 0 0 0,-1 3 0 0 0,-2 4 0 0 0,1-1 0 0 0,5 1 0 0 0,-1-2 0 0 0,2-5 0 0 0,-2 0 0 0 0,-3 4 0 0 0,1 4 0 0 0,-2 4 0 0 0,-3 2 0 0 0,3 3 0 0 0,-2 6 0 0 0,-1-3 0 0 0,2-2 0 0 0,0-1 0 0 0,-3-6 0 0 0,-1-1 0 0 0,2 0 0 0 0,0-3 0 0 0,4-1 0 0 0,5 2 0 0 0,-1-2 0 0 0,2 0 0 0 0,-2 3 0 0 0,-4 2 0 0 0,2-2 0 0 0,-3-1 0 0 0,-3 3 0 0 0,3-4 0 0 0,4 0 0 0 0,4-3 0 0 0,5-5 0 0 0,-2 1 0 0 0,0-1 0 0 0,-4-4 0 0 0,1 3 0 0 0,1-1 0 0 0,-2-2 0 0 0,1-3 0 0 0,-4-1 0 0 0,2-3 0 0 0,2 0 0 0 0,4-1 0 0 0,3-1 0 0 0,1 1 0 0 0,2-1 0 0 0,-4 0 0 0 0,-1 1 0 0 0,0 0 0 0 0,1-1 0 0 0,1 1 0 0 0,-3 0 0 0 0,-1 0 0 0 0,1-11 0 0 0,2-13 0 0 0,1-14 0 0 0,2-11 0 0 0,6-7 0 0 0,3-10 0 0 0,0-10 0 0 0,-2-7 0 0 0,0-6 0 0 0,3-3 0 0 0,0 3 0 0 0,-1 7 0 0 0,-1 6 0 0 0,3 11 0 0 0,0 1 0 0 0,-2 1 0 0 0,-1 0 0 0 0,-2 1 0 0 0,-2 0 0 0 0,4-5 0 0 0,1-2 0 0 0,-1 1 0 0 0,-1 1 0 0 0,4-4 0 0 0,0 0 0 0 0,-1-4 0 0 0,-3 1 0 0 0,-1 1 0 0 0,-2-1 0 0 0,-1 0 0 0 0,-1-2 0 0 0,0-5 0 0 0,0-3 0 0 0,-1 1 0 0 0,1 5 0 0 0,0-1 0 0 0,5 3 0 0 0,2-1 0 0 0,-1-4 0 0 0,0 2 0 0 0,-3 4 0 0 0,0 4 0 0 0,-2-2 0 0 0,0-4 0 0 0,-1 0 0 0 0,5 4 0 0 0,1 2 0 0 0,1-1 0 0 0,-2 0 0 0 0,-2 3 0 0 0,0-4 0 0 0,-2 1 0 0 0,-1-3 0 0 0,0-5 0 0 0,0-5 0 0 0,0 2 0 0 0,0 5 0 0 0,-1-1 0 0 0,1-2 0 0 0,0 2 0 0 0,0 4 0 0 0,0 4 0 0 0,0 4 0 0 0,0-3 0 0 0,0 0 0 0 0,0-3 0 0 0,0-1 0 0 0,0 3 0 0 0,0-3 0 0 0,0 1 0 0 0,0 2 0 0 0,0 2 0 0 0,0 4 0 0 0,0 1 0 0 0,0 1 0 0 0,0 1 0 0 0,0 1 0 0 0,0 0 0 0 0,0 10 0 0 0,0 14 0 0 0,0 13 0 0 0,0 11 0 0 0,0 12 0 0 0,-5 2 0 0 0,-2 0 0 0 0,0 0 0 0 0,-3 0 0 0 0,-1 0 0 0 0,-3 4 0 0 0,0 3 0 0 0,-2 3 0 0 0,1 7 0 0 0,4 4 0 0 0,3-1 0 0 0,-2-4 0 0 0,0-5 0 0 0,3-5 0 0 0,-4 2 0 0 0,1-1 0 0 0,-3 4 0 0 0,0 5 0 0 0,2-1 0 0 0,-1 3 0 0 0,0-3 0 0 0,3-3 0 0 0,3 0 0 0 0,-4 5 0 0 0,2-2 0 0 0,-5 7 0 0 0,1-1 0 0 0,2-3 0 0 0,-3 5 0 0 0,2-2 0 0 0,-4 1 0 0 0,2 2 0 0 0,3-4 0 0 0,-3 0 0 0 0,1 2 0 0 0,-2-3 0 0 0,1 0 0 0 0,3 2 0 0 0,-3 2 0 0 0,2 3 0 0 0,2 1 0 0 0,3 7 0 0 0,2-2 0 0 0,2-3 0 0 0,1-5 0 0 0,-4-3 0 0 0,-1 1 0 0 0,0-3 0 0 0,1-1 0 0 0,1 2 0 0 0,2-2 0 0 0,1 0 0 0 0,1 3 0 0 0,0 2 0 0 0,-5-8 0 0 0,-2-1 0 0 0,1-4 0 0 0,0 2 0 0 0,3-1 0 0 0,1-4 0 0 0,0-2 0 0 0,2-2 0 0 0,0-3 0 0 0,0 0 0 0 0,0-1 0 0 0,1 4 0 0 0,-1 2 0 0 0,0 0 0 0 0,0-1 0 0 0,0-2 0 0 0,0-1 0 0 0,0-1 0 0 0,5-5 0 0 0,2-14 0 0 0,0-14 0 0 0,4-6 0 0 0,-1-8 0 0 0,5-6 0 0 0,-2-5 0 0 0,-2-3 0 0 0,-3-2 0 0 0,2-1 0 0 0,0 0 0 0 0,2-6 0 0 0,6 5 0 0 0,-1 1 0 0 0,-3 2 0 0 0,-4 1 0 0 0,1-1 0 0 0,-1 1 0 0 0,3-1 0 0 0,0-1 0 0 0,2-4 0 0 0,-1-3 0 0 0,-3 0 0 0 0,-3 2 0 0 0,-4-4 0 0 0,4 0 0 0 0,5 1 0 0 0,0-3 0 0 0,4 1 0 0 0,-1 1 0 0 0,-4-2 0 0 0,-4 0 0 0 0,-2-3 0 0 0,2-4 0 0 0,-1 0 0 0 0,0-1 0 0 0,3-8 0 0 0,5-5 0 0 0,1-7 0 0 0,2-2 0 0 0,-2 5 0 0 0,-4-1 0 0 0,-3 1 0 0 0,2 6 0 0 0,-2-3 0 0 0,4 0 0 0 0,-1-5 0 0 0,-2-2 0 0 0,-3 7 0 0 0,-3 3 0 0 0,-2 2 0 0 0,5 5 0 0 0,0 2 0 0 0,-1 4 0 0 0,4-5 0 0 0,0-5 0 0 0,-1 4 0 0 0,-3-1 0 0 0,3 4 0 0 0,1 0 0 0 0,-3-1 0 0 0,4 3 0 0 0,0-7 0 0 0,-3-3 0 0 0,-2 2 0 0 0,-2 6 0 0 0,-2 1 0 0 0,-1 4 0 0 0,-1 0 0 0 0,5-4 0 0 0,2 2 0 0 0,-1-1 0 0 0,-1 2 0 0 0,-1 4 0 0 0,3-2 0 0 0,1 3 0 0 0,-1-3 0 0 0,-1 1 0 0 0,2 3 0 0 0,1 3 0 0 0,-1-2 0 0 0,-2 0 0 0 0,3-3 0 0 0,0 0 0 0 0,-2 2 0 0 0,-1 3 0 0 0,-3 3 0 0 0,-1 1 0 0 0,-1 3 0 0 0,-1 0 0 0 0,0 0 0 0 0,5 6 0 0 0,2 12 0 0 0,-1 14 0 0 0,-1 12 0 0 0,-1 8 0 0 0,-2 12 0 0 0,-1 5 0 0 0,0 2 0 0 0,-7-1 0 0 0,-1-2 0 0 0,0 3 0 0 0,-4-5 0 0 0,0 3 0 0 0,2-2 0 0 0,3 0 0 0 0,-4 4 0 0 0,1 5 0 0 0,1 6 0 0 0,2 0 0 0 0,-2 1 0 0 0,-1-3 0 0 0,1-5 0 0 0,-2 2 0 0 0,-1-3 0 0 0,2 2 0 0 0,-2 4 0 0 0,0-1 0 0 0,-3 2 0 0 0,1-3 0 0 0,2-4 0 0 0,-1 2 0 0 0,0 3 0 0 0,3-2 0 0 0,3 8 0 0 0,-3 0 0 0 0,0-4 0 0 0,1-1 0 0 0,3-2 0 0 0,2 5 0 0 0,1 6 0 0 0,1-3 0 0 0,-4 0 0 0 0,-2 1 0 0 0,1-3 0 0 0,1-1 0 0 0,-4-4 0 0 0,0 1 0 0 0,1 2 0 0 0,3-2 0 0 0,1 1 0 0 0,-4 2 0 0 0,1-2 0 0 0,0 1 0 0 0,1-3 0 0 0,3 0 0 0 0,-4 4 0 0 0,-1-3 0 0 0,1-4 0 0 0,2 0 0 0 0,1-1 0 0 0,2 1 0 0 0,-4 5 0 0 0,-1-2 0 0 0,0 1 0 0 0,2-1 0 0 0,2-5 0 0 0,1-4 0 0 0,1-3 0 0 0,0-3 0 0 0,2-1 0 0 0,-1-2 0 0 0,0 0 0 0 0,0 0 0 0 0,1 0 0 0 0,-1 1 0 0 0,0-1 0 0 0,0 1 0 0 0,0-1 0 0 0,0 1 0 0 0,0 0 0 0 0,0 0 0 0 0,0 0 0 0 0,0 0 0 0 0,0-11 0 0 0,5-8 0 0 0,2-12 0 0 0,5-11 0 0 0,0-9 0 0 0,-1-11 0 0 0,2-7 0 0 0,-1 0 0 0 0,-3-6 0 0 0,3 5 0 0 0,-1 5 0 0 0,3-4 0 0 0,-1 1 0 0 0,-2-5 0 0 0,-4 0 0 0 0,3-4 0 0 0,4-4 0 0 0,1 1 0 0 0,2-1 0 0 0,-1 2 0 0 0,1 4 0 0 0,-2-1 0 0 0,-3 2 0 0 0,-4-2 0 0 0,-3 1 0 0 0,2 3 0 0 0,1 4 0 0 0,4-4 0 0 0,-1-4 0 0 0,4-5 0 0 0,-1-5 0 0 0,-3-3 0 0 0,-3-3 0 0 0,2 4 0 0 0,0 7 0 0 0,-3 6 0 0 0,-1 0 0 0 0,2-2 0 0 0,1 1 0 0 0,4 2 0 0 0,-1-1 0 0 0,-2-4 0 0 0,3-4 0 0 0,-2 1 0 0 0,-2 0 0 0 0,3 2 0 0 0,-1 5 0 0 0,-2-1 0 0 0,-3-3 0 0 0,-3-4 0 0 0,-1 1 0 0 0,4 5 0 0 0,1 4 0 0 0,0 5 0 0 0,-3-2 0 0 0,5 5 0 0 0,0-2 0 0 0,-1 1 0 0 0,-3 0 0 0 0,-1 1 0 0 0,-2-4 0 0 0,-1-1 0 0 0,5 1 0 0 0,0-4 0 0 0,1-5 0 0 0,3 1 0 0 0,0 2 0 0 0,-1 4 0 0 0,3 8 0 0 0,-1 5 0 0 0,-2 1 0 0 0,-3 1 0 0 0,-2 8 0 0 0,-2 14 0 0 0,-1 12 0 0 0,-1 10 0 0 0,0 6 0 0 0,-1 5 0 0 0,1 3 0 0 0,0 5 0 0 0,-1 2 0 0 0,-4 0 0 0 0,-2-2 0 0 0,0-3 0 0 0,2-1 0 0 0,-4-2 0 0 0,-1 0 0 0 0,2 4 0 0 0,3 1 0 0 0,1 0 0 0 0,2 4 0 0 0,-5 6 0 0 0,0 5 0 0 0,1 4 0 0 0,1-2 0 0 0,-4 0 0 0 0,0-4 0 0 0,2-4 0 0 0,-4-1 0 0 0,0 3 0 0 0,2-1 0 0 0,3 1 0 0 0,2 4 0 0 0,-4-3 0 0 0,1-3 0 0 0,0-5 0 0 0,2 1 0 0 0,-4 4 0 0 0,0-1 0 0 0,2 3 0 0 0,1 4 0 0 0,3 3 0 0 0,1-3 0 0 0,1-4 0 0 0,0 0 0 0 0,2-4 0 0 0,-1 3 0 0 0,-5-3 0 0 0,-1-3 0 0 0,-1 2 0 0 0,2-1 0 0 0,1 2 0 0 0,2 0 0 0 0,1-3 0 0 0,0-3 0 0 0,1-3 0 0 0,-5-2 0 0 0,-2 4 0 0 0,1 1 0 0 0,1-1 0 0 0,1-1 0 0 0,2-2 0 0 0,1-2 0 0 0,0 0 0 0 0,1-1 0 0 0,0 0 0 0 0,1 5 0 0 0,-1 7 0 0 0,0 1 0 0 0,0-2 0 0 0,1-2 0 0 0,-1-3 0 0 0,0-2 0 0 0,0-3 0 0 0,0-1 0 0 0,0-10 0 0 0,0-15 0 0 0,0-14 0 0 0,0-10 0 0 0,5-2 0 0 0,2-9 0 0 0,-1-4 0 0 0,0-7 0 0 0,-2-7 0 0 0,-2-1 0 0 0,-1-3 0 0 0,5 2 0 0 0,1 4 0 0 0,-1 5 0 0 0,-1 4 0 0 0,-1 2 0 0 0,-2 2 0 0 0,-1 2 0 0 0,0-1 0 0 0,4-4 0 0 0,1-2 0 0 0,1 0 0 0 0,-2 2 0 0 0,-1-5 0 0 0,-2 0 0 0 0,-1 1 0 0 0,-1-3 0 0 0,0 1 0 0 0,0-4 0 0 0,5 1 0 0 0,2 2 0 0 0,-1-1 0 0 0,-1 0 0 0 0,-1-2 0 0 0,-2-4 0 0 0,0-5 0 0 0,-2 2 0 0 0,0 0 0 0 0,0-3 0 0 0,0-1 0 0 0,-1-3 0 0 0,1-1 0 0 0,0 4 0 0 0,0 1 0 0 0,0 0 0 0 0,0 3 0 0 0,0 1 0 0 0,0 3 0 0 0,0 5 0 0 0,0 5 0 0 0,0 3 0 0 0,0-3 0 0 0,0 0 0 0 0,0 1 0 0 0,0 2 0 0 0,0 1 0 0 0,0-4 0 0 0,0 0 0 0 0,0 0 0 0 0,0 2 0 0 0,0 2 0 0 0,0 1 0 0 0,0 1 0 0 0,0 1 0 0 0,0 0 0 0 0,0 1 0 0 0,0-1 0 0 0,0 1 0 0 0,0-1 0 0 0,0 0 0 0 0,0 1 0 0 0,-5 4 0 0 0,-2 2 0 0 0,0 0 0 0 0,2-1 0 0 0,-4 3 0 0 0,-6 6 0 0 0,-5 5 0 0 0,0 10 0 0 0,5 10 0 0 0,-2 10 0 0 0,3 5 0 0 0,-2 0 0 0 0,2 1 0 0 0,4 6 0 0 0,-3-2 0 0 0,2 0 0 0 0,-3-1 0 0 0,-4 1 0 0 0,1 1 0 0 0,3 5 0 0 0,-1-3 0 0 0,2 3 0 0 0,-2-3 0 0 0,2-3 0 0 0,-3 4 0 0 0,2 2 0 0 0,3 6 0 0 0,-2 1 0 0 0,2-2 0 0 0,-3 3 0 0 0,-5 0 0 0 0,2-3 0 0 0,-2 3 0 0 0,2 4 0 0 0,-1 5 0 0 0,-2 4 0 0 0,-4 3 0 0 0,2-4 0 0 0,1 0 0 0 0,-3 1 0 0 0,4 1 0 0 0,5-3 0 0 0,4-1 0 0 0,5-4 0 0 0,-2 0 0 0 0,1 2 0 0 0,-5-2 0 0 0,1 1 0 0 0,-4 2 0 0 0,-4 4 0 0 0,1 1 0 0 0,4-2 0 0 0,-2-1 0 0 0,3 1 0 0 0,3-4 0 0 0,3-5 0 0 0,-2 1 0 0 0,1-4 0 0 0,1 2 0 0 0,-4-6 0 0 0,1 0 0 0 0,2 4 0 0 0,2 5 0 0 0,-3-5 0 0 0,-1 0 0 0 0,3 4 0 0 0,2 3 0 0 0,1 0 0 0 0,2-4 0 0 0,1-5 0 0 0,1-4 0 0 0,0-3 0 0 0,1-2 0 0 0,-1-1 0 0 0,0-1 0 0 0,1 0 0 0 0,-1 0 0 0 0,0 1 0 0 0,0-1 0 0 0,0 0 0 0 0,0-9 0 0 0,0-15 0 0 0,0-13 0 0 0,0-11 0 0 0,0-7 0 0 0,0-5 0 0 0,0-2 0 0 0,5-2 0 0 0,2 1 0 0 0,0-5 0 0 0,-2-2 0 0 0,-1 2 0 0 0,-2 1 0 0 0,5 2 0 0 0,0-4 0 0 0,0 0 0 0 0,-2 2 0 0 0,4 1 0 0 0,0 1 0 0 0,-1 2 0 0 0,3-4 0 0 0,-1-6 0 0 0,-1-1 0 0 0,-3 1 0 0 0,3-1 0 0 0,1 0 0 0 0,-3-2 0 0 0,-1 1 0 0 0,-3 3 0 0 0,-1-1 0 0 0,-1 0 0 0 0,-1-2 0 0 0,0 1 0 0 0,-1 3 0 0 0,6-2 0 0 0,2-4 0 0 0,-1-5 0 0 0,-1 1 0 0 0,-1-1 0 0 0,4-2 0 0 0,0-2 0 0 0,-1-3 0 0 0,-2 4 0 0 0,-1 1 0 0 0,-2 4 0 0 0,4 0 0 0 0,2 4 0 0 0,-2 4 0 0 0,-1-2 0 0 0,-1 3 0 0 0,3 1 0 0 0,1-1 0 0 0,-1 0 0 0 0,-2 2 0 0 0,-1-3 0 0 0,-2 0 0 0 0,-1-2 0 0 0,-1-5 0 0 0,0-5 0 0 0,-1 2 0 0 0,1 0 0 0 0,0 2 0 0 0,0 6 0 0 0,-1 4 0 0 0,1 4 0 0 0,0 3 0 0 0,0 2 0 0 0,0 0 0 0 0,0 1 0 0 0,0 0 0 0 0,0 0 0 0 0,6 0 0 0 0,1 0 0 0 0,-1-1 0 0 0,0 0 0 0 0,-3 1 0 0 0,0-1 0 0 0,-2 0 0 0 0,0 11 0 0 0,-1 13 0 0 0,-1 14 0 0 0,1 11 0 0 0,0 7 0 0 0,-1 5 0 0 0,1 8 0 0 0,0 2 0 0 0,0 5 0 0 0,-5-4 0 0 0,-2 0 0 0 0,0-1 0 0 0,-3-3 0 0 0,-1-1 0 0 0,2-2 0 0 0,2 3 0 0 0,3 1 0 0 0,2-1 0 0 0,1 4 0 0 0,0 1 0 0 0,-4-3 0 0 0,-1 3 0 0 0,-6 6 0 0 0,1-2 0 0 0,0 3 0 0 0,4 4 0 0 0,-3-3 0 0 0,0 1 0 0 0,2 3 0 0 0,2-3 0 0 0,3 0 0 0 0,-4-3 0 0 0,-1 1 0 0 0,1-3 0 0 0,2-4 0 0 0,2 1 0 0 0,-4 4 0 0 0,-1 0 0 0 0,1 1 0 0 0,2-1 0 0 0,1 1 0 0 0,2 3 0 0 0,1 4 0 0 0,1 2 0 0 0,0-3 0 0 0,0 0 0 0 0,-5-4 0 0 0,-1 0 0 0 0,-1-3 0 0 0,2-5 0 0 0,1 2 0 0 0,2-3 0 0 0,1 4 0 0 0,0 4 0 0 0,1 4 0 0 0,0 3 0 0 0,-4-7 0 0 0,-3-2 0 0 0,0 2 0 0 0,2-3 0 0 0,2 2 0 0 0,0-2 0 0 0,2-4 0 0 0,0-4 0 0 0,1-2 0 0 0,1-3 0 0 0,-1-2 0 0 0,0-1 0 0 0,0 1 0 0 0,1-1 0 0 0,-1 0 0 0 0,0 0 0 0 0,0 1 0 0 0,0-1 0 0 0,0-9 0 0 0,0-15 0 0 0,0-13 0 0 0,0-11 0 0 0,0-7 0 0 0,0-5 0 0 0,0-2 0 0 0,0-7 0 0 0,0-7 0 0 0,0 0 0 0 0,0-4 0 0 0,0 2 0 0 0,0 4 0 0 0,0 4 0 0 0,0 3 0 0 0,0 4 0 0 0,0 1 0 0 0,0 1 0 0 0,0 1 0 0 0,0 0 0 0 0,0-5 0 0 0,0-2 0 0 0,5-1 0 0 0,2 3 0 0 0,0-5 0 0 0,-2 0 0 0 0,-1-4 0 0 0,-2 0 0 0 0,-1-3 0 0 0,0-3 0 0 0,-1-5 0 0 0,0 3 0 0 0,-1-1 0 0 0,1-2 0 0 0,0 4 0 0 0,0 4 0 0 0,0 1 0 0 0,0 2 0 0 0,0-1 0 0 0,0 1 0 0 0,0-2 0 0 0,0 1 0 0 0,0 4 0 0 0,0-3 0 0 0,0-3 0 0 0,0 0 0 0 0,0 4 0 0 0,0-2 0 0 0,0-4 0 0 0,0-4 0 0 0,0 2 0 0 0,0-1 0 0 0,0 4 0 0 0,0 3 0 0 0,0 1 0 0 0,0 1 0 0 0,0 3 0 0 0,0 3 0 0 0,0 3 0 0 0,0-3 0 0 0,0-2 0 0 0,5 2 0 0 0,2 2 0 0 0,-1 1 0 0 0,0 1 0 0 0,-2 1 0 0 0,-2 1 0 0 0,-1 0 0 0 0,0 1 0 0 0,-1-1 0 0 0,0 1 0 0 0,-1-6 0 0 0,1-2 0 0 0,0 1 0 0 0,0 1 0 0 0,-1 1 0 0 0,1 2 0 0 0,0 1 0 0 0,0 1 0 0 0,0 10 0 0 0,0 15 0 0 0,0 13 0 0 0,0 11 0 0 0,-5 13 0 0 0,-2 11 0 0 0,-5-1 0 0 0,0-2 0 0 0,2-3 0 0 0,2-2 0 0 0,3 3 0 0 0,-3-4 0 0 0,-1-3 0 0 0,2 5 0 0 0,-3 1 0 0 0,0-1 0 0 0,1 5 0 0 0,-2 1 0 0 0,0-2 0 0 0,2-2 0 0 0,-2-2 0 0 0,0 4 0 0 0,2 0 0 0 0,3 3 0 0 0,2 7 0 0 0,-3-1 0 0 0,-1-4 0 0 0,1 2 0 0 0,-3-1 0 0 0,0 1 0 0 0,1-2 0 0 0,-2 3 0 0 0,0 3 0 0 0,-3 4 0 0 0,0 4 0 0 0,-1-4 0 0 0,0 0 0 0 0,4 1 0 0 0,-2-3 0 0 0,1-6 0 0 0,3-5 0 0 0,3 1 0 0 0,2 4 0 0 0,3-1 0 0 0,-5 3 0 0 0,-1 3 0 0 0,1-2 0 0 0,-4-3 0 0 0,-1 0 0 0 0,3-2 0 0 0,1-3 0 0 0,-2-4 0 0 0,0 3 0 0 0,1 5 0 0 0,3 5 0 0 0,1-1 0 0 0,2-3 0 0 0,1 1 0 0 0,1 3 0 0 0,0-2 0 0 0,-4-4 0 0 0,-3-4 0 0 0,1-3 0 0 0,1-3 0 0 0,1-3 0 0 0,2 0 0 0 0,0-1 0 0 0,2 0 0 0 0,0 0 0 0 0,0 0 0 0 0,0 1 0 0 0,1-1 0 0 0,-1 1 0 0 0,0-16 0 0 0,0-15 0 0 0,0-14 0 0 0,0-9 0 0 0,0-6 0 0 0,0-3 0 0 0,0-7 0 0 0,0-7 0 0 0,5 4 0 0 0,2-1 0 0 0,0 1 0 0 0,4-2 0 0 0,-1-5 0 0 0,-1 1 0 0 0,3 4 0 0 0,0 4 0 0 0,-3-2 0 0 0,-3 1 0 0 0,-2 2 0 0 0,-2 3 0 0 0,-1-4 0 0 0,-1-4 0 0 0,0-7 0 0 0,-1-3 0 0 0,6 0 0 0 0,1 1 0 0 0,1 2 0 0 0,-2-4 0 0 0,-1 1 0 0 0,3 5 0 0 0,1-1 0 0 0,0 5 0 0 0,-3-2 0 0 0,-1-9 0 0 0,3 1 0 0 0,1 4 0 0 0,-1 0 0 0 0,-2-1 0 0 0,-1-3 0 0 0,-2-2 0 0 0,-2 3 0 0 0,1 0 0 0 0,-1-6 0 0 0,5-3 0 0 0,1 3 0 0 0,0 2 0 0 0,0 5 0 0 0,-3 2 0 0 0,0-2 0 0 0,-2-2 0 0 0,-1 4 0 0 0,0-1 0 0 0,0-2 0 0 0,0 3 0 0 0,0 0 0 0 0,-1 4 0 0 0,1-2 0 0 0,0 3 0 0 0,0 4 0 0 0,0-1 0 0 0,0 1 0 0 0,0-3 0 0 0,0-3 0 0 0,0 0 0 0 0,0 3 0 0 0,0 5 0 0 0,0 3 0 0 0,0 3 0 0 0,0 2 0 0 0,0 1 0 0 0,0 1 0 0 0,0 0 0 0 0,0 10 0 0 0,0 14 0 0 0,0 14 0 0 0,0 9 0 0 0,0 9 0 0 0,0 4 0 0 0,0 2 0 0 0,0 7 0 0 0,-5 2 0 0 0,-7 3 0 0 0,-2 1 0 0 0,2-2 0 0 0,3-4 0 0 0,3-3 0 0 0,2-2 0 0 0,2 3 0 0 0,-4 6 0 0 0,0 6 0 0 0,0 6 0 0 0,-4-2 0 0 0,-1-5 0 0 0,3 1 0 0 0,1-4 0 0 0,-2-3 0 0 0,0-5 0 0 0,1-2 0 0 0,2 8 0 0 0,3 7 0 0 0,1 1 0 0 0,1 1 0 0 0,-4 4 0 0 0,-2 1 0 0 0,1 3 0 0 0,-4-5 0 0 0,-1-5 0 0 0,2-2 0 0 0,3-3 0 0 0,-4-4 0 0 0,1-4 0 0 0,1 2 0 0 0,3 5 0 0 0,-4 1 0 0 0,0 2 0 0 0,2-1 0 0 0,1-3 0 0 0,3 2 0 0 0,1 3 0 0 0,1 4 0 0 0,1-1 0 0 0,-5-5 0 0 0,-2-4 0 0 0,1-4 0 0 0,1 1 0 0 0,1 0 0 0 0,-3-1 0 0 0,-1-3 0 0 0,1-1 0 0 0,1-2 0 0 0,3 0 0 0 0,1-2 0 0 0,-5 6 0 0 0,0 2 0 0 0,1 4 0 0 0,1 1 0 0 0,1-2 0 0 0,2-3 0 0 0,1-2 0 0 0,1-2 0 0 0,0-2 0 0 0,0-1 0 0 0,0 0 0 0 0,1-1 0 0 0,-1 0 0 0 0,0 1 0 0 0,0-11 0 0 0,0-14 0 0 0,0-13 0 0 0,0-11 0 0 0,0-7 0 0 0,0-5 0 0 0,0-3 0 0 0,0 0 0 0 0,0 0 0 0 0,0-6 0 0 0,0 0 0 0 0,0 0 0 0 0,0 2 0 0 0,0 3 0 0 0,0 0 0 0 0,0-3 0 0 0,0-1 0 0 0,5-5 0 0 0,2 0 0 0 0,0-3 0 0 0,-2 1 0 0 0,-1 3 0 0 0,-2 3 0 0 0,0 3 0 0 0,3 3 0 0 0,2 1 0 0 0,0 1 0 0 0,-2-4 0 0 0,-2-3 0 0 0,0 2 0 0 0,-2-5 0 0 0,-1-1 0 0 0,0-2 0 0 0,0-1 0 0 0,0 4 0 0 0,-1-3 0 0 0,1 1 0 0 0,0 3 0 0 0,0 3 0 0 0,0 2 0 0 0,0-3 0 0 0,0 0 0 0 0,0 0 0 0 0,0 3 0 0 0,0-5 0 0 0,0 1 0 0 0,0 0 0 0 0,0 3 0 0 0,0-4 0 0 0,0 0 0 0 0,0 2 0 0 0,0 2 0 0 0,0 1 0 0 0,0-3 0 0 0,0-6 0 0 0,0-1 0 0 0,0-2 0 0 0,0 0 0 0 0,0-1 0 0 0,0 1 0 0 0,0 4 0 0 0,0 4 0 0 0,0 4 0 0 0,0 2 0 0 0,0 1 0 0 0,0 2 0 0 0,0-1 0 0 0,0 1 0 0 0,0 0 0 0 0,0 0 0 0 0,0-1 0 0 0,0 1 0 0 0,0-1 0 0 0,0 0 0 0 0,0 1 0 0 0,-6 4 0 0 0,0 13 0 0 0,-1 13 0 0 0,2 12 0 0 0,1 9 0 0 0,1 7 0 0 0,2 3 0 0 0,-5 2 0 0 0,-1 1 0 0 0,1-1 0 0 0,1 0 0 0 0,-4 4 0 0 0,0 7 0 0 0,1 1 0 0 0,3-2 0 0 0,1 2 0 0 0,-4-6 0 0 0,0 0 0 0 0,2-1 0 0 0,0 4 0 0 0,-2 4 0 0 0,-1 1 0 0 0,1-3 0 0 0,3 1 0 0 0,1-1 0 0 0,2 2 0 0 0,1 4 0 0 0,1-2 0 0 0,0-3 0 0 0,0-4 0 0 0,1 1 0 0 0,-1 4 0 0 0,-5-1 0 0 0,-2 9 0 0 0,1 4 0 0 0,0 4 0 0 0,-3 6 0 0 0,0-2 0 0 0,1-3 0 0 0,2-6 0 0 0,2-3 0 0 0,2 1 0 0 0,1-5 0 0 0,-4 0 0 0 0,-2-3 0 0 0,1 1 0 0 0,1 8 0 0 0,1-1 0 0 0,2-4 0 0 0,-4 0 0 0 0,-1-4 0 0 0,0 1 0 0 0,2-2 0 0 0,1 1 0 0 0,2 3 0 0 0,-4-2 0 0 0,-1 2 0 0 0,0-3 0 0 0,2 2 0 0 0,2 2 0 0 0,0 4 0 0 0,2-3 0 0 0,1-5 0 0 0,0 0 0 0 0,0 3 0 0 0,1 3 0 0 0,-1 3 0 0 0,0-3 0 0 0,0-5 0 0 0,0 0 0 0 0,1-3 0 0 0,-1-4 0 0 0,0-4 0 0 0,0-3 0 0 0,0-1 0 0 0,0-2 0 0 0,-1-1 0 0 0,1 0 0 0 0,6-5 0 0 0,1-18 0 0 0,5-19 0 0 0,0-15 0 0 0,-2-11 0 0 0,-2-6 0 0 0,-3 0 0 0 0,3-3 0 0 0,1-5 0 0 0,3 3 0 0 0,0 3 0 0 0,-2 4 0 0 0,-3 5 0 0 0,3-2 0 0 0,-1 0 0 0 0,-1 1 0 0 0,-3 3 0 0 0,-1 1 0 0 0,-2 2 0 0 0,-2-5 0 0 0,1-6 0 0 0,-2-1 0 0 0,1-4 0 0 0,-1-4 0 0 0,1-3 0 0 0,5-4 0 0 0,2 4 0 0 0,-1 6 0 0 0,0 5 0 0 0,-2 1 0 0 0,-2-4 0 0 0,-1-4 0 0 0,0 2 0 0 0,-1-2 0 0 0,0-2 0 0 0,-1 2 0 0 0,1 5 0 0 0,0 5 0 0 0,0 4 0 0 0,-1-2 0 0 0,1 0 0 0 0,0-3 0 0 0,0-1 0 0 0,0-2 0 0 0,0 0 0 0 0,0 3 0 0 0,0 4 0 0 0,0 2 0 0 0,0-3 0 0 0,0-5 0 0 0,0-5 0 0 0,0-1 0 0 0,0 4 0 0 0,0 5 0 0 0,0 3 0 0 0,0 3 0 0 0,0-2 0 0 0,0-7 0 0 0,0 1 0 0 0,0-5 0 0 0,0-3 0 0 0,0 1 0 0 0,0 4 0 0 0,0 5 0 0 0,0 3 0 0 0,0 4 0 0 0,0 2 0 0 0,0 1 0 0 0,0 1 0 0 0,0 0 0 0 0,0 0 0 0 0,-5 5 0 0 0,-2 2 0 0 0,1-1 0 0 0,0-1 0 0 0,-3-2 0 0 0,0 9 0 0 0,1 13 0 0 0,2 12 0 0 0,2 10 0 0 0,-3 8 0 0 0,-1 5 0 0 0,1 2 0 0 0,-3 1 0 0 0,-1 6 0 0 0,3 1 0 0 0,-4-1 0 0 0,1-2 0 0 0,2-1 0 0 0,3-3 0 0 0,2-1 0 0 0,2 5 0 0 0,1 0 0 0 0,1 1 0 0 0,-5-3 0 0 0,-1 0 0 0 0,0-3 0 0 0,1 0 0 0 0,1 0 0 0 0,2 9 0 0 0,-5 9 0 0 0,0 0 0 0 0,0-2 0 0 0,2 1 0 0 0,2-3 0 0 0,-5 2 0 0 0,0 8 0 0 0,1 5 0 0 0,-3 2 0 0 0,-1 2 0 0 0,3 0 0 0 0,1-1 0 0 0,3-1 0 0 0,2-5 0 0 0,1-8 0 0 0,1-2 0 0 0,0-3 0 0 0,-5 0 0 0 0,-1 4 0 0 0,0-2 0 0 0,1 2 0 0 0,-4-2 0 0 0,-1-4 0 0 0,3 1 0 0 0,1-1 0 0 0,2 2 0 0 0,2-2 0 0 0,-5 4 0 0 0,0 3 0 0 0,1 4 0 0 0,1-2 0 0 0,1-5 0 0 0,2 1 0 0 0,1-4 0 0 0,-4-3 0 0 0,-2-3 0 0 0,1-4 0 0 0,1-2 0 0 0,1 5 0 0 0,2 0 0 0 0,1 0 0 0 0,0-2 0 0 0,1-1 0 0 0,1-1 0 0 0,-1-1 0 0 0,0-1 0 0 0,0 0 0 0 0,1-1 0 0 0,-1 1 0 0 0,0 0 0 0 0,0-1 0 0 0,0 1 0 0 0,0 0 0 0 0,0-11 0 0 0,0-14 0 0 0,0-13 0 0 0,5-10 0 0 0,2-8 0 0 0,0-5 0 0 0,-2-8 0 0 0,-1-3 0 0 0,3 7 0 0 0,2 2 0 0 0,-2 2 0 0 0,3 2 0 0 0,1-7 0 0 0,-2-6 0 0 0,2-2 0 0 0,0-5 0 0 0,-2 2 0 0 0,-3-3 0 0 0,-2 3 0 0 0,-2 2 0 0 0,-1 0 0 0 0,4-4 0 0 0,2-4 0 0 0,-1 1 0 0 0,-1 5 0 0 0,-1 4 0 0 0,3 5 0 0 0,1-3 0 0 0,-1 1 0 0 0,-2-3 0 0 0,-1-1 0 0 0,3-2 0 0 0,1 0 0 0 0,-1 3 0 0 0,-2-2 0 0 0,-1-4 0 0 0,-2 2 0 0 0,-1-3 0 0 0,4 2 0 0 0,2 3 0 0 0,-1-5 0 0 0,-1-1 0 0 0,-1-2 0 0 0,-2 3 0 0 0,-1-1 0 0 0,0-2 0 0 0,-1-4 0 0 0,-1 4 0 0 0,1-1 0 0 0,0-1 0 0 0,0 3 0 0 0,-1 0 0 0 0,1 3 0 0 0,0-1 0 0 0,0-2 0 0 0,0 2 0 0 0,0-1 0 0 0,0 3 0 0 0,0 4 0 0 0,0-2 0 0 0,0 3 0 0 0,0-3 0 0 0,0-4 0 0 0,0-4 0 0 0,0 2 0 0 0,0 4 0 0 0,0 5 0 0 0,0-1 0 0 0,0 1 0 0 0,0-2 0 0 0,0 1 0 0 0,0 3 0 0 0,0 2 0 0 0,0 3 0 0 0,0 2 0 0 0,-5 1 0 0 0,-2 2 0 0 0,0-1 0 0 0,2 1 0 0 0,1 0 0 0 0,2-1 0 0 0,1 1 0 0 0,-5 4 0 0 0,-1 3 0 0 0,0-1 0 0 0,2-2 0 0 0,2-1 0 0 0,1-1 0 0 0,-5 3 0 0 0,-5 12 0 0 0,-2 14 0 0 0,3 11 0 0 0,2 9 0 0 0,-2 11 0 0 0,0 6 0 0 0,3 2 0 0 0,-3-2 0 0 0,0-1 0 0 0,3-1 0 0 0,-3-3 0 0 0,0-1 0 0 0,2-1 0 0 0,3 0 0 0 0,2 0 0 0 0,2-1 0 0 0,1 6 0 0 0,1 7 0 0 0,-5 6 0 0 0,-1 6 0 0 0,0 4 0 0 0,1-3 0 0 0,1-1 0 0 0,-3-4 0 0 0,-1-5 0 0 0,1-6 0 0 0,1-4 0 0 0,-3 2 0 0 0,0 5 0 0 0,2 1 0 0 0,1-2 0 0 0,2 2 0 0 0,2-1 0 0 0,1-2 0 0 0,1-4 0 0 0,0 3 0 0 0,1 5 0 0 0,-6 6 0 0 0,-2-2 0 0 0,1-2 0 0 0,1 0 0 0 0,1-3 0 0 0,2-2 0 0 0,-5 0 0 0 0,0 5 0 0 0,0 0 0 0 0,2-4 0 0 0,1 2 0 0 0,-3-7 0 0 0,-1-5 0 0 0,1 3 0 0 0,2 0 0 0 0,1 0 0 0 0,2-2 0 0 0,1 0 0 0 0,1-2 0 0 0,0-1 0 0 0,0 0 0 0 0,1 0 0 0 0,-1 0 0 0 0,0-1 0 0 0,0 1 0 0 0,1-1 0 0 0,-1 1 0 0 0,0 0 0 0 0,0 0 0 0 0,0 0 0 0 0,0-1 0 0 0,0 1 0 0 0,0 0 0 0 0,0 0 0 0 0,0 0 0 0 0,0 0 0 0 0,0-1 0 0 0,0-9 0 0 0,0-15 0 0 0,0-13 0 0 0,0-16 0 0 0,0-9 0 0 0,0-4 0 0 0,0-8 0 0 0,0 0 0 0 0,0 2 0 0 0,0-3 0 0 0,0 1 0 0 0,0 3 0 0 0,0-2 0 0 0,0 1 0 0 0,0 2 0 0 0,0 3 0 0 0,0 3 0 0 0,0-4 0 0 0,0-1 0 0 0,0 2 0 0 0,0 1 0 0 0,0 2 0 0 0,0 1 0 0 0,0-3 0 0 0,0-2 0 0 0,0-5 0 0 0,0 0 0 0 0,0 2 0 0 0,0 3 0 0 0,0 2 0 0 0,0 3 0 0 0,5 1 0 0 0,2 1 0 0 0,-1 0 0 0 0,0-4 0 0 0,-2-8 0 0 0,-2-6 0 0 0,-1-1 0 0 0,0-1 0 0 0,-1 1 0 0 0,0 6 0 0 0,-1 3 0 0 0,1 5 0 0 0,0-3 0 0 0,0 1 0 0 0,-1-5 0 0 0,1 1 0 0 0,0 1 0 0 0,0 4 0 0 0,0 1 0 0 0,0 3 0 0 0,0 1 0 0 0,0-4 0 0 0,0-7 0 0 0,0-1 0 0 0,0 2 0 0 0,0 2 0 0 0,0 4 0 0 0,0 1 0 0 0,0 3 0 0 0,0 1 0 0 0,0 0 0 0 0,0 1 0 0 0,0 0 0 0 0,0-1 0 0 0,0 1 0 0 0,0 10 0 0 0,0 19 0 0 0,0 15 0 0 0,0 10 0 0 0,0 6 0 0 0,0 4 0 0 0,-5 1 0 0 0,-2 0 0 0 0,1-1 0 0 0,0-1 0 0 0,2 4 0 0 0,2 2 0 0 0,1 4 0 0 0,0 5 0 0 0,1 0 0 0 0,0-3 0 0 0,-4-3 0 0 0,-3-5 0 0 0,0-3 0 0 0,2 4 0 0 0,2 0 0 0 0,-5-1 0 0 0,0 3 0 0 0,1 7 0 0 0,1-1 0 0 0,3 3 0 0 0,-5 3 0 0 0,0-2 0 0 0,1 2 0 0 0,2-4 0 0 0,-3-4 0 0 0,-1 1 0 0 0,1-2 0 0 0,2 1 0 0 0,3 5 0 0 0,1-1 0 0 0,1 2 0 0 0,0-3 0 0 0,2-4 0 0 0,-1 2 0 0 0,0-2 0 0 0,-4 2 0 0 0,-3 4 0 0 0,0-1 0 0 0,2-4 0 0 0,1-3 0 0 0,2 1 0 0 0,1 4 0 0 0,0 0 0 0 0,1 2 0 0 0,-5 3 0 0 0,-2 4 0 0 0,1-2 0 0 0,1-5 0 0 0,1-1 0 0 0,2-2 0 0 0,-4 1 0 0 0,-2-1 0 0 0,1 1 0 0 0,2-1 0 0 0,2-4 0 0 0,1 2 0 0 0,1 0 0 0 0,-5 1 0 0 0,-1 0 0 0 0,1-3 0 0 0,1-3 0 0 0,1-2 0 0 0,2-3 0 0 0,1-2 0 0 0,1 0 0 0 0,0-1 0 0 0,0 1 0 0 0,0-1 0 0 0,0 0 0 0 0,1 1 0 0 0,-1-1 0 0 0,0-9 0 0 0,0-15 0 0 0,0-13 0 0 0,0-11 0 0 0,0-7 0 0 0,0-5 0 0 0,0-2 0 0 0,5-2 0 0 0,2-4 0 0 0,0-2 0 0 0,-2 0 0 0 0,-1 3 0 0 0,-2-3 0 0 0,0-1 0 0 0,-2-3 0 0 0,0 1 0 0 0,5-4 0 0 0,2-3 0 0 0,-1 1 0 0 0,-1 3 0 0 0,-1 0 0 0 0,-2-3 0 0 0,-1 1 0 0 0,0 4 0 0 0,-1 4 0 0 0,0 4 0 0 0,5-3 0 0 0,1-5 0 0 0,1 0 0 0 0,-2 2 0 0 0,-1 2 0 0 0,-2 4 0 0 0,-1-3 0 0 0,0 0 0 0 0,-1-4 0 0 0,5-5 0 0 0,1-5 0 0 0,1 1 0 0 0,-2 5 0 0 0,-1-1 0 0 0,-2 3 0 0 0,-1-1 0 0 0,0 1 0 0 0,-1 4 0 0 0,-1-2 0 0 0,1 1 0 0 0,0-3 0 0 0,0 1 0 0 0,-1 3 0 0 0,1-2 0 0 0,0-4 0 0 0,0 0 0 0 0,0-2 0 0 0,0-3 0 0 0,0-3 0 0 0,0 2 0 0 0,0 5 0 0 0,0 0 0 0 0,0 4 0 0 0,0 3 0 0 0,0-2 0 0 0,0 2 0 0 0,0 2 0 0 0,0-3 0 0 0,0 1 0 0 0,0 2 0 0 0,0 2 0 0 0,0-2 0 0 0,0-1 0 0 0,0 2 0 0 0,0 1 0 0 0,0 3 0 0 0,0 1 0 0 0,0 2 0 0 0,0 0 0 0 0,0 0 0 0 0,0 1 0 0 0,0-1 0 0 0,0 1 0 0 0,0-1 0 0 0,0 1 0 0 0,0-1 0 0 0,0 11 0 0 0,0 13 0 0 0,0 14 0 0 0,0 11 0 0 0,0 7 0 0 0,-5 0 0 0 0,-2 0 0 0 0,0 2 0 0 0,2 1 0 0 0,1 1 0 0 0,2 1 0 0 0,1 1 0 0 0,0 0 0 0 0,1 0 0 0 0,0 0 0 0 0,1 0 0 0 0,-1 0 0 0 0,0 5 0 0 0,0 7 0 0 0,0 2 0 0 0,-5-2 0 0 0,-2 2 0 0 0,1 4 0 0 0,0-1 0 0 0,-3 2 0 0 0,0-2 0 0 0,1-5 0 0 0,2 2 0 0 0,2 3 0 0 0,2-2 0 0 0,1 3 0 0 0,-4-2 0 0 0,-2-4 0 0 0,1 1 0 0 0,1-1 0 0 0,1 2 0 0 0,2 4 0 0 0,1-1 0 0 0,1-4 0 0 0,0-3 0 0 0,0-5 0 0 0,0-2 0 0 0,0-2 0 0 0,1-1 0 0 0,-1-1 0 0 0,0 0 0 0 0,0 1 0 0 0,0 4 0 0 0,0 2 0 0 0,0 1 0 0 0,0-2 0 0 0,0-2 0 0 0,0 5 0 0 0,0 0 0 0 0,0-1 0 0 0,0-2 0 0 0,0-2 0 0 0,0-1 0 0 0,0-1 0 0 0,0-1 0 0 0,0 0 0 0 0,0-1 0 0 0,0 1 0 0 0,0-1 0 0 0,0 1 0 0 0,0 0 0 0 0,0-1 0 0 0,0 1 0 0 0,0 0 0 0 0,0-11 0 0 0,0-13 0 0 0,0-14 0 0 0,0-11 0 0 0,0-7 0 0 0,5-5 0 0 0,2-2 0 0 0,0-2 0 0 0,-2 1 0 0 0,-1 0 0 0 0,-2 0 0 0 0,0 1 0 0 0,-2 1 0 0 0,0 0 0 0 0,0 0 0 0 0,0 0 0 0 0,-1 0 0 0 0,1 1 0 0 0,0-1 0 0 0,0 0 0 0 0,0 0 0 0 0,5 1 0 0 0,2-1 0 0 0,0 0 0 0 0,-2 0 0 0 0,-1-5 0 0 0,-2-7 0 0 0,-1-1 0 0 0,0 1 0 0 0,-1-3 0 0 0,0-3 0 0 0,-1-4 0 0 0,1-4 0 0 0,0-2 0 0 0,0-2 0 0 0,0 4 0 0 0,0 7 0 0 0,0 6 0 0 0,0 1 0 0 0,0 2 0 0 0,0 2 0 0 0,-6-1 0 0 0,-1-6 0 0 0,1 0 0 0 0,0-2 0 0 0,3 2 0 0 0,-5-3 0 0 0,0-2 0 0 0,1 1 0 0 0,1 0 0 0 0,3-3 0 0 0,-5-3 0 0 0,0 3 0 0 0,1 0 0 0 0,-3-1 0 0 0,0-3 0 0 0,1 4 0 0 0,3 1 0 0 0,2 3 0 0 0,1-1 0 0 0,2 4 0 0 0,1 4 0 0 0,-5-1 0 0 0,-1 1 0 0 0,0 3 0 0 0,1-3 0 0 0,-4 6 0 0 0,0-1 0 0 0,1 0 0 0 0,2 1 0 0 0,2 2 0 0 0,-3 1 0 0 0,-1-4 0 0 0,1-2 0 0 0,2 2 0 0 0,1 1 0 0 0,2 2 0 0 0,2 1 0 0 0,-1 1 0 0 0,1 1 0 0 0,1 0 0 0 0,-1 0 0 0 0,0 1 0 0 0,1-1 0 0 0,-1 1 0 0 0,-5 4 0 0 0,-2 13 0 0 0,0 13 0 0 0,2 13 0 0 0,-4 8 0 0 0,-1 7 0 0 0,2 3 0 0 0,2 2 0 0 0,3 0 0 0 0,1 0 0 0 0,1 5 0 0 0,0 2 0 0 0,2-2 0 0 0,-1-1 0 0 0,-5-3 0 0 0,-2 0 0 0 0,1 3 0 0 0,1 1 0 0 0,1 5 0 0 0,2-1 0 0 0,1-1 0 0 0,0-2 0 0 0,1-4 0 0 0,0-1 0 0 0,1-2 0 0 0,-1-1 0 0 0,0-1 0 0 0,0 6 0 0 0,0 1 0 0 0,0 0 0 0 0,0-1 0 0 0,0 4 0 0 0,0 5 0 0 0,0 1 0 0 0,0 2 0 0 0,0-1 0 0 0,0-3 0 0 0,0-5 0 0 0,0 2 0 0 0,0 0 0 0 0,0-3 0 0 0,0 4 0 0 0,0-1 0 0 0,0-2 0 0 0,0-3 0 0 0,0 4 0 0 0,0 0 0 0 0,0-2 0 0 0,0-1 0 0 0,0-3 0 0 0,0-1 0 0 0,0-2 0 0 0,0 0 0 0 0,0 0 0 0 0,0-1 0 0 0,0 1 0 0 0,0-1 0 0 0,0 1 0 0 0,0-1 0 0 0,0 1 0 0 0,0 0 0 0 0,0 0 0 0 0,0 0 0 0 0,6-6 0 0 0,6-6 0 0 0,7-12 0 0 0,5-8 0 0 0,-1-8 0 0 0,-5-8 0 0 0,0-6 0 0 0,2-5 0 0 0,-2-3 0 0 0,1 4 0 0 0,-3 2 0 0 0,-4-1 0 0 0,1 4 0 0 0,-1 1 0 0 0,1-1 0 0 0,0-3 0 0 0,-3-1 0 0 0,3-3 0 0 0,-2-1 0 0 0,3 0 0 0 0,-1-1 0 0 0,3 5 0 0 0,-2 2 0 0 0,-3-1 0 0 0,-3-1 0 0 0,1-1 0 0 0,1-1 0 0 0,2-2 0 0 0,1 0 0 0 0,-3-1 0 0 0,-3 0 0 0 0,2 0 0 0 0,6-6 0 0 0,-1-1 0 0 0,4 6 0 0 0,-3 3 0 0 0,-2 1 0 0 0,-5 0 0 0 0,-3-1 0 0 0,3 0 0 0 0,0 0 0 0 0,4-1 0 0 0,-1-1 0 0 0,4 1 0 0 0,-1-1 0 0 0,-2 0 0 0 0,-5-5 0 0 0,4 3 0 0 0,-2 2 0 0 0,-1 2 0 0 0,2-1 0 0 0,0 1 0 0 0,-1-1 0 0 0,-3 0 0 0 0,-2 0 0 0 0,-2-1 0 0 0,4 1 0 0 0,1-1 0 0 0,4 0 0 0 0,1 0 0 0 0,-2 0 0 0 0,3 5 0 0 0,-7 8 0 0 0,-3 11 0 0 0,-9 7 0 0 0,-2 9 0 0 0,-5 9 0 0 0,-1 5 0 0 0,-3 0 0 0 0,1 0 0 0 0,4 3 0 0 0,-2-4 0 0 0,2-1 0 0 0,-3-3 0 0 0,-3 1 0 0 0,0 1 0 0 0,-1-2 0 0 0,3 1 0 0 0,-2-2 0 0 0,-3 0 0 0 0,3 3 0 0 0,-2-1 0 0 0,-2-5 0 0 0,2 1 0 0 0,0-3 0 0 0,3 3 0 0 0,-1-2 0 0 0,-2 3 0 0 0,-4-2 0 0 0,3 2 0 0 0,0-2 0 0 0,3 3 0 0 0,-1-3 0 0 0,-1-3 0 0 0,1 2 0 0 0,5 4 0 0 0,-1-1 0 0 0,8-4 0 0 0,10-3 0 0 0,9-3 0 0 0,9-3 0 0 0,5-2 0 0 0,5-1 0 0 0,0-1 0 0 0,2 1 0 0 0,0-1 0 0 0,0 0 0 0 0,-1 1 0 0 0,-1 0 0 0 0,-5-6 0 0 0,4-1 0 0 0,1 1 0 0 0,1 0 0 0 0,0 3 0 0 0,0 0 0 0 0,0 2 0 0 0,0 1 0 0 0,-1 0 0 0 0,0 0 0 0 0,0 0 0 0 0,5 0 0 0 0,2 1 0 0 0,-1-1 0 0 0,-1 0 0 0 0,-1 0 0 0 0,-2 0 0 0 0,-1 0 0 0 0,-6-5 0 0 0,-2-2 0 0 0,0 0 0 0 0,1 2 0 0 0,2 1 0 0 0,1 2 0 0 0,-4-5 0 0 0,-6-6 0 0 0,-11 0 0 0 0,-12 1 0 0 0,-11 3 0 0 0,-8 3 0 0 0,-4 3 0 0 0,-4 1 0 0 0,4-3 0 0 0,2-2 0 0 0,0 1 0 0 0,-1 1 0 0 0,-1 2 0 0 0,-1-5 0 0 0,-1 1 0 0 0,-1 0 0 0 0,0 1 0 0 0,0 3 0 0 0,-5 1 0 0 0,-7 1 0 0 0,4-5 0 0 0,3-1 0 0 0,2 1 0 0 0,2 1 0 0 0,2 1 0 0 0,0 2 0 0 0,0-4 0 0 0,-1-2 0 0 0,-4 2 0 0 0,-3-4 0 0 0,1-1 0 0 0,-4 2 0 0 0,-1 3 0 0 0,3 2 0 0 0,1 1 0 0 0,3 2 0 0 0,2 1 0 0 0,1 1 0 0 0,1-1 0 0 0,0 0 0 0 0,-4-4 0 0 0,-3-3 0 0 0,-4 0 0 0 0,-1 2 0 0 0,2 1 0 0 0,3 2 0 0 0,2 1 0 0 0,2 0 0 0 0,7-4 0 0 0,3-2 0 0 0,0 1 0 0 0,10 1 0 0 0,11 1 0 0 0,13 2 0 0 0,9 1 0 0 0,7 0 0 0 0,4 1 0 0 0,3 1 0 0 0,0-1 0 0 0,0 0 0 0 0,-5 6 0 0 0,-3 1 0 0 0,0 0 0 0 0,1-2 0 0 0,1-1 0 0 0,2-2 0 0 0,0-1 0 0 0,2 0 0 0 0,-1-1 0 0 0,1 0 0 0 0,0-1 0 0 0,0 1 0 0 0,0 0 0 0 0,0 0 0 0 0,0 0 0 0 0,0 0 0 0 0,-10-1 0 0 0,-15 1 0 0 0,-13 0 0 0 0,-10 1 0 0 0,-9-1 0 0 0,-4 0 0 0 0,-2 0 0 0 0,-2 0 0 0 0,1 0 0 0 0,0 0 0 0 0,0 0 0 0 0,1 0 0 0 0,1 0 0 0 0,0 0 0 0 0,0 0 0 0 0,0 0 0 0 0,1 0 0 0 0,-1 0 0 0 0,0 0 0 0 0,0 0 0 0 0,1 0 0 0 0,-1 0 0 0 0,0 0 0 0 0,0 0 0 0 0,6 5 0 0 0,1 2 0 0 0,0-1 0 0 0,-2 0 0 0 0,-1-2 0 0 0,4 3 0 0 0,0 1 0 0 0,0 0 0 0 0,-3 2 0 0 0,-1 1 0 0 0,9-3 0 0 0,12-1 0 0 0,13-3 0 0 0,11-2 0 0 0,7-1 0 0 0,4-1 0 0 0,3 0 0 0 0,2-1 0 0 0,-1 1 0 0 0,0 0 0 0 0,-1-1 0 0 0,0 1 0 0 0,0 0 0 0 0,-1 0 0 0 0,0 0 0 0 0,0 0 0 0 0,-1 0 0 0 0,1 0 0 0 0,0 0 0 0 0,-1 0 0 0 0,1 0 0 0 0,0 0 0 0 0,0 0 0 0 0,0 0 0 0 0,-1 0 0 0 0,1 0 0 0 0,0 0 0 0 0,-11 0 0 0 0,-13 0 0 0 0,-14 0 0 0 0,-11 0 0 0 0,-7 0 0 0 0,-5 0 0 0 0,-2 0 0 0 0,-2-5 0 0 0,1-2 0 0 0,0 0 0 0 0,-5 2 0 0 0,4-4 0 0 0,3-1 0 0 0,1 3 0 0 0,1 1 0 0 0,0 2 0 0 0,-1 2 0 0 0,0 1 0 0 0,0-5 0 0 0,-1 0 0 0 0,-4-1 0 0 0,2-3 0 0 0,2 0 0 0 0,-3 1 0 0 0,-3 2 0 0 0,1 3 0 0 0,-4 2 0 0 0,-6 1 0 0 0,-1-5 0 0 0,4 0 0 0 0,-8-1 0 0 0,-6-3 0 0 0,3 0 0 0 0,4 1 0 0 0,1-2 0 0 0,3-1 0 0 0,-6 3 0 0 0,0 3 0 0 0,4-3 0 0 0,5 0 0 0 0,-1 1 0 0 0,2 3 0 0 0,-2 1 0 0 0,0 2 0 0 0,4 2 0 0 0,2 0 0 0 0,3 0 0 0 0,-3 0 0 0 0,-1 1 0 0 0,2-1 0 0 0,1 0 0 0 0,2 0 0 0 0,2 0 0 0 0,0-5 0 0 0,1-2 0 0 0,0 1 0 0 0,1 0 0 0 0,-1 2 0 0 0,1 2 0 0 0,-1 1 0 0 0,1 0 0 0 0,-1 1 0 0 0,0 0 0 0 0,0 1 0 0 0,0-6 0 0 0,0-2 0 0 0,1 1 0 0 0,-1 0 0 0 0,0 3 0 0 0,0 0 0 0 0,0 2 0 0 0,0-5 0 0 0,11-1 0 0 0,14 1 0 0 0,13 1 0 0 0,10 1 0 0 0,3-3 0 0 0,3-1 0 0 0,3 1 0 0 0,2 1 0 0 0,2 3 0 0 0,1 1 0 0 0,0 1 0 0 0,0 1 0 0 0,1 0 0 0 0,-1 0 0 0 0,0 0 0 0 0,5 1 0 0 0,2-1 0 0 0,5 0 0 0 0,5 0 0 0 0,1 0 0 0 0,1 0 0 0 0,-2 0 0 0 0,-4 0 0 0 0,-4 0 0 0 0,-4 0 0 0 0,-2 0 0 0 0,3 0 0 0 0,5 5 0 0 0,2 2 0 0 0,-2 0 0 0 0,-3-2 0 0 0,-2-1 0 0 0,-3-1 0 0 0,-2-2 0 0 0,-1 5 0 0 0,0 0 0 0 0,5 1 0 0 0,1-2 0 0 0,0-2 0 0 0,-1 0 0 0 0,-2-2 0 0 0,-1 4 0 0 0,-1 2 0 0 0,-1 0 0 0 0,0-2 0 0 0,0-2 0 0 0,5 5 0 0 0,1 0 0 0 0,0-1 0 0 0,-1-2 0 0 0,-1-1 0 0 0,-2-2 0 0 0,-1-1 0 0 0,-1-1 0 0 0,0 0 0 0 0,0 0 0 0 0,-1-1 0 0 0,-4 6 0 0 0,-3 2 0 0 0,1-1 0 0 0,-9 0 0 0 0,-12-3 0 0 0,-12 0 0 0 0,-10-2 0 0 0,-7 0 0 0 0,-4-1 0 0 0,-2-1 0 0 0,-1 1 0 0 0,-1 0 0 0 0,1 0 0 0 0,1-1 0 0 0,-5 1 0 0 0,-1 0 0 0 0,-5 0 0 0 0,0 0 0 0 0,1 0 0 0 0,4 0 0 0 0,2 0 0 0 0,-3 0 0 0 0,-5 0 0 0 0,-1 0 0 0 0,-2 0 0 0 0,0 0 0 0 0,4 0 0 0 0,-1-5 0 0 0,1-2 0 0 0,2 0 0 0 0,4 2 0 0 0,3 1 0 0 0,-4 2 0 0 0,-6 1 0 0 0,-5 0 0 0 0,0 1 0 0 0,2 0 0 0 0,6 1 0 0 0,3-1 0 0 0,-2 0 0 0 0,0 0 0 0 0,-2 0 0 0 0,-6 0 0 0 0,-5 0 0 0 0,-4 0 0 0 0,-2 0 0 0 0,3 0 0 0 0,1 0 0 0 0,-1 0 0 0 0,4 0 0 0 0,5 0 0 0 0,1-5 0 0 0,3-2 0 0 0,-3 1 0 0 0,3 0 0 0 0,2 2 0 0 0,3 2 0 0 0,-2 1 0 0 0,-5 0 0 0 0,0 1 0 0 0,3 0 0 0 0,2 1 0 0 0,4-1 0 0 0,2 0 0 0 0,2 0 0 0 0,1 1 0 0 0,0-1 0 0 0,1 0 0 0 0,0-6 0 0 0,0-1 0 0 0,-1 1 0 0 0,1 0 0 0 0,-1 3 0 0 0,0 0 0 0 0,0 2 0 0 0,0 0 0 0 0,1 1 0 0 0,4-5 0 0 0,13-1 0 0 0,13-1 0 0 0,12 2 0 0 0,10 2 0 0 0,5-5 0 0 0,4 0 0 0 0,2 1 0 0 0,1 1 0 0 0,4 3 0 0 0,2 1 0 0 0,-1 1 0 0 0,3 1 0 0 0,0 0 0 0 0,-2 0 0 0 0,-2 0 0 0 0,-3 1 0 0 0,-2-1 0 0 0,-1 0 0 0 0,4 0 0 0 0,1 0 0 0 0,5 0 0 0 0,1 0 0 0 0,3 0 0 0 0,-1 0 0 0 0,-2 0 0 0 0,-4 0 0 0 0,-3 0 0 0 0,2 0 0 0 0,6 0 0 0 0,6 0 0 0 0,-1 0 0 0 0,-3 0 0 0 0,1 0 0 0 0,-2 0 0 0 0,1 0 0 0 0,-1 0 0 0 0,-3 0 0 0 0,1 0 0 0 0,4 0 0 0 0,0 0 0 0 0,1 0 0 0 0,4 0 0 0 0,-2 0 0 0 0,1 0 0 0 0,-2 0 0 0 0,-1 0 0 0 0,-1 0 0 0 0,0 5 0 0 0,-1 2 0 0 0,-5 0 0 0 0,-2-2 0 0 0,-4-1 0 0 0,-3-1 0 0 0,0-2 0 0 0,-2-1 0 0 0,0 0 0 0 0,1 0 0 0 0,-1 0 0 0 0,0-1 0 0 0,1 1 0 0 0,-1 0 0 0 0,1 5 0 0 0,0 2 0 0 0,0 0 0 0 0,-1-2 0 0 0,1-1 0 0 0,-5 4 0 0 0,-13 0 0 0 0,-13-1 0 0 0,-12-2 0 0 0,-10-1 0 0 0,-5-2 0 0 0,-4-1 0 0 0,-2-1 0 0 0,-1 0 0 0 0,1 0 0 0 0,0-1 0 0 0,1 1 0 0 0,0 0 0 0 0,-4 0 0 0 0,-2 0 0 0 0,0 0 0 0 0,2 0 0 0 0,2 0 0 0 0,1 0 0 0 0,-5 0 0 0 0,0 0 0 0 0,1 0 0 0 0,1 0 0 0 0,-4 0 0 0 0,-5-6 0 0 0,0-1 0 0 0,-4 1 0 0 0,2 0 0 0 0,-1 3 0 0 0,-4-5 0 0 0,2 0 0 0 0,5 1 0 0 0,-1 1 0 0 0,2 3 0 0 0,-7 1 0 0 0,0 1 0 0 0,-2 0 0 0 0,3 1 0 0 0,-6 1 0 0 0,1-1 0 0 0,5-5 0 0 0,1-2 0 0 0,-8 1 0 0 0,1 1 0 0 0,0 1 0 0 0,4 2 0 0 0,0-5 0 0 0,-1 0 0 0 0,2 0 0 0 0,1 2 0 0 0,-3 1 0 0 0,3 2 0 0 0,-1 1 0 0 0,-1 1 0 0 0,-4 0 0 0 0,4 0 0 0 0,-1-5 0 0 0,4-1 0 0 0,5-1 0 0 0,4 2 0 0 0,5 1 0 0 0,-3 2 0 0 0,0 1 0 0 0,-4 0 0 0 0,-1 1 0 0 0,3 0 0 0 0,2 1 0 0 0,3-1 0 0 0,2 0 0 0 0,1 0 0 0 0,1 0 0 0 0,0 1 0 0 0,6-7 0 0 0,2-1 0 0 0,-1 1 0 0 0,9 0 0 0 0,13 2 0 0 0,11 2 0 0 0,10 1 0 0 0,7 0 0 0 0,4 1 0 0 0,7 1 0 0 0,4-1 0 0 0,-2 0 0 0 0,0 0 0 0 0,-3 1 0 0 0,-2-1 0 0 0,-2 0 0 0 0,0 0 0 0 0,4 0 0 0 0,2 0 0 0 0,-1 0 0 0 0,4 0 0 0 0,0 0 0 0 0,-1 0 0 0 0,2 0 0 0 0,0 0 0 0 0,-2 0 0 0 0,-3 0 0 0 0,-2 0 0 0 0,-2 0 0 0 0,4 0 0 0 0,1 0 0 0 0,-1 0 0 0 0,-1 0 0 0 0,-2 0 0 0 0,-2 0 0 0 0,0 0 0 0 0,-1 0 0 0 0,5 0 0 0 0,2 0 0 0 0,-1 0 0 0 0,-1 0 0 0 0,4 0 0 0 0,5 0 0 0 0,1 0 0 0 0,-3 0 0 0 0,2 0 0 0 0,-1 0 0 0 0,-3 0 0 0 0,-4 0 0 0 0,-2 0 0 0 0,-2 0 0 0 0,-1 0 0 0 0,3 0 0 0 0,3 0 0 0 0,-1 0 0 0 0,-2 0 0 0 0,-1 0 0 0 0,-1 0 0 0 0,-1 0 0 0 0,-1 0 0 0 0,0 0 0 0 0,-11 0 0 0 0,-14 0 0 0 0,-13 0 0 0 0,-11 0 0 0 0,-7 0 0 0 0,-5 0 0 0 0,-2 0 0 0 0,-2 0 0 0 0,0 0 0 0 0,1 0 0 0 0,1 5 0 0 0,0 2 0 0 0,1 0 0 0 0,0-2 0 0 0,0-1 0 0 0,-5-2 0 0 0,-2-1 0 0 0,1 0 0 0 0,1 4 0 0 0,1 2 0 0 0,2-1 0 0 0,1-1 0 0 0,1-1 0 0 0,0-2 0 0 0,0-1 0 0 0,1 0 0 0 0,-1-1 0 0 0,0-1 0 0 0,1 1 0 0 0,-1 5 0 0 0,0 2 0 0 0,0-1 0 0 0,1 0 0 0 0,-1-3 0 0 0,0 0 0 0 0,0 3 0 0 0,0 2 0 0 0,0-2 0 0 0,1-1 0 0 0,-1-1 0 0 0,0-2 0 0 0,0-1 0 0 0,0-1 0 0 0,1 0 0 0 0,-1 5 0 0 0,0 2 0 0 0,0-1 0 0 0,11-1 0 0 0,13-1 0 0 0,14-2 0 0 0,11 0 0 0 0,7-2 0 0 0,5 0 0 0 0,2 0 0 0 0,2 0 0 0 0,-1-1 0 0 0,1 1 0 0 0,-2 0 0 0 0,0 0 0 0 0,-1 0 0 0 0,0 0 0 0 0,0 0 0 0 0,5 0 0 0 0,2 5 0 0 0,-1 2 0 0 0,-1 0 0 0 0,-1-2 0 0 0,-2-1 0 0 0,-1-2 0 0 0,5-1 0 0 0,1 0 0 0 0,-1-1 0 0 0,-1 0 0 0 0,-2-1 0 0 0,-1 1 0 0 0,-1 0 0 0 0,-1 0 0 0 0,0 0 0 0 0,-1 0 0 0 0,1 0 0 0 0,-6 5 0 0 0,-1 2 0 0 0,0-1 0 0 0,1 0 0 0 0,2-2 0 0 0,2-2 0 0 0,0-1 0 0 0,2 0 0 0 0,-11-1 0 0 0,-13 0 0 0 0,-14-1 0 0 0,-10 1 0 0 0,-8 0 0 0 0,-5 0 0 0 0,-2-1 0 0 0,-2 1 0 0 0,1 0 0 0 0,0 0 0 0 0,0 0 0 0 0,-4 0 0 0 0,-1 0 0 0 0,0 0 0 0 0,2 0 0 0 0,1 0 0 0 0,-3 0 0 0 0,-1 0 0 0 0,-4 0 0 0 0,0 0 0 0 0,2 0 0 0 0,2 0 0 0 0,4 0 0 0 0,1 0 0 0 0,-3 0 0 0 0,-1 0 0 0 0,1 0 0 0 0,1 0 0 0 0,2 0 0 0 0,-4 0 0 0 0,-1 0 0 0 0,2 0 0 0 0,-5 0 0 0 0,1 0 0 0 0,2 0 0 0 0,-4 0 0 0 0,1 0 0 0 0,3 0 0 0 0,-4 0 0 0 0,1 0 0 0 0,3 0 0 0 0,2 0 0 0 0,2 0 0 0 0,2 0 0 0 0,2 0 0 0 0,5-5 0 0 0,-3-2 0 0 0,-1 1 0 0 0,-2 0 0 0 0,0 2 0 0 0,0 2 0 0 0,0 1 0 0 0,1 0 0 0 0,10 1 0 0 0,14 0 0 0 0,14 1 0 0 0,11-1 0 0 0,7 0 0 0 0,5-5 0 0 0,3-2 0 0 0,0 1 0 0 0,1 0 0 0 0,-1 3 0 0 0,-1 0 0 0 0,5 2 0 0 0,2 0 0 0 0,-1 1 0 0 0,-2 1 0 0 0,4-1 0 0 0,5 0 0 0 0,1 0 0 0 0,-3 1 0 0 0,-3-1 0 0 0,-4 0 0 0 0,-1 0 0 0 0,-3 0 0 0 0,-1 0 0 0 0,-1 0 0 0 0,1 0 0 0 0,-1 0 0 0 0,0 0 0 0 0,0 0 0 0 0,1 0 0 0 0,0 0 0 0 0,-1 0 0 0 0,1 0 0 0 0,0 0 0 0 0,0 0 0 0 0,0 0 0 0 0,0 0 0 0 0,0 0 0 0 0,-1 0 0 0 0,1 0 0 0 0,0 0 0 0 0,0 0 0 0 0,0 0 0 0 0,-1 0 0 0 0,1 0 0 0 0,-5 5 0 0 0,-2 2 0 0 0,0 0 0 0 0,1-2 0 0 0,2-1 0 0 0,-3 3 0 0 0,-2 2 0 0 0,-9-2 0 0 0,-12-2 0 0 0,-11-1 0 0 0,-10-2 0 0 0,-6-1 0 0 0,-4-1 0 0 0,-2 0 0 0 0,-2 0 0 0 0,1-1 0 0 0,0 1 0 0 0,1 0 0 0 0,0 0 0 0 0,1-1 0 0 0,0 1 0 0 0,0 6 0 0 0,0 1 0 0 0,1-1 0 0 0,-1 0 0 0 0,-5-3 0 0 0,-2 0 0 0 0,1-2 0 0 0,1 0 0 0 0,1-1 0 0 0,-3-1 0 0 0,-1 1 0 0 0,1 0 0 0 0,1 0 0 0 0,3-1 0 0 0,1 1 0 0 0,7 5 0 0 0,1 2 0 0 0,1 0 0 0 0,-1-2 0 0 0,-1-1 0 0 0,-3-1 0 0 0,0-2 0 0 0,-1-1 0 0 0,-1 0 0 0 0,0 0 0 0 0,0 0 0 0 0,0 0 0 0 0,0 5 0 0 0,0 1 0 0 0,0 1 0 0 0,0-2 0 0 0,11-1 0 0 0,13-2 0 0 0,14 0 0 0 0,11-2 0 0 0,7 0 0 0 0,5 0 0 0 0,3 0 0 0 0,0-1 0 0 0,1 1 0 0 0,-1 0 0 0 0,-1 0 0 0 0,5 0 0 0 0,2 0 0 0 0,-2 0 0 0 0,0 0 0 0 0,-3 0 0 0 0,-1 0 0 0 0,4 0 0 0 0,7 0 0 0 0,0 0 0 0 0,4 0 0 0 0,-1 0 0 0 0,1 0 0 0 0,-1 0 0 0 0,-4 0 0 0 0,-4 0 0 0 0,-4 0 0 0 0,4 0 0 0 0,4 0 0 0 0,2 0 0 0 0,-3 0 0 0 0,-3 0 0 0 0,3 0 0 0 0,-2 0 0 0 0,-1 0 0 0 0,3 0 0 0 0,-1 0 0 0 0,4 0 0 0 0,4 0 0 0 0,-1 0 0 0 0,-3 0 0 0 0,-4 0 0 0 0,1 0 0 0 0,-1 0 0 0 0,8 0 0 0 0,2 0 0 0 0,-4 0 0 0 0,1 5 0 0 0,4 2 0 0 0,2 0 0 0 0,-2-2 0 0 0,-5-1 0 0 0,-5 4 0 0 0,1 0 0 0 0,-2-1 0 0 0,-3-2 0 0 0,-2-1 0 0 0,-2-2 0 0 0,-2-1 0 0 0,-1-1 0 0 0,0 0 0 0 0,-1 0 0 0 0,0-1 0 0 0,1 1 0 0 0,-6 5 0 0 0,-7 7 0 0 0,-11 2 0 0 0,-13-2 0 0 0,-10-3 0 0 0,-7-3 0 0 0,-6-2 0 0 0,-3-3 0 0 0,-1 0 0 0 0,0-1 0 0 0,0-1 0 0 0,0 1 0 0 0,1-1 0 0 0,1 1 0 0 0,-6-1 0 0 0,0 1 0 0 0,-1 0 0 0 0,2 0 0 0 0,2 0 0 0 0,0 0 0 0 0,2 0 0 0 0,-4 0 0 0 0,-7 0 0 0 0,-1 0 0 0 0,1 0 0 0 0,3 0 0 0 0,4 0 0 0 0,-4 0 0 0 0,1 0 0 0 0,-5 0 0 0 0,2 0 0 0 0,1 0 0 0 0,-2 0 0 0 0,0 0 0 0 0,3 5 0 0 0,3 2 0 0 0,-3 0 0 0 0,-5-2 0 0 0,-5-1 0 0 0,0 4 0 0 0,-2 0 0 0 0,-2-1 0 0 0,3-1 0 0 0,4-3 0 0 0,6-1 0 0 0,4-1 0 0 0,3 5 0 0 0,2 1 0 0 0,2-1 0 0 0,0-1 0 0 0,0-2 0 0 0,0-1 0 0 0,-5 0 0 0 0,-3-2 0 0 0,1 0 0 0 0,-4 0 0 0 0,-1 5 0 0 0,2 1 0 0 0,3 1 0 0 0,2 3 0 0 0,2 1 0 0 0,1-2 0 0 0,1 3 0 0 0,11-1 0 0 0,14-2 0 0 0,13-3 0 0 0,11-2 0 0 0,7-1 0 0 0,6-3 0 0 0,6 0 0 0 0,4 0 0 0 0,-1 0 0 0 0,-1-1 0 0 0,-3 1 0 0 0,-2-1 0 0 0,-1 1 0 0 0,4 0 0 0 0,0 0 0 0 0,1 0 0 0 0,-3 0 0 0 0,0 0 0 0 0,-3 0 0 0 0,5 0 0 0 0,2 0 0 0 0,-2 0 0 0 0,-1 0 0 0 0,-2 0 0 0 0,4 0 0 0 0,1 0 0 0 0,-1 0 0 0 0,-2 0 0 0 0,4 0 0 0 0,0 0 0 0 0,-2 0 0 0 0,-1 0 0 0 0,-3 0 0 0 0,-1 0 0 0 0,4 0 0 0 0,1 0 0 0 0,-1 0 0 0 0,4 0 0 0 0,0 0 0 0 0,-1 0 0 0 0,-3 0 0 0 0,-2 0 0 0 0,-2 0 0 0 0,-1 0 0 0 0,-1 0 0 0 0,0 0 0 0 0,4 0 0 0 0,3 0 0 0 0,-1 0 0 0 0,-1 0 0 0 0,-2 0 0 0 0,4 0 0 0 0,1 0 0 0 0,-1 0 0 0 0,-1 0 0 0 0,-3 0 0 0 0,-1 0 0 0 0,-1 0 0 0 0,-1 0 0 0 0,-1 0 0 0 0,1 0 0 0 0,-11 0 0 0 0,-14 0 0 0 0,-13 0 0 0 0,-11 0 0 0 0,-7 0 0 0 0,-5 0 0 0 0,-3 0 0 0 0,0 0 0 0 0,-1 0 0 0 0,1 0 0 0 0,1 0 0 0 0,-5 0 0 0 0,-2 0 0 0 0,2 0 0 0 0,0 0 0 0 0,3 0 0 0 0,1 0 0 0 0,-4 0 0 0 0,-2 0 0 0 0,-3 0 0 0 0,-1 0 0 0 0,2 0 0 0 0,-3 0 0 0 0,-4 0 0 0 0,1 0 0 0 0,3 0 0 0 0,-1 0 0 0 0,1 0 0 0 0,-2 0 0 0 0,-3 0 0 0 0,-10 0 0 0 0,-5 0 0 0 0,3 0 0 0 0,2 0 0 0 0,0 0 0 0 0,5 0 0 0 0,1 0 0 0 0,-6 0 0 0 0,-4 0 0 0 0,-1 0 0 0 0,0 0 0 0 0,-1 0 0 0 0,7 0 0 0 0,2 0 0 0 0,-10 0 0 0 0,-10 0 0 0 0,3 0 0 0 0,3 0 0 0 0,9 0 0 0 0,3 0 0 0 0,-3 0 0 0 0,-2 0 0 0 0,-1 0 0 0 0,0 0 0 0 0,6 0 0 0 0,7 0 0 0 0,2 0 0 0 0,4 0 0 0 0,-1 0 0 0 0,3 0 0 0 0,-3 0 0 0 0,2 0 0 0 0,3 0 0 0 0,3 0 0 0 0,3 0 0 0 0,2 0 0 0 0,2 0 0 0 0,0 0 0 0 0,1 0 0 0 0,-1 0 0 0 0,1 0 0 0 0,0 5 0 0 0,5 8 0 0 0,11 0 0 0 0,10 4 0 0 0,9 0 0 0 0,10-5 0 0 0,7-3 0 0 0,5-3 0 0 0,4-3 0 0 0,1-2 0 0 0,1-1 0 0 0,0-1 0 0 0,-1 1 0 0 0,0-1 0 0 0,-1 6 0 0 0,6 1 0 0 0,1 1 0 0 0,-1-2 0 0 0,5-1 0 0 0,-1-2 0 0 0,-1 4 0 0 0,3 2 0 0 0,-1-1 0 0 0,8-2 0 0 0,6-2 0 0 0,-1-1 0 0 0,-4-1 0 0 0,-1 0 0 0 0,1-1 0 0 0,3 5 0 0 0,3 1 0 0 0,2 1 0 0 0,-4-2 0 0 0,5-2 0 0 0,-3 0 0 0 0,-1-2 0 0 0,1-1 0 0 0,2 0 0 0 0,0 0 0 0 0,1 0 0 0 0,1 0 0 0 0,-5-1 0 0 0,-1 1 0 0 0,0 0 0 0 0,2 0 0 0 0,-4 0 0 0 0,-1 0 0 0 0,-3 0 0 0 0,-6 0 0 0 0,2 0 0 0 0,-3 0 0 0 0,2 0 0 0 0,0 0 0 0 0,-4 0 0 0 0,3 0 0 0 0,4 0 0 0 0,0 0 0 0 0,-4 0 0 0 0,-3 0 0 0 0,-3 0 0 0 0,-3 0 0 0 0,-2 0 0 0 0,-1 0 0 0 0,4 0 0 0 0,2 0 0 0 0,0 0 0 0 0,-1 0 0 0 0,-2 0 0 0 0,-1 0 0 0 0,-1 0 0 0 0,-1 0 0 0 0,-11 0 0 0 0,-13 0 0 0 0,-14 0 0 0 0,-11 0 0 0 0,-8 0 0 0 0,-4 0 0 0 0,-2 0 0 0 0,-2 0 0 0 0,0 0 0 0 0,1 0 0 0 0,1 0 0 0 0,0 0 0 0 0,1 0 0 0 0,0 0 0 0 0,0 0 0 0 0,0 0 0 0 0,0 0 0 0 0,1 0 0 0 0,-1 0 0 0 0,0 0 0 0 0,0 0 0 0 0,0 0 0 0 0,1 0 0 0 0,-1 5 0 0 0,0 2 0 0 0,0 0 0 0 0,0-2 0 0 0,1-1 0 0 0,4 4 0 0 0,2 0 0 0 0,-5-1 0 0 0,-4-2 0 0 0,0-1 0 0 0,-7-2 0 0 0,0 4 0 0 0,1 2 0 0 0,1-2 0 0 0,8 4 0 0 0,4 1 0 0 0,0-3 0 0 0,0-1 0 0 0,-1 2 0 0 0,-1 1 0 0 0,-1-3 0 0 0,-1-1 0 0 0,0-3 0 0 0,4 4 0 0 0,2 1 0 0 0,0-1 0 0 0,3 3 0 0 0,1 1 0 0 0,-2-3 0 0 0,-2-1 0 0 0,2 2 0 0 0,1 5 0 0 0,8 1 0 0 0,12-3 0 0 0,12 2 0 0 0,8-1 0 0 0,7-3 0 0 0,5-4 0 0 0,1-2 0 0 0,1-2 0 0 0,0-1 0 0 0,0-1 0 0 0,-1-1 0 0 0,0 1 0 0 0,-1-1 0 0 0,0 1 0 0 0,0 0 0 0 0,0-1 0 0 0,-1 1 0 0 0,1 0 0 0 0,0 0 0 0 0,0 0 0 0 0,5 0 0 0 0,7 0 0 0 0,6 0 0 0 0,6 0 0 0 0,4 0 0 0 0,-3 0 0 0 0,0 6 0 0 0,-5 1 0 0 0,-6-1 0 0 0,-5 0 0 0 0,1-3 0 0 0,5 0 0 0 0,-2-2 0 0 0,-2 0 0 0 0,-3-1 0 0 0,-3-1 0 0 0,-2 1 0 0 0,3 0 0 0 0,1-1 0 0 0,-1 1 0 0 0,-2 0 0 0 0,5 0 0 0 0,-6 5 0 0 0,-2 2 0 0 0,3 0 0 0 0,1-2 0 0 0,-1-1 0 0 0,0-1 0 0 0,-1-2 0 0 0,-2-1 0 0 0,0 0 0 0 0,-1 0 0 0 0,-10 0 0 0 0,-15 0 0 0 0,-13-1 0 0 0,-11 1 0 0 0,-8 0 0 0 0,-4 0 0 0 0,-2 0 0 0 0,-2 0 0 0 0,1 0 0 0 0,0 0 0 0 0,0 0 0 0 0,1 0 0 0 0,1 0 0 0 0,0 0 0 0 0,-5 0 0 0 0,-7 0 0 0 0,-7 0 0 0 0,0 0 0 0 0,4 0 0 0 0,4 0 0 0 0,3 0 0 0 0,-1-5 0 0 0,-5-2 0 0 0,1 0 0 0 0,1 2 0 0 0,4 1 0 0 0,3 2 0 0 0,-3 0 0 0 0,0 2 0 0 0,-4 0 0 0 0,0 0 0 0 0,-3 0 0 0 0,1 1 0 0 0,3-1 0 0 0,4 0 0 0 0,-3 0 0 0 0,1 0 0 0 0,-4 0 0 0 0,1 0 0 0 0,-3 0 0 0 0,-4 0 0 0 0,6-5 0 0 0,1-2 0 0 0,1 0 0 0 0,-1 2 0 0 0,-5 1 0 0 0,1 2 0 0 0,-2 1 0 0 0,-4 0 0 0 0,-2 1 0 0 0,2-5 0 0 0,0-2 0 0 0,3 1 0 0 0,1 1 0 0 0,2 1 0 0 0,5 2 0 0 0,4 1 0 0 0,-3 0 0 0 0,2 1 0 0 0,1 0 0 0 0,2 1 0 0 0,3-1 0 0 0,0 0 0 0 0,-4 0 0 0 0,0 1 0 0 0,0-1 0 0 0,1 0 0 0 0,2 0 0 0 0,1 0 0 0 0,1 0 0 0 0,11 0 0 0 0,15 0 0 0 0,13 0 0 0 0,11 0 0 0 0,7 0 0 0 0,5 0 0 0 0,8 0 0 0 0,3 0 0 0 0,-1 0 0 0 0,4 0 0 0 0,-1 0 0 0 0,3 0 0 0 0,4 0 0 0 0,5 0 0 0 0,-3 0 0 0 0,-5 0 0 0 0,1 0 0 0 0,-3 0 0 0 0,-4 0 0 0 0,2 0 0 0 0,-2 0 0 0 0,3 0 0 0 0,0 0 0 0 0,2 0 0 0 0,-1 0 0 0 0,2 0 0 0 0,-2 0 0 0 0,-3 0 0 0 0,2 0 0 0 0,4 0 0 0 0,-2 0 0 0 0,3 0 0 0 0,3 0 0 0 0,4 0 0 0 0,-4 0 0 0 0,-4 0 0 0 0,-6 0 0 0 0,-4 0 0 0 0,2 0 0 0 0,-2 0 0 0 0,0 0 0 0 0,-3 0 0 0 0,-2 0 0 0 0,0 0 0 0 0,-2 0 0 0 0,0 0 0 0 0,-1 0 0 0 0,6 0 0 0 0,7 0 0 0 0,1 0 0 0 0,-1 0 0 0 0,-4 0 0 0 0,-2 0 0 0 0,-2 0 0 0 0,-8-6 0 0 0,-2-1 0 0 0,-1 1 0 0 0,1 0 0 0 0,1 3 0 0 0,2 0 0 0 0,-9 2 0 0 0,-14 0 0 0 0,-12 1 0 0 0,-10 1 0 0 0,-8-1 0 0 0,-5-5 0 0 0,-2-2 0 0 0,-1 1 0 0 0,-1 0 0 0 0,1 3 0 0 0,-5 0 0 0 0,0 2 0 0 0,-6 1 0 0 0,1-6 0 0 0,2 0 0 0 0,-3-1 0 0 0,-4 2 0 0 0,-5 2 0 0 0,-3 0 0 0 0,-3 2 0 0 0,3 1 0 0 0,1 0 0 0 0,0-5 0 0 0,-3-2 0 0 0,5 1 0 0 0,5 1 0 0 0,1 1 0 0 0,3 2 0 0 0,-2 0 0 0 0,3 2 0 0 0,-3 0 0 0 0,1 0 0 0 0,4 0 0 0 0,3 1 0 0 0,-3-1 0 0 0,1 0 0 0 0,-3 0 0 0 0,-5 0 0 0 0,0 0 0 0 0,-2 0 0 0 0,3 0 0 0 0,-2 0 0 0 0,2 0 0 0 0,5 0 0 0 0,3 0 0 0 0,4 0 0 0 0,2 0 0 0 0,1 0 0 0 0,-3 0 0 0 0,-3 0 0 0 0,2 0 0 0 0,0 5 0 0 0,-3 2 0 0 0,-1 0 0 0 0,2-2 0 0 0,1 4 0 0 0,2 1 0 0 0,2-2 0 0 0,2-2 0 0 0,-1-3 0 0 0,2 0 0 0 0,10-2 0 0 0,14-1 0 0 0,13 0 0 0 0,11-1 0 0 0,7 1 0 0 0,5-1 0 0 0,3 1 0 0 0,0 0 0 0 0,1 0 0 0 0,-1 0 0 0 0,-1 0 0 0 0,0 0 0 0 0,5 0 0 0 0,1 0 0 0 0,0 0 0 0 0,3 0 0 0 0,0 0 0 0 0,4 0 0 0 0,0 0 0 0 0,2 0 0 0 0,-2 0 0 0 0,-3 0 0 0 0,2 0 0 0 0,-1 0 0 0 0,2 0 0 0 0,-1 0 0 0 0,2 0 0 0 0,5 0 0 0 0,-3 0 0 0 0,3-5 0 0 0,2-2 0 0 0,8 0 0 0 0,-1 2 0 0 0,-1 1 0 0 0,-4 1 0 0 0,-2 2 0 0 0,1-5 0 0 0,2-1 0 0 0,7 1 0 0 0,-2 1 0 0 0,-1 1 0 0 0,-5 2 0 0 0,-2 1 0 0 0,-5-4 0 0 0,-4-2 0 0 0,0 0 0 0 0,-3 2 0 0 0,4 2 0 0 0,3 1 0 0 0,-1 0 0 0 0,-2 2 0 0 0,0 0 0 0 0,4 0 0 0 0,-1 1 0 0 0,-4-1 0 0 0,1 0 0 0 0,-2-5 0 0 0,-2-2 0 0 0,1 1 0 0 0,0 0 0 0 0,-3 2 0 0 0,-3 2 0 0 0,-1 1 0 0 0,-8-5 0 0 0,-2-1 0 0 0,-1 1 0 0 0,1 1 0 0 0,-4-4 0 0 0,-10 0 0 0 0,-13 1 0 0 0,-11 2 0 0 0,-9 2 0 0 0,-5 2 0 0 0,-4 1 0 0 0,-7-4 0 0 0,-2-2 0 0 0,0 1 0 0 0,2 1 0 0 0,2 1 0 0 0,2 2 0 0 0,2-4 0 0 0,0-1 0 0 0,-4 0 0 0 0,-7 2 0 0 0,-6 1 0 0 0,-6-3 0 0 0,-3-1 0 0 0,2 1 0 0 0,1 2 0 0 0,-2 1 0 0 0,5 2 0 0 0,0 1 0 0 0,-1 1 0 0 0,2 0 0 0 0,1 0 0 0 0,2 1 0 0 0,0-1 0 0 0,-3-5 0 0 0,2-2 0 0 0,-1 1 0 0 0,2 0 0 0 0,-5 2 0 0 0,-5 2 0 0 0,2 1 0 0 0,6 0 0 0 0,0 1 0 0 0,-1-5 0 0 0,-3-1 0 0 0,3-1 0 0 0,-1 2 0 0 0,-2 1 0 0 0,4 2 0 0 0,-1 1 0 0 0,3 1 0 0 0,-1 0 0 0 0,-2 0 0 0 0,2 0 0 0 0,-1 0 0 0 0,-3 1 0 0 0,3-1 0 0 0,5 0 0 0 0,4 0 0 0 0,4 0 0 0 0,3 0 0 0 0,3 0 0 0 0,0-5 0 0 0,1-2 0 0 0,-5 0 0 0 0,-2 2 0 0 0,0 1 0 0 0,1 1 0 0 0,2 2 0 0 0,1 1 0 0 0,1 0 0 0 0,6-5 0 0 0,12-2 0 0 0,15 1 0 0 0,11 0 0 0 0,10 3 0 0 0,6 1 0 0 0,3 0 0 0 0,2 2 0 0 0,1 0 0 0 0,4 0 0 0 0,7 0 0 0 0,1 1 0 0 0,3-1 0 0 0,-1 0 0 0 0,-5 0 0 0 0,2 0 0 0 0,-1 0 0 0 0,1 0 0 0 0,-1 0 0 0 0,-3 0 0 0 0,3 0 0 0 0,-2 0 0 0 0,2-5 0 0 0,6-2 0 0 0,-2 0 0 0 0,-4 2 0 0 0,-3 1 0 0 0,1 2 0 0 0,10 0 0 0 0,0 2 0 0 0,3 0 0 0 0,-3 0 0 0 0,-6 0 0 0 0,1 1 0 0 0,2-1 0 0 0,4 0 0 0 0,3 0 0 0 0,-3 0 0 0 0,0 0 0 0 0,2 0 0 0 0,2 0 0 0 0,-4 0 0 0 0,-5 0 0 0 0,-6 0 0 0 0,0 0 0 0 0,-1 0 0 0 0,3 0 0 0 0,-2 0 0 0 0,-1 0 0 0 0,-4 0 0 0 0,-2-5 0 0 0,3-2 0 0 0,1 0 0 0 0,-2 2 0 0 0,-1 1 0 0 0,-2 2 0 0 0,-6-5 0 0 0,-4 0 0 0 0,1 0 0 0 0,0 2 0 0 0,2 2 0 0 0,1 1 0 0 0,-4-5 0 0 0,-12-5 0 0 0,-12-2 0 0 0,-12-3 0 0 0,-9 1 0 0 0,-7 4 0 0 0,-3 3 0 0 0,-1 4 0 0 0,-2 2 0 0 0,1 2 0 0 0,-5 1 0 0 0,-1 1 0 0 0,1-6 0 0 0,-4-1 0 0 0,-5 0 0 0 0,0 1 0 0 0,-2 1 0 0 0,1-3 0 0 0,5-2 0 0 0,-2 2 0 0 0,2 2 0 0 0,-2 1 0 0 0,1 2 0 0 0,3 1 0 0 0,-2 1 0 0 0,1 0 0 0 0,-3 0 0 0 0,1 1 0 0 0,-3-6 0 0 0,2-2 0 0 0,4 1 0 0 0,-3 0 0 0 0,-9 3 0 0 0,-1 0 0 0 0,-1 2 0 0 0,2 0 0 0 0,7 1 0 0 0,-6 1 0 0 0,1-1 0 0 0,-2 0 0 0 0,-1-5 0 0 0,2-2 0 0 0,0 1 0 0 0,4 1 0 0 0,-1 1 0 0 0,-2 1 0 0 0,2 2 0 0 0,-2 1 0 0 0,4 0 0 0 0,-1 0 0 0 0,-3 0 0 0 0,-4 0 0 0 0,3 1 0 0 0,5-1 0 0 0,0 0 0 0 0,3 0 0 0 0,3 0 0 0 0,4 0 0 0 0,28 0 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9457 1720 16383 0 0,'-11'2'0'0'0,"-12"5"0"0"0,4 5 0 0 0,13-2 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9349 1741 16383 0 0,'-18'14'0'0'0,"7"-4"0"0"0,11-4 0 0 0,4-8 0 0 0,8-4 0 0 0,2-7 0 0 0,-2 4 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1804 16383 0 0,'-9'6'0'0'0,"-11"4"0"0"0,-2-1 0 0 0,-3-3 0 0 0,-2 4 0 0 0,-2-1 0 0 0,-1 3 0 0 0,3-1 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1920 16383 0 0,'22'0'0'0'0,"12"-6"0"0"0,-18 2 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9308 1910 16383 0 0,'-3'1'0'0'0,"-21"8"0"0"0,0 0 0 0 0,-1-1 0 0 0,-1-2 0 0 0,6 2 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2040 16383 0 0,'24'0'0'0'0,"8"-1"0"0"0,1 1 0 0 0,-1-1 0 0 0,-1 1 0 0 0,0-1 0 0 0,0 1 0 0 0,0 0 0 0 0,0 0 0 0 0,0 0 0 0 0,-1 0 0 0 0,-4-5 0 0 0,-2-2 0 0 0,0 0 0 0 0,1 2 0 0 0,2 1 0 0 0,2 2 0 0 0,-10 1 0 0 0,-13 0 0 0 0,-13 1 0 0 0,-11 0 0 0 0,-7 1 0 0 0,-4-1 0 0 0,-3 0 0 0 0,30 0 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9335 2628 16383 0 0,'0'0'0'0'0,"33"0"0"0"0,0-1 0 0 0,0 1 0 0 0,-1-1 0 0 0,1 1 0 0 0,-1 0 0 0 0,-1 0 0 0 0,0 0 0 0 0,0 0 0 0 0,0 0 0 0 0,-1 0 0 0 0,1 0 0 0 0,0 0 0 0 0,0 0 0 0 0,-1 0 0 0 0,1 0 0 0 0,0 0 0 0 0,-11 0 0 0 0,-8 5 0 0 0,-12 2 0 0 0,-11 0 0 0 0,-9-2 0 0 0,-6-1 0 0 0,-4-1 0 0 0,3 3 0 0 0,1 2 0 0 0,0-2 0 0 0,-2-1 0 0 0,0-1 0 0 0,-2-2 0 0 0,0-1 0 0 0,0-1 0 0 0,-1 0 0 0 0,0 0 0 0 0,0 0 0 0 0,0-1 0 0 0,0 1 0 0 0,0 0 0 0 0,11 0 0 0 0,13 0 0 0 0,14 0 0 0 0,11 0 0 0 0,7 0 0 0 0,5 0 0 0 0,2 0 0 0 0,2 0 0 0 0,-1 0 0 0 0,1 0 0 0 0,-2 0 0 0 0,0 0 0 0 0,-1 0 0 0 0,0 0 0 0 0,0 0 0 0 0,0 0 0 0 0,0 0 0 0 0,-1 0 0 0 0,1 0 0 0 0,0 0 0 0 0,0 0 0 0 0,-6 5 0 0 0,-1 2 0 0 0,-5 5 0 0 0,0 0 0 0 0,-4 4 0 0 0,1-1 0 0 0,-2 2 0 0 0,1-2 0 0 0,-1 2 0 0 0,2-2 0 0 0,-2 2 0 0 0,2-3 0 0 0,-1 3 0 0 0,-4 2 0 0 0,2-1 0 0 0,3-3 0 0 0,0 0 0 0 0,2 3 0 0 0,3-2 0 0 0,4-3 0 0 0,2-4 0 0 0,2-3 0 0 0,1-3 0 0 0,-4 3 0 0 0,-1 1 0 0 0,-6 4 0 0 0,0 1 0 0 0,2-3 0 0 0,-3 4 0 0 0,1-2 0 0 0,-3 4 0 0 0,2-2 0 0 0,-4 3 0 0 0,3-1 0 0 0,-3 1 0 0 0,2-1 0 0 0,4 1 0 0 0,3 4 0 0 0,3-2 0 0 0,3-3 0 0 0,-4 0 0 0 0,-1-2 0 0 0,1-4 0 0 0,-5 3 0 0 0,-4 4 0 0 0,-1-1 0 0 0,-2 3 0 0 0,1-2 0 0 0,4-4 0 0 0,-1 2 0 0 0,-3 3 0 0 0,0-1 0 0 0,-1 2 0 0 0,2-2 0 0 0,-2 1 0 0 0,3 4 0 0 0,3-3 0 0 0,-1 2 0 0 0,1-3 0 0 0,-2 0 0 0 0,-4 4 0 0 0,1-3 0 0 0,-2 2 0 0 0,2-4 0 0 0,-1 2 0 0 0,-3 2 0 0 0,2-1 0 0 0,-1 0 0 0 0,-2 3 0 0 0,-3 3 0 0 0,-2 2 0 0 0,-2 2 0 0 0,-2 1 0 0 0,0 1 0 0 0,0 0 0 0 0,-1 0 0 0 0,1 1 0 0 0,5-1 0 0 0,1 0 0 0 0,1 0 0 0 0,3 0 0 0 0,1 0 0 0 0,-2 0 0 0 0,-2-1 0 0 0,-3 1 0 0 0,-2 0 0 0 0,-1 0 0 0 0,0 0 0 0 0,-2-1 0 0 0,1 1 0 0 0,-1 0 0 0 0,1 0 0 0 0,0 0 0 0 0,0 0 0 0 0,-6-1 0 0 0,-1 1 0 0 0,1-10 0 0 0,0-15 0 0 0,2-13 0 0 0,2-11 0 0 0,1-7 0 0 0,0-5 0 0 0,1-2 0 0 0,1-2 0 0 0,-1 1 0 0 0,0 0 0 0 0,0 0 0 0 0,1 1 0 0 0,-1 1 0 0 0,0 0 0 0 0,0 0 0 0 0,0 0 0 0 0,0 1 0 0 0,0-1 0 0 0,0 0 0 0 0,0 0 0 0 0,0 1 0 0 0,0-1 0 0 0,0 0 0 0 0,0 0 0 0 0,0 0 0 0 0,0 0 0 0 0,-6 6 0 0 0,-1 1 0 0 0,1 0 0 0 0,0-2 0 0 0,3-1 0 0 0,0-1 0 0 0,2-2 0 0 0,1 0 0 0 0,0-1 0 0 0,-6 5 0 0 0,0 2 0 0 0,-1 0 0 0 0,-3 3 0 0 0,-1 1 0 0 0,3-2 0 0 0,1-2 0 0 0,-2 3 0 0 0,-1-1 0 0 0,2-1 0 0 0,-2 3 0 0 0,-6 5 0 0 0,0 0 0 0 0,4-3 0 0 0,-3 1 0 0 0,2-1 0 0 0,-2 3 0 0 0,1-3 0 0 0,4-2 0 0 0,-3 2 0 0 0,-3-1 0 0 0,0-3 0 0 0,-2 2 0 0 0,2 0 0 0 0,-2 3 0 0 0,3-1 0 0 0,3-3 0 0 0,-1 3 0 0 0,-3-1 0 0 0,0-3 0 0 0,-2 3 0 0 0,-3 4 0 0 0,2 0 0 0 0,4-4 0 0 0,-1 3 0 0 0,3-2 0 0 0,-2 2 0 0 0,-3-1 0 0 0,0-4 0 0 0,0 3 0 0 0,-4 4 0 0 0,2-1 0 0 0,0-3 0 0 0,-2-4 0 0 0,-3-3 0 0 0,-2-3 0 0 0,3-2 0 0 0,1 5 0 0 0,4 0 0 0 0,0 6 0 0 0,3-1 0 0 0,0 5 0 0 0,1-2 0 0 0,-1 3 0 0 0,2-2 0 0 0,-2 2 0 0 0,2-1 0 0 0,-2-5 0 0 0,2-3 0 0 0,-2 2 0 0 0,-4 5 0 0 0,2-1 0 0 0,4-2 0 0 0,-2 2 0 0 0,4-1 0 0 0,-3 2 0 0 0,1-2 0 0 0,4-2 0 0 0,-2 2 0 0 0,0-1 0 0 0,-2 2 0 0 0,1-1 0 0 0,-2 3 0 0 0,1-2 0 0 0,3-2 0 0 0,3-5 0 0 0,3-2 0 0 0,3-2 0 0 0,-4 3 0 0 0,-1 1 0 0 0,1-1 0 0 0,-4 4 0 0 0,0 1 0 0 0,2-3 0 0 0,1-1 0 0 0,3-3 0 0 0,2-2 0 0 0,1 0 0 0 0,1-2 0 0 0,0 0 0 0 0,0 0 0 0 0,1-1 0 0 0,4 6 0 0 0,3 2 0 0 0,-2 0 0 0 0,0-2 0 0 0,-2-1 0 0 0,3-1 0 0 0,2-2 0 0 0,-2 0 0 0 0,3 4 0 0 0,1 2 0 0 0,-2 0 0 0 0,-3-2 0 0 0,3 4 0 0 0,0 1 0 0 0,-1-2 0 0 0,-3-3 0 0 0,-1-1 0 0 0,-2-1 0 0 0,-1-2 0 0 0,-1-1 0 0 0,0 0 0 0 0,-1 0 0 0 0,1 0 0 0 0,-1 0 0 0 0,1 11 0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9477 2016 16383 0 0,'-20'5'0'0'0,"-7"1"0"0"0,-1-2 0 0 0,9-2 0 0 0,14-1 0 0 0,12 0 0 0 0,11-1 0 0 0,7-1 0 0 0,5 1 0 0 0,2 0 0 0 0,1 0 0 0 0,1-1 0 0 0,-1 1 0 0 0,-1 0 0 0 0,0 0 0 0 0,-1 0 0 0 0,0 0 0 0 0,0 0 0 0 0,0 0 0 0 0,0 0 0 0 0,-1 0 0 0 0,-4 6 0 0 0,-13 6 0 0 0,-13 1 0 0 0,-12-1 0 0 0,-10 3 0 0 0,-5-2 0 0 0,-5-3 0 0 0,-1-3 0 0 0,0-2 0 0 0,0-3 0 0 0,0-1 0 0 0,1 4 0 0 0,0 1 0 0 0,1 0 0 0 0,5 4 0 0 0,2 1 0 0 0,0-3 0 0 0,-1-1 0 0 0,-2 2 0 0 0,-2 0 0 0 0,5 4 0 0 0,1 0 0 0 0,2-4 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11539 2399 16383 0 0,'5'0'0'0'0,"6"0"0"0"0,7 0 0 0 0,4 0 0 0 0,5 0 0 0 0,1 0 0 0 0,2 0 0 0 0,0 0 0 0 0,0 0 0 0 0,0 0 0 0 0,0 0 0 0 0,-1 0 0 0 0,0 0 0 0 0,0 0 0 0 0,0 0 0 0 0,-10 0 0 0 0,-13 0 0 0 0,-13 0 0 0 0,-9 0 0 0 0,-3-5 0 0 0,-2-2 0 0 0,-4 1 0 0 0,-1-4 0 0 0,-2 0 0 0 0,-1 1 0 0 0,0 3 0 0 0,0-3 0 0 0,-1 1 0 0 0,1-5 0 0 0,0 2 0 0 0,0 1 0 0 0,0 3 0 0 0,0 3 0 0 0,5-3 0 0 0,2-1 0 0 0,-1 2 0 0 0,-1 1 0 0 0,-1-3 0 0 0,-2 0 0 0 0,0 1 0 0 0,-2 2 0 0 0,5-3 0 0 0,2-1 0 0 0,-1 2 0 0 0,9 2 0 0 0,11 2 0 0 0,11 1 0 0 0,10 1 0 0 0,6 1 0 0 0,4 0 0 0 0,2 5 0 0 0,1 2 0 0 0,1 5 0 0 0,-2-1 0 0 0,1-1 0 0 0,-2-2 0 0 0,1-4 0 0 0,-1 4 0 0 0,0 0 0 0 0,-1-2 0 0 0,-4 4 0 0 0,-1-1 0 0 0,-1-1 0 0 0,2-2 0 0 0,1-2 0 0 0,2-2 0 0 0,-9-1 0 0 0,-13-1 0 0 0,-6 5 0 0 0,-9 1 0 0 0,-7-1 0 0 0,-1 5 0 0 0,-2 0 0 0 0,2 3 0 0 0,9 0 0 0 0,11-3 0 0 0,11-3 0 0 0,7-2 0 0 0,0-3 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11654 2576 16383 0 0,'-5'0'0'0'0,"-2"-5"0"0"0,1-6 0 0 0,1-7 0 0 0,6 0 0 0 0,4-1 0 0 0,4 1 0 0 0,7 5 0 0 0,6 4 0 0 0,3 4 0 0 0,2 2 0 0 0,3 3 0 0 0,0 0 0 0 0,0 1 0 0 0,0 0 0 0 0,-11-1 0 0 0,-12-4 0 0 0,-13-2 0 0 0,-10-5 0 0 0,-8 0 0 0 0,-4 1 0 0 0,2-2 0 0 0,2 0 0 0 0,-2 3 0 0 0,0 3 0 0 0,-1 2 0 0 0,0 2 0 0 0,3-3 0 0 0,2-2 0 0 0,0 1 0 0 0,-2-3 0 0 0,-2-1 0 0 0,-1 2 0 0 0,0 2 0 0 0,-2 3 0 0 0,0 0 0 0 0,0 2 0 0 0,0 1 0 0 0,5-4 0 0 0,1-2 0 0 0,0 0 0 0 0,-1 1 0 0 0,-1 2 0 0 0,-2 1 0 0 0,5-4 0 0 0,5-6 0 0 0,10-1 0 0 0,8-3 0 0 0,7 1 0 0 0,3-1 0 0 0,4 1 0 0 0,5 4 0 0 0,-2-2 0 0 0,2 2 0 0 0,2-2 0 0 0,2 1 0 0 0,2 2 0 0 0,2 3 0 0 0,-4-2 0 0 0,-2 1 0 0 0,-4-4 0 0 0,0 1 0 0 0,1 1 0 0 0,-2-1 0 0 0,1 0 0 0 0,2 2 0 0 0,3 4 0 0 0,-3 6 0 0 0,-4 8 0 0 0,-6 8 0 0 0,-4 6 0 0 0,-3 4 0 0 0,-2 2 0 0 0,-6-4 0 0 0,-2-1 0 0 0,-1 0 0 0 0,3 1 0 0 0,0 1 0 0 0,3 1 0 0 0,0 1 0 0 0,6-4 0 0 0,3-12 0 0 0,4-12 0 0 0,1-11 0 0 0,-2-9 0 0 0,3 0 0 0 0,-2-3 0 0 0,3 3 0 0 0,-1 0 0 0 0,-3-1 0 0 0,2 3 0 0 0,-1-1 0 0 0,-3-2 0 0 0,3-2 0 0 0,-1-2 0 0 0,-2-2 0 0 0,2 4 0 0 0,0 0 0 0 0,-2 0 0 0 0,-2-1 0 0 0,2 3 0 0 0,1 1 0 0 0,-2-2 0 0 0,-2-1 0 0 0,3 2 0 0 0,0 1 0 0 0,-1-2 0 0 0,-2-2 0 0 0,-1-1 0 0 0,-3 8 0 0 0,0 11 0 0 0,-6 8 0 0 0,-1 8 0 0 0,-1 7 0 0 0,2 6 0 0 0,1 3 0 0 0,-3 3 0 0 0,-1 1 0 0 0,-4 1 0 0 0,0-1 0 0 0,3 0 0 0 0,2 0 0 0 0,2-1 0 0 0,3 0 0 0 0,1 0 0 0 0,1 0 0 0 0,-5 0 0 0 0,-1 0 0 0 0,0-1 0 0 0,2 1 0 0 0,1 0 0 0 0,1 0 0 0 0,1 0 0 0 0,0 0 0 0 0,1-10 0 0 0,0-13 0 0 0,1-13 0 0 0,-1-9 0 0 0,0-8 0 0 0,0-4 0 0 0,0-2 0 0 0,0-2 0 0 0,0 1 0 0 0,0 0 0 0 0,0 1 0 0 0,0 0 0 0 0,0 0 0 0 0,0 1 0 0 0,0 0 0 0 0,0 0 0 0 0,0 1 0 0 0,0-1 0 0 0,0 0 0 0 0,0 0 0 0 0,0 1 0 0 0,0-1 0 0 0,0 10 0 0 0,0 13 0 0 0,0 12 0 0 0,0 11 0 0 0,0 6 0 0 0,-5 0 0 0 0,-1 1 0 0 0,-5 1 0 0 0,-1 2 0 0 0,2 0 0 0 0,3 1 0 0 0,-3-4 0 0 0,1-1 0 0 0,2-1 0 0 0,-3-2 0 0 0,0-1 0 0 0,2 1 0 0 0,-3 3 0 0 0,1 2 0 0 0,-3 2 0 0 0,1 0 0 0 0,-3-3 0 0 0,2-1 0 0 0,2 0 0 0 0,4 1 0 0 0,2-8 0 0 0,3-12 0 0 0,1-11 0 0 0,6-5 0 0 0,2-5 0 0 0,0-5 0 0 0,4-3 0 0 0,-1-3 0 0 0,-1-1 0 0 0,2 5 0 0 0,0 0 0 0 0,-2 1 0 0 0,1 3 0 0 0,1 1 0 0 0,-3-2 0 0 0,-2-2 0 0 0,2-2 0 0 0,1-1 0 0 0,-3-2 0 0 0,4-1 0 0 0,0 0 0 0 0,3 5 0 0 0,-1 1 0 0 0,-2 0 0 0 0,-3-1 0 0 0,-2-2 0 0 0,2 0 0 0 0,0-2 0 0 0,4 4 0 0 0,0 2 0 0 0,-1 9 0 0 0,-4 12 0 0 0,-1 11 0 0 0,-3 8 0 0 0,-1 7 0 0 0,-1 3 0 0 0,0 2 0 0 0,-1 2 0 0 0,1-1 0 0 0,0-1 0 0 0,-1 1 0 0 0,1-2 0 0 0,-5 1 0 0 0,-2-1 0 0 0,1 0 0 0 0,1-1 0 0 0,2 1 0 0 0,0 0 0 0 0,2 0 0 0 0,1 0 0 0 0,0-1 0 0 0,0 1 0 0 0,0 0 0 0 0,1 0 0 0 0,-1 0 0 0 0,0 0 0 0 0,0 0 0 0 0,0-10 0 0 0,5-13 0 0 0,2-13 0 0 0,-1-9 0 0 0,-1-8 0 0 0,-2-4 0 0 0,0-2 0 0 0,3-2 0 0 0,1 1 0 0 0,-1 0 0 0 0,4-4 0 0 0,-1-2 0 0 0,0 1 0 0 0,-3 2 0 0 0,-3 2 0 0 0,0 1 0 0 0,-2 1 0 0 0,4 6 0 0 0,1 1 0 0 0,0 1 0 0 0,-2-2 0 0 0,-1 9 0 0 0,-1 12 0 0 0,-1 11 0 0 0,0 9 0 0 0,-1 6 0 0 0,0 5 0 0 0,-1 2 0 0 0,6-4 0 0 0,1-1 0 0 0,0 0 0 0 0,-1 0 0 0 0,4 1 0 0 0,-1-4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12294 1540 16383 0 0,'-5'0'0'0'0,"-7"5"0"0"0,-5 1 0 0 0,-1 5 0 0 0,-2 1 0 0 0,3 3 0 0 0,-1-2 0 0 0,-3-2 0 0 0,-2 2 0 0 0,-2-2 0 0 0,3 3 0 0 0,1-2 0 0 0,-2-2 0 0 0,-1-3 0 0 0,3 2 0 0 0,0 0 0 0 0,-1 2 0 0 0,-1 1 0 0 0,2 2 0 0 0,1-1 0 0 0,-2-2 0 0 0,-2 1 0 0 0,-1 4 0 0 0,-2-1 0 0 0,-1-3 0 0 0,-1 1 0 0 0,0-1 0 0 0,5 2 0 0 0,1-1 0 0 0,5 1 0 0 0,0 0 0 0 0,-1-4 0 0 0,-2 2 0 0 0,-4 4 0 0 0,-1-2 0 0 0,-1-2 0 0 0,3 2 0 0 0,1 2 0 0 0,5 5 0 0 0,0-2 0 0 0,-1-5 0 0 0,2 2 0 0 0,4 1 0 0 0,-1-1 0 0 0,-2-3 0 0 0,1 0 0 0 0,3 4 0 0 0,4 3 0 0 0,7-2 0 0 0,10-3 0 0 0,8-5 0 0 0,6 1 0 0 0,4-1 0 0 0,2-3 0 0 0,1-2 0 0 0,1-2 0 0 0,-1 3 0 0 0,0 1 0 0 0,0-1 0 0 0,0-1 0 0 0,-1-2 0 0 0,0-1 0 0 0,4-1 0 0 0,3-1 0 0 0,4 5 0 0 0,0 1 0 0 0,-1 0 0 0 0,-3-1 0 0 0,-3-2 0 0 0,-6 4 0 0 0,1 1 0 0 0,2-2 0 0 0,-1-1 0 0 0,1-1 0 0 0,0 2 0 0 0,0 2 0 0 0,-1-2 0 0 0,5-1 0 0 0,1-1 0 0 0,5 2 0 0 0,6 2 0 0 0,-1-2 0 0 0,-3-1 0 0 0,-3-2 0 0 0,-4-1 0 0 0,-3-1 0 0 0,-2-1 0 0 0,-1 0 0 0 0,0 0 0 0 0,-1 0 0 0 0,0-1 0 0 0,-5-4 0 0 0,-6-6 0 0 0,-11-2 0 0 0,-11 2 0 0 0,-5-3 0 0 0,-6-3 0 0 0,-5 1 0 0 0,-3 3 0 0 0,1-1 0 0 0,1 2 0 0 0,-2-2 0 0 0,-1-4 0 0 0,-1 2 0 0 0,-1 3 0 0 0,-2 4 0 0 0,1-2 0 0 0,-1 2 0 0 0,-1-3 0 0 0,1 0 0 0 0,0 3 0 0 0,0 3 0 0 0,5-3 0 0 0,2 0 0 0 0,-1 2 0 0 0,4-3 0 0 0,0 1 0 0 0,-1-4 0 0 0,-3 0 0 0 0,-2 4 0 0 0,-1 2 0 0 0,-2 2 0 0 0,-1 3 0 0 0,0 1 0 0 0,5 6 0 0 0,6 7 0 0 0,6 6 0 0 0,6 5 0 0 0,3 4 0 0 0,7 2 0 0 0,4 1 0 0 0,4-5 0 0 0,6-2 0 0 0,4 1 0 0 0,4-4 0 0 0,2-6 0 0 0,1 0 0 0 0,-4-2 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14658 3466 16383 0 0,'5'0'0'0'0,"1"0"0"0"0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14679 3487 16383 0 0,'0'5'0'0'0,"0"2"0"0"0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3376 7382 16383 0 0,'0'0'0'0'0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1916 9499 16383 0 0,'0'0'0'0'0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15021 2685 16383 0 0,'-5'0'0'0'0,"-7"0"0"0"0,-7 0 0 0 0,-5 0 0 0 0,-4 0 0 0 0,-3 0 0 0 0,0 0 0 0 0,-2 0 0 0 0,6-5 0 0 0,2-2 0 0 0,0 0 0 0 0,-1 2 0 0 0,-1 1 0 0 0,-1 1 0 0 0,-2 2 0 0 0,0 1 0 0 0,-1 0 0 0 0,0 0 0 0 0,0 0 0 0 0,5-5 0 0 0,2-2 0 0 0,0 1 0 0 0,-2 1 0 0 0,-1 1 0 0 0,-1-4 0 0 0,-2 0 0 0 0,0 1 0 0 0,-1 2 0 0 0,0 1 0 0 0,0 2 0 0 0,0 1 0 0 0,0-5 0 0 0,0 0 0 0 0,0-1 0 0 0,0 2 0 0 0,0 2 0 0 0,0 1 0 0 0,0 1 0 0 0,0 0 0 0 0,1 1 0 0 0,-1 0 0 0 0,0 1 0 0 0,0-1 0 0 0,0 0 0 0 0,0 0 0 0 0,6-5 0 0 0,1-2 0 0 0,0 1 0 0 0,-2 0 0 0 0,-1 3 0 0 0,4-5 0 0 0,1 0 0 0 0,-2 0 0 0 0,-2 3 0 0 0,-1 2 0 0 0,-2-5 0 0 0,5-5 0 0 0,0-1 0 0 0,5-3 0 0 0,6-4 0 0 0,4-4 0 0 0,10 3 0 0 0,9 5 0 0 0,4 0 0 0 0,4 2 0 0 0,4 5 0 0 0,4 4 0 0 0,-2-3 0 0 0,-1 0 0 0 0,2 3 0 0 0,1 1 0 0 0,2 2 0 0 0,1 1 0 0 0,1 1 0 0 0,1 1 0 0 0,0 1 0 0 0,0-1 0 0 0,0 0 0 0 0,0 1 0 0 0,0-1 0 0 0,0 0 0 0 0,0 0 0 0 0,0 0 0 0 0,0 0 0 0 0,0 0 0 0 0,0 0 0 0 0,-1 0 0 0 0,1 0 0 0 0,5 0 0 0 0,2 0 0 0 0,0 0 0 0 0,3 0 0 0 0,1 0 0 0 0,-3 0 0 0 0,-1 0 0 0 0,-3 0 0 0 0,-2 0 0 0 0,4 0 0 0 0,1 0 0 0 0,5 0 0 0 0,-1 0 0 0 0,4 0 0 0 0,0 0 0 0 0,1 0 0 0 0,-1 0 0 0 0,-4 0 0 0 0,-3 0 0 0 0,2 0 0 0 0,-1 0 0 0 0,-2 0 0 0 0,-2 0 0 0 0,-2 0 0 0 0,-1 0 0 0 0,-2 0 0 0 0,0 0 0 0 0,0 0 0 0 0,-1 0 0 0 0,0-5 0 0 0,1-2 0 0 0,0 0 0 0 0,-1 2 0 0 0,1 1 0 0 0,0 2 0 0 0,0 0 0 0 0,-1-3 0 0 0,1-2 0 0 0,0-5 0 0 0,0 0 0 0 0,-5 2 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14912 2196 16383 0 0,'0'0'0'0'0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15563 2582 16383 0 0,'-5'0'0'0'0,"-8"0"0"0"0,-5 0 0 0 0,-7 0 0 0 0,-3 0 0 0 0,-2 0 0 0 0,-2-5 0 0 0,0-2 0 0 0,0-5 0 0 0,0 0 0 0 0,0 2 0 0 0,6-3 0 0 0,2 1 0 0 0,0 2 0 0 0,-2-2 0 0 0,-1 1 0 0 0,-1-3 0 0 0,-2 1 0 0 0,0 3 0 0 0,-1 2 0 0 0,0 4 0 0 0,5-4 0 0 0,2 0 0 0 0,0-3 0 0 0,-2-1 0 0 0,-1 2 0 0 0,-1 3 0 0 0,-2 2 0 0 0,0 2 0 0 0,-1-3 0 0 0,0-1 0 0 0,0 1 0 0 0,0 1 0 0 0,5-4 0 0 0,2 0 0 0 0,0 2 0 0 0,-2 1 0 0 0,-1-3 0 0 0,-1 0 0 0 0,-2 2 0 0 0,0 1 0 0 0,-1 2 0 0 0,0 2 0 0 0,0 1 0 0 0,0 1 0 0 0,0 1 0 0 0,0-1 0 0 0,0 0 0 0 0,0 1 0 0 0,0-1 0 0 0,0 0 0 0 0,0 0 0 0 0,0-5 0 0 0,1-2 0 0 0,-1 0 0 0 0,0 2 0 0 0,0 1 0 0 0,0 2 0 0 0,0 0 0 0 0,1 2 0 0 0,-1 0 0 0 0,0 0 0 0 0,0 0 0 0 0,0 1 0 0 0,1-1 0 0 0,-1 0 0 0 0,0 0 0 0 0,11 0 0 0 0,13 0 0 0 0,14 0 0 0 0,11 0 0 0 0,7 0 0 0 0,5 0 0 0 0,2 0 0 0 0,2 6 0 0 0,-1 1 0 0 0,0-1 0 0 0,0 5 0 0 0,-1 0 0 0 0,-1-2 0 0 0,0-3 0 0 0,5 4 0 0 0,7-1 0 0 0,2-1 0 0 0,3 3 0 0 0,-2-1 0 0 0,3-1 0 0 0,3-3 0 0 0,-2-2 0 0 0,1 3 0 0 0,2 1 0 0 0,3-1 0 0 0,-3 3 0 0 0,0 0 0 0 0,1-1 0 0 0,3 2 0 0 0,1 0 0 0 0,7-2 0 0 0,3 3 0 0 0,-5-1 0 0 0,-3-3 0 0 0,-1-2 0 0 0,0-2 0 0 0,6 4 0 0 0,2-1 0 0 0,0 0 0 0 0,-6-2 0 0 0,-2-2 0 0 0,-2-1 0 0 0,6-1 0 0 0,-3-1 0 0 0,4 0 0 0 0,2 0 0 0 0,5-1 0 0 0,-4 6 0 0 0,-2 2 0 0 0,2 0 0 0 0,-4-2 0 0 0,-3-1 0 0 0,-6-2 0 0 0,-2-1 0 0 0,1 0 0 0 0,-3-1 0 0 0,0 0 0 0 0,-4-1 0 0 0,2 1 0 0 0,3 0 0 0 0,3 0 0 0 0,8 0 0 0 0,-1 0 0 0 0,-6 0 0 0 0,-2 0 0 0 0,-4 0 0 0 0,-6 0 0 0 0,-4 0 0 0 0,-4 0 0 0 0,2 0 0 0 0,1 0 0 0 0,-1 0 0 0 0,-2 0 0 0 0,-2 0 0 0 0,5 0 0 0 0,1 0 0 0 0,3 0 0 0 0,7 0 0 0 0,-1 0 0 0 0,-4 0 0 0 0,-3 0 0 0 0,-3 0 0 0 0,-4 0 0 0 0,-2 0 0 0 0,-1 0 0 0 0,0 0 0 0 0,-12 0 0 0 0,-13 0 0 0 0,-14 0 0 0 0,-10 0 0 0 0,-7 0 0 0 0,-5 0 0 0 0,-3 0 0 0 0,0 0 0 0 0,-1 0 0 0 0,1 0 0 0 0,1 0 0 0 0,0 0 0 0 0,0 0 0 0 0,1 0 0 0 0,1 0 0 0 0,-1 0 0 0 0,0 0 0 0 0,-5 0 0 0 0,-2 0 0 0 0,1 0 0 0 0,1 5 0 0 0,1 2 0 0 0,2-1 0 0 0,1 0 0 0 0,1-2 0 0 0,0-2 0 0 0,0-1 0 0 0,-5 0 0 0 0,4 4 0 0 0,-3 2 0 0 0,-7-1 0 0 0,-1-1 0 0 0,-3-1 0 0 0,0-2 0 0 0,3-1 0 0 0,-2 0 0 0 0,2-1 0 0 0,3-1 0 0 0,3 1 0 0 0,-3 0 0 0 0,-5-1 0 0 0,0 1 0 0 0,-3 0 0 0 0,2 0 0 0 0,3 0 0 0 0,-2 0 0 0 0,2 0 0 0 0,-2 0 0 0 0,1 0 0 0 0,-8 0 0 0 0,0 0 0 0 0,4 0 0 0 0,-1 0 0 0 0,-3 0 0 0 0,3 0 0 0 0,-1 0 0 0 0,3 0 0 0 0,-7 0 0 0 0,1 0 0 0 0,5 0 0 0 0,-1 0 0 0 0,3 0 0 0 0,-1 0 0 0 0,-3 0 0 0 0,1 0 0 0 0,0 0 0 0 0,1 0 0 0 0,0 0 0 0 0,-3 0 0 0 0,1-5 0 0 0,5-2 0 0 0,0 0 0 0 0,1 2 0 0 0,-2 1 0 0 0,2 2 0 0 0,3 1 0 0 0,-2 0 0 0 0,-4-4 0 0 0,-5-2 0 0 0,2 1 0 0 0,3 1 0 0 0,5 1 0 0 0,-1 2 0 0 0,-3 1 0 0 0,0 0 0 0 0,3 1 0 0 0,-1 1 0 0 0,1-6 0 0 0,2-2 0 0 0,4 0 0 0 0,3 2 0 0 0,1 2 0 0 0,7-5 0 0 0,2 0 0 0 0,0 1 0 0 0,-1 1 0 0 0,-1-3 0 0 0,-2 0 0 0 0,-1 2 0 0 0,-1 1 0 0 0,-1 2 0 0 0,5-3 0 0 0,2-1 0 0 0,-1 1 0 0 0,5-3 0 0 0,0 0 0 0 0,3-4 0 0 0,5-5 0 0 0,9 2 0 0 0,11-3 0 0 0,10 3 0 0 0,6 4 0 0 0,4 4 0 0 0,3 4 0 0 0,2 3 0 0 0,0 1 0 0 0,0 1 0 0 0,-1 1 0 0 0,0 0 0 0 0,-1 0 0 0 0,-5-6 0 0 0,-2-1 0 0 0,0-1 0 0 0,2 2 0 0 0,0 1 0 0 0,3 2 0 0 0,6 0 0 0 0,2 2 0 0 0,0 0 0 0 0,0 0 0 0 0,-2 0 0 0 0,-2 1 0 0 0,-1-1 0 0 0,0 0 0 0 0,4 0 0 0 0,2 0 0 0 0,-1 0 0 0 0,-1 0 0 0 0,-2 0 0 0 0,4 0 0 0 0,7 0 0 0 0,5 0 0 0 0,0 0 0 0 0,1 0 0 0 0,-2 0 0 0 0,-4 0 0 0 0,-5 0 0 0 0,1 0 0 0 0,0 5 0 0 0,2 2 0 0 0,0 0 0 0 0,-3-2 0 0 0,-2-1 0 0 0,-3-1 0 0 0,4 3 0 0 0,4 1 0 0 0,2 0 0 0 0,-3-2 0 0 0,-2-1 0 0 0,-4-2 0 0 0,4 4 0 0 0,-1 1 0 0 0,4 0 0 0 0,0-2 0 0 0,-3-1 0 0 0,-2-2 0 0 0,-2-1 0 0 0,-3-1 0 0 0,4 5 0 0 0,1 2 0 0 0,-1-1 0 0 0,-1-1 0 0 0,-2-1 0 0 0,-1-2 0 0 0,-1-1 0 0 0,-1 0 0 0 0,5-1 0 0 0,6 0 0 0 0,8 4 0 0 0,5 3 0 0 0,-2 0 0 0 0,-4-2 0 0 0,-6-2 0 0 0,-4 0 0 0 0,-4-2 0 0 0,-3 0 0 0 0,-1-1 0 0 0,-1-1 0 0 0,0 1 0 0 0,0 0 0 0 0,0 0 0 0 0,0-1 0 0 0,1 1 0 0 0,-11 0 0 0 0,-14 0 0 0 0,-13 0 0 0 0,-10 0 0 0 0,-9 0 0 0 0,-3 0 0 0 0,-4-5 0 0 0,0-2 0 0 0,-1 0 0 0 0,6-3 0 0 0,-2-1 0 0 0,-3 2 0 0 0,1 2 0 0 0,-6 3 0 0 0,-2-4 0 0 0,2 0 0 0 0,1 2 0 0 0,-3 1 0 0 0,0-4 0 0 0,1 0 0 0 0,2 2 0 0 0,3 1 0 0 0,-4-3 0 0 0,-6 0 0 0 0,-1 2 0 0 0,-3-4 0 0 0,-4 0 0 0 0,2 3 0 0 0,-1 1 0 0 0,2 3 0 0 0,0 2 0 0 0,-3 1 0 0 0,-2-4 0 0 0,-4-2 0 0 0,4 1 0 0 0,6 1 0 0 0,5-3 0 0 0,0-2 0 0 0,-4 3 0 0 0,-3 1 0 0 0,-5-3 0 0 0,2 0 0 0 0,6 1 0 0 0,4 3 0 0 0,0 1 0 0 0,1 2 0 0 0,4-4 0 0 0,-4-1 0 0 0,2 0 0 0 0,1 2 0 0 0,-3 2 0 0 0,1 1 0 0 0,1 1 0 0 0,3 1 0 0 0,3 0 0 0 0,-4 0 0 0 0,-6 0 0 0 0,-1 1 0 0 0,3-1 0 0 0,2 0 0 0 0,4-5 0 0 0,2-2 0 0 0,-4 0 0 0 0,-5 2 0 0 0,-1 1 0 0 0,1-4 0 0 0,-1 0 0 0 0,-5 1 0 0 0,1 2 0 0 0,4 1 0 0 0,4 2 0 0 0,3 1 0 0 0,-2 1 0 0 0,0 0 0 0 0,1 0 0 0 0,3-5 0 0 0,1-1 0 0 0,1-1 0 0 0,2 2 0 0 0,0 1 0 0 0,6-3 0 0 0,1-1 0 0 0,0 0 0 0 0,-1 3 0 0 0,4-4 0 0 0,-1 0 0 0 0,-1 1 0 0 0,-2 3 0 0 0,9 1 0 0 0,12 2 0 0 0,11 1 0 0 0,11 1 0 0 0,7 0 0 0 0,5 1 0 0 0,7-1 0 0 0,3 0 0 0 0,0 1 0 0 0,-2-1 0 0 0,4 5 0 0 0,-1 2 0 0 0,4 0 0 0 0,-1 3 0 0 0,2 1 0 0 0,5 3 0 0 0,8 0 0 0 0,6-3 0 0 0,-4-3 0 0 0,4 2 0 0 0,-4-1 0 0 0,-2 4 0 0 0,-1 0 0 0 0,1-3 0 0 0,1 2 0 0 0,5 5 0 0 0,8-1 0 0 0,-3 2 0 0 0,1-2 0 0 0,1-4 0 0 0,-8 2 0 0 0,1 3 0 0 0,5-1 0 0 0,2-3 0 0 0,-2-4 0 0 0,4 2 0 0 0,-6-1 0 0 0,1-3 0 0 0,0 4 0 0 0,-2-1 0 0 0,4 4 0 0 0,0-2 0 0 0,-2-1 0 0 0,4 1 0 0 0,-6 0 0 0 0,-4 2 0 0 0,4 0 0 0 0,0-4 0 0 0,0 3 0 0 0,-2-2 0 0 0,5-2 0 0 0,-5 2 0 0 0,-3 0 0 0 0,4-2 0 0 0,-4-3 0 0 0,-3-3 0 0 0,0-1 0 0 0,0-1 0 0 0,1-1 0 0 0,-5 0 0 0 0,-1 4 0 0 0,0 3 0 0 0,-3-1 0 0 0,5-1 0 0 0,4-1 0 0 0,2-2 0 0 0,-5-1 0 0 0,-1 5 0 0 0,1 1 0 0 0,-5 0 0 0 0,-6-2 0 0 0,0-2 0 0 0,-2-1 0 0 0,1 0 0 0 0,4-2 0 0 0,-2 0 0 0 0,-2 0 0 0 0,-5-1 0 0 0,-4 1 0 0 0,-2 5 0 0 0,3 2 0 0 0,1-1 0 0 0,-1 0 0 0 0,-2-2 0 0 0,-1-2 0 0 0,-1-1 0 0 0,-2 0 0 0 0,0-1 0 0 0,0 0 0 0 0,0-1 0 0 0,-1 6 0 0 0,1 2 0 0 0,-1-1 0 0 0,1 0 0 0 0,-11-3 0 0 0,-13 0 0 0 0,-14-2 0 0 0,-11-1 0 0 0,-2-5 0 0 0,-3-2 0 0 0,-3 0 0 0 0,-2 2 0 0 0,-1-5 0 0 0,-2 1 0 0 0,-6 1 0 0 0,-1 2 0 0 0,0 2 0 0 0,1 2 0 0 0,2 1 0 0 0,2 1 0 0 0,1 0 0 0 0,0 0 0 0 0,-4 1 0 0 0,-7-1 0 0 0,-1-5 0 0 0,-3-2 0 0 0,0 1 0 0 0,3 0 0 0 0,-6 3 0 0 0,0 0 0 0 0,-2 2 0 0 0,-3 0 0 0 0,3 1 0 0 0,0 1 0 0 0,3-1 0 0 0,0 0 0 0 0,-8 0 0 0 0,1-5 0 0 0,-6-1 0 0 0,-3-1 0 0 0,4 2 0 0 0,-2 1 0 0 0,3 1 0 0 0,2 2 0 0 0,-5 1 0 0 0,-3 0 0 0 0,0 0 0 0 0,-4 0 0 0 0,-7 0 0 0 0,5 1 0 0 0,-1-1 0 0 0,1-5 0 0 0,3-2 0 0 0,2 0 0 0 0,2 2 0 0 0,8 1 0 0 0,-4 2 0 0 0,5 0 0 0 0,-5 2 0 0 0,-2 0 0 0 0,-6 0 0 0 0,3 0 0 0 0,3 1 0 0 0,-4-1 0 0 0,4 0 0 0 0,2 0 0 0 0,7 0 0 0 0,7 0 0 0 0,-4 0 0 0 0,1 0 0 0 0,4 0 0 0 0,-6-5 0 0 0,1-2 0 0 0,3 0 0 0 0,0 2 0 0 0,3 1 0 0 0,-2 2 0 0 0,2 0 0 0 0,4 2 0 0 0,-2 0 0 0 0,-5 0 0 0 0,2 0 0 0 0,3 1 0 0 0,-2-1 0 0 0,-4 0 0 0 0,-4-5 0 0 0,3-2 0 0 0,3 0 0 0 0,5 2 0 0 0,4 1 0 0 0,4 2 0 0 0,2 1 0 0 0,1 0 0 0 0,1 1 0 0 0,0 0 0 0 0,0 1 0 0 0,0-1 0 0 0,0 0 0 0 0,0 0 0 0 0,-1-5 0 0 0,0-2 0 0 0,0 1 0 0 0,0 0 0 0 0,6-3 0 0 0,1 0 0 0 0,0 1 0 0 0,3-3 0 0 0,7-5 0 0 0,9 0 0 0 0,12 3 0 0 0,10 4 0 0 0,6 3 0 0 0,6 2 0 0 0,3 3 0 0 0,0 1 0 0 0,7 0 0 0 0,0 1 0 0 0,6 0 0 0 0,-1-1 0 0 0,-2 1 0 0 0,2-1 0 0 0,4 0 0 0 0,5 0 0 0 0,-2 0 0 0 0,1 0 0 0 0,-3 0 0 0 0,-5 0 0 0 0,6 0 0 0 0,0 5 0 0 0,2 2 0 0 0,-3 0 0 0 0,-5 4 0 0 0,2-1 0 0 0,7-1 0 0 0,1-2 0 0 0,2-3 0 0 0,6-1 0 0 0,-6 3 0 0 0,-4 1 0 0 0,2 0 0 0 0,0 3 0 0 0,3 0 0 0 0,-4-1 0 0 0,5 2 0 0 0,-2 0 0 0 0,0-2 0 0 0,1 3 0 0 0,1-1 0 0 0,-4-3 0 0 0,0-1 0 0 0,5 2 0 0 0,5 0 0 0 0,-5 3 0 0 0,-1 1 0 0 0,0-3 0 0 0,-5-3 0 0 0,-1-2 0 0 0,1-3 0 0 0,3-1 0 0 0,-4 4 0 0 0,0 2 0 0 0,2-1 0 0 0,-3-1 0 0 0,-5-2 0 0 0,-6-1 0 0 0,-3-1 0 0 0,2 5 0 0 0,-1 1 0 0 0,-1-1 0 0 0,4 0 0 0 0,-1-3 0 0 0,5-1 0 0 0,-2 5 0 0 0,4 0 0 0 0,-2 0 0 0 0,-3-2 0 0 0,-3-2 0 0 0,-3-1 0 0 0,-3-1 0 0 0,-1 0 0 0 0,-2-1 0 0 0,1-1 0 0 0,-1 1 0 0 0,0 0 0 0 0,-5 5 0 0 0,-1 2 0 0 0,0-1 0 0 0,-9-1 0 0 0,-13-1 0 0 0,-11-1 0 0 0,-10-7 0 0 0,-7-3 0 0 0,-4 1 0 0 0,-2 0 0 0 0,-6-3 0 0 0,-3-1 0 0 0,2 2 0 0 0,-4 2 0 0 0,1 2 0 0 0,1-4 0 0 0,3 0 0 0 0,3 2 0 0 0,2 0 0 0 0,-4-2 0 0 0,-1-1 0 0 0,-4 1 0 0 0,-6-2 0 0 0,0-1 0 0 0,-2 2 0 0 0,2-2 0 0 0,4 0 0 0 0,-1 2 0 0 0,-3 3 0 0 0,-4-3 0 0 0,-4-1 0 0 0,-3 3 0 0 0,-1 2 0 0 0,-2 1 0 0 0,5 2 0 0 0,2 2 0 0 0,-6-6 0 0 0,2 0 0 0 0,-4-1 0 0 0,-7 2 0 0 0,7-3 0 0 0,0-2 0 0 0,5 3 0 0 0,-3 1 0 0 0,-2 2 0 0 0,-1-3 0 0 0,0-1 0 0 0,6 1 0 0 0,2 2 0 0 0,-5 1 0 0 0,3-3 0 0 0,-5-1 0 0 0,-2 1 0 0 0,-1 2 0 0 0,7 2 0 0 0,1 1 0 0 0,2-5 0 0 0,-2 0 0 0 0,0 1 0 0 0,4 1 0 0 0,-5 1 0 0 0,3 2 0 0 0,6 1 0 0 0,0 1 0 0 0,4 0 0 0 0,-1 0 0 0 0,3 0 0 0 0,-3 1 0 0 0,3-1 0 0 0,2 0 0 0 0,4 0 0 0 0,-2 0 0 0 0,0 0 0 0 0,2 0 0 0 0,2 0 0 0 0,-3 0 0 0 0,-1 0 0 0 0,2 0 0 0 0,2-5 0 0 0,2-2 0 0 0,1 0 0 0 0,1 2 0 0 0,1 1 0 0 0,1 2 0 0 0,-1 0 0 0 0,1 2 0 0 0,-1 0 0 0 0,1 0 0 0 0,4-5 0 0 0,2-1 0 0 0,6-6 0 0 0,10-5 0 0 0,12-1 0 0 0,10-1 0 0 0,9 1 0 0 0,5 5 0 0 0,3 4 0 0 0,7 4 0 0 0,2 2 0 0 0,0 2 0 0 0,-2 1 0 0 0,-2 1 0 0 0,-2 0 0 0 0,3 0 0 0 0,2-1 0 0 0,3 1 0 0 0,1-1 0 0 0,3 0 0 0 0,5 0 0 0 0,-2 0 0 0 0,2 0 0 0 0,2 0 0 0 0,3 0 0 0 0,2 0 0 0 0,3 0 0 0 0,5 0 0 0 0,3 5 0 0 0,5 2 0 0 0,0 0 0 0 0,4 3 0 0 0,-1 1 0 0 0,-3-2 0 0 0,6 3 0 0 0,1-1 0 0 0,-4-2 0 0 0,2-2 0 0 0,8 2 0 0 0,-1 0 0 0 0,1 4 0 0 0,7-1 0 0 0,-2-2 0 0 0,-1 3 0 0 0,-1-2 0 0 0,1 4 0 0 0,6-2 0 0 0,-4 3 0 0 0,4-2 0 0 0,-4-3 0 0 0,-3-3 0 0 0,0-3 0 0 0,5 2 0 0 0,8 1 0 0 0,-4 4 0 0 0,3-1 0 0 0,-1-1 0 0 0,-1-3 0 0 0,-8 3 0 0 0,2 0 0 0 0,1 3 0 0 0,-6-1 0 0 0,3-2 0 0 0,2-3 0 0 0,-4 3 0 0 0,-3 0 0 0 0,0-3 0 0 0,2-1 0 0 0,-5 2 0 0 0,-1 1 0 0 0,7-2 0 0 0,-7-1 0 0 0,-1-3 0 0 0,0 5 0 0 0,-3-1 0 0 0,1 0 0 0 0,3-2 0 0 0,-3-1 0 0 0,-4 3 0 0 0,0 1 0 0 0,4-1 0 0 0,-2-2 0 0 0,-3 4 0 0 0,0 0 0 0 0,-1-2 0 0 0,-3-1 0 0 0,-8-2 0 0 0,1-2 0 0 0,0-1 0 0 0,-6-1 0 0 0,3 0 0 0 0,2-1 0 0 0,-5 1 0 0 0,-2 0 0 0 0,1 5 0 0 0,-5 1 0 0 0,0 1 0 0 0,-5-2 0 0 0,2-1 0 0 0,-4-2 0 0 0,-3 5 0 0 0,1 0 0 0 0,-1 0 0 0 0,-3-2 0 0 0,3-1 0 0 0,-1-2 0 0 0,-2 4 0 0 0,-2 1 0 0 0,-3 0 0 0 0,-1-2 0 0 0,-2-2 0 0 0,0 0 0 0 0,0-2 0 0 0,-1-1 0 0 0,0 0 0 0 0,-10 0 0 0 0,-13-1 0 0 0,-15 1 0 0 0,-9 0 0 0 0,-8 0 0 0 0,-5 0 0 0 0,-3-1 0 0 0,0 1 0 0 0,-1 0 0 0 0,1 0 0 0 0,1 0 0 0 0,0 0 0 0 0,0 1 0 0 0,1-1 0 0 0,-5 0 0 0 0,-7 0 0 0 0,-1-6 0 0 0,-4-1 0 0 0,1 1 0 0 0,3 0 0 0 0,-6 2 0 0 0,0 2 0 0 0,-2 1 0 0 0,-8-5 0 0 0,1-1 0 0 0,0 1 0 0 0,-6 1 0 0 0,3 1 0 0 0,-3 2 0 0 0,-7 1 0 0 0,4 1 0 0 0,-3 0 0 0 0,7 0 0 0 0,-3 0 0 0 0,-5-5 0 0 0,-1-2 0 0 0,-4 1 0 0 0,-4 1 0 0 0,1 1 0 0 0,-2 2 0 0 0,3 0 0 0 0,4 2 0 0 0,-1 0 0 0 0,-3 0 0 0 0,2 0 0 0 0,-3 1 0 0 0,-3-1 0 0 0,8 0 0 0 0,0 0 0 0 0,-2-5 0 0 0,1-2 0 0 0,-2 0 0 0 0,-4 2 0 0 0,-8 1 0 0 0,5 2 0 0 0,2 0 0 0 0,4 2 0 0 0,0 0 0 0 0,-2 0 0 0 0,2 0 0 0 0,-2 1 0 0 0,4-1 0 0 0,3 0 0 0 0,-1 0 0 0 0,-3 0 0 0 0,-5 0 0 0 0,2 0 0 0 0,-2 0 0 0 0,9 0 0 0 0,1 0 0 0 0,-3 0 0 0 0,-4-5 0 0 0,1-2 0 0 0,3 0 0 0 0,5 2 0 0 0,3 1 0 0 0,-2-3 0 0 0,0-2 0 0 0,-4 2 0 0 0,-4 2 0 0 0,-6-4 0 0 0,7 0 0 0 0,1 1 0 0 0,7 3 0 0 0,1-4 0 0 0,1 0 0 0 0,1 1 0 0 0,-4 3 0 0 0,0-4 0 0 0,7 0 0 0 0,2 1 0 0 0,-2-2 0 0 0,2-1 0 0 0,3 2 0 0 0,0 3 0 0 0,4-3 0 0 0,-3 0 0 0 0,1 1 0 0 0,7-2 0 0 0,-1-1 0 0 0,5 3 0 0 0,-2 2 0 0 0,-3 2 0 0 0,-3-4 0 0 0,2 0 0 0 0,4 2 0 0 0,0-5 0 0 0,3 1 0 0 0,3-4 0 0 0,4 1 0 0 0,2 2 0 0 0,3-1 0 0 0,1 0 0 0 0,0 3 0 0 0,1 2 0 0 0,-5 3 0 0 0,3-3 0 0 0,2 0 0 0 0,0 0 0 0 0,6-3 0 0 0,2 0 0 0 0,-1 1 0 0 0,-2 3 0 0 0,4-3 0 0 0,0 0 0 0 0,-2 1 0 0 0,3-3 0 0 0,5-5 0 0 0,11 1 0 0 0,5-3 0 0 0,8 2 0 0 0,8 3 0 0 0,6 4 0 0 0,-1-1 0 0 0,2 0 0 0 0,6 3 0 0 0,4 2 0 0 0,1 2 0 0 0,0 1 0 0 0,0 2 0 0 0,-2 0 0 0 0,-1 0 0 0 0,5 0 0 0 0,1 1 0 0 0,5-1 0 0 0,0 0 0 0 0,9 1 0 0 0,5-1 0 0 0,10 0 0 0 0,-2 0 0 0 0,3 0 0 0 0,7 0 0 0 0,6 0 0 0 0,-6 0 0 0 0,1 0 0 0 0,2 0 0 0 0,-1 0 0 0 0,2 0 0 0 0,3 5 0 0 0,-1 2 0 0 0,0-1 0 0 0,3 5 0 0 0,-2 0 0 0 0,0-2 0 0 0,7 3 0 0 0,4-1 0 0 0,3-2 0 0 0,0 3 0 0 0,-1-1 0 0 0,-5-3 0 0 0,2 4 0 0 0,2-1 0 0 0,5 2 0 0 0,3 0 0 0 0,-2-2 0 0 0,-1 2 0 0 0,-2-2 0 0 0,-2 3 0 0 0,4 0 0 0 0,1-4 0 0 0,4 3 0 0 0,-4-2 0 0 0,-5-2 0 0 0,-1 2 0 0 0,-8 0 0 0 0,4 3 0 0 0,1-1 0 0 0,7-3 0 0 0,-3 3 0 0 0,-2-2 0 0 0,-1-2 0 0 0,-5-3 0 0 0,-3 4 0 0 0,1-2 0 0 0,7 0 0 0 0,-2-3 0 0 0,-1-2 0 0 0,-4-1 0 0 0,-7-1 0 0 0,0-1 0 0 0,1 0 0 0 0,-1 5 0 0 0,1 1 0 0 0,3 1 0 0 0,-7-2 0 0 0,-6 4 0 0 0,1 0 0 0 0,-6-1 0 0 0,2-2 0 0 0,5-3 0 0 0,-4 0 0 0 0,-3-2 0 0 0,-7 4 0 0 0,-3 2 0 0 0,6-1 0 0 0,-3-1 0 0 0,-1-2 0 0 0,2 0 0 0 0,-5-2 0 0 0,-1 4 0 0 0,-3 2 0 0 0,0 0 0 0 0,2-2 0 0 0,-3-2 0 0 0,-3-1 0 0 0,-5 0 0 0 0,-3-2 0 0 0,1 0 0 0 0,1 5 0 0 0,-2 2 0 0 0,4-1 0 0 0,5-1 0 0 0,0-1 0 0 0,-3-2 0 0 0,-3-1 0 0 0,-3 0 0 0 0,-3-1 0 0 0,-2-1 0 0 0,-1 1 0 0 0,0 0 0 0 0,-1 0 0 0 0,0 0 0 0 0,-10-1 0 0 0,-14 1 0 0 0,-13 0 0 0 0,-11 0 0 0 0,-12 0 0 0 0,-7 0 0 0 0,-3 0 0 0 0,2 0 0 0 0,6-5 0 0 0,3-2 0 0 0,-3 1 0 0 0,-2-5 0 0 0,0 0 0 0 0,0 2 0 0 0,1 3 0 0 0,-5 1 0 0 0,-1 3 0 0 0,1 1 0 0 0,-3-5 0 0 0,-11 0 0 0 0,-7-6 0 0 0,-4 0 0 0 0,4 2 0 0 0,1-2 0 0 0,0 0 0 0 0,-1 2 0 0 0,-5-1 0 0 0,-3 0 0 0 0,-1 2 0 0 0,2 3 0 0 0,0-3 0 0 0,-3 0 0 0 0,-6-4 0 0 0,-1 1 0 0 0,-3-4 0 0 0,-4 2 0 0 0,-4 3 0 0 0,8 3 0 0 0,-3 3 0 0 0,-4-2 0 0 0,2-1 0 0 0,-5 1 0 0 0,-4-3 0 0 0,-6 0 0 0 0,8 2 0 0 0,-2 1 0 0 0,0-2 0 0 0,-1 0 0 0 0,-4 2 0 0 0,-2-4 0 0 0,-5 0 0 0 0,10 3 0 0 0,1-4 0 0 0,0 1 0 0 0,-5 3 0 0 0,-1 1 0 0 0,1-2 0 0 0,-4 0 0 0 0,10 2 0 0 0,0 1 0 0 0,-5-2 0 0 0,-1-1 0 0 0,-1 1 0 0 0,3 3 0 0 0,-5 1 0 0 0,11-3 0 0 0,-1-1 0 0 0,0 2 0 0 0,0 0 0 0 0,5 3 0 0 0,1 1 0 0 0,0 1 0 0 0,10 1 0 0 0,1 0 0 0 0,-2-5 0 0 0,2-2 0 0 0,2 1 0 0 0,10 1 0 0 0,-1 1 0 0 0,5 2 0 0 0,2 1 0 0 0,1 0 0 0 0,4 1 0 0 0,0 0 0 0 0,0 1 0 0 0,2-1 0 0 0,5 0 0 0 0,4 0 0 0 0,5 1 0 0 0,3-1 0 0 0,1 0 0 0 0,2 0 0 0 0,0 0 0 0 0,0 0 0 0 0,0 0 0 0 0,0 0 0 0 0,0 0 0 0 0,-1 0 0 0 0,0 0 0 0 0,11 0 0 0 0,14 0 0 0 0,12 0 0 0 0,12 0 0 0 0,7 0 0 0 0,10 0 0 0 0,5 0 0 0 0,0 0 0 0 0,4 0 0 0 0,0 0 0 0 0,3 0 0 0 0,-2 0 0 0 0,3 0 0 0 0,-3 0 0 0 0,3 0 0 0 0,3 0 0 0 0,3 0 0 0 0,4 0 0 0 0,6 0 0 0 0,4 0 0 0 0,-4 0 0 0 0,2 0 0 0 0,0 0 0 0 0,10 0 0 0 0,9 0 0 0 0,-1 0 0 0 0,7 0 0 0 0,-2 0 0 0 0,-6 0 0 0 0,5 0 0 0 0,8 0 0 0 0,-2 0 0 0 0,4 0 0 0 0,6 0 0 0 0,-9 0 0 0 0,1 0 0 0 0,4 0 0 0 0,6 0 0 0 0,-4 0 0 0 0,1 0 0 0 0,5 0 0 0 0,-1 0 0 0 0,-3 0 0 0 0,2 0 0 0 0,-1 0 0 0 0,2 0 0 0 0,-1 0 0 0 0,3 0 0 0 0,2 0 0 0 0,-5 0 0 0 0,-1 0 0 0 0,-3 0 0 0 0,4 0 0 0 0,-2 0 0 0 0,3 0 0 0 0,-7 0 0 0 0,7 0 0 0 0,-5 0 0 0 0,-4 0 0 0 0,2 0 0 0 0,-5 0 0 0 0,2 0 0 0 0,5 0 0 0 0,-8 0 0 0 0,-1 0 0 0 0,1 0 0 0 0,-1 0 0 0 0,0 0 0 0 0,0 0 0 0 0,0 0 0 0 0,-6 0 0 0 0,-1 0 0 0 0,-1 0 0 0 0,-3 0 0 0 0,5 0 0 0 0,4 0 0 0 0,-9 0 0 0 0,-3 0 0 0 0,2 5 0 0 0,-3 2 0 0 0,1-1 0 0 0,2 0 0 0 0,-6-2 0 0 0,-6-2 0 0 0,1-1 0 0 0,-7 0 0 0 0,3-1 0 0 0,-5-1 0 0 0,-3 1 0 0 0,0 0 0 0 0,-5 0 0 0 0,-2-1 0 0 0,-3 1 0 0 0,1 0 0 0 0,-4 0 0 0 0,-4 0 0 0 0,-3 0 0 0 0,-3 0 0 0 0,3 0 0 0 0,0 0 0 0 0,-1 0 0 0 0,-2 0 0 0 0,-11 0 0 0 0,-16 0 0 0 0,-14 0 0 0 0,-12 0 0 0 0,-7 0 0 0 0,-5 0 0 0 0,-3 0 0 0 0,-1 0 0 0 0,0 0 0 0 0,1 0 0 0 0,-5 0 0 0 0,-6 0 0 0 0,-6 0 0 0 0,-5 0 0 0 0,-10 0 0 0 0,3 0 0 0 0,0 0 0 0 0,5 0 0 0 0,8 0 0 0 0,-4 0 0 0 0,2 0 0 0 0,-1 0 0 0 0,-7 0 0 0 0,1 0 0 0 0,0 0 0 0 0,-6 6 0 0 0,3 1 0 0 0,-5-1 0 0 0,-5 0 0 0 0,-3-3 0 0 0,-3 0 0 0 0,5 3 0 0 0,5 2 0 0 0,-2-2 0 0 0,1 0 0 0 0,-5-3 0 0 0,-5-1 0 0 0,0-1 0 0 0,-2-1 0 0 0,-4 0 0 0 0,8 0 0 0 0,-4 0 0 0 0,-5-1 0 0 0,2 1 0 0 0,-1 0 0 0 0,-7 0 0 0 0,7 5 0 0 0,2 2 0 0 0,-1 0 0 0 0,-7-2 0 0 0,1-1 0 0 0,0-2 0 0 0,-1 0 0 0 0,10-2 0 0 0,-2 0 0 0 0,-3 0 0 0 0,-3 0 0 0 0,-3-1 0 0 0,0 1 0 0 0,-2 0 0 0 0,6 0 0 0 0,1 0 0 0 0,-1 0 0 0 0,0 0 0 0 0,-2 0 0 0 0,-7 0 0 0 0,3-5 0 0 0,1-2 0 0 0,1 0 0 0 0,5 2 0 0 0,-3 1 0 0 0,-3-4 0 0 0,-7 0 0 0 0,4 1 0 0 0,7 1 0 0 0,2-2 0 0 0,7-1 0 0 0,-6 1 0 0 0,-3 2 0 0 0,2-3 0 0 0,1 0 0 0 0,4 2 0 0 0,5 1 0 0 0,0-2 0 0 0,-3-1 0 0 0,7 1 0 0 0,0 3 0 0 0,-4 1 0 0 0,6-3 0 0 0,-1-1 0 0 0,2 1 0 0 0,1 2 0 0 0,2-4 0 0 0,-3 0 0 0 0,4 2 0 0 0,-1 1 0 0 0,4 2 0 0 0,7 2 0 0 0,4 1 0 0 0,4 1 0 0 0,0 0 0 0 0,-2-4 0 0 0,1-3 0 0 0,-1 1 0 0 0,3 1 0 0 0,3 1 0 0 0,-1-4 0 0 0,1 0 0 0 0,4 1 0 0 0,2-3 0 0 0,3-1 0 0 0,1 2 0 0 0,2 3 0 0 0,0-3 0 0 0,1-1 0 0 0,0 3 0 0 0,-1 1 0 0 0,1 3 0 0 0,5-4 0 0 0,6-6 0 0 0,12-1 0 0 0,13 2 0 0 0,5-2 0 0 0,6 1 0 0 0,5 3 0 0 0,4 4 0 0 0,3 1 0 0 0,2 3 0 0 0,-4-4 0 0 0,-2-1 0 0 0,0 1 0 0 0,1 2 0 0 0,7 0 0 0 0,3 2 0 0 0,6 1 0 0 0,0 1 0 0 0,5 0 0 0 0,4 0 0 0 0,4 1 0 0 0,3-1 0 0 0,8 0 0 0 0,2 0 0 0 0,1 0 0 0 0,4 1 0 0 0,1-1 0 0 0,2 5 0 0 0,5 2 0 0 0,4-1 0 0 0,4 5 0 0 0,-4 0 0 0 0,-5-2 0 0 0,5 3 0 0 0,8-1 0 0 0,5 3 0 0 0,6-1 0 0 0,2 3 0 0 0,-8-1 0 0 0,2-4 0 0 0,-7 2 0 0 0,3-1 0 0 0,5 2 0 0 0,2-1 0 0 0,3 3 0 0 0,-10-2 0 0 0,0-3 0 0 0,3-4 0 0 0,-3-2 0 0 0,2 3 0 0 0,5-1 0 0 0,2 5 0 0 0,-8 0 0 0 0,-3-2 0 0 0,2 2 0 0 0,1 0 0 0 0,0-3 0 0 0,-1 2 0 0 0,4 0 0 0 0,-10-2 0 0 0,-4 2 0 0 0,-1 0 0 0 0,-5-2 0 0 0,6 2 0 0 0,3 0 0 0 0,2-3 0 0 0,7 4 0 0 0,-8-1 0 0 0,-3-3 0 0 0,-2-2 0 0 0,-3 3 0 0 0,-7 0 0 0 0,-4-1 0 0 0,-10-3 0 0 0,1-1 0 0 0,0 3 0 0 0,0 1 0 0 0,0-2 0 0 0,-5-1 0 0 0,3-1 0 0 0,-3-2 0 0 0,-6-1 0 0 0,-2-1 0 0 0,-3 0 0 0 0,1 0 0 0 0,-3-1 0 0 0,-3 6 0 0 0,-4 2 0 0 0,3-1 0 0 0,0 0 0 0 0,3 3 0 0 0,0 0 0 0 0,-3-1 0 0 0,3-2 0 0 0,0 3 0 0 0,-3 0 0 0 0,-3-1 0 0 0,-13-3 0 0 0,-16-1 0 0 0,-14-2 0 0 0,-11-1 0 0 0,-9-1 0 0 0,-4 0 0 0 0,-3-1 0 0 0,-1 1 0 0 0,0-1 0 0 0,1 1 0 0 0,0 0 0 0 0,1 0 0 0 0,1 0 0 0 0,-6 0 0 0 0,0 0 0 0 0,-6 0 0 0 0,0 0 0 0 0,-3 0 0 0 0,-5 0 0 0 0,1-5 0 0 0,0-2 0 0 0,-9 0 0 0 0,1 2 0 0 0,-5-4 0 0 0,-8-1 0 0 0,3 2 0 0 0,-3 3 0 0 0,-5 1 0 0 0,0-4 0 0 0,-2 0 0 0 0,-5 2 0 0 0,2-5 0 0 0,4 1 0 0 0,-5 1 0 0 0,0 3 0 0 0,-7-3 0 0 0,-4-1 0 0 0,-6 3 0 0 0,-4-4 0 0 0,7 1 0 0 0,-2 1 0 0 0,-6-2 0 0 0,6 0 0 0 0,-3 2 0 0 0,-5-2 0 0 0,-5 0 0 0 0,6 2 0 0 0,0-2 0 0 0,1 0 0 0 0,-1 2 0 0 0,0 3 0 0 0,-2 2 0 0 0,-5 2 0 0 0,2-4 0 0 0,4-1 0 0 0,3 1 0 0 0,0 1 0 0 0,-5-4 0 0 0,0 0 0 0 0,-1 2 0 0 0,6 1 0 0 0,5-3 0 0 0,-1 0 0 0 0,0 1 0 0 0,-4 3 0 0 0,5 1 0 0 0,-2-3 0 0 0,6-1 0 0 0,3 1 0 0 0,1 2 0 0 0,1 2 0 0 0,-7 1 0 0 0,4 1 0 0 0,1 1 0 0 0,11 0 0 0 0,4 0 0 0 0,-2 0 0 0 0,-3-4 0 0 0,2-3 0 0 0,-1 0 0 0 0,7 2 0 0 0,6 1 0 0 0,-1 2 0 0 0,5 1 0 0 0,-2 0 0 0 0,-1 1 0 0 0,7 0 0 0 0,1 1 0 0 0,7-1 0 0 0,0 0 0 0 0,-1 0 0 0 0,-2 0 0 0 0,3 0 0 0 0,5 0 0 0 0,-1 0 0 0 0,3 0 0 0 0,4 0 0 0 0,3 0 0 0 0,2 0 0 0 0,3 0 0 0 0,1 0 0 0 0,0 0 0 0 0,1 0 0 0 0,5-5 0 0 0,7-7 0 0 0,12-2 0 0 0,12 2 0 0 0,10 3 0 0 0,8 3 0 0 0,10 2 0 0 0,10-3 0 0 0,8 0 0 0 0,5 0 0 0 0,4 3 0 0 0,2 0 0 0 0,1 3 0 0 0,-1 0 0 0 0,1 0 0 0 0,-7 2 0 0 0,4-1 0 0 0,-4 0 0 0 0,-1 1 0 0 0,6-1 0 0 0,3 0 0 0 0,0 0 0 0 0,6 0 0 0 0,0 0 0 0 0,5 0 0 0 0,5 0 0 0 0,-2 0 0 0 0,3 0 0 0 0,2 0 0 0 0,3 0 0 0 0,3 0 0 0 0,1 0 0 0 0,-4 0 0 0 0,-2 0 0 0 0,2 0 0 0 0,6 0 0 0 0,-3 0 0 0 0,6 0 0 0 0,1 0 0 0 0,-5 0 0 0 0,3 5 0 0 0,0 2 0 0 0,6 0 0 0 0,-4-2 0 0 0,-3 4 0 0 0,4 1 0 0 0,-10-3 0 0 0,1-1 0 0 0,2 3 0 0 0,5 0 0 0 0,-2-1 0 0 0,-2-2 0 0 0,4-3 0 0 0,-8-1 0 0 0,-4-1 0 0 0,0-1 0 0 0,-5 5 0 0 0,1 2 0 0 0,8-1 0 0 0,4 4 0 0 0,-8 1 0 0 0,-3-2 0 0 0,1 2 0 0 0,-3 1 0 0 0,0-3 0 0 0,3-3 0 0 0,-2 3 0 0 0,-4 1 0 0 0,0-3 0 0 0,-7 4 0 0 0,1-1 0 0 0,3-1 0 0 0,-5 2 0 0 0,2 0 0 0 0,-6-2 0 0 0,-3 2 0 0 0,-2 0 0 0 0,-6-2 0 0 0,5 2 0 0 0,2 0 0 0 0,-4-3 0 0 0,-6-1 0 0 0,0-4 0 0 0,-5-1 0 0 0,1-1 0 0 0,4 4 0 0 0,-3 2 0 0 0,-3-1 0 0 0,-4-1 0 0 0,-3 4 0 0 0,-4 0 0 0 0,-1-1 0 0 0,-1 3 0 0 0,-1-1 0 0 0,0-1 0 0 0,-10-3 0 0 0,-14-2 0 0 0,-14-1 0 0 0,-10-2 0 0 0,-7-1 0 0 0,-5-1 0 0 0,-2 1 0 0 0,-2-1 0 0 0,1 1 0 0 0,0 0 0 0 0,-5 0 0 0 0,-6-1 0 0 0,-1 1 0 0 0,2 0 0 0 0,-3 0 0 0 0,3 0 0 0 0,-4 0 0 0 0,2 0 0 0 0,-7 0 0 0 0,0 0 0 0 0,-2 0 0 0 0,-2 0 0 0 0,-2 0 0 0 0,-7 0 0 0 0,-2 0 0 0 0,-2 0 0 0 0,2 0 0 0 0,-4 0 0 0 0,0 0 0 0 0,-5 0 0 0 0,-4 0 0 0 0,-4 0 0 0 0,-4 0 0 0 0,2 0 0 0 0,-4 0 0 0 0,2 0 0 0 0,-5 0 0 0 0,-3 0 0 0 0,1 0 0 0 0,-6-5 0 0 0,4-2 0 0 0,-2 1 0 0 0,-1 0 0 0 0,-3 2 0 0 0,-1 2 0 0 0,3 1 0 0 0,-4 0 0 0 0,-4 1 0 0 0,6 1 0 0 0,4-1 0 0 0,-1 0 0 0 0,-6 0 0 0 0,-4 1 0 0 0,5-1 0 0 0,-1 0 0 0 0,3-6 0 0 0,8 0 0 0 0,4-1 0 0 0,-3 1 0 0 0,-7 3 0 0 0,4 0 0 0 0,-3 2 0 0 0,5 1 0 0 0,3-1 0 0 0,7 2 0 0 0,-4-1 0 0 0,4 0 0 0 0,0 1 0 0 0,-7-1 0 0 0,8 0 0 0 0,2 0 0 0 0,-1 0 0 0 0,3 0 0 0 0,0 0 0 0 0,3 0 0 0 0,4 0 0 0 0,4 0 0 0 0,8 0 0 0 0,-1 0 0 0 0,0 0 0 0 0,5 0 0 0 0,-4 0 0 0 0,-2 0 0 0 0,0 0 0 0 0,5 0 0 0 0,1 0 0 0 0,7 0 0 0 0,5 0 0 0 0,5 0 0 0 0,5 0 0 0 0,3 0 0 0 0,1 0 0 0 0,1 0 0 0 0,0 0 0 0 0,1 0 0 0 0,-1 0 0 0 0,10 0 0 0 0,14 0 0 0 0,13 0 0 0 0,11 0 0 0 0,7 0 0 0 0,10 0 0 0 0,10 0 0 0 0,7 0 0 0 0,6 0 0 0 0,-2 0 0 0 0,-1 0 0 0 0,8 0 0 0 0,-3 0 0 0 0,4 0 0 0 0,-3 0 0 0 0,-2 0 0 0 0,5 0 0 0 0,2 0 0 0 0,6 0 0 0 0,6 0 0 0 0,5 0 0 0 0,0 0 0 0 0,1 0 0 0 0,7 0 0 0 0,-1 0 0 0 0,4 0 0 0 0,9 0 0 0 0,1 0 0 0 0,4 0 0 0 0,0 0 0 0 0,2 0 0 0 0,-1 0 0 0 0,1 0 0 0 0,3 0 0 0 0,8 0 0 0 0,5 0 0 0 0,-8 0 0 0 0,-4 5 0 0 0,0 2 0 0 0,7 0 0 0 0,-2-2 0 0 0,0-1 0 0 0,7-2 0 0 0,-9-1 0 0 0,3 0 0 0 0,1 4 0 0 0,7 2 0 0 0,2-1 0 0 0,-5-1 0 0 0,3-1 0 0 0,-11-2 0 0 0,2-1 0 0 0,1 0 0 0 0,-4 4 0 0 0,-1 2 0 0 0,2-1 0 0 0,6-1 0 0 0,-12-1 0 0 0,-4-2 0 0 0,0-1 0 0 0,4 0 0 0 0,-2-1 0 0 0,2 5 0 0 0,3 1 0 0 0,-3 1 0 0 0,-9-2 0 0 0,-1-2 0 0 0,3 5 0 0 0,0 0 0 0 0,-2-1 0 0 0,-3-1 0 0 0,-8-3 0 0 0,-3-1 0 0 0,-1-1 0 0 0,0 5 0 0 0,-4 1 0 0 0,-1-1 0 0 0,3-1 0 0 0,-10-2 0 0 0,-6 0 0 0 0,1 3 0 0 0,-6 1 0 0 0,1 0 0 0 0,1-2 0 0 0,-1 4 0 0 0,-6 0 0 0 0,-3-1 0 0 0,-5-3 0 0 0,-1-1 0 0 0,-4-2 0 0 0,1 4 0 0 0,2 1 0 0 0,-1 0 0 0 0,-3-2 0 0 0,-5-2 0 0 0,-4-1 0 0 0,-2-1 0 0 0,-3 0 0 0 0,-10-1 0 0 0,-16-1 0 0 0,-12 1 0 0 0,-12 0 0 0 0,-7 0 0 0 0,-4-1 0 0 0,-3 1 0 0 0,0 0 0 0 0,-1 0 0 0 0,-4 0 0 0 0,-7 0 0 0 0,-6 0 0 0 0,-4 0 0 0 0,-4 0 0 0 0,3 0 0 0 0,0 0 0 0 0,0 0 0 0 0,-1-5 0 0 0,-2-2 0 0 0,-7 0 0 0 0,-1 2 0 0 0,-1 1 0 0 0,-5-3 0 0 0,1-2 0 0 0,-10 2 0 0 0,-6 2 0 0 0,-3 1 0 0 0,-3-3 0 0 0,5-1 0 0 0,-4 1 0 0 0,-2 2 0 0 0,-5-4 0 0 0,-7 0 0 0 0,-7 2 0 0 0,2 1 0 0 0,2 2 0 0 0,1-3 0 0 0,-3-1 0 0 0,1 1 0 0 0,0 2 0 0 0,-8-3 0 0 0,-5-1 0 0 0,8 1 0 0 0,-2 2 0 0 0,3-3 0 0 0,1 0 0 0 0,-8 2 0 0 0,-3 1 0 0 0,-1-3 0 0 0,9 1 0 0 0,5 0 0 0 0,0 2 0 0 0,-2 3 0 0 0,2 1 0 0 0,0 1 0 0 0,-2-4 0 0 0,3-2 0 0 0,3 1 0 0 0,1 1 0 0 0,-4 1 0 0 0,8 2 0 0 0,-1 1 0 0 0,-3 1 0 0 0,6 0 0 0 0,5 0 0 0 0,-3 0 0 0 0,0 0 0 0 0,1 1 0 0 0,2-1 0 0 0,-4 0 0 0 0,9 0 0 0 0,6 0 0 0 0,0 0 0 0 0,0 0 0 0 0,-2 0 0 0 0,-2 0 0 0 0,-1 0 0 0 0,4 0 0 0 0,11 0 0 0 0,8 0 0 0 0,0 0 0 0 0,-5 0 0 0 0,5 0 0 0 0,-1 0 0 0 0,-1 0 0 0 0,7 0 0 0 0,3 0 0 0 0,7 5 0 0 0,1 2 0 0 0,-1 0 0 0 0,-2-2 0 0 0,3-1 0 0 0,5-2 0 0 0,-1-1 0 0 0,9 5 0 0 0,-1 1 0 0 0,2 0 0 0 0,1-2 0 0 0,2-2 0 0 0,2-1 0 0 0,0-1 0 0 0,1 0 0 0 0,11-1 0 0 0,14 0 0 0 0,13-1 0 0 0,11 1 0 0 0,13 0 0 0 0,6 0 0 0 0,7-1 0 0 0,2 1 0 0 0,3 0 0 0 0,-1 0 0 0 0,2 0 0 0 0,-3 0 0 0 0,6-5 0 0 0,0-2 0 0 0,-4 1 0 0 0,0 0 0 0 0,8 2 0 0 0,4 2 0 0 0,8 1 0 0 0,2 0 0 0 0,0 1 0 0 0,9 1 0 0 0,1-1 0 0 0,-3 0 0 0 0,2 0 0 0 0,7 1 0 0 0,0-1 0 0 0,6 0 0 0 0,3 0 0 0 0,-4 0 0 0 0,-3 0 0 0 0,5 0 0 0 0,8 0 0 0 0,-4 0 0 0 0,3 0 0 0 0,-5 0 0 0 0,-4 0 0 0 0,5 0 0 0 0,0 0 0 0 0,0 0 0 0 0,-1 0 0 0 0,4 0 0 0 0,7 0 0 0 0,-11 0 0 0 0,0 0 0 0 0,0 0 0 0 0,-2 0 0 0 0,0 0 0 0 0,-1 0 0 0 0,5 0 0 0 0,-9 0 0 0 0,-4 0 0 0 0,-6 0 0 0 0,5 0 0 0 0,3 5 0 0 0,3 2 0 0 0,-3 0 0 0 0,-6-2 0 0 0,-2-1 0 0 0,-3-2 0 0 0,-4-1 0 0 0,2 0 0 0 0,-2-1 0 0 0,2 0 0 0 0,-5-1 0 0 0,-4 1 0 0 0,2 0 0 0 0,-5 0 0 0 0,-2 0 0 0 0,4-1 0 0 0,-3 7 0 0 0,-8 1 0 0 0,-1-1 0 0 0,-5 0 0 0 0,0-3 0 0 0,-2 0 0 0 0,1-2 0 0 0,4 0 0 0 0,-2-1 0 0 0,-4-1 0 0 0,-4 1 0 0 0,2 0 0 0 0,-1 0 0 0 0,-3-1 0 0 0,-2 1 0 0 0,-2 0 0 0 0,-1 0 0 0 0,-2 0 0 0 0,-11 0 0 0 0,-14 0 0 0 0,-13 0 0 0 0,-11 6 0 0 0,-8 1 0 0 0,-4 4 0 0 0,-2 2 0 0 0,-2 2 0 0 0,1 0 0 0 0,-1-3 0 0 0,2 1 0 0 0,0-1 0 0 0,6 3 0 0 0,2-2 0 0 0,0-2 0 0 0,-2-4 0 0 0,5 2 0 0 0,-1 1 0 0 0,-1-3 0 0 0,4 4 0 0 0,-1-1 0 0 0,-2 4 0 0 0,-3-1 0 0 0,-2-3 0 0 0,4-3 0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14870 3254 16383 0 0,'5'0'0'0'0,"7"0"0"0"0,2 6 0 0 0,3 1 0 0 0,4-1 0 0 0,4 0 0 0 0,8-3 0 0 0,4 5 0 0 0,6 0 0 0 0,1 5 0 0 0,-2-1 0 0 0,2-2 0 0 0,5 3 0 0 0,9-1 0 0 0,1-3 0 0 0,-6-3 0 0 0,-5 4 0 0 0,-1-1 0 0 0,-4 3 0 0 0,3 0 0 0 0,2 4 0 0 0,5-2 0 0 0,3 2 0 0 0,9-1 0 0 0,-3-3 0 0 0,-1-5 0 0 0,0 3 0 0 0,-5 0 0 0 0,-2 2 0 0 0,0 0 0 0 0,-3-2 0 0 0,0 3 0 0 0,-4-2 0 0 0,6-2 0 0 0,5 2 0 0 0,-3 0 0 0 0,-5-2 0 0 0,0 2 0 0 0,-5 0 0 0 0,2-2 0 0 0,3-3 0 0 0,-2 3 0 0 0,-4 0 0 0 0,-4-2 0 0 0,2-2 0 0 0,4-1 0 0 0,4-2 0 0 0,5-1 0 0 0,4-1 0 0 0,-4-1 0 0 0,-6 1 0 0 0,-5 0 0 0 0,-6-1 0 0 0,-3 1 0 0 0,-3 0 0 0 0,-2 5 0 0 0,0 2 0 0 0,0 0 0 0 0,-1-2 0 0 0,1-1 0 0 0,1-2 0 0 0,-1 0 0 0 0,1-2 0 0 0,-1 0 0 0 0,1 0 0 0 0,0 0 0 0 0,0-1 0 0 0,0 1 0 0 0,0 0 0 0 0,-6 5 0 0 0,-1 2 0 0 0,0 0 0 0 0,2-2 0 0 0,1-1 0 0 0,-9-2 0 0 0,-13-1 0 0 0,-12 0 0 0 0,-11-1 0 0 0,-7 0 0 0 0,1 5 0 0 0,-2 1 0 0 0,0 1 0 0 0,-2-2 0 0 0,-1 4 0 0 0,-1 0 0 0 0,-1-1 0 0 0,0-2 0 0 0,0-2 0 0 0,0-2 0 0 0,5 4 0 0 0,2 1 0 0 0,0 0 0 0 0,-2-2 0 0 0,-1-2 0 0 0,-1-1 0 0 0,-2-1 0 0 0,0-1 0 0 0,-1 0 0 0 0,0 0 0 0 0,0 0 0 0 0,0 0 0 0 0,0-1 0 0 0,0 1 0 0 0,0 0 0 0 0,0 0 0 0 0,0 0 0 0 0,0 0 0 0 0,0 0 0 0 0,1 0 0 0 0,-1 0 0 0 0,0 0 0 0 0,0 0 0 0 0,0 0 0 0 0,6 0 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19174 3954 16383 0 0,'5'0'0'0'0,"7"0"0"0"0,7 0 0 0 0,0-5 0 0 0,2-2 0 0 0,3 1 0 0 0,-3-5 0 0 0,-10 0 0 0 0,-12-3 0 0 0,-12 0 0 0 0,-8 3 0 0 0,-6 4 0 0 0,-4 2 0 0 0,-1-3 0 0 0,-1 0 0 0 0,0 1 0 0 0,0-3 0 0 0,1 0 0 0 0,0 2 0 0 0,-4-4 0 0 0,-8 1 0 0 0,-5 2 0 0 0,-6 3 0 0 0,1 2 0 0 0,5 2 0 0 0,6 1 0 0 0,-1 1 0 0 0,-3-5 0 0 0,1-1 0 0 0,-7 0 0 0 0,-6 1 0 0 0,8-4 0 0 0,-3 0 0 0 0,2 1 0 0 0,-1 2 0 0 0,-1 2 0 0 0,-8-3 0 0 0,-3-1 0 0 0,-7 1 0 0 0,-6 2 0 0 0,-2 2 0 0 0,4 1 0 0 0,-2 1 0 0 0,3 0 0 0 0,8-4 0 0 0,5-1 0 0 0,-3-1 0 0 0,-5 2 0 0 0,3 2 0 0 0,-2 0 0 0 0,-16 2 0 0 0,-4 1 0 0 0,8 0 0 0 0,2 0 0 0 0,-1 0 0 0 0,8 1 0 0 0,0-1 0 0 0,-4 0 0 0 0,-3 0 0 0 0,5 0 0 0 0,0 0 0 0 0,2 0 0 0 0,8 0 0 0 0,5 0 0 0 0,1 0 0 0 0,6 0 0 0 0,0 5 0 0 0,0 2 0 0 0,3 0 0 0 0,-1 4 0 0 0,3-1 0 0 0,4-1 0 0 0,0-2 0 0 0,0 3 0 0 0,4-1 0 0 0,-3 4 0 0 0,-4-1 0 0 0,0-1 0 0 0,3-4 0 0 0,3-3 0 0 0,3-1 0 0 0,9 3 0 0 0,2 1 0 0 0,2-1 0 0 0,-1 4 0 0 0,-1 1 0 0 0,-2-3 0 0 0,-1-1 0 0 0,10 2 0 0 0,12 0 0 0 0,14-1 0 0 0,11-3 0 0 0,7-1 0 0 0,4-2 0 0 0,4-1 0 0 0,0-1 0 0 0,6 0 0 0 0,1-1 0 0 0,4-5 0 0 0,0-1 0 0 0,3-5 0 0 0,-1 0 0 0 0,-3-4 0 0 0,1 1 0 0 0,-1 3 0 0 0,-3 4 0 0 0,-3 3 0 0 0,3-3 0 0 0,4 0 0 0 0,7 2 0 0 0,3-4 0 0 0,5-1 0 0 0,-9-2 0 0 0,-2 0 0 0 0,12-3 0 0 0,11 1 0 0 0,4-1 0 0 0,0 1 0 0 0,-7 4 0 0 0,-1 3 0 0 0,0-2 0 0 0,-1 1 0 0 0,4 1 0 0 0,0-2 0 0 0,-1 0 0 0 0,-7 1 0 0 0,1-2 0 0 0,1 0 0 0 0,6-3 0 0 0,0 1 0 0 0,0 3 0 0 0,3-3 0 0 0,-6 1 0 0 0,2 3 0 0 0,-5 3 0 0 0,1 2 0 0 0,1-3 0 0 0,-1 0 0 0 0,0 0 0 0 0,-2 2 0 0 0,-5 2 0 0 0,2-4 0 0 0,2-1 0 0 0,-4 1 0 0 0,3 2 0 0 0,2 1 0 0 0,1 2 0 0 0,0 1 0 0 0,0 1 0 0 0,-1 0 0 0 0,-6 0 0 0 0,-2 1 0 0 0,-5-1 0 0 0,-6-5 0 0 0,-5-2 0 0 0,-4 1 0 0 0,2 0 0 0 0,1 3 0 0 0,-1 0 0 0 0,-2 2 0 0 0,-2 0 0 0 0,5 1 0 0 0,0 1 0 0 0,0-6 0 0 0,-2-2 0 0 0,-2 1 0 0 0,-1 0 0 0 0,-1 3 0 0 0,-1 0 0 0 0,-11 2 0 0 0,-14 1 0 0 0,-13 0 0 0 0,-11 0 0 0 0,-7 0 0 0 0,-5 0 0 0 0,-3 1 0 0 0,0-1 0 0 0,-1 0 0 0 0,1 5 0 0 0,1 2 0 0 0,0 0 0 0 0,0-2 0 0 0,1-1 0 0 0,0-2 0 0 0,1 5 0 0 0,-6 0 0 0 0,-2 5 0 0 0,1 0 0 0 0,1-2 0 0 0,1-2 0 0 0,2-3 0 0 0,-5-3 0 0 0,5 5 0 0 0,3 0 0 0 0,-5-1 0 0 0,-1 4 0 0 0,-5 1 0 0 0,0-3 0 0 0,-5 4 0 0 0,1-1 0 0 0,3-2 0 0 0,-2-3 0 0 0,-5 3 0 0 0,2 0 0 0 0,-2-1 0 0 0,2 3 0 0 0,4-1 0 0 0,-1-2 0 0 0,-4-1 0 0 0,-5-3 0 0 0,-2-2 0 0 0,1-2 0 0 0,1 1 0 0 0,3-2 0 0 0,0 1 0 0 0,-7 5 0 0 0,0 1 0 0 0,1 1 0 0 0,-8-2 0 0 0,4-2 0 0 0,5 5 0 0 0,2 0 0 0 0,0-1 0 0 0,-7-1 0 0 0,2-3 0 0 0,-1 0 0 0 0,-5-2 0 0 0,-8-1 0 0 0,4 5 0 0 0,2 2 0 0 0,2-1 0 0 0,2-1 0 0 0,0-2 0 0 0,6 0 0 0 0,2-2 0 0 0,0-1 0 0 0,3 5 0 0 0,1 2 0 0 0,2 0 0 0 0,-5-2 0 0 0,1-2 0 0 0,3-1 0 0 0,1 0 0 0 0,-3-2 0 0 0,2 0 0 0 0,-1 0 0 0 0,3 0 0 0 0,4-1 0 0 0,-1 1 0 0 0,2 0 0 0 0,-3 5 0 0 0,1 2 0 0 0,4 0 0 0 0,-3-2 0 0 0,-5-1 0 0 0,2-2 0 0 0,-3-1 0 0 0,2 0 0 0 0,-1-1 0 0 0,1 0 0 0 0,5-1 0 0 0,3 1 0 0 0,4 0 0 0 0,2 0 0 0 0,1 0 0 0 0,12 0 0 0 0,15 0 0 0 0,18 0 0 0 0,12 0 0 0 0,7 0 0 0 0,9 0 0 0 0,8 0 0 0 0,0 0 0 0 0,-2 0 0 0 0,1 0 0 0 0,3 0 0 0 0,8 0 0 0 0,5 0 0 0 0,2 5 0 0 0,1 2 0 0 0,3-1 0 0 0,-3 0 0 0 0,-4-2 0 0 0,4 3 0 0 0,-5 1 0 0 0,3 0 0 0 0,6-3 0 0 0,2 4 0 0 0,-1 0 0 0 0,-3-2 0 0 0,3-1 0 0 0,5 3 0 0 0,0 0 0 0 0,-3-1 0 0 0,2-3 0 0 0,-2 4 0 0 0,-2 0 0 0 0,1-2 0 0 0,10-1 0 0 0,12 3 0 0 0,-5 0 0 0 0,-3-2 0 0 0,-5 4 0 0 0,-6 0 0 0 0,0-3 0 0 0,2-2 0 0 0,-1-2 0 0 0,2 4 0 0 0,3 0 0 0 0,-7-2 0 0 0,0-1 0 0 0,-3-1 0 0 0,-3 3 0 0 0,2 1 0 0 0,5-1 0 0 0,-5-2 0 0 0,-4-2 0 0 0,2-1 0 0 0,-5-1 0 0 0,-4 0 0 0 0,5-2 0 0 0,-4 1 0 0 0,-2 0 0 0 0,-6 0 0 0 0,-1-1 0 0 0,1 6 0 0 0,-4 2 0 0 0,1 0 0 0 0,-3-2 0 0 0,-4-1 0 0 0,-4-2 0 0 0,-4 0 0 0 0,3-2 0 0 0,0 0 0 0 0,-1 5 0 0 0,-2 2 0 0 0,-1-1 0 0 0,-2-1 0 0 0,0-1 0 0 0,-1-2 0 0 0,0 0 0 0 0,-1-2 0 0 0,1 0 0 0 0,-1 0 0 0 0,-4 5 0 0 0,-13 1 0 0 0,-13 1 0 0 0,-13-2 0 0 0,-8-1 0 0 0,-7-2 0 0 0,-3-1 0 0 0,-2 0 0 0 0,0-1 0 0 0,-1 0 0 0 0,-4-6 0 0 0,-1-1 0 0 0,1 0 0 0 0,-4 1 0 0 0,0-3 0 0 0,2 0 0 0 0,-2 1 0 0 0,0 2 0 0 0,-3 2 0 0 0,-10 2 0 0 0,0-4 0 0 0,-2-1 0 0 0,4 0 0 0 0,0 2 0 0 0,-6-3 0 0 0,-4-1 0 0 0,-7 1 0 0 0,-7-3 0 0 0,-6 1 0 0 0,5 1 0 0 0,1-3 0 0 0,-3 1 0 0 0,3-3 0 0 0,-8 1 0 0 0,-4 2 0 0 0,-9-1 0 0 0,8 0 0 0 0,3-2 0 0 0,-4 1 0 0 0,-3 2 0 0 0,-1-1 0 0 0,-6 0 0 0 0,-5 3 0 0 0,8-2 0 0 0,2 0 0 0 0,-6 3 0 0 0,1-4 0 0 0,0 2 0 0 0,-3 1 0 0 0,-4 3 0 0 0,-1 2 0 0 0,9-3 0 0 0,0-1 0 0 0,-4 2 0 0 0,-6-5 0 0 0,7 1 0 0 0,-2 2 0 0 0,-3 1 0 0 0,12-2 0 0 0,0 0 0 0 0,-3 1 0 0 0,-7-3 0 0 0,5 1 0 0 0,-2 1 0 0 0,1 3 0 0 0,2-3 0 0 0,8 0 0 0 0,-1 1 0 0 0,-2 3 0 0 0,6-4 0 0 0,-3 0 0 0 0,-2 2 0 0 0,0 1 0 0 0,10 3 0 0 0,4-4 0 0 0,-1-1 0 0 0,4 1 0 0 0,-1 2 0 0 0,7 1 0 0 0,6 2 0 0 0,-8 2 0 0 0,4-1 0 0 0,3 1 0 0 0,2-4 0 0 0,7-3 0 0 0,3 1 0 0 0,4 0 0 0 0,7 3 0 0 0,-6 0 0 0 0,1 2 0 0 0,2 1 0 0 0,5 0 0 0 0,4 0 0 0 0,2 0 0 0 0,3 1 0 0 0,1-1 0 0 0,0 0 0 0 0,12 0 0 0 0,13 0 0 0 0,14 0 0 0 0,10 0 0 0 0,7 0 0 0 0,6 0 0 0 0,1 0 0 0 0,7 0 0 0 0,7 0 0 0 0,5 5 0 0 0,1 2 0 0 0,1 0 0 0 0,2-2 0 0 0,8-1 0 0 0,-3 4 0 0 0,6 0 0 0 0,1-1 0 0 0,0-2 0 0 0,-1-1 0 0 0,-1-2 0 0 0,-2-1 0 0 0,5-1 0 0 0,7 5 0 0 0,0 2 0 0 0,4-1 0 0 0,4-1 0 0 0,-2 4 0 0 0,1 0 0 0 0,3-1 0 0 0,7-2 0 0 0,-1 3 0 0 0,5 0 0 0 0,7-1 0 0 0,-4 3 0 0 0,-2-1 0 0 0,2-1 0 0 0,1-3 0 0 0,4 3 0 0 0,0 0 0 0 0,4-1 0 0 0,-7 3 0 0 0,1-1 0 0 0,-1-1 0 0 0,3 2 0 0 0,5 0 0 0 0,4-2 0 0 0,0 2 0 0 0,-10 0 0 0 0,-1-2 0 0 0,3 2 0 0 0,0 0 0 0 0,2-2 0 0 0,0 2 0 0 0,1 0 0 0 0,-6-3 0 0 0,-5-2 0 0 0,2-2 0 0 0,5 4 0 0 0,-5-1 0 0 0,2 0 0 0 0,5 3 0 0 0,-11 0 0 0 0,-5-1 0 0 0,2-3 0 0 0,2 4 0 0 0,-4-1 0 0 0,-3-2 0 0 0,0 4 0 0 0,-4 0 0 0 0,-6-3 0 0 0,0-2 0 0 0,-3 3 0 0 0,2 1 0 0 0,4-3 0 0 0,-7-1 0 0 0,0 2 0 0 0,-2 1 0 0 0,-7-1 0 0 0,0-3 0 0 0,-5-1 0 0 0,-2 3 0 0 0,0 1 0 0 0,0-1 0 0 0,-3-2 0 0 0,-2-2 0 0 0,-3 4 0 0 0,0 1 0 0 0,2-1 0 0 0,3-2 0 0 0,-3-1 0 0 0,-4-2 0 0 0,-5-1 0 0 0,-5-1 0 0 0,-3 5 0 0 0,-2 2 0 0 0,-2-1 0 0 0,0-1 0 0 0,-10-1 0 0 0,-15-2 0 0 0,-12-1 0 0 0,-12 0 0 0 0,-6-1 0 0 0,-5-1 0 0 0,-3 1 0 0 0,-5 0 0 0 0,-3 0 0 0 0,-4-1 0 0 0,-5 1 0 0 0,-4 0 0 0 0,1 0 0 0 0,5 0 0 0 0,0 0 0 0 0,3 0 0 0 0,-2 0 0 0 0,2 0 0 0 0,-6 0 0 0 0,-1 0 0 0 0,-7 0 0 0 0,2 0 0 0 0,0 0 0 0 0,-7 0 0 0 0,-7 0 0 0 0,2 0 0 0 0,-2 0 0 0 0,0 0 0 0 0,-3 0 0 0 0,0 0 0 0 0,-3 0 0 0 0,-4 0 0 0 0,-4 0 0 0 0,2 0 0 0 0,-1 0 0 0 0,-1 0 0 0 0,3 0 0 0 0,-1 0 0 0 0,-6 0 0 0 0,-5 0 0 0 0,4 0 0 0 0,-4 0 0 0 0,-2 0 0 0 0,11 0 0 0 0,-2 0 0 0 0,-2 0 0 0 0,5 0 0 0 0,-6 0 0 0 0,-2 0 0 0 0,3 0 0 0 0,7 0 0 0 0,-4 0 0 0 0,3 0 0 0 0,-1 0 0 0 0,-2 0 0 0 0,4 0 0 0 0,-6 6 0 0 0,2 1 0 0 0,0-1 0 0 0,4 0 0 0 0,0-3 0 0 0,-2 0 0 0 0,4-2 0 0 0,4-1 0 0 0,5 6 0 0 0,3 1 0 0 0,-1-1 0 0 0,-6-1 0 0 0,6-2 0 0 0,-2 5 0 0 0,6 0 0 0 0,3-1 0 0 0,3-1 0 0 0,5-3 0 0 0,2-1 0 0 0,-1 4 0 0 0,-2 2 0 0 0,-2-2 0 0 0,3-1 0 0 0,6-1 0 0 0,6-2 0 0 0,4 4 0 0 0,4 1 0 0 0,-2 0 0 0 0,-2-2 0 0 0,2-2 0 0 0,1 0 0 0 0,1-2 0 0 0,2-1 0 0 0,5 5 0 0 0,3 2 0 0 0,0-1 0 0 0,4 4 0 0 0,11 1 0 0 0,12-2 0 0 0,10-3 0 0 0,10-1 0 0 0,4-3 0 0 0,4-1 0 0 0,2-1 0 0 0,0 5 0 0 0,0 2 0 0 0,5-1 0 0 0,1-1 0 0 0,-1-2 0 0 0,-1 0 0 0 0,-2-2 0 0 0,3-1 0 0 0,1 0 0 0 0,-1 0 0 0 0,3 0 0 0 0,1-1 0 0 0,8 6 0 0 0,6 2 0 0 0,-1 0 0 0 0,1-2 0 0 0,1-1 0 0 0,1-2 0 0 0,2 0 0 0 0,0-2 0 0 0,2 0 0 0 0,4 0 0 0 0,-2 0 0 0 0,3-1 0 0 0,1 1 0 0 0,-2 0 0 0 0,5 0 0 0 0,6 0 0 0 0,0 0 0 0 0,-3 0 0 0 0,3 0 0 0 0,-3 5 0 0 0,3 2 0 0 0,4 0 0 0 0,-1-2 0 0 0,0-1 0 0 0,-1-2 0 0 0,-5-1 0 0 0,1 0 0 0 0,-6-1 0 0 0,0 0 0 0 0,4 5 0 0 0,5 1 0 0 0,-4 1 0 0 0,-1-2 0 0 0,-6-1 0 0 0,1-2 0 0 0,4-1 0 0 0,1 0 0 0 0,-2 4 0 0 0,-2 2 0 0 0,-3-1 0 0 0,-2-1 0 0 0,5-1 0 0 0,-6-2 0 0 0,-2-1 0 0 0,-1 0 0 0 0,-5 4 0 0 0,-3 2 0 0 0,2-1 0 0 0,1-1 0 0 0,3-1 0 0 0,-5-2 0 0 0,1-1 0 0 0,-5-1 0 0 0,-5 0 0 0 0,1 0 0 0 0,-3 0 0 0 0,-3 0 0 0 0,3-1 0 0 0,-1 1 0 0 0,3 0 0 0 0,-6 5 0 0 0,-4 2 0 0 0,-2 0 0 0 0,-3-2 0 0 0,1-1 0 0 0,-1-2 0 0 0,1 0 0 0 0,-11-2 0 0 0,-13 0 0 0 0,-13 0 0 0 0,-11 0 0 0 0,-7-1 0 0 0,-5 1 0 0 0,-3 0 0 0 0,0 0 0 0 0,0 0 0 0 0,-6 0 0 0 0,0 0 0 0 0,0 0 0 0 0,-3 0 0 0 0,-5 0 0 0 0,0-5 0 0 0,-2-2 0 0 0,-9 0 0 0 0,1 2 0 0 0,-1 1 0 0 0,-1 2 0 0 0,4 0 0 0 0,-4 2 0 0 0,-7 0 0 0 0,1 0 0 0 0,-3-5 0 0 0,-6-2 0 0 0,4 1 0 0 0,-1 1 0 0 0,-5-4 0 0 0,0 0 0 0 0,-2 1 0 0 0,-5 2 0 0 0,3 2 0 0 0,3-3 0 0 0,-5-1 0 0 0,0 1 0 0 0,-1-4 0 0 0,-8 1 0 0 0,-4 1 0 0 0,3 3 0 0 0,3 2 0 0 0,-1-3 0 0 0,0-1 0 0 0,0 1 0 0 0,-1 2 0 0 0,-6-4 0 0 0,-2 0 0 0 0,5 2 0 0 0,3 1 0 0 0,2 3 0 0 0,-1 0 0 0 0,0-3 0 0 0,-1-1 0 0 0,0 1 0 0 0,5 1 0 0 0,6 1 0 0 0,-4-3 0 0 0,-4-1 0 0 0,-2 1 0 0 0,3 2 0 0 0,2 1 0 0 0,9 2 0 0 0,2 1 0 0 0,-2 1 0 0 0,-4 0 0 0 0,1 0 0 0 0,-2-5 0 0 0,3-1 0 0 0,9-1 0 0 0,1 2 0 0 0,6 1 0 0 0,-1 2 0 0 0,-1 1 0 0 0,5 0 0 0 0,2 1 0 0 0,6 1 0 0 0,6-1 0 0 0,0 0 0 0 0,3 0 0 0 0,3 1 0 0 0,3-1 0 0 0,2 0 0 0 0,2 0 0 0 0,1 0 0 0 0,1 0 0 0 0,0 0 0 0 0,10 0 0 0 0,9 5 0 0 0,11 2 0 0 0,11 0 0 0 0,9-2 0 0 0,7-1 0 0 0,3 3 0 0 0,2 2 0 0 0,6-2 0 0 0,7-2 0 0 0,7-1 0 0 0,4-2 0 0 0,-1-1 0 0 0,0-1 0 0 0,6 0 0 0 0,-2-1 0 0 0,5 1 0 0 0,-3 0 0 0 0,-2 0 0 0 0,5 5 0 0 0,-3 1 0 0 0,4 1 0 0 0,6-2 0 0 0,2-1 0 0 0,-1-1 0 0 0,8 3 0 0 0,6 2 0 0 0,0-2 0 0 0,5-1 0 0 0,3-1 0 0 0,-4-2 0 0 0,4-1 0 0 0,-3-1 0 0 0,-2 6 0 0 0,5 0 0 0 0,2 1 0 0 0,6-2 0 0 0,-4-2 0 0 0,2-1 0 0 0,-5 0 0 0 0,-3 3 0 0 0,3 2 0 0 0,2 0 0 0 0,5-2 0 0 0,-4-2 0 0 0,2-1 0 0 0,-5 0 0 0 0,-4 3 0 0 0,0 2 0 0 0,4 0 0 0 0,2-2 0 0 0,0-2 0 0 0,0-1 0 0 0,-7 5 0 0 0,-8 0 0 0 0,4 0 0 0 0,-4-2 0 0 0,1-2 0 0 0,-3 5 0 0 0,0 0 0 0 0,-8-1 0 0 0,0-2 0 0 0,-3-2 0 0 0,-2-1 0 0 0,3-1 0 0 0,1 0 0 0 0,-8-1 0 0 0,-2-1 0 0 0,-8 6 0 0 0,-2 2 0 0 0,1-1 0 0 0,-3-1 0 0 0,0-1 0 0 0,-2-2 0 0 0,-5 0 0 0 0,2-2 0 0 0,3 0 0 0 0,-1 0 0 0 0,3 0 0 0 0,-3-1 0 0 0,-3 1 0 0 0,-4 0 0 0 0,-3 0 0 0 0,-3 0 0 0 0,-12 0 0 0 0,-14 0 0 0 0,-15 0 0 0 0,-10 0 0 0 0,-8 0 0 0 0,-5 0 0 0 0,4-5 0 0 0,0-2 0 0 0,0 0 0 0 0,-1 2 0 0 0,-6-4 0 0 0,-7-1 0 0 0,-3 2 0 0 0,1 3 0 0 0,-2 1 0 0 0,1 2 0 0 0,-3 1 0 0 0,-3 0 0 0 0,1-4 0 0 0,-1-1 0 0 0,-3 0 0 0 0,2 1 0 0 0,0 1 0 0 0,-8-3 0 0 0,2-2 0 0 0,-6 2 0 0 0,-13 2 0 0 0,1 1 0 0 0,3 2 0 0 0,-2-4 0 0 0,1-1 0 0 0,-2 0 0 0 0,5 2 0 0 0,5 2 0 0 0,-8 1 0 0 0,-1 1 0 0 0,0 0 0 0 0,-2 1 0 0 0,-4 1 0 0 0,6-1 0 0 0,0 0 0 0 0,3 1 0 0 0,-9-1 0 0 0,0 0 0 0 0,2 0 0 0 0,0 0 0 0 0,1 0 0 0 0,4 0 0 0 0,-1 0 0 0 0,-4 0 0 0 0,-4 0 0 0 0,1 0 0 0 0,-2 0 0 0 0,9 0 0 0 0,6 0 0 0 0,-1 0 0 0 0,0 0 0 0 0,3 0 0 0 0,-5 0 0 0 0,0 0 0 0 0,-3 0 0 0 0,5 0 0 0 0,4 0 0 0 0,2 0 0 0 0,7 0 0 0 0,-2 0 0 0 0,-3 5 0 0 0,5 2 0 0 0,5 0 0 0 0,3-2 0 0 0,2 4 0 0 0,0 0 0 0 0,2-1 0 0 0,3-2 0 0 0,4-2 0 0 0,-3-2 0 0 0,1-1 0 0 0,1 5 0 0 0,2 0 0 0 0,2 1 0 0 0,7 3 0 0 0,2 0 0 0 0,1-1 0 0 0,4 3 0 0 0,11-1 0 0 0,7 3 0 0 0,8-1 0 0 0,10-2 0 0 0,6-3 0 0 0,6-4 0 0 0,2-1 0 0 0,2-3 0 0 0,0 0 0 0 0,1 0 0 0 0,-1-1 0 0 0,5 1 0 0 0,7-1 0 0 0,1 1 0 0 0,-2 0 0 0 0,2 0 0 0 0,-1 0 0 0 0,-3 0 0 0 0,2 0 0 0 0,4-6 0 0 0,5-1 0 0 0,9 1 0 0 0,10 0 0 0 0,4-3 0 0 0,-2 0 0 0 0,-1 1 0 0 0,-9 2 0 0 0,-3 3 0 0 0,2 0 0 0 0,-3 2 0 0 0,4 1 0 0 0,2 0 0 0 0,0 1 0 0 0,-1-1 0 0 0,5 1 0 0 0,-4-1 0 0 0,3 0 0 0 0,-6 0 0 0 0,3 0 0 0 0,6 0 0 0 0,7 0 0 0 0,6 0 0 0 0,-7-5 0 0 0,0-2 0 0 0,-3 0 0 0 0,-8 2 0 0 0,-6 1 0 0 0,-7 2 0 0 0,3 0 0 0 0,2 2 0 0 0,-3 0 0 0 0,-1 0 0 0 0,1 0 0 0 0,-3 1 0 0 0,-1-1 0 0 0,-3 0 0 0 0,1 0 0 0 0,-4 0 0 0 0,2 0 0 0 0,4-5 0 0 0,-3-2 0 0 0,2 0 0 0 0,-3 2 0 0 0,-3 1 0 0 0,0 2 0 0 0,-1 1 0 0 0,-4 0 0 0 0,-2 1 0 0 0,-3 0 0 0 0,-1 1 0 0 0,-2-1 0 0 0,0 0 0 0 0,-1 0 0 0 0,0 0 0 0 0,0 0 0 0 0,1 0 0 0 0,-1 0 0 0 0,-9 0 0 0 0,-15 0 0 0 0,-13 0 0 0 0,-11 0 0 0 0,-7 0 0 0 0,-5 0 0 0 0,-2 0 0 0 0,-7 0 0 0 0,-1 0 0 0 0,0 0 0 0 0,2 0 0 0 0,2 0 0 0 0,3 0 0 0 0,-5 0 0 0 0,-6 0 0 0 0,-5 0 0 0 0,-6 0 0 0 0,2 0 0 0 0,-1 0 0 0 0,4 0 0 0 0,-6 0 0 0 0,-3 0 0 0 0,2 0 0 0 0,2 0 0 0 0,-2 0 0 0 0,-1 0 0 0 0,-6 0 0 0 0,2 0 0 0 0,-3 0 0 0 0,-3 0 0 0 0,2 0 0 0 0,-5 0 0 0 0,-6 0 0 0 0,0 0 0 0 0,-3 0 0 0 0,2 0 0 0 0,8 0 0 0 0,2 0 0 0 0,-5-5 0 0 0,1-2 0 0 0,-4 1 0 0 0,-5 0 0 0 0,2 2 0 0 0,2 2 0 0 0,6 1 0 0 0,-3 0 0 0 0,-3 1 0 0 0,1-5 0 0 0,2-1 0 0 0,-1-1 0 0 0,6 2 0 0 0,5 1 0 0 0,-3 2 0 0 0,0 1 0 0 0,0 1 0 0 0,-3-1 0 0 0,4 2 0 0 0,3-1 0 0 0,8 0 0 0 0,-4 0 0 0 0,-1 1 0 0 0,3-1 0 0 0,2 0 0 0 0,-1 0 0 0 0,-1 0 0 0 0,4 0 0 0 0,6 0 0 0 0,0 0 0 0 0,-3 0 0 0 0,3 0 0 0 0,4 0 0 0 0,3 0 0 0 0,4 0 0 0 0,3 0 0 0 0,1 0 0 0 0,7 5 0 0 0,12 2 0 0 0,9 5 0 0 0,10 0 0 0 0,9-1 0 0 0,3 2 0 0 0,2-1 0 0 0,10-3 0 0 0,4-2 0 0 0,1-3 0 0 0,1-2 0 0 0,4 4 0 0 0,6 1 0 0 0,6 4 0 0 0,-1 1 0 0 0,-4-2 0 0 0,0-3 0 0 0,-1-2 0 0 0,0 3 0 0 0,9 0 0 0 0,1-1 0 0 0,-5-2 0 0 0,5 4 0 0 0,4 0 0 0 0,1-2 0 0 0,7-1 0 0 0,2 2 0 0 0,0 1 0 0 0,3-1 0 0 0,-5-2 0 0 0,2-3 0 0 0,4-1 0 0 0,0-1 0 0 0,3-1 0 0 0,5 5 0 0 0,-7 2 0 0 0,5-1 0 0 0,-1 4 0 0 0,-3 1 0 0 0,2-2 0 0 0,7-3 0 0 0,6 4 0 0 0,-8-1 0 0 0,-1-1 0 0 0,10 3 0 0 0,1-1 0 0 0,-5-1 0 0 0,-2 2 0 0 0,0 0 0 0 0,1-2 0 0 0,-3-3 0 0 0,-1 3 0 0 0,-3 0 0 0 0,-1-1 0 0 0,3-3 0 0 0,-2 4 0 0 0,-10-1 0 0 0,0 0 0 0 0,-3 3 0 0 0,4-1 0 0 0,0-1 0 0 0,-2-3 0 0 0,4 3 0 0 0,-6 0 0 0 0,-4-1 0 0 0,4-3 0 0 0,-5-1 0 0 0,-2 3 0 0 0,4 1 0 0 0,-4-2 0 0 0,-1 0 0 0 0,0-3 0 0 0,-5-1 0 0 0,-7-1 0 0 0,-5-1 0 0 0,0 0 0 0 0,3 0 0 0 0,0 5 0 0 0,-3 1 0 0 0,2 1 0 0 0,4-2 0 0 0,4-1 0 0 0,-1 3 0 0 0,-4 1 0 0 0,-5 0 0 0 0,-5-3 0 0 0,-2-1 0 0 0,-3-2 0 0 0,-7 4 0 0 0,-2 1 0 0 0,-10 0 0 0 0,-13-2 0 0 0,-11-2 0 0 0,-9-1 0 0 0,-7-1 0 0 0,-4 0 0 0 0,-1-2 0 0 0,-2 1 0 0 0,-4 0 0 0 0,-2 0 0 0 0,-4-1 0 0 0,-5 1 0 0 0,0 0 0 0 0,-2 0 0 0 0,3 0 0 0 0,-1 0 0 0 0,2 0 0 0 0,4-5 0 0 0,0-2 0 0 0,0 0 0 0 0,-2 2 0 0 0,-3 1 0 0 0,0 2 0 0 0,-2 0 0 0 0,-3 2 0 0 0,-2 0 0 0 0,-4-5 0 0 0,5-2 0 0 0,-6 1 0 0 0,-7 1 0 0 0,2 1 0 0 0,-4-3 0 0 0,-6-2 0 0 0,5 2 0 0 0,4 2 0 0 0,-3 1 0 0 0,0 2 0 0 0,-4 1 0 0 0,-5 1 0 0 0,5-5 0 0 0,5-2 0 0 0,-3 1 0 0 0,2 1 0 0 0,-4-4 0 0 0,0 0 0 0 0,2 1 0 0 0,-3 2 0 0 0,1-3 0 0 0,2 0 0 0 0,3 2 0 0 0,-2 1 0 0 0,4-3 0 0 0,-1 0 0 0 0,-6 2 0 0 0,5 1 0 0 0,3-3 0 0 0,3 0 0 0 0,1 2 0 0 0,0 1 0 0 0,-5-2 0 0 0,3-1 0 0 0,8 1 0 0 0,2 2 0 0 0,0 3 0 0 0,-2-4 0 0 0,4-1 0 0 0,-1 1 0 0 0,4 2 0 0 0,5 1 0 0 0,-1 2 0 0 0,1 2 0 0 0,-1-1 0 0 0,0 1 0 0 0,4 1 0 0 0,2-1 0 0 0,3 0 0 0 0,-3 1 0 0 0,-1-1 0 0 0,2 0 0 0 0,1 0 0 0 0,2 0 0 0 0,7-5 0 0 0,13-2 0 0 0,14 0 0 0 0,12 2 0 0 0,10 1 0 0 0,6 1 0 0 0,3-3 0 0 0,2-2 0 0 0,1 2 0 0 0,-1 1 0 0 0,0 1 0 0 0,5 2 0 0 0,5 1 0 0 0,2 1 0 0 0,-2 0 0 0 0,-3 0 0 0 0,-3 0 0 0 0,3 1 0 0 0,-1-1 0 0 0,-1 0 0 0 0,8 0 0 0 0,3 0 0 0 0,2 0 0 0 0,-2 0 0 0 0,-4 0 0 0 0,6 0 0 0 0,5 0 0 0 0,-2 0 0 0 0,6 0 0 0 0,-3 0 0 0 0,1 0 0 0 0,-1 0 0 0 0,2 0 0 0 0,6 0 0 0 0,3 0 0 0 0,-1 0 0 0 0,0 0 0 0 0,-7 0 0 0 0,3 0 0 0 0,6 0 0 0 0,-4 0 0 0 0,3 0 0 0 0,6 0 0 0 0,-5 0 0 0 0,-3 0 0 0 0,-3 0 0 0 0,-1 0 0 0 0,4 0 0 0 0,2 0 0 0 0,0 0 0 0 0,3 0 0 0 0,-4 5 0 0 0,-4 2 0 0 0,-2 0 0 0 0,0-2 0 0 0,-1-1 0 0 0,-5-1 0 0 0,4-2 0 0 0,-3-1 0 0 0,0 6 0 0 0,0 0 0 0 0,-4 1 0 0 0,0-2 0 0 0,2-2 0 0 0,-4 0 0 0 0,-4-2 0 0 0,-6-1 0 0 0,2 0 0 0 0,3 0 0 0 0,1 0 0 0 0,1-1 0 0 0,-1 1 0 0 0,-3 0 0 0 0,-4 0 0 0 0,-3 0 0 0 0,-3 0 0 0 0,-1 0 0 0 0,-2 0 0 0 0,0 5 0 0 0,1 2 0 0 0,-1 0 0 0 0,0-2 0 0 0,0-1 0 0 0,1-2 0 0 0,0 0 0 0 0,0-2 0 0 0,-11 0 0 0 0,-14 0 0 0 0,-13 0 0 0 0,-10-1 0 0 0,-8 1 0 0 0,-5 0 0 0 0,-3 0 0 0 0,0 0 0 0 0,-1 0 0 0 0,1 0 0 0 0,1 0 0 0 0,0 0 0 0 0,0 0 0 0 0,1 0 0 0 0,0 0 0 0 0,1 0 0 0 0,-6 0 0 0 0,-7 0 0 0 0,-1 0 0 0 0,1 0 0 0 0,3 0 0 0 0,3 0 0 0 0,-3-6 0 0 0,-5-1 0 0 0,0 1 0 0 0,-2 0 0 0 0,0 3 0 0 0,4 0 0 0 0,-2 2 0 0 0,3 1 0 0 0,-4 0 0 0 0,-3 0 0 0 0,1 0 0 0 0,3 0 0 0 0,5 1 0 0 0,-2-1 0 0 0,-5 0 0 0 0,2 0 0 0 0,-3 0 0 0 0,1 0 0 0 0,-1 0 0 0 0,-3 0 0 0 0,2 0 0 0 0,-2 0 0 0 0,3 0 0 0 0,0 0 0 0 0,-4 0 0 0 0,-2 0 0 0 0,2 0 0 0 0,-1 0 0 0 0,-1 0 0 0 0,3 0 0 0 0,5 0 0 0 0,5 0 0 0 0,-1 0 0 0 0,-4 0 0 0 0,-4 0 0 0 0,0 0 0 0 0,-1 0 0 0 0,3 0 0 0 0,4 0 0 0 0,4 0 0 0 0,4 0 0 0 0,-2 0 0 0 0,-6 0 0 0 0,0 0 0 0 0,-3 0 0 0 0,-4 0 0 0 0,1 0 0 0 0,4 0 0 0 0,5 0 0 0 0,-2 0 0 0 0,2 0 0 0 0,2 0 0 0 0,-2 0 0 0 0,0 0 0 0 0,2 0 0 0 0,2 0 0 0 0,3 0 0 0 0,1 0 0 0 0,2 0 0 0 0,0 0 0 0 0,5-5 0 0 0,8-8 0 0 0,12 0 0 0 0,12 1 0 0 0,10 3 0 0 0,8-3 0 0 0,5 2 0 0 0,3-4 0 0 0,1 1 0 0 0,5 3 0 0 0,2 3 0 0 0,0 2 0 0 0,2 3 0 0 0,0 1 0 0 0,-2 1 0 0 0,-2 0 0 0 0,2 1 0 0 0,0 0 0 0 0,-1-1 0 0 0,2 0 0 0 0,1 1 0 0 0,2-1 0 0 0,5 0 0 0 0,0 0 0 0 0,1 0 0 0 0,-2 0 0 0 0,1 0 0 0 0,2 0 0 0 0,-1 0 0 0 0,0 0 0 0 0,9 0 0 0 0,3 0 0 0 0,-3 0 0 0 0,0 0 0 0 0,4 0 0 0 0,-3 0 0 0 0,0 0 0 0 0,-7 0 0 0 0,-5 0 0 0 0,-2 0 0 0 0,-3 0 0 0 0,2 0 0 0 0,3 0 0 0 0,0 0 0 0 0,-4 0 0 0 0,-4 0 0 0 0,1 0 0 0 0,5 0 0 0 0,5 0 0 0 0,-1 0 0 0 0,-4 0 0 0 0,-4 0 0 0 0,-5 0 0 0 0,-3 5 0 0 0,4 2 0 0 0,0-1 0 0 0,-1 0 0 0 0,3-2 0 0 0,1-2 0 0 0,-2-1 0 0 0,-2 0 0 0 0,-2-1 0 0 0,-2 0 0 0 0,-1-1 0 0 0,-12-4 0 0 0,-14-3 0 0 0,-13 2 0 0 0,-11-5 0 0 0,-8 0 0 0 0,-4 2 0 0 0,-2-3 0 0 0,-2 1 0 0 0,-5-3 0 0 0,-1 0 0 0 0,-4 4 0 0 0,-6-3 0 0 0,1 1 0 0 0,4 3 0 0 0,4-2 0 0 0,3 0 0 0 0,-1-3 0 0 0,-6 1 0 0 0,1 3 0 0 0,-4-3 0 0 0,2 2 0 0 0,-2 2 0 0 0,-3 3 0 0 0,1-3 0 0 0,-1 0 0 0 0,-7-4 0 0 0,1 1 0 0 0,-1 2 0 0 0,-1-2 0 0 0,0 0 0 0 0,-2 3 0 0 0,-5-3 0 0 0,3 1 0 0 0,-4-2 0 0 0,0-1 0 0 0,5 4 0 0 0,3-2 0 0 0,2 0 0 0 0,-1 3 0 0 0,-6 3 0 0 0,-3-3 0 0 0,5 0 0 0 0,3 2 0 0 0,6 1 0 0 0,-4 3 0 0 0,-3 1 0 0 0,4 1 0 0 0,1 1 0 0 0,-6 0 0 0 0,-3 1 0 0 0,-1-1 0 0 0,5 1 0 0 0,2-1 0 0 0,6 0 0 0 0,7 0 0 0 0,0 0 0 0 0,-3 0 0 0 0,-3 0 0 0 0,1 0 0 0 0,5 0 0 0 0,4 0 0 0 0,4 0 0 0 0,3 0 0 0 0,2 0 0 0 0,1 0 0 0 0,1 0 0 0 0,0 0 0 0 0,0 0 0 0 0,5 5 0 0 0,12 2 0 0 0,14 0 0 0 0,11 3 0 0 0,9 1 0 0 0,7-2 0 0 0,-2 3 0 0 0,0-1 0 0 0,1-2 0 0 0,1-2 0 0 0,1-3 0 0 0,0 3 0 0 0,2 1 0 0 0,0-1 0 0 0,0-2 0 0 0,5-2 0 0 0,2-1 0 0 0,5-1 0 0 0,5-1 0 0 0,1 0 0 0 0,1-1 0 0 0,4 6 0 0 0,-3 2 0 0 0,0-1 0 0 0,3 0 0 0 0,2-3 0 0 0,2 0 0 0 0,2-2 0 0 0,-4 5 0 0 0,-1 1 0 0 0,0-1 0 0 0,7-1 0 0 0,-2-1 0 0 0,4-2 0 0 0,8-1 0 0 0,7-1 0 0 0,0 0 0 0 0,-3 0 0 0 0,2 0 0 0 0,-2 5 0 0 0,2 1 0 0 0,3 1 0 0 0,4-2 0 0 0,-3-1 0 0 0,-4-2 0 0 0,0 0 0 0 0,-2-2 0 0 0,-4 0 0 0 0,-4 0 0 0 0,-8 0 0 0 0,1-1 0 0 0,7 1 0 0 0,-4 0 0 0 0,3 5 0 0 0,1 2 0 0 0,-6 0 0 0 0,-3-2 0 0 0,-1-1 0 0 0,0-2 0 0 0,1-1 0 0 0,0 0 0 0 0,2-1 0 0 0,-6 0 0 0 0,-5-1 0 0 0,3 1 0 0 0,-2 5 0 0 0,2 2 0 0 0,1-1 0 0 0,-3 0 0 0 0,-4-2 0 0 0,-1-2 0 0 0,3-1 0 0 0,-1 0 0 0 0,-5-1 0 0 0,2 0 0 0 0,-2-1 0 0 0,-3 1 0 0 0,2 0 0 0 0,5 0 0 0 0,-1-1 0 0 0,3 1 0 0 0,-3 0 0 0 0,-2 0 0 0 0,-5 0 0 0 0,-3 0 0 0 0,-3 0 0 0 0,-1 0 0 0 0,-12 0 0 0 0,-15 0 0 0 0,-12 0 0 0 0,-12 0 0 0 0,-6 0 0 0 0,-6 0 0 0 0,-1 0 0 0 0,-2 0 0 0 0,1-5 0 0 0,-1-2 0 0 0,2 1 0 0 0,0 0 0 0 0,-4-3 0 0 0,-8 0 0 0 0,0 1 0 0 0,1 2 0 0 0,-2 2 0 0 0,-4 2 0 0 0,1 1 0 0 0,-2-4 0 0 0,-3-2 0 0 0,3 1 0 0 0,-1 1 0 0 0,3 1 0 0 0,-1 2 0 0 0,-3 1 0 0 0,3-5 0 0 0,-6-1 0 0 0,-5 1 0 0 0,3 1 0 0 0,1 1 0 0 0,4 2 0 0 0,1 1 0 0 0,-6 1 0 0 0,0 0 0 0 0,-5 0 0 0 0,-3 0 0 0 0,5 1 0 0 0,-4-1 0 0 0,5 0 0 0 0,6 0 0 0 0,-3 0 0 0 0,2 0 0 0 0,-4 0 0 0 0,-4 0 0 0 0,-12 0 0 0 0,-4 0 0 0 0,1 0 0 0 0,3 0 0 0 0,4 0 0 0 0,8 0 0 0 0,4 0 0 0 0,7 0 0 0 0,2 0 0 0 0,-7 0 0 0 0,1 0 0 0 0,-1 0 0 0 0,-1 0 0 0 0,4 0 0 0 0,0 0 0 0 0,5 0 0 0 0,-1 0 0 0 0,-3 0 0 0 0,4 0 0 0 0,3 0 0 0 0,5 0 0 0 0,-2 0 0 0 0,-4 0 0 0 0,1 0 0 0 0,-3 0 0 0 0,2 0 0 0 0,3 0 0 0 0,-1 0 0 0 0,-4 0 0 0 0,1 0 0 0 0,4 0 0 0 0,3 0 0 0 0,-2 0 0 0 0,1 0 0 0 0,3 0 0 0 0,-4 0 0 0 0,1 0 0 0 0,8-5 0 0 0,3-2 0 0 0,2 0 0 0 0,0 2 0 0 0,1 1 0 0 0,-2 2 0 0 0,5-5 0 0 0,12 0 0 0 0,12 0 0 0 0,7-3 0 0 0,8-1 0 0 0,6 3 0 0 0,4 1 0 0 0,4 3 0 0 0,3 2 0 0 0,-1 1 0 0 0,2 1 0 0 0,-1 0 0 0 0,5 0 0 0 0,7 1 0 0 0,6-1 0 0 0,0 0 0 0 0,2 1 0 0 0,-3-1 0 0 0,7 0 0 0 0,-2 0 0 0 0,6 0 0 0 0,8 0 0 0 0,-1 0 0 0 0,3 0 0 0 0,5 0 0 0 0,11 0 0 0 0,2 0 0 0 0,1 5 0 0 0,6 2 0 0 0,-7 0 0 0 0,-3 3 0 0 0,5 1 0 0 0,2-2 0 0 0,2 3 0 0 0,6-1 0 0 0,2 3 0 0 0,-12 0 0 0 0,0-4 0 0 0,6-2 0 0 0,2 2 0 0 0,0-1 0 0 0,0-1 0 0 0,3 2 0 0 0,-10 0 0 0 0,-4-1 0 0 0,3-3 0 0 0,3-2 0 0 0,1-2 0 0 0,0 4 0 0 0,0 1 0 0 0,-11-1 0 0 0,2 4 0 0 0,1 1 0 0 0,-2-3 0 0 0,-1-1 0 0 0,2 2 0 0 0,2 0 0 0 0,-9-1 0 0 0,-1 3 0 0 0,1-1 0 0 0,-7-1 0 0 0,0-3 0 0 0,-1 3 0 0 0,-3 0 0 0 0,-6-1 0 0 0,-5-3 0 0 0,0-1 0 0 0,1-2 0 0 0,-5 4 0 0 0,0 1 0 0 0,-4-1 0 0 0,0-1 0 0 0,3 4 0 0 0,3 0 0 0 0,3-2 0 0 0,2-1 0 0 0,-3-2 0 0 0,-2-2 0 0 0,-4-1 0 0 0,-5-1 0 0 0,-5 0 0 0 0,-5 5 0 0 0,-2 1 0 0 0,-2 1 0 0 0,-12-2 0 0 0,-13-2 0 0 0,-14 0 0 0 0,-11-2 0 0 0,-7-1 0 0 0,-4 0 0 0 0,-3 0 0 0 0,0 0 0 0 0,-1 0 0 0 0,1-1 0 0 0,1 1 0 0 0,0 0 0 0 0,1 0 0 0 0,-6 0 0 0 0,-6 0 0 0 0,-1 0 0 0 0,-4 0 0 0 0,-4 0 0 0 0,-4 0 0 0 0,3-5 0 0 0,-6-2 0 0 0,-3 0 0 0 0,4 2 0 0 0,-5 1 0 0 0,4 2 0 0 0,2 1 0 0 0,-6-5 0 0 0,2-1 0 0 0,-3 0 0 0 0,-7 2 0 0 0,-2 2 0 0 0,1 1 0 0 0,3-5 0 0 0,1 0 0 0 0,-2 0 0 0 0,-5 2 0 0 0,-1 2 0 0 0,-3 1 0 0 0,2 1 0 0 0,3 0 0 0 0,3 1 0 0 0,-1 1 0 0 0,1-1 0 0 0,-3 0 0 0 0,-5 0 0 0 0,5 1 0 0 0,1-1 0 0 0,-4 0 0 0 0,1 0 0 0 0,-3 0 0 0 0,-3 0 0 0 0,7 0 0 0 0,6 0 0 0 0,4 0 0 0 0,-3 0 0 0 0,-5 0 0 0 0,-1 0 0 0 0,2 0 0 0 0,-3 0 0 0 0,6 0 0 0 0,5 0 0 0 0,-3 0 0 0 0,-1 0 0 0 0,2 0 0 0 0,-5 0 0 0 0,5 0 0 0 0,-2 0 0 0 0,6 0 0 0 0,2 0 0 0 0,1 0 0 0 0,5 0 0 0 0,-3 0 0 0 0,2 0 0 0 0,0 0 0 0 0,-1 0 0 0 0,4 0 0 0 0,0 5 0 0 0,-1 2 0 0 0,-3 0 0 0 0,4-2 0 0 0,4-1 0 0 0,6-2 0 0 0,5-1 0 0 0,3 0 0 0 0,3-1 0 0 0,0 0 0 0 0,-4-1 0 0 0,-2 1 0 0 0,1 0 0 0 0,0 0 0 0 0,2 0 0 0 0,12 0 0 0 0,14-1 0 0 0,15 1 0 0 0,10 1 0 0 0,14-1 0 0 0,6 0 0 0 0,3 0 0 0 0,4 0 0 0 0,0 0 0 0 0,4 0 0 0 0,-2 0 0 0 0,2 0 0 0 0,3-6 0 0 0,4-1 0 0 0,-2 1 0 0 0,-1 0 0 0 0,3-3 0 0 0,1 0 0 0 0,-2 1 0 0 0,-1 2 0 0 0,1 2 0 0 0,7 2 0 0 0,-1 1 0 0 0,5 1 0 0 0,1 0 0 0 0,-4 1 0 0 0,2-1 0 0 0,-5 0 0 0 0,5-5 0 0 0,6-1 0 0 0,7-1 0 0 0,-5 2 0 0 0,-3 1 0 0 0,-3 2 0 0 0,2 0 0 0 0,6-3 0 0 0,1-2 0 0 0,-2 0 0 0 0,2 2 0 0 0,-6 2 0 0 0,-5 0 0 0 0,4 2 0 0 0,-1 1 0 0 0,0 0 0 0 0,3-5 0 0 0,1-2 0 0 0,-6 1 0 0 0,-5 1 0 0 0,-1 1 0 0 0,5 2 0 0 0,-3 1 0 0 0,3 0 0 0 0,2 1 0 0 0,-5 0 0 0 0,-3 1 0 0 0,-6-1 0 0 0,-1 0 0 0 0,1 0 0 0 0,-3 0 0 0 0,6 0 0 0 0,-1 0 0 0 0,-5 0 0 0 0,0 0 0 0 0,-3 0 0 0 0,1 0 0 0 0,-2 0 0 0 0,-4-5 0 0 0,-3-2 0 0 0,-3 1 0 0 0,-2 0 0 0 0,3 2 0 0 0,2 2 0 0 0,-1 1 0 0 0,3 0 0 0 0,1 1 0 0 0,-1 0 0 0 0,-3 1 0 0 0,-2-1 0 0 0,-2 0 0 0 0,-1 0 0 0 0,-12 1 0 0 0,-13-1 0 0 0,-15 0 0 0 0,-10 0 0 0 0,-7 0 0 0 0,-6 0 0 0 0,-1 0 0 0 0,-7 0 0 0 0,-2 0 0 0 0,2 0 0 0 0,1 0 0 0 0,2 0 0 0 0,-3 0 0 0 0,0 0 0 0 0,1 0 0 0 0,2 0 0 0 0,1 0 0 0 0,-3 0 0 0 0,0 0 0 0 0,0 0 0 0 0,-3 5 0 0 0,-6 2 0 0 0,1-1 0 0 0,-3 0 0 0 0,2-2 0 0 0,3-2 0 0 0,-1-1 0 0 0,-3 0 0 0 0,-4 4 0 0 0,1 2 0 0 0,-1-1 0 0 0,4-1 0 0 0,4-1 0 0 0,4 3 0 0 0,4 1 0 0 0,3-1 0 0 0,-3-1 0 0 0,-7-3 0 0 0,-1 5 0 0 0,-3 0 0 0 0,1-1 0 0 0,3-2 0 0 0,3-2 0 0 0,4-1 0 0 0,3-1 0 0 0,-4-1 0 0 0,-1 6 0 0 0,1 0 0 0 0,1 1 0 0 0,2-2 0 0 0,2-2 0 0 0,5 5 0 0 0,3 0 0 0 0,0-1 0 0 0,-1-2 0 0 0,-2-1 0 0 0,4-7 0 0 0,11-3 0 0 0,13-1 0 0 0,12-3 0 0 0,3-7 0 0 0,4-4 0 0 0,4 0 0 0 0,4-1 0 0 0,1 4 0 0 0,-3-2 0 0 0,-2 4 0 0 0,1 4 0 0 0,1-1 0 0 0,2-3 0 0 0,1-5 0 0 0,1 1 0 0 0,6 0 0 0 0,1 2 0 0 0,1 0 0 0 0,4-3 0 0 0,0 2 0 0 0,-2 5 0 0 0,3-1 0 0 0,-1-3 0 0 0,-2-4 0 0 0,7 2 0 0 0,-3-1 0 0 0,0 4 0 0 0,-1 4 0 0 0,2-1 0 0 0,4-3 0 0 0,-1 1 0 0 0,2-2 0 0 0,2-3 0 0 0,-1 2 0 0 0,-6 4 0 0 0,2 5 0 0 0,2-1 0 0 0,4-4 0 0 0,3 0 0 0 0,-3-2 0 0 0,1 1 0 0 0,-5-1 0 0 0,-4-3 0 0 0,0 1 0 0 0,3 5 0 0 0,-2 4 0 0 0,3-1 0 0 0,2 1 0 0 0,-6-3 0 0 0,-2 1 0 0 0,-7-3 0 0 0,1 1 0 0 0,4-2 0 0 0,6 1 0 0 0,0 4 0 0 0,2-2 0 0 0,-1 1 0 0 0,-10-2 0 0 0,-5 1 0 0 0,2-2 0 0 0,0 0 0 0 0,-1 4 0 0 0,0 4 0 0 0,-1-3 0 0 0,-1 1 0 0 0,-1 1 0 0 0,-5-2 0 0 0,-3 0 0 0 0,1 1 0 0 0,2 3 0 0 0,-10 2 0 0 0,-12 2 0 0 0,-12 2 0 0 0,-10-1 0 0 0,-2 7 0 0 0,-3 1 0 0 0,-3 1 0 0 0,-2-3 0 0 0,4 5 0 0 0,1-1 0 0 0,-7 4 0 0 0,-3 5 0 0 0,-6 5 0 0 0,-8-2 0 0 0,0 1 0 0 0,2-3 0 0 0,3 0 0 0 0,10 2 0 0 0,-1-2 0 0 0,0-5 0 0 0,0 1 0 0 0,1 3 0 0 0,1-1 0 0 0,-1-5 0 0 0,1 2 0 0 0,1 4 0 0 0,-1 4 0 0 0,0-3 0 0 0,0-3 0 0 0,1 0 0 0 0,-1 3 0 0 0,0 3 0 0 0,0 4 0 0 0,-5 2 0 0 0,-2 1 0 0 0,1-3 0 0 0,6-2 0 0 0,3 1 0 0 0,2-4 0 0 0,-1 0 0 0 0,5 1 0 0 0,0-3 0 0 0,0-5 0 0 0,2 1 0 0 0,6 3 0 0 0,-1 3 0 0 0,-3-1 0 0 0,-3-4 0 0 0,1-1 0 0 0,5 4 0 0 0,-1-2 0 0 0,-3 1 0 0 0,2 4 0 0 0,-1 2 0 0 0,-3 3 0 0 0,-3 2 0 0 0,2 1 0 0 0,5 1 0 0 0,1-5 0 0 0,2-1 0 0 0,9-6 0 0 0,11-5 0 0 0,9-6 0 0 0,3-9 0 0 0,3-9 0 0 0,3-4 0 0 0,3 1 0 0 0,2-2 0 0 0,1-5 0 0 0,1 2 0 0 0,1-1 0 0 0,-1-4 0 0 0,1 3 0 0 0,-1 0 0 0 0,0-3 0 0 0,5 4 0 0 0,-3-2 0 0 0,-2 4 0 0 0,-2 5 0 0 0,-5-1 0 0 0,4-4 0 0 0,2-4 0 0 0,6 1 0 0 0,3 0 0 0 0,-5-3 0 0 0,-4 3 0 0 0,-1 4 0 0 0,-1 1 0 0 0,1-4 0 0 0,0-2 0 0 0,0 1 0 0 0,1 4 0 0 0,1 0 0 0 0,0-2 0 0 0,-1-4 0 0 0,1 2 0 0 0,0-1 0 0 0,5-2 0 0 0,2 3 0 0 0,0-1 0 0 0,3-1 0 0 0,-4-3 0 0 0,-5 3 0 0 0,5 5 0 0 0,-6 1 0 0 0,-2-3 0 0 0,-1-3 0 0 0,0 2 0 0 0,1 5 0 0 0,-5-1 0 0 0,-1 3 0 0 0,1-2 0 0 0,1 1 0 0 0,2 4 0 0 0,-4-2 0 0 0,0 1 0 0 0,-5-3 0 0 0,1 1 0 0 0,-9 3 0 0 0,-11 3 0 0 0,-11 2 0 0 0,-8 3 0 0 0,-6 1 0 0 0,-4 6 0 0 0,-2 3 0 0 0,-1-1 0 0 0,0-1 0 0 0,0 4 0 0 0,1 4 0 0 0,0 1 0 0 0,1-2 0 0 0,-5 2 0 0 0,-2-3 0 0 0,6 4 0 0 0,3-3 0 0 0,-5-2 0 0 0,5 2 0 0 0,-4-2 0 0 0,-2-2 0 0 0,6 2 0 0 0,-4 0 0 0 0,5 3 0 0 0,-4-1 0 0 0,-1 2 0 0 0,-1-1 0 0 0,0-2 0 0 0,-4 1 0 0 0,4 3 0 0 0,3 0 0 0 0,-4 3 0 0 0,-7-3 0 0 0,-1 1 0 0 0,1-2 0 0 0,3 2 0 0 0,-2 3 0 0 0,-1-2 0 0 0,-2 2 0 0 0,1-4 0 0 0,7 2 0 0 0,5-3 0 0 0,2 2 0 0 0,1-2 0 0 0,0-4 0 0 0,0 1 0 0 0,-2 0 0 0 0,6 1 0 0 0,1 0 0 0 0,-1-2 0 0 0,-2 1 0 0 0,-1-1 0 0 0,-1 3 0 0 0,3 5 0 0 0,2-2 0 0 0,-2-3 0 0 0,5 1 0 0 0,5 3 0 0 0,0-1 0 0 0,2 2 0 0 0,4 2 0 0 0,3 3 0 0 0,8-2 0 0 0,9-5 0 0 0,8 0 0 0 0,5-3 0 0 0,5-5 0 0 0,2-2 0 0 0,1 2 0 0 0,1-1 0 0 0,-1-1 0 0 0,0-2 0 0 0,0-2 0 0 0,5-1 0 0 0,1-2 0 0 0,4 0 0 0 0,7 0 0 0 0,-1 0 0 0 0,8-1 0 0 0,-1 1 0 0 0,1 0 0 0 0,-4 0 0 0 0,-6 0 0 0 0,-4-6 0 0 0,-1-1 0 0 0,5-5 0 0 0,-1 0 0 0 0,-3 2 0 0 0,3 2 0 0 0,3 3 0 0 0,4-3 0 0 0,-1 0 0 0 0,6 1 0 0 0,-1-4 0 0 0,-5 1 0 0 0,-6 2 0 0 0,-5-4 0 0 0,0 1 0 0 0,5-3 0 0 0,0 1 0 0 0,2-3 0 0 0,4 2 0 0 0,-1 2 0 0 0,-5 5 0 0 0,1-3 0 0 0,-1 0 0 0 0,-5-2 0 0 0,-2-1 0 0 0,-4-2 0 0 0,4 1 0 0 0,5 3 0 0 0,7 3 0 0 0,-6-2 0 0 0,-5 1 0 0 0,1-4 0 0 0,-1 1 0 0 0,-1-3 0 0 0,-3 1 0 0 0,-1 3 0 0 0,-2 3 0 0 0,-6-2 0 0 0,-2 1 0 0 0,0-4 0 0 0,1 1 0 0 0,1 2 0 0 0,3-3 0 0 0,-5-3 0 0 0,-6-6 0 0 0,-12 2 0 0 0,-11 5 0 0 0,-11 3 0 0 0,-7 6 0 0 0,-6 2 0 0 0,-8 3 0 0 0,-3 1 0 0 0,1 0 0 0 0,0 1 0 0 0,3 0 0 0 0,2 0 0 0 0,-4-1 0 0 0,-1 1 0 0 0,-4-1 0 0 0,0 0 0 0 0,-3 0 0 0 0,-4 0 0 0 0,1 0 0 0 0,-2 0 0 0 0,3 0 0 0 0,-1 0 0 0 0,2 5 0 0 0,-1 2 0 0 0,3 5 0 0 0,-2 0 0 0 0,2-1 0 0 0,3-4 0 0 0,9 4 0 0 0,5-2 0 0 0,2-1 0 0 0,-1 3 0 0 0,1 0 0 0 0,-2-3 0 0 0,4 4 0 0 0,2-2 0 0 0,-2 4 0 0 0,-2-1 0 0 0,5 3 0 0 0,-1-1 0 0 0,-1-4 0 0 0,3 2 0 0 0,0 4 0 0 0,-2-1 0 0 0,-3-3 0 0 0,3 1 0 0 0,6 4 0 0 0,0-2 0 0 0,2 3 0 0 0,10-3 0 0 0,10-4 0 0 0,9-4 0 0 0,8-3 0 0 0,5-2 0 0 0,2-3 0 0 0,3 0 0 0 0,0-1 0 0 0,-1 0 0 0 0,1-5 0 0 0,-1-1 0 0 0,-1-5 0 0 0,1-1 0 0 0,-2 3 0 0 0,1 2 0 0 0,-5-2 0 0 0,-2 0 0 0 0,0-3 0 0 0,6 0 0 0 0,4 3 0 0 0,1-3 0 0 0,0 2 0 0 0,-1-3 0 0 0,-6-5 0 0 0,3 2 0 0 0,1 3 0 0 0,0-1 0 0 0,1 2 0 0 0,-1-3 0 0 0,0-2 0 0 0,-1 0 0 0 0,0 4 0 0 0,0 0 0 0 0,0 1 0 0 0,-6-2 0 0 0,-1 1 0 0 0,6 4 0 0 0,-3-2 0 0 0,-1 0 0 0 0,2-2 0 0 0,-6-4 0 0 0,0 1 0 0 0,1 3 0 0 0,2-1 0 0 0,-3-3 0 0 0,-1 1 0 0 0,2 4 0 0 0,-3-2 0 0 0,-5-3 0 0 0,-10 2 0 0 0,-12 3 0 0 0,-9 4 0 0 0,-7 3 0 0 0,-6 4 0 0 0,-2 0 0 0 0,-2 3 0 0 0,0-1 0 0 0,0 1 0 0 0,1 0 0 0 0,0-1 0 0 0,1 1 0 0 0,-1 4 0 0 0,2 2 0 0 0,-1 0 0 0 0,0-2 0 0 0,0-1 0 0 0,1-2 0 0 0,-6 5 0 0 0,-2 0 0 0 0,-5 5 0 0 0,0 6 0 0 0,2-1 0 0 0,2-3 0 0 0,3-4 0 0 0,3 2 0 0 0,0-2 0 0 0,2 4 0 0 0,1-2 0 0 0,5 3 0 0 0,-4-1 0 0 0,-2-3 0 0 0,0 2 0 0 0,-1-1 0 0 0,5 2 0 0 0,2-1 0 0 0,0-3 0 0 0,-1-2 0 0 0,4 1 0 0 0,0 1 0 0 0,-1 2 0 0 0,4 6 0 0 0,-1-1 0 0 0,-2-4 0 0 0,-3-3 0 0 0,4 2 0 0 0,4 3 0 0 0,1 0 0 0 0,8-3 0 0 0,10-3 0 0 0,11-4 0 0 0,7-7 0 0 0,7-4 0 0 0,3-6 0 0 0,2 0 0 0 0,1-5 0 0 0,-5-3 0 0 0,-3 0 0 0 0,1 5 0 0 0,-5-1 0 0 0,-1 3 0 0 0,2-3 0 0 0,3 3 0 0 0,-4-3 0 0 0,0 2 0 0 0,2-2 0 0 0,-3-4 0 0 0,0 2 0 0 0,3 4 0 0 0,-4-1 0 0 0,1 2 0 0 0,2-2 0 0 0,3 2 0 0 0,-4-3 0 0 0,1 2 0 0 0,-4-2 0 0 0,1 2 0 0 0,-4-3 0 0 0,2 3 0 0 0,3 3 0 0 0,3-2 0 0 0,-3-4 0 0 0,2 1 0 0 0,1 4 0 0 0,-3-3 0 0 0,-4-2 0 0 0,-1 0 0 0 0,3-1 0 0 0,-1-4 0 0 0,1 3 0 0 0,-3-1 0 0 0,-8 3 0 0 0,-11 4 0 0 0,-5-1 0 0 0,-6 3 0 0 0,-6 2 0 0 0,-4 3 0 0 0,-4 3 0 0 0,-1 1 0 0 0,-2 2 0 0 0,0 0 0 0 0,0 0 0 0 0,0 1 0 0 0,1 0 0 0 0,0-1 0 0 0,-1 0 0 0 0,2 0 0 0 0,-1 0 0 0 0,0 0 0 0 0,0 0 0 0 0,0 0 0 0 0,1 0 0 0 0,-1 0 0 0 0,0 0 0 0 0,0 0 0 0 0,0 6 0 0 0,1 1 0 0 0,-1-1 0 0 0,0 5 0 0 0,0 0 0 0 0,0 3 0 0 0,0-1 0 0 0,1-2 0 0 0,-1-3 0 0 0,0 2 0 0 0,0 0 0 0 0,5 3 0 0 0,3-1 0 0 0,-2-2 0 0 0,0-3 0 0 0,3 3 0 0 0,6 4 0 0 0,0 1 0 0 0,-2-3 0 0 0,1 2 0 0 0,-1-1 0 0 0,3 2 0 0 0,-2-2 0 0 0,2 3 0 0 0,4 4 0 0 0,3 3 0 0 0,9-2 0 0 0,9-4 0 0 0,8-6 0 0 0,7-4 0 0 0,4-3 0 0 0,2-3 0 0 0,1-1 0 0 0,1-1 0 0 0,-1 0 0 0 0,0 0 0 0 0,0 0 0 0 0,-1 1 0 0 0,1-1 0 0 0,-1 1 0 0 0,-1 0 0 0 0,6-5 0 0 0,7-2 0 0 0,2 0 0 0 0,-3 2 0 0 0,4-4 0 0 0,-2 0 0 0 0,-9-5 0 0 0,-4 2 0 0 0,-2 1 0 0 0,-1-2 0 0 0,-1 2 0 0 0,2 1 0 0 0,0 4 0 0 0,0-3 0 0 0,2 0 0 0 0,-6-4 0 0 0,-1 1 0 0 0,0 2 0 0 0,2 3 0 0 0,1-3 0 0 0,1-5 0 0 0,2 1 0 0 0,0-4 0 0 0,1 3 0 0 0,0-3 0 0 0,0-2 0 0 0,1 1 0 0 0,-1 4 0 0 0,-6 0 0 0 0,-1-3 0 0 0,-5-4 0 0 0,0 2 0 0 0,-4-1 0 0 0,1 3 0 0 0,-2 0 0 0 0,-4-3 0 0 0,-3-3 0 0 0,-8 3 0 0 0,-9 5 0 0 0,-9 5 0 0 0,-5 4 0 0 0,0-2 0 0 0,0 2 0 0 0,-2 0 0 0 0,-1 3 0 0 0,-2 1 0 0 0,0 1 0 0 0,-2 2 0 0 0,0 0 0 0 0,0 0 0 0 0,0 1 0 0 0,0-1 0 0 0,-5 0 0 0 0,-2 0 0 0 0,0 6 0 0 0,2 1 0 0 0,1 5 0 0 0,-3 0 0 0 0,-1-2 0 0 0,1-2 0 0 0,-4 2 0 0 0,-4 0 0 0 0,-1 3 0 0 0,4 0 0 0 0,-3 2 0 0 0,2 0 0 0 0,3-4 0 0 0,4-3 0 0 0,2 2 0 0 0,2-1 0 0 0,2 4 0 0 0,-5-1 0 0 0,-1 3 0 0 0,0-1 0 0 0,-4-3 0 0 0,0-3 0 0 0,1-3 0 0 0,3-3 0 0 0,2 4 0 0 0,2 1 0 0 0,-4 5 0 0 0,-1-1 0 0 0,-5 4 0 0 0,1 0 0 0 0,-5 1 0 0 0,2-1 0 0 0,3-3 0 0 0,-2-4 0 0 0,1-3 0 0 0,8 2 0 0 0,5 1 0 0 0,2-2 0 0 0,1-1 0 0 0,-1 3 0 0 0,0 1 0 0 0,-6 4 0 0 0,-3-1 0 0 0,0-2 0 0 0,1-2 0 0 0,1-3 0 0 0,7 2 0 0 0,3 1 0 0 0,5 5 0 0 0,12-2 0 0 0,12-1 0 0 0,11-2 0 0 0,8-4 0 0 0,6-1 0 0 0,2-2 0 0 0,2-1 0 0 0,0 0 0 0 0,0-1 0 0 0,0 1 0 0 0,-1-1 0 0 0,-1 1 0 0 0,0 0 0 0 0,0 0 0 0 0,0-1 0 0 0,-5-4 0 0 0,3-2 0 0 0,2 1 0 0 0,1 0 0 0 0,0 3 0 0 0,0-5 0 0 0,0 0 0 0 0,0-5 0 0 0,4 1 0 0 0,2-3 0 0 0,5 0 0 0 0,0 4 0 0 0,-7-3 0 0 0,-4 3 0 0 0,2 1 0 0 0,-4-1 0 0 0,-2 0 0 0 0,0 3 0 0 0,-1 2 0 0 0,2-3 0 0 0,0 0 0 0 0,-5-4 0 0 0,0 1 0 0 0,0 2 0 0 0,-4-3 0 0 0,0 2 0 0 0,2 2 0 0 0,3 2 0 0 0,-4-2 0 0 0,0 0 0 0 0,3-3 0 0 0,1-1 0 0 0,2-2 0 0 0,2 1 0 0 0,-4-3 0 0 0,-1-3 0 0 0,0 2 0 0 0,-3-2 0 0 0,-6-2 0 0 0,0 2 0 0 0,-2 0 0 0 0,-4-3 0 0 0,-3-1 0 0 0,-8 2 0 0 0,-9 5 0 0 0,-8 0 0 0 0,-5 4 0 0 0,-5 3 0 0 0,3-1 0 0 0,1 0 0 0 0,-1 3 0 0 0,-1 3 0 0 0,-1 1 0 0 0,-2 3 0 0 0,0 0 0 0 0,-1 1 0 0 0,1 1 0 0 0,-1-1 0 0 0,-1 0 0 0 0,-4 1 0 0 0,-2-1 0 0 0,1 0 0 0 0,0 0 0 0 0,-3 0 0 0 0,-5 0 0 0 0,-6 0 0 0 0,1 0 0 0 0,3 0 0 0 0,0 0 0 0 0,-3 0 0 0 0,1 0 0 0 0,5 0 0 0 0,-1 0 0 0 0,1 0 0 0 0,4 0 0 0 0,-2 0 0 0 0,0 0 0 0 0,3 0 0 0 0,-3 0 0 0 0,-4 0 0 0 0,-1 0 0 0 0,-1 5 0 0 0,-4 2 0 0 0,-4 5 0 0 0,-2 1 0 0 0,3-3 0 0 0,6-2 0 0 0,6-3 0 0 0,-1-2 0 0 0,-2 3 0 0 0,-5 2 0 0 0,-3 3 0 0 0,-4 1 0 0 0,-2 3 0 0 0,4-1 0 0 0,0 3 0 0 0,6 3 0 0 0,5-1 0 0 0,5-5 0 0 0,5-3 0 0 0,2-5 0 0 0,7 2 0 0 0,3 0 0 0 0,0-1 0 0 0,4 3 0 0 0,0-1 0 0 0,3 5 0 0 0,4 4 0 0 0,5 5 0 0 0,3 3 0 0 0,7 3 0 0 0,9-4 0 0 0,8 0 0 0 0,5 0 0 0 0,3-4 0 0 0,4-5 0 0 0,5-1 0 0 0,-3 3 0 0 0,-2-2 0 0 0,-1-3 0 0 0,-6 0 0 0 0,3-1 0 0 0,8 3 0 0 0,2-2 0 0 0,6-3 0 0 0,0-3 0 0 0,-2-2 0 0 0,-2 2 0 0 0,1 1 0 0 0,5-2 0 0 0,5-1 0 0 0,5 4 0 0 0,-3-1 0 0 0,1 0 0 0 0,-4-3 0 0 0,0-1 0 0 0,-3-2 0 0 0,-5-1 0 0 0,2-1 0 0 0,3 0 0 0 0,5 0 0 0 0,3-1 0 0 0,-2 1 0 0 0,1 0 0 0 0,-5-1 0 0 0,1 1 0 0 0,2 0 0 0 0,-2 0 0 0 0,0 0 0 0 0,-3 0 0 0 0,2 0 0 0 0,-3 0 0 0 0,1 0 0 0 0,-2 0 0 0 0,-3 0 0 0 0,1 0 0 0 0,5 0 0 0 0,3-5 0 0 0,0-2 0 0 0,0 1 0 0 0,3 0 0 0 0,-3 2 0 0 0,1 2 0 0 0,-4 1 0 0 0,-10-5 0 0 0,0-1 0 0 0,3 1 0 0 0,-5-5 0 0 0,1 1 0 0 0,6-4 0 0 0,6 0 0 0 0,-1 4 0 0 0,-3 2 0 0 0,-9-2 0 0 0,0 0 0 0 0,-1 3 0 0 0,-7-4 0 0 0,-2 1 0 0 0,-1 1 0 0 0,1 3 0 0 0,-5-3 0 0 0,1 0 0 0 0,0 2 0 0 0,-2-4 0 0 0,0-5 0 0 0,2 1 0 0 0,-3-3 0 0 0,-5-4 0 0 0,-4-3 0 0 0,-4-2 0 0 0,-9-3 0 0 0,-8 5 0 0 0,-8 6 0 0 0,-1 1 0 0 0,-2-1 0 0 0,-3 2 0 0 0,-2 4 0 0 0,-7 4 0 0 0,-3-1 0 0 0,0 1 0 0 0,0 2 0 0 0,2-4 0 0 0,2 1 0 0 0,0 2 0 0 0,-4-3 0 0 0,-1 0 0 0 0,1 3 0 0 0,-4 1 0 0 0,-1 4 0 0 0,-2 0 0 0 0,-6 3 0 0 0,-4 0 0 0 0,2 0 0 0 0,4 0 0 0 0,6 1 0 0 0,4-1 0 0 0,-2 1 0 0 0,1-1 0 0 0,-4 0 0 0 0,1 0 0 0 0,2 0 0 0 0,2 0 0 0 0,3 0 0 0 0,2 0 0 0 0,-4 0 0 0 0,-1 0 0 0 0,1 0 0 0 0,1 0 0 0 0,2 0 0 0 0,1 0 0 0 0,1 0 0 0 0,1 0 0 0 0,1 5 0 0 0,-1 2 0 0 0,0 5 0 0 0,1 0 0 0 0,-1-1 0 0 0,1 2 0 0 0,4 4 0 0 0,2-1 0 0 0,0-2 0 0 0,-1-5 0 0 0,3 2 0 0 0,6 5 0 0 0,0-2 0 0 0,3 4 0 0 0,-2-3 0 0 0,2 3 0 0 0,3 2 0 0 0,-2-1 0 0 0,1 0 0 0 0,-3 4 0 0 0,1 1 0 0 0,3 4 0 0 0,3 1 0 0 0,-3-4 0 0 0,1-1 0 0 0,2 0 0 0 0,1 2 0 0 0,3 2 0 0 0,1 1 0 0 0,7-5 0 0 0,7-6 0 0 0,2 0 0 0 0,3-4 0 0 0,5-5 0 0 0,-2 3 0 0 0,1-2 0 0 0,3-2 0 0 0,1-3 0 0 0,-2 3 0 0 0,-1 1 0 0 0,2-2 0 0 0,1-2 0 0 0,3-1 0 0 0,1-2 0 0 0,1-2 0 0 0,0 1 0 0 0,1-2 0 0 0,1 1 0 0 0,-1 0 0 0 0,0-1 0 0 0,0 1 0 0 0,0 0 0 0 0,0 0 0 0 0,5 0 0 0 0,2 0 0 0 0,-1 0 0 0 0,-1 0 0 0 0,-1 0 0 0 0,-2 0 0 0 0,-1 0 0 0 0,0-5 0 0 0,-2-2 0 0 0,1 0 0 0 0,5 2 0 0 0,1 1 0 0 0,-5-4 0 0 0,-3 0 0 0 0,-1 1 0 0 0,0 1 0 0 0,0 3 0 0 0,1 1 0 0 0,1 1 0 0 0,0 1 0 0 0,0 0 0 0 0,6 0 0 0 0,2 0 0 0 0,-5-4 0 0 0,1-3 0 0 0,1 0 0 0 0,0 2 0 0 0,4-4 0 0 0,1 0 0 0 0,-2 1 0 0 0,-1-3 0 0 0,-2 0 0 0 0,-2 2 0 0 0,-1 3 0 0 0,-1 2 0 0 0,0 2 0 0 0,-1 1 0 0 0,-5-5 0 0 0,-1 0 0 0 0,0 0 0 0 0,-4-5 0 0 0,-6-4 0 0 0,-4-6 0 0 0,-5-4 0 0 0,-8 1 0 0 0,-8 1 0 0 0,-9-2 0 0 0,-5 4 0 0 0,-4 5 0 0 0,-2 0 0 0 0,-7 3 0 0 0,4-1 0 0 0,2 1 0 0 0,1-3 0 0 0,1 3 0 0 0,0 2 0 0 0,-5 4 0 0 0,-2 2 0 0 0,-6-2 0 0 0,-5-1 0 0 0,-5-3 0 0 0,-4-1 0 0 0,-4-3 0 0 0,0 1 0 0 0,3 2 0 0 0,3 5 0 0 0,4 2 0 0 0,1 2 0 0 0,3 2 0 0 0,0 1 0 0 0,2-5 0 0 0,3-1 0 0 0,0 0 0 0 0,0 1 0 0 0,-3 2 0 0 0,-3 1 0 0 0,0 0 0 0 0,3 2 0 0 0,5 0 0 0 0,3 0 0 0 0,3 6 0 0 0,2 1 0 0 0,1 5 0 0 0,1 1 0 0 0,-1-3 0 0 0,1-2 0 0 0,0 2 0 0 0,0 5 0 0 0,-1 0 0 0 0,1-3 0 0 0,4 3 0 0 0,2 2 0 0 0,0 0 0 0 0,4 2 0 0 0,0-3 0 0 0,-2 2 0 0 0,-2 2 0 0 0,2 4 0 0 0,1 2 0 0 0,-2 3 0 0 0,3 1 0 0 0,5 1 0 0 0,-1-5 0 0 0,3-1 0 0 0,4 0 0 0 0,3 0 0 0 0,3 3 0 0 0,1 0 0 0 0,7-3 0 0 0,8-7 0 0 0,1-1 0 0 0,4-3 0 0 0,4-4 0 0 0,3-4 0 0 0,-2 2 0 0 0,0 0 0 0 0,2-1 0 0 0,1-2 0 0 0,1-2 0 0 0,3-2 0 0 0,0 0 0 0 0,0-1 0 0 0,-4 5 0 0 0,-2 2 0 0 0,1-1 0 0 0,1-1 0 0 0,1-1 0 0 0,2-2 0 0 0,0-1 0 0 0,2 0 0 0 0,-1-1 0 0 0,1-1 0 0 0,1 1 0 0 0,-1 0 0 0 0,0 0 0 0 0,0-1 0 0 0,-6-4 0 0 0,-1-2 0 0 0,0-5 0 0 0,2 0 0 0 0,1 1 0 0 0,1 4 0 0 0,2-4 0 0 0,0-4 0 0 0,1 0 0 0 0,-5-2 0 0 0,-2 1 0 0 0,-5-1 0 0 0,-5-4 0 0 0,-6-3 0 0 0,-9-3 0 0 0,-9 4 0 0 0,-9 4 0 0 0,-1 2 0 0 0,-2 3 0 0 0,-3-1 0 0 0,-2 1 0 0 0,-2 4 0 0 0,4-2 0 0 0,1 1 0 0 0,-1 3 0 0 0,-1 2 0 0 0,-1 2 0 0 0,-2 3 0 0 0,-1-5 0 0 0,0-1 0 0 0,-1 1 0 0 0,0 1 0 0 0,0-4 0 0 0,-1 0 0 0 0,1 2 0 0 0,0 1 0 0 0,1 2 0 0 0,-7 2 0 0 0,-6-4 0 0 0,-6-1 0 0 0,-1 0 0 0 0,3 2 0 0 0,0-3 0 0 0,-4-1 0 0 0,3 1 0 0 0,3 2 0 0 0,5-3 0 0 0,3 0 0 0 0,4 2 0 0 0,1 1 0 0 0,1 3 0 0 0,1 1 0 0 0,0 1 0 0 0,0 1 0 0 0,0 0 0 0 0,-1 0 0 0 0,1 1 0 0 0,-1-1 0 0 0,-5 0 0 0 0,-7 0 0 0 0,-1 0 0 0 0,1 0 0 0 0,3 0 0 0 0,3 0 0 0 0,2 0 0 0 0,3 0 0 0 0,0 0 0 0 0,2 0 0 0 0,5 6 0 0 0,12 1 0 0 0,8 4 0 0 0,11 2 0 0 0,9 2 0 0 0,8 0 0 0 0,4-3 0 0 0,-2 1 0 0 0,1-1 0 0 0,0-2 0 0 0,1-4 0 0 0,2-2 0 0 0,0-2 0 0 0,-4 3 0 0 0,-1 2 0 0 0,0-1 0 0 0,7 4 0 0 0,4 1 0 0 0,0-3 0 0 0,0-1 0 0 0,-1 2 0 0 0,-1 0 0 0 0,0-1 0 0 0,-2-2 0 0 0,1-3 0 0 0,-2-1 0 0 0,1-1 0 0 0,0-1 0 0 0,5 0 0 0 0,1-1 0 0 0,6 1 0 0 0,0 0 0 0 0,-2 5 0 0 0,-2 1 0 0 0,-3 1 0 0 0,-3-2 0 0 0,-1-1 0 0 0,5-2 0 0 0,0 0 0 0 0,0-2 0 0 0,-1 0 0 0 0,-2 0 0 0 0,-1 0 0 0 0,-1-1 0 0 0,-1 1 0 0 0,0 0 0 0 0,-1 0 0 0 0,1 0 0 0 0,-1 0 0 0 0,1 0 0 0 0,0 0 0 0 0,-1 0 0 0 0,1 0 0 0 0,0 0 0 0 0,0 0 0 0 0,0 0 0 0 0,0 0 0 0 0,-1 0 0 0 0,1 0 0 0 0,0 0 0 0 0,0 0 0 0 0,0 0 0 0 0,-6-5 0 0 0,-6-8 0 0 0,-7-5 0 0 0,-11-1 0 0 0,-5-2 0 0 0,-7 2 0 0 0,-8 0 0 0 0,-5 2 0 0 0,-4 5 0 0 0,3 4 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17340 3872 16383 0 0,'0'-5'0'0'0,"-5"-2"0"0"0,-8 0 0 0 0,0-3 0 0 0,-4-1 0 0 0,0-3 0 0 0,-1 0 0 0 0,-3 3 0 0 0,2-2 0 0 0,-1 1 0 0 0,-3-2 0 0 0,-2 1 0 0 0,-2-3 0 0 0,-2 2 0 0 0,4-3 0 0 0,1 3 0 0 0,5-3 0 0 0,0 3 0 0 0,-2 2 0 0 0,8 5 0 0 0,11 2 0 0 0,12 3 0 0 0,9 1 0 0 0,6 2 0 0 0,5-1 0 0 0,2 1 0 0 0,1 0 0 0 0,0-1 0 0 0,0 0 0 0 0,-1 1 0 0 0,0-1 0 0 0,-1 0 0 0 0,0 0 0 0 0,0 0 0 0 0,5 0 0 0 0,2 0 0 0 0,-1 0 0 0 0,-1 5 0 0 0,-1 2 0 0 0,-2 0 0 0 0,-1-2 0 0 0,-1-1 0 0 0,0-2 0 0 0,5-1 0 0 0,-4 5 0 0 0,4 1 0 0 0,5-1 0 0 0,2 0 0 0 0,4-3 0 0 0,-2-1 0 0 0,-2-1 0 0 0,-3 0 0 0 0,-4-1 0 0 0,-3-1 0 0 0,-1 1 0 0 0,-1 0 0 0 0,0 0 0 0 0,-1-1 0 0 0,0 1 0 0 0,5 0 0 0 0,3 0 0 0 0,-1 0 0 0 0,-1 6 0 0 0,-1 0 0 0 0,-2 1 0 0 0,-1-1 0 0 0,-1-3 0 0 0,0 0 0 0 0,0-2 0 0 0,-11-1 0 0 0,-14-5 0 0 0,-13-2 0 0 0,-11-5 0 0 0,-7-1 0 0 0,-5-3 0 0 0,-3 1 0 0 0,-5 4 0 0 0,-3-3 0 0 0,1 2 0 0 0,-3-3 0 0 0,1 2 0 0 0,1-2 0 0 0,-2 0 0 0 0,1 4 0 0 0,-3-1 0 0 0,-4 0 0 0 0,-5-2 0 0 0,2 1 0 0 0,0-3 0 0 0,-8-3 0 0 0,-9-4 0 0 0,-3 1 0 0 0,-6 0 0 0 0,1 4 0 0 0,-3 4 0 0 0,2 0 0 0 0,4-3 0 0 0,-1 1 0 0 0,1-1 0 0 0,-2-4 0 0 0,-10-3 0 0 0,-5 2 0 0 0,2 0 0 0 0,1-2 0 0 0,-1 4 0 0 0,-1-1 0 0 0,-1-1 0 0 0,-5 2 0 0 0,-3 0 0 0 0,-5-2 0 0 0,9 3 0 0 0,1-1 0 0 0,-5 3 0 0 0,-7-1 0 0 0,-1 3 0 0 0,2 4 0 0 0,-2-2 0 0 0,1 2 0 0 0,4-3 0 0 0,2 2 0 0 0,3-4 0 0 0,-2 2 0 0 0,-7-2 0 0 0,5 2 0 0 0,10 2 0 0 0,-2-1 0 0 0,5 2 0 0 0,2 2 0 0 0,0-2 0 0 0,3 0 0 0 0,1 3 0 0 0,4 2 0 0 0,4-3 0 0 0,5 0 0 0 0,-2 2 0 0 0,6 1 0 0 0,3 3 0 0 0,2 1 0 0 0,6 1 0 0 0,2 1 0 0 0,-1 0 0 0 0,3 1 0 0 0,0-1 0 0 0,3 0 0 0 0,4 1 0 0 0,5-1 0 0 0,13 0 0 0 0,17 5 0 0 0,14 2 0 0 0,13 0 0 0 0,7-2 0 0 0,10 4 0 0 0,4 0 0 0 0,0-1 0 0 0,0-2 0 0 0,-3-2 0 0 0,-2-2 0 0 0,-2-1 0 0 0,-1-1 0 0 0,-1 0 0 0 0,5 0 0 0 0,1-1 0 0 0,0 1 0 0 0,-1 0 0 0 0,-2-1 0 0 0,5 1 0 0 0,-1 0 0 0 0,6 0 0 0 0,-1 0 0 0 0,-2 0 0 0 0,-3 0 0 0 0,-2 0 0 0 0,-3 0 0 0 0,-1 0 0 0 0,4 0 0 0 0,2 0 0 0 0,-1 0 0 0 0,-2 0 0 0 0,5 0 0 0 0,5 0 0 0 0,6 0 0 0 0,-1 0 0 0 0,-4 0 0 0 0,-3 0 0 0 0,-5 0 0 0 0,-4 0 0 0 0,-1 0 0 0 0,-2 0 0 0 0,-1-5 0 0 0,0-2 0 0 0,0 1 0 0 0,0 0 0 0 0,0 2 0 0 0,6 2 0 0 0,2-5 0 0 0,-1 0 0 0 0,-1 0 0 0 0,-1 2 0 0 0,-2 2 0 0 0,-1 1 0 0 0,0 1 0 0 0,-2-5 0 0 0,1-1 0 0 0,0 1 0 0 0,-1 1 0 0 0,1 1 0 0 0,-1 2 0 0 0,1 1 0 0 0,0 1 0 0 0,0 0 0 0 0,-6-5 0 0 0,-1-2 0 0 0,0 1 0 0 0,2 0 0 0 0,-4-2 0 0 0,-11-2 0 0 0,-13 2 0 0 0,-11 3 0 0 0,-3-4 0 0 0,-4-1 0 0 0,-5 3 0 0 0,-2 1 0 0 0,-2-3 0 0 0,-2 0 0 0 0,0 2 0 0 0,-1 1 0 0 0,0 3 0 0 0,1 1 0 0 0,10 1 0 0 0,14 1 0 0 0,9 5 0 0 0,8 3 0 0 0,9-1 0 0 0,6 4 0 0 0,3 0 0 0 0,3-2 0 0 0,-4 3 0 0 0,-1-1 0 0 0,0-2 0 0 0,1-3 0 0 0,1-2 0 0 0,1-1 0 0 0,0 3 0 0 0,2 1 0 0 0,0-1 0 0 0,0-1 0 0 0,0-2 0 0 0,0 4 0 0 0,5 1 0 0 0,2-1 0 0 0,5-2 0 0 0,0-1 0 0 0,-2-2 0 0 0,-2-1 0 0 0,-3-1 0 0 0,-3 0 0 0 0,-1 0 0 0 0,5 0 0 0 0,0-1 0 0 0,0 1 0 0 0,-1 0 0 0 0,-2 0 0 0 0,-1 0 0 0 0,-1 0 0 0 0,4 0 0 0 0,2 0 0 0 0,-1 0 0 0 0,-1 0 0 0 0,-2 0 0 0 0,-1 0 0 0 0,5 0 0 0 0,-5 0 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1515 16383 0 0,'13'-15'0'0'0,"7"-4"0"0"0,-5-2 0 0 0,1 3 0 0 0,-3-1 0 0 0,-3-2 0 0 0,2 2 0 0 0,-1-1 0 0 0,-3-1 0 0 0,-2-4 0 0 0,3 3 0 0 0,-1 0 0 0 0,5 4 0 0 0,-1-1 0 0 0,3 4 0 0 0,-1-2 0 0 0,-2-2 0 0 0,-5-4 0 0 0,4 2 0 0 0,-2 0 0 0 0,4-3 0 0 0,-1-1 0 0 0,-2-3 0 0 0,-3-1 0 0 0,3 4 0 0 0,-1 1 0 0 0,-7 17 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9886 958 16383 0 0,'-3'12'0'0'0,"-5"11"0"0"0,-4-2 0 0 0,-1-1 0 0 0,3 3 0 0 0,2 2 0 0 0,-3 3 0 0 0,-4 0 0 0 0,0 3 0 0 0,-3-6 0 0 0,3-1 0 0 0,2 1 0 0 0,0 1 0 0 0,1-9 0 0 0,2-13 0 0 0,9-7 0 0 0,5-8 0 0 0,6-7 0 0 0,7-1 0 0 0,1-3 0 0 0,-3-2 0 0 0,-4-3 0 0 0,-4-1 0 0 0,2 3 0 0 0,0 1 0 0 0,3 5 0 0 0,0 0 0 0 0,-2-2 0 0 0,-3-3 0 0 0,2-2 0 0 0,-1 4 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9909 958 16383 0 0,'-3'3'0'0'0,"-15"21"0"0"0,4 2 0 0 0,0-3 0 0 0,-4-6 0 0 0,2 0 0 0 0,-2 2 0 0 0,2 3 0 0 0,4 4 0 0 0,-1-4 0 0 0,1 0 0 0 0,-2-3 0 0 0,1 0 0 0 0,3 2 0 0 0,3 3 0 0 0,-3-3 0 0 0,-4 0 0 0 0,0 2 0 0 0,-3-3 0 0 0,1 1 0 0 0,-2-4 0 0 0,6-3 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9889 958 16383 0 0,'-12'24'0'0'0,"-3"8"0"0"0,3 0 0 0 0,3 0 0 0 0,-2-1 0 0 0,1 0 0 0 0,-4-5 0 0 0,2-3 0 0 0,-3-4 0 0 0,1 0 0 0 0,3 1 0 0 0,3 3 0 0 0,3 3 0 0 0,-2-3 0 0 0,-1-1 0 0 0,1 2 0 0 0,-3-3 0 0 0,0-1 0 0 0,2-8 0 0 0,1-12 0 0 0,9-5 0 0 0,3-8 0 0 0,0-7 0 0 0,0-4 0 0 0,5-5 0 0 0,0-2 0 0 0,-2 0 0 0 0,3 4 0 0 0,0 1 0 0 0,4 1 0 0 0,-2-1 0 0 0,-2-2 0 0 0,-4 0 0 0 0,-2-2 0 0 0,3 5 0 0 0,0 1 0 0 0,-2 0 0 0 0,4 3 0 0 0,0 1 0 0 0,-8 17 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9978 958 16383 0 0,'0'18'0'0'0,"-5"7"0"0"0,-3 0 0 0 0,1 1 0 0 0,1 2 0 0 0,2 1 0 0 0,-3-4 0 0 0,-2-2 0 0 0,2 1 0 0 0,-4-3 0 0 0,1-1 0 0 0,1 2 0 0 0,-2 3 0 0 0,0 1 0 0 0,2 3 0 0 0,-3-5 0 0 0,1 0 0 0 0,3 0 0 0 0,-4-3 0 0 0,1 0 0 0 0,3 1 0 0 0,2 2 0 0 0,-3-2 0 0 0,0-1 0 0 0,-4 3 0 0 0,1 1 0 0 0,-4-3 0 0 0,2 0 0 0 0,3 1 0 0 0,3 3 0 0 0,3 1 0 0 0,-3-4 0 0 0,1 0 0 0 0,-5-4 0 0 0,0 0 0 0 0,2 2 0 0 0,3 2 0 0 0,-3-2 0 0 0,1 0 0 0 0,-4-3 0 0 0,0 0 0 0 0,3 3 0 0 0,3 3 0 0 0,-3-3 0 0 0,-5-5 0 0 0,1 0 0 0 0,-3-2 0 0 0,1 1 0 0 0,-2-2 0 0 0,-2-3 0 0 0,-4-3 0 0 0,2 2 0 0 0,0 0 0 0 0,-1-2 0 0 0,20-5 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1509 16383 0 0,'6'-3'0'0'0,"19"-13"0"0"0,-2 3 0 0 0,1 2 0 0 0,-3-1 0 0 0,-1 1 0 0 0,-3-3 0 0 0,0 1 0 0 0,3 3 0 0 0,-2-2 0 0 0,1 0 0 0 0,3-2 0 0 0,2-4 0 0 0,3 0 0 0 0,2-1 0 0 0,1-3 0 0 0,1 2 0 0 0,-5 0 0 0 0,-1 3 0 0 0,-1 4 0 0 0,-3-1 0 0 0,-1-3 0 0 0,2 1 0 0 0,3-1 0 0 0,-4-4 0 0 0,0 2 0 0 0,3 4 0 0 0,-4 0 0 0 0,0 2 0 0 0,-3-2 0 0 0,-10 1 0 0 0,-11 4 0 0 0,-5 8 0 0 0,-6 5 0 0 0,-6 2 0 0 0,0 5 0 0 0,-1 6 0 0 0,-2 0 0 0 0,-2-2 0 0 0,3 2 0 0 0,6 3 0 0 0,0-2 0 0 0,3 2 0 0 0,-1-3 0 0 0,2 2 0 0 0,-2-3 0 0 0,1 2 0 0 0,-2-2 0 0 0,-3-4 0 0 0,1 1 0 0 0,4 5 0 0 0,-2 4 0 0 0,-2-2 0 0 0,2 2 0 0 0,-3 2 0 0 0,-2-2 0 0 0,-3-1 0 0 0,2 3 0 0 0,0-3 0 0 0,3 0 0 0 0,1-3 0 0 0,2 1 0 0 0,5 2 0 0 0,-2-2 0 0 0,2 1 0 0 0,2 3 0 0 0,-2-3 0 0 0,6-4 0 0 0,4-10 0 0 0,7-6 0 0 0,8-8 0 0 0,2-8 0 0 0,2-6 0 0 0,5-4 0 0 0,3-3 0 0 0,-3-2 0 0 0,0 0 0 0 0,1 4 0 0 0,-3 3 0 0 0,-5 0 0 0 0,-6-1 0 0 0,1 4 0 0 0,4 0 0 0 0,-1-1 0 0 0,3 4 0 0 0,-2-1 0 0 0,2-2 0 0 0,-2-3 0 0 0,2 4 0 0 0,-2-1 0 0 0,-4-1 0 0 0,2 3 0 0 0,-2-1 0 0 0,3 4 0 0 0,-1-1 0 0 0,3-2 0 0 0,-2-3 0 0 0,-3-3 0 0 0,2 3 0 0 0,-2 0 0 0 0,-2-1 0 0 0,2 3 0 0 0,0 0 0 0 0,-8 4 0 0 0,-9 5 0 0 0,-4 9 0 0 0,-5 5 0 0 0,-1 8 0 0 0,-2 2 0 0 0,2 5 0 0 0,-2-2 0 0 0,2 3 0 0 0,-1-2 0 0 0,2 2 0 0 0,-1 2 0 0 0,1 4 0 0 0,-1-3 0 0 0,11-15 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9984 979 16383 0 0,'-14'15'0'0'0,"-4"9"0"0"0,-1 1 0 0 0,2 3 0 0 0,-1-4 0 0 0,3-1 0 0 0,4 1 0 0 0,-2 2 0 0 0,-4-4 0 0 0,2 0 0 0 0,-3 1 0 0 0,2 2 0 0 0,-1 3 0 0 0,-4 0 0 0 0,3 2 0 0 0,-2 1 0 0 0,-2-5 0 0 0,2-2 0 0 0,0-5 0 0 0,3 0 0 0 0,4 2 0 0 0,0-3 0 0 0,11-15 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2013 16383 0 0,'15'-11'0'0'0,"5"-6"0"0"0,3-5 0 0 0,2-3 0 0 0,2-3 0 0 0,2 3 0 0 0,-4 1 0 0 0,-1-1 0 0 0,1-1 0 0 0,0-2 0 0 0,3 5 0 0 0,-4 0 0 0 0,-2 4 0 0 0,-3 0 0 0 0,0-1 0 0 0,-4-4 0 0 0,1 3 0 0 0,4 0 0 0 0,-3-2 0 0 0,2 3 0 0 0,3 5 0 0 0,-3 0 0 0 0,-4-3 0 0 0,0 1 0 0 0,4-1 0 0 0,-3-3 0 0 0,2 2 0 0 0,-2 0 0 0 0,1 2 0 0 0,4 4 0 0 0,-3-1 0 0 0,-4-3 0 0 0,1 1 0 0 0,3-1 0 0 0,-1-4 0 0 0,1 2 0 0 0,-2-1 0 0 0,1 3 0 0 0,-1-1 0 0 0,0 2 0 0 0,-1 0 0 0 0,1 1 0 0 0,-2-1 0 0 0,3 2 0 0 0,-3-3 0 0 0,-3-2 0 0 0,2 1 0 0 0,-2 9 0 0 0,-7 6 0 0 0,-10 4 0 0 0,-4 6 0 0 0,-6 3 0 0 0,1 5 0 0 0,2 4 0 0 0,-2 0 0 0 0,-3-4 0 0 0,1 1 0 0 0,3 3 0 0 0,-1-2 0 0 0,3 2 0 0 0,-3 3 0 0 0,1 2 0 0 0,-1-2 0 0 0,1 0 0 0 0,-2 1 0 0 0,-4-2 0 0 0,2-1 0 0 0,3 3 0 0 0,0 1 0 0 0,-3-2 0 0 0,1 0 0 0 0,4 1 0 0 0,-1-3 0 0 0,-4 1 0 0 0,-3 1 0 0 0,1 2 0 0 0,-1-2 0 0 0,3 0 0 0 0,-1 1 0 0 0,-2 3 0 0 0,3 1 0 0 0,-2-3 0 0 0,4-1 0 0 0,-2-5 0 0 0,3 1 0 0 0,-2 2 0 0 0,-2-3 0 0 0,1 1 0 0 0,-1 3 0 0 0,2 2 0 0 0,-1-2 0 0 0,-2-6 0 0 0,1 1 0 0 0,5 2 0 0 0,-1-2 0 0 0,2 1 0 0 0,-1-2 0 0 0,6-5 0 0 0,10-3 0 0 0,10-8 0 0 0,2-10 0 0 0,5-3 0 0 0,4-5 0 0 0,4-4 0 0 0,-3-4 0 0 0,-1 3 0 0 0,2 0 0 0 0,1-2 0 0 0,-4-1 0 0 0,1 3 0 0 0,0 1 0 0 0,-3-2 0 0 0,0-1 0 0 0,3-2 0 0 0,1 3 0 0 0,-2 1 0 0 0,-6-1 0 0 0,0-1 0 0 0,3 2 0 0 0,-2 2 0 0 0,1-3 0 0 0,3 4 0 0 0,-2 0 0 0 0,1-2 0 0 0,-3-3 0 0 0,0 4 0 0 0,4-1 0 0 0,-3-1 0 0 0,2 3 0 0 0,-4-1 0 0 0,2-1 0 0 0,-3-3 0 0 0,2 4 0 0 0,2-1 0 0 0,-1-1 0 0 0,2 3 0 0 0,-4-1 0 0 0,2 4 0 0 0,-3 0 0 0 0,2-4 0 0 0,-3-2 0 0 0,3-3 0 0 0,2 3 0 0 0,4 0 0 0 0,-2-1 0 0 0,1 3 0 0 0,-4 0 0 0 0,1 4 0 0 0,-3-1 0 0 0,-5-2 0 0 0,2 2 0 0 0,-2-1 0 0 0,-2-3 0 0 0,2 3 0 0 0,-6 4 0 0 0,-9 11 0 0 0,-9 5 0 0 0,-8 8 0 0 0,-5 7 0 0 0,-4 2 0 0 0,4 3 0 0 0,0 2 0 0 0,0-2 0 0 0,4 1 0 0 0,1-4 0 0 0,-1 0 0 0 0,-3 3 0 0 0,-2 3 0 0 0,-1 2 0 0 0,3 3 0 0 0,2-5 0 0 0,-2-5 0 0 0,5-1 0 0 0,4 1 0 0 0,1-2 0 0 0,-3-4 0 0 0,-3 1 0 0 0,2 3 0 0 0,-2 4 0 0 0,-2-1 0 0 0,3 1 0 0 0,0 2 0 0 0,-3-3 0 0 0,-1-5 0 0 0,2 1 0 0 0,5 2 0 0 0,-5-1 0 0 0,2 1 0 0 0,-2-3 0 0 0,-2 3 0 0 0,3 2 0 0 0,0-2 0 0 0,-1 2 0 0 0,-3-4 0 0 0,3 2 0 0 0,0 3 0 0 0,-2 2 0 0 0,-1-2 0 0 0,3 1 0 0 0,0-4 0 0 0,4 1 0 0 0,0-4 0 0 0,2 2 0 0 0,0 3 0 0 0,-4-3 0 0 0,3 3 0 0 0,3 1 0 0 0,10-7 0 0 0,10-6 0 0 0,5-9 0 0 0,5-6 0 0 0,0-6 0 0 0,3 0 0 0 0,-2-5 0 0 0,1 2 0 0 0,-2-2 0 0 0,1 3 0 0 0,-2-3 0 0 0,2 3 0 0 0,2 4 0 0 0,-1-2 0 0 0,2-4 0 0 0,2-4 0 0 0,2-4 0 0 0,3-2 0 0 0,3 2 0 0 0,-5 1 0 0 0,-1-1 0 0 0,0-1 0 0 0,2-2 0 0 0,-4-1 0 0 0,0 4 0 0 0,2 2 0 0 0,-5-2 0 0 0,2 0 0 0 0,1 3 0 0 0,-3 0 0 0 0,1-1 0 0 0,2 3 0 0 0,-3 0 0 0 0,1 3 0 0 0,-3-1 0 0 0,-5-2 0 0 0,2 2 0 0 0,2-1 0 0 0,0-3 0 0 0,2 3 0 0 0,-3-1 0 0 0,3 3 0 0 0,-3-1 0 0 0,2 3 0 0 0,-3-2 0 0 0,-8 3 0 0 0,-11 3 0 0 0,-4 9 0 0 0,-6 5 0 0 0,-6 7 0 0 0,-4 7 0 0 0,-4 0 0 0 0,4 4 0 0 0,1-3 0 0 0,-2 1 0 0 0,7-3 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9965 1064 16383 0 0,'-10'10'0'0'0,"-12"12"0"0"0,-2 0 0 0 0,-1 2 0 0 0,-2-4 0 0 0,4 0 0 0 0,0 3 0 0 0,-1 1 0 0 0,-2-2 0 0 0,-1-5 0 0 0,3-1 0 0 0,7 3 0 0 0,0-3 0 0 0,-2-3 0 0 0,2 1 0 0 0,-1-1 0 0 0,6-2 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9885 1109 16383 0 0,'4'-22'0'0'0,"3"-2"0"0"0,0 0 0 0 0,3 4 0 0 0,1 0 0 0 0,-2-2 0 0 0,-2-2 0 0 0,2 2 0 0 0,-5 6 0 0 0,-8 5 0 0 0,-9 5 0 0 0,-8 8 0 0 0,20-2 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2023 16383 0 0,'3'7'0'0'0,"12"1"0"0"0,7-3 0 0 0,7-2 0 0 0,2-2 0 0 0,2-1 0 0 0,0 0 0 0 0,0-1 0 0 0,-1 1 0 0 0,0-1 0 0 0,0 1 0 0 0,4 0 0 0 0,2 0 0 0 0,0 0 0 0 0,-2 0 0 0 0,-2 0 0 0 0,5 0 0 0 0,5 0 0 0 0,6 0 0 0 0,5 0 0 0 0,4 0 0 0 0,-4 0 0 0 0,0 0 0 0 0,-4 0 0 0 0,0 0 0 0 0,1 0 0 0 0,-3 0 0 0 0,2 0 0 0 0,-4 0 0 0 0,1 0 0 0 0,3 0 0 0 0,-2 0 0 0 0,6 0 0 0 0,0 0 0 0 0,0 0 0 0 0,1 0 0 0 0,-3 0 0 0 0,0 0 0 0 0,-4 0 0 0 0,0 0 0 0 0,7 0 0 0 0,0 0 0 0 0,1 0 0 0 0,0 0 0 0 0,2 0 0 0 0,-4 0 0 0 0,-1 0 0 0 0,1 0 0 0 0,-4 0 0 0 0,0 0 0 0 0,2 0 0 0 0,-3 0 0 0 0,-5 0 0 0 0,-4 0 0 0 0,-5 0 0 0 0,-2 0 0 0 0,-3 0 0 0 0,0 0 0 0 0,-1 0 0 0 0,0 0 0 0 0,0 0 0 0 0,0 0 0 0 0,0 0 0 0 0,1 0 0 0 0,-1 0 0 0 0,1 0 0 0 0,0 0 0 0 0,-11 0 0 0 0,-13 0 0 0 0,-14 0 0 0 0,-10 0 0 0 0,-9 0 0 0 0,-4 0 0 0 0,-2 0 0 0 0,-2 0 0 0 0,1 0 0 0 0,-5 0 0 0 0,-2 0 0 0 0,2 0 0 0 0,1 0 0 0 0,2 0 0 0 0,2 0 0 0 0,1 0 0 0 0,0 0 0 0 0,2 0 0 0 0,-1 0 0 0 0,-4 0 0 0 0,-3 0 0 0 0,1 0 0 0 0,-4 0 0 0 0,4 5 0 0 0,-1 2 0 0 0,1-1 0 0 0,0 0 0 0 0,-3-2 0 0 0,0-2 0 0 0,-4-1 0 0 0,0 0 0 0 0,3-1 0 0 0,2 0 0 0 0,4-1 0 0 0,-4 6 0 0 0,-5 2 0 0 0,0-1 0 0 0,-4 0 0 0 0,2-3 0 0 0,-3 0 0 0 0,-2 3 0 0 0,1 2 0 0 0,-1-2 0 0 0,3 0 0 0 0,5-3 0 0 0,4-1 0 0 0,3 4 0 0 0,-2 2 0 0 0,-6-2 0 0 0,0-1 0 0 0,-3-1 0 0 0,1-2 0 0 0,3-1 0 0 0,-2-1 0 0 0,-3 0 0 0 0,-4 0 0 0 0,-4 5 0 0 0,2 2 0 0 0,6-1 0 0 0,5-1 0 0 0,5 4 0 0 0,3 0 0 0 0,3 5 0 0 0,12-2 0 0 0,15-1 0 0 0,13-4 0 0 0,10-2 0 0 0,8-2 0 0 0,10 3 0 0 0,4 1 0 0 0,0-1 0 0 0,-1-1 0 0 0,-2-2 0 0 0,-2-1 0 0 0,-2-1 0 0 0,-1 0 0 0 0,4-1 0 0 0,2-1 0 0 0,4 1 0 0 0,1 0 0 0 0,3-1 0 0 0,-1 1 0 0 0,3 5 0 0 0,3 2 0 0 0,-2 0 0 0 0,-3-2 0 0 0,0-1 0 0 0,3-1 0 0 0,4-2 0 0 0,-2-1 0 0 0,1 0 0 0 0,2 0 0 0 0,-3 0 0 0 0,5 0 0 0 0,4-1 0 0 0,-2 1 0 0 0,3 0 0 0 0,-2 0 0 0 0,-2 0 0 0 0,1 0 0 0 0,-5 0 0 0 0,0 0 0 0 0,6 0 0 0 0,-2 0 0 0 0,0 0 0 0 0,-4 0 0 0 0,-1 0 0 0 0,1 5 0 0 0,-3 2 0 0 0,1 0 0 0 0,-4-2 0 0 0,1-1 0 0 0,3-2 0 0 0,3 0 0 0 0,-2-2 0 0 0,0 0 0 0 0,2 0 0 0 0,2 0 0 0 0,-2-1 0 0 0,-2 1 0 0 0,3 5 0 0 0,-4 2 0 0 0,-5 0 0 0 0,-5-2 0 0 0,-5-1 0 0 0,-2-2 0 0 0,-3 0 0 0 0,-1-2 0 0 0,0 0 0 0 0,0 0 0 0 0,-5 5 0 0 0,-7 7 0 0 0,-12 1 0 0 0,-12-1 0 0 0,-10-3 0 0 0,-8-3 0 0 0,-5-2 0 0 0,-2-3 0 0 0,-2 0 0 0 0,0-1 0 0 0,0 5 0 0 0,0 1 0 0 0,1 0 0 0 0,1-1 0 0 0,-6-1 0 0 0,-1-2 0 0 0,1-1 0 0 0,1-1 0 0 0,1 0 0 0 0,2 0 0 0 0,1 5 0 0 0,1 2 0 0 0,0-1 0 0 0,1 0 0 0 0,-6-3 0 0 0,-2 0 0 0 0,1-2 0 0 0,-4-1 0 0 0,-1 6 0 0 0,2 0 0 0 0,-2 1 0 0 0,0-2 0 0 0,2-2 0 0 0,-3 0 0 0 0,-4-2 0 0 0,1-1 0 0 0,-3 0 0 0 0,-3 0 0 0 0,-4 0 0 0 0,3-1 0 0 0,5 1 0 0 0,1 5 0 0 0,2 2 0 0 0,-1 0 0 0 0,2-2 0 0 0,2-1 0 0 0,0 3 0 0 0,-5 2 0 0 0,-5-2 0 0 0,-4 3 0 0 0,-2 1 0 0 0,-3-2 0 0 0,-1 2 0 0 0,5 0 0 0 0,2-2 0 0 0,9 3 0 0 0,9-1 0 0 0,-1-3 0 0 0,1-1 0 0 0,1-4 0 0 0,2-1 0 0 0,2-1 0 0 0,0 4 0 0 0,1 2 0 0 0,1-1 0 0 0,-1-1 0 0 0,6 4 0 0 0,12 0 0 0 0,13-1 0 0 0,13-3 0 0 0,8-1 0 0 0,7-2 0 0 0,3-1 0 0 0,2-1 0 0 0,0 0 0 0 0,1 0 0 0 0,-2-1 0 0 0,1 1 0 0 0,-2 0 0 0 0,1 0 0 0 0,-1 0 0 0 0,5 0 0 0 0,7 0 0 0 0,1 0 0 0 0,4 0 0 0 0,-1 0 0 0 0,2 0 0 0 0,-3 0 0 0 0,-3 0 0 0 0,2 0 0 0 0,8 0 0 0 0,1 0 0 0 0,1 0 0 0 0,2 0 0 0 0,-3 0 0 0 0,-1 0 0 0 0,2 0 0 0 0,1 0 0 0 0,-3 0 0 0 0,0 0 0 0 0,1 0 0 0 0,-3 0 0 0 0,0 0 0 0 0,2 0 0 0 0,2 0 0 0 0,-3 0 0 0 0,1 0 0 0 0,-4 0 0 0 0,-5 0 0 0 0,-5 0 0 0 0,-3 0 0 0 0,2 0 0 0 0,0 0 0 0 0,-1 0 0 0 0,3 0 0 0 0,1 0 0 0 0,3 0 0 0 0,0 0 0 0 0,3 0 0 0 0,-2 0 0 0 0,-3 0 0 0 0,-3-6 0 0 0,-3-1 0 0 0,-3 1 0 0 0,-1 0 0 0 0,-2 3 0 0 0,1 0 0 0 0,-12 2 0 0 0,-13 0 0 0 0,-13 1 0 0 0,-11 1 0 0 0,-8-1 0 0 0,-4 0 0 0 0,-2 0 0 0 0,-2 1 0 0 0,1-1 0 0 0,0 0 0 0 0,-5 0 0 0 0,-1 0 0 0 0,1 0 0 0 0,2 0 0 0 0,1 0 0 0 0,-3 0 0 0 0,-7 0 0 0 0,1 0 0 0 0,-4 0 0 0 0,1 0 0 0 0,4 0 0 0 0,-2 0 0 0 0,2 0 0 0 0,3 0 0 0 0,2 0 0 0 0,4 5 0 0 0,-4 2 0 0 0,0 0 0 0 0,0-2 0 0 0,3-1 0 0 0,1-2 0 0 0,1-1 0 0 0,-4 0 0 0 0,-6-1 0 0 0,-7 5 0 0 0,1 2 0 0 0,-3-1 0 0 0,3 4 0 0 0,5 1 0 0 0,3-2 0 0 0,5 3 0 0 0,3-1 0 0 0,1-2 0 0 0,2-3 0 0 0,-1-2 0 0 0,2-1 0 0 0,-1-3 0 0 0,-1 6 0 0 0,1 0 0 0 0,-1 0 0 0 0,6 4 0 0 0,1 1 0 0 0,0-2 0 0 0,-2 2 0 0 0,-1 0 0 0 0,-1-2 0 0 0,-2-2 0 0 0,0-3 0 0 0,-1-2 0 0 0,5 4 0 0 0,2 1 0 0 0,0-1 0 0 0,3 4 0 0 0,1 1 0 0 0,-2-3 0 0 0,3 4 0 0 0,-1-1 0 0 0,4 3 0 0 0,9 0 0 0 0,11-4 0 0 0,11-2 0 0 0,7 1 0 0 0,5 1 0 0 0,4-3 0 0 0,2-1 0 0 0,0-3 0 0 0,0-1 0 0 0,-1-1 0 0 0,0-1 0 0 0,0-1 0 0 0,-1 1 0 0 0,0-1 0 0 0,0 1 0 0 0,-1 0 0 0 0,6 0 0 0 0,2 0 0 0 0,5 0 0 0 0,0 0 0 0 0,-2 0 0 0 0,3 0 0 0 0,9 0 0 0 0,2 0 0 0 0,1 0 0 0 0,1 0 0 0 0,-2 0 0 0 0,-2 0 0 0 0,-3 0 0 0 0,-1 0 0 0 0,2 0 0 0 0,4 0 0 0 0,2 0 0 0 0,-4 0 0 0 0,6 0 0 0 0,-2 0 0 0 0,-6 0 0 0 0,-1 0 0 0 0,7 0 0 0 0,-1 0 0 0 0,0 0 0 0 0,-4 0 0 0 0,0 0 0 0 0,1 0 0 0 0,-3 0 0 0 0,1 0 0 0 0,1 5 0 0 0,-2 2 0 0 0,-4 0 0 0 0,-6-2 0 0 0,-3-1 0 0 0,2-2 0 0 0,-1-1 0 0 0,-1 0 0 0 0,-1-1 0 0 0,-3 0 0 0 0,5-1 0 0 0,0 1 0 0 0,0 0 0 0 0,-7 5 0 0 0,-4 2 0 0 0,-1-1 0 0 0,1 0 0 0 0,0-3 0 0 0,1 0 0 0 0,2-2 0 0 0,0 0 0 0 0,-5 4 0 0 0,-1 2 0 0 0,-10-1 0 0 0,-13-1 0 0 0,-6 4 0 0 0,-8 0 0 0 0,-7-1 0 0 0,-5-2 0 0 0,-4-3 0 0 0,-2 0 0 0 0,-1-2 0 0 0,0-1 0 0 0,0 5 0 0 0,0 1 0 0 0,0 1 0 0 0,1-2 0 0 0,0-2 0 0 0,0-1 0 0 0,0 0 0 0 0,0-2 0 0 0,1 0 0 0 0,-1 0 0 0 0,0 0 0 0 0,0-1 0 0 0,1 1 0 0 0,-1 0 0 0 0,0 0 0 0 0,0 0 0 0 0,0 0 0 0 0,6 5 0 0 0,1 2 0 0 0,0 0 0 0 0,-2-2 0 0 0,-1-1 0 0 0,-1-2 0 0 0,3 5 0 0 0,2 0 0 0 0,-1 0 0 0 0,-2-2 0 0 0,-1-2 0 0 0,-2 0 0 0 0,-1 3 0 0 0,0 1 0 0 0,-1 0 0 0 0,-5-2 0 0 0,-8-2 0 0 0,-1-1 0 0 0,2-1 0 0 0,3 0 0 0 0,3-1 0 0 0,3-1 0 0 0,1 1 0 0 0,2 0 0 0 0,0 0 0 0 0,1-1 0 0 0,0 1 0 0 0,-1 5 0 0 0,1 2 0 0 0,-1 0 0 0 0,1-2 0 0 0,-1-1 0 0 0,0 4 0 0 0,0 0 0 0 0,0-1 0 0 0,1-1 0 0 0,-1-3 0 0 0,0 5 0 0 0,5 5 0 0 0,13 1 0 0 0,13 3 0 0 0,12-1 0 0 0,10-4 0 0 0,0 2 0 0 0,2-2 0 0 0,3-2 0 0 0,1 1 0 0 0,1 0 0 0 0,2-3 0 0 0,-6 3 0 0 0,0 0 0 0 0,-1-3 0 0 0,2 4 0 0 0,1-2 0 0 0,-3 4 0 0 0,-1-1 0 0 0,0-2 0 0 0,3-4 0 0 0,-4 3 0 0 0,-1-1 0 0 0,-3 4 0 0 0,1 0 0 0 0,1-3 0 0 0,4-3 0 0 0,-4 2 0 0 0,2 1 0 0 0,-4 3 0 0 0,0-1 0 0 0,-2 3 0 0 0,0 0 0 0 0,4-4 0 0 0,-2 2 0 0 0,-4 4 0 0 0,0-1 0 0 0,4-3 0 0 0,-1 1 0 0 0,-4 4 0 0 0,1-2 0 0 0,-7-2 0 0 0,-10-5 0 0 0,-9-4 0 0 0,-9-2 0 0 0,-5-2 0 0 0,-4-1 0 0 0,-2-5 0 0 0,0-3 0 0 0,-1 0 0 0 0,0 2 0 0 0,6-3 0 0 0,3-1 0 0 0,-1-3 0 0 0,-6 0 0 0 0,-3-2 0 0 0,-1-5 0 0 0,0 1 0 0 0,6 0 0 0 0,3 2 0 0 0,-5 4 0 0 0,4-1 0 0 0,0-3 0 0 0,-1 1 0 0 0,1 3 0 0 0,-2 4 0 0 0,-1-1 0 0 0,5-5 0 0 0,2 0 0 0 0,-1-2 0 0 0,-2 1 0 0 0,-1 4 0 0 0,-2-1 0 0 0,0-5 0 0 0,-2-3 0 0 0,0 1 0 0 0,0 5 0 0 0,0 4 0 0 0,0-1 0 0 0,5-4 0 0 0,2 1 0 0 0,0 3 0 0 0,-2-1 0 0 0,-1 0 0 0 0,4-1 0 0 0,0 0 0 0 0,0 4 0 0 0,-3-3 0 0 0,-1-3 0 0 0,-2-5 0 0 0,0 1 0 0 0,-2 4 0 0 0,0 0 0 0 0,0-3 0 0 0,0 2 0 0 0,5-2 0 0 0,2 3 0 0 0,-1-1 0 0 0,0-3 0 0 0,8 1 0 0 0,13 5 0 0 0,12 4 0 0 0,10 4 0 0 0,2 9 0 0 0,3 8 0 0 0,3 3 0 0 0,2-1 0 0 0,1 2 0 0 0,2-1 0 0 0,-6 2 0 0 0,0-2 0 0 0,0-2 0 0 0,1 1 0 0 0,1 3 0 0 0,2 0 0 0 0,-5 2 0 0 0,-1-2 0 0 0,2-4 0 0 0,-5 2 0 0 0,0 3 0 0 0,2-1 0 0 0,3-3 0 0 0,2 1 0 0 0,1 4 0 0 0,2-2 0 0 0,1-3 0 0 0,0 2 0 0 0,0 2 0 0 0,0 0 0 0 0,-5 1 0 0 0,-2-2 0 0 0,1-3 0 0 0,0-5 0 0 0,-3 2 0 0 0,0-1 0 0 0,-5 4 0 0 0,1-1 0 0 0,3-2 0 0 0,2 2 0 0 0,3-1 0 0 0,-3 3 0 0 0,0 0 0 0 0,-4 1 0 0 0,-1 0 0 0 0,3 1 0 0 0,3-1 0 0 0,2 1 0 0 0,-3 4 0 0 0,-10-7 0 0 0,-14-6 0 0 0,-5-9 0 0 0,-8-4 0 0 0,-7-7 0 0 0,1-6 0 0 0,-2-5 0 0 0,-2 2 0 0 0,-3 4 0 0 0,4 0 0 0 0,0-2 0 0 0,-1 2 0 0 0,4 0 0 0 0,-1 2 0 0 0,4-2 0 0 0,0-2 0 0 0,-3 2 0 0 0,-4-1 0 0 0,-2 2 0 0 0,3-1 0 0 0,0 3 0 0 0,-1-2 0 0 0,-2 3 0 0 0,4-2 0 0 0,0 1 0 0 0,4-1 0 0 0,-1 2 0 0 0,4-2 0 0 0,-2-4 0 0 0,-2 2 0 0 0,-4-2 0 0 0,-3-2 0 0 0,-2 3 0 0 0,-2-1 0 0 0,-1-3 0 0 0,5-2 0 0 0,1 3 0 0 0,1 6 0 0 0,-2-1 0 0 0,4-2 0 0 0,0 2 0 0 0,-1 5 0 0 0,3-2 0 0 0,0 1 0 0 0,-2-1 0 0 0,-2-4 0 0 0,-3 0 0 0 0,-2 5 0 0 0,4-2 0 0 0,2-3 0 0 0,-2 1 0 0 0,-1 4 0 0 0,9 4 0 0 0,13 3 0 0 0,6 8 0 0 0,9 4 0 0 0,8 1 0 0 0,0 4 0 0 0,2 1 0 0 0,-2 3 0 0 0,1-1 0 0 0,-3 3 0 0 0,0-2 0 0 0,4-4 0 0 0,2 3 0 0 0,4 3 0 0 0,1-1 0 0 0,2 2 0 0 0,1 3 0 0 0,0 3 0 0 0,1-2 0 0 0,-1 0 0 0 0,0 2 0 0 0,0-3 0 0 0,0-6 0 0 0,-5 0 0 0 0,-2 4 0 0 0,0-3 0 0 0,-4 2 0 0 0,0-3 0 0 0,2 3 0 0 0,2-3 0 0 0,-2 1 0 0 0,-1-1 0 0 0,2-4 0 0 0,-3 1 0 0 0,1 5 0 0 0,1-1 0 0 0,2 2 0 0 0,3 3 0 0 0,-3 3 0 0 0,-1-2 0 0 0,-4 0 0 0 0,0-3 0 0 0,-4-1 0 0 0,2-2 0 0 0,2-4 0 0 0,-1 0 0 0 0,-4 5 0 0 0,-5 3 0 0 0,2 0 0 0 0,-1 0 0 0 0,-3 3 0 0 0,-7-2 0 0 0,-9-6 0 0 0,-8-5 0 0 0,-7-9 0 0 0,-4-5 0 0 0,-3-2 0 0 0,-1-4 0 0 0,-1-2 0 0 0,6-3 0 0 0,2 0 0 0 0,0-2 0 0 0,-1 2 0 0 0,-2 3 0 0 0,0-1 0 0 0,-2 1 0 0 0,5-2 0 0 0,1 1 0 0 0,0 3 0 0 0,-2 2 0 0 0,-1-1 0 0 0,4-6 0 0 0,0 1 0 0 0,-1 2 0 0 0,4-2 0 0 0,0 2 0 0 0,-2 2 0 0 0,-3-2 0 0 0,-2-4 0 0 0,-1 0 0 0 0,-2 4 0 0 0,-1 3 0 0 0,5-2 0 0 0,2-5 0 0 0,-1 2 0 0 0,-1 2 0 0 0,-1 3 0 0 0,4-2 0 0 0,0 1 0 0 0,5-3 0 0 0,-1 1 0 0 0,-2-4 0 0 0,-2 2 0 0 0,2-2 0 0 0,5 7 0 0 0,6 10 0 0 0,3 10 0 0 0,9 3 0 0 0,9 5 0 0 0,3 4 0 0 0,-1 3 0 0 0,-3 3 0 0 0,3-4 0 0 0,-2 0 0 0 0,3-5 0 0 0,-1-1 0 0 0,-2 2 0 0 0,1 3 0 0 0,0 2 0 0 0,2-3 0 0 0,-1-1 0 0 0,3-3 0 0 0,-2 0 0 0 0,-3 2 0 0 0,2-3 0 0 0,-2 1 0 0 0,4-2 0 0 0,-2 0 0 0 0,2-2 0 0 0,0 1 0 0 0,1 4 0 0 0,4 3 0 0 0,-2 3 0 0 0,1-2 0 0 0,4-1 0 0 0,1 1 0 0 0,-2 2 0 0 0,1-4 0 0 0,-5 1 0 0 0,1-5 0 0 0,-4 0 0 0 0,-3 3 0 0 0,0-3 0 0 0,5-4 0 0 0,-2 0 0 0 0,-3 4 0 0 0,-3-7 0 0 0,-9-5 0 0 0,-4-9 0 0 0,-7-9 0 0 0,-6-8 0 0 0,-6-1 0 0 0,0-1 0 0 0,6-3 0 0 0,-1 3 0 0 0,-2 0 0 0 0,2-1 0 0 0,-1 3 0 0 0,3 0 0 0 0,-1 2 0 0 0,2 1 0 0 0,-2 2 0 0 0,3-2 0 0 0,-2 3 0 0 0,1-2 0 0 0,-1 2 0 0 0,2-2 0 0 0,-3 2 0 0 0,3-3 0 0 0,-2-2 0 0 0,-4-5 0 0 0,-3-2 0 0 0,2-3 0 0 0,-1 4 0 0 0,4 1 0 0 0,-1 5 0 0 0,3 0 0 0 0,-1 3 0 0 0,3-1 0 0 0,-2 3 0 0 0,1 9 0 0 0,10 5 0 0 0,5 7 0 0 0,7 4 0 0 0,3 4 0 0 0,0 6 0 0 0,4-2 0 0 0,-2 2 0 0 0,4 2 0 0 0,-2 3 0 0 0,-3 2 0 0 0,2 1 0 0 0,4-4 0 0 0,-1-1 0 0 0,-3 1 0 0 0,1-4 0 0 0,-1-1 0 0 0,-4 2 0 0 0,-2 3 0 0 0,2-4 0 0 0,0 1 0 0 0,3 1 0 0 0,0 2 0 0 0,-2 2 0 0 0,-3 2 0 0 0,3-4 0 0 0,0-1 0 0 0,-3 0 0 0 0,4-3 0 0 0,-1-1 0 0 0,-1-8 0 0 0,-3-12 0 0 0,-2-11 0 0 0,-7-4 0 0 0,-4-4 0 0 0,1-4 0 0 0,-5 1 0 0 0,0 0 0 0 0,-4-2 0 0 0,1-2 0 0 0,-2-2 0 0 0,-5-2 0 0 0,3 0 0 0 0,-2 4 0 0 0,3 2 0 0 0,-1 0 0 0 0,2-2 0 0 0,0 4 0 0 0,1 0 0 0 0,-1-1 0 0 0,1-2 0 0 0,-1 3 0 0 0,-3 6 0 0 0,1 0 0 0 0,4-3 0 0 0,-1 2 0 0 0,2-1 0 0 0,-2 3 0 0 0,1-2 0 0 0,4-4 0 0 0,3 8 0 0 0,3 11 0 0 0,2 12 0 0 0,1 8 0 0 0,1 7 0 0 0,1 4 0 0 0,-1 3 0 0 0,1 1 0 0 0,-1 0 0 0 0,1 0 0 0 0,-1-1 0 0 0,0 0 0 0 0,0-1 0 0 0,5 1 0 0 0,2-2 0 0 0,0 1 0 0 0,-2 0 0 0 0,4-6 0 0 0,1-1 0 0 0,3 0 0 0 0,5-4 0 0 0,-1-10 0 0 0,-8-7 0 0 0,-11-5 0 0 0,-5-6 0 0 0,-2-8 0 0 0,1-5 0 0 0,-3-1 0 0 0,-5 5 0 0 0,0-1 0 0 0,2-2 0 0 0,-1 2 0 0 0,2-1 0 0 0,-2 3 0 0 0,1-1 0 0 0,4-4 0 0 0,-3 3 0 0 0,2-1 0 0 0,2-3 0 0 0,-2 2 0 0 0,0 0 0 0 0,-2 3 0 0 0,0-1 0 0 0,2-2 0 0 0,-1 2 0 0 0,0-2 0 0 0,3-1 0 0 0,-2 1 0 0 0,0 11 0 0 0,8 6 0 0 0,4 8 0 0 0,1 10 0 0 0,7 2 0 0 0,1 3 0 0 0,4-2 0 0 0,0 1 0 0 0,-2 3 0 0 0,-4 3 0 0 0,3-3 0 0 0,-2 0 0 0 0,4-3 0 0 0,0-1 0 0 0,2-2 0 0 0,-1-10 0 0 0,-3-11 0 0 0,-8-9 0 0 0,-5-9 0 0 0,-8 1 0 0 0,-1-2 0 0 0,0-2 0 0 0,3-2 0 0 0,-3 5 0 0 0,0 0 0 0 0,-2 4 0 0 0,0 0 0 0 0,2-2 0 0 0,4-2 0 0 0,-3 2 0 0 0,1 0 0 0 0,-4 3 0 0 0,1 0 0 0 0,-4 2 0 0 0,2 0 0 0 0,3-4 0 0 0,3-3 0 0 0,-2 2 0 0 0,-4 5 0 0 0,-1 0 0 0 0,3-3 0 0 0,4-4 0 0 0,-3 3 0 0 0,1 0 0 0 0,-3 2 0 0 0,0 0 0 0 0,-2 2 0 0 0,1-1 0 0 0,3-3 0 0 0,-2-3 0 0 0,-4 2 0 0 0,1 0 0 0 0,3-2 0 0 0,-1 2 0 0 0,-4 1 0 0 0,1-3 0 0 0,4-1 0 0 0,-1 2 0 0 0,1 0 0 0 0,-2 4 0 0 0,2-1 0 0 0,3 9 0 0 0,8 6 0 0 0,4 8 0 0 0,8 5 0 0 0,2 5 0 0 0,-2 5 0 0 0,4 0 0 0 0,-1 2 0 0 0,2-3 0 0 0,-1 1 0 0 0,2-2 0 0 0,-1 0 0 0 0,-4 3 0 0 0,2-2 0 0 0,-1 1 0 0 0,2-2 0 0 0,4 1 0 0 0,-1 2 0 0 0,2-2 0 0 0,-2 2 0 0 0,1-4 0 0 0,-2 2 0 0 0,-5 3 0 0 0,2-3 0 0 0,-1 1 0 0 0,2-2 0 0 0,-2 1 0 0 0,4-3 0 0 0,-2 1 0 0 0,2 4 0 0 0,4-2 0 0 0,-2 1 0 0 0,1 3 0 0 0,4-2 0 0 0,-4 0 0 0 0,2-3 0 0 0,-4 1 0 0 0,1-3 0 0 0,-3 2 0 0 0,2-3 0 0 0,-3 2 0 0 0,-3-7 0 0 0,-4-10 0 0 0,-8-5 0 0 0,-4-7 0 0 0,-1-7 0 0 0,-5-4 0 0 0,-5 1 0 0 0,-1 0 0 0 0,-2 3 0 0 0,2 0 0 0 0,3-1 0 0 0,0-4 0 0 0,-3 4 0 0 0,0 0 0 0 0,5-3 0 0 0,3-1 0 0 0,-2 3 0 0 0,-4 0 0 0 0,0-1 0 0 0,-2 3 0 0 0,2-1 0 0 0,3-1 0 0 0,3-3 0 0 0,-1 4 0 0 0,1-1 0 0 0,-4 4 0 0 0,1 0 0 0 0,2-3 0 0 0,3-3 0 0 0,-3-2 0 0 0,1-2 0 0 0,-4-2 0 0 0,-4-1 0 0 0,0 0 0 0 0,3 0 0 0 0,4-1 0 0 0,4 1 0 0 0,-3 5 0 0 0,1 2 0 0 0,1 0 0 0 0,2-2 0 0 0,-3-1 0 0 0,-1-1 0 0 0,2-2 0 0 0,1 0 0 0 0,3-1 0 0 0,1 0 0 0 0,1 0 0 0 0,-4 5 0 0 0,-2 2 0 0 0,1 0 0 0 0,1-2 0 0 0,1-1 0 0 0,2-1 0 0 0,1 9 0 0 0,0 13 0 0 0,1 13 0 0 0,1 10 0 0 0,-1 8 0 0 0,0 5 0 0 0,0 2 0 0 0,1 1 0 0 0,-1 1 0 0 0,5-7 0 0 0,2-1 0 0 0,0-1 0 0 0,3-4 0 0 0,1-1 0 0 0,-2 2 0 0 0,-2 2 0 0 0,2-3 0 0 0,0 1 0 0 0,-1 1 0 0 0,3-3 0 0 0,-1 0 0 0 0,4-3 0 0 0,-1 1 0 0 0,-2 2 0 0 0,-4 3 0 0 0,3-2 0 0 0,0-10 0 0 0,-3-12 0 0 0,-1-11 0 0 0,-3-9 0 0 0,-1-6 0 0 0,-1-4 0 0 0,-1-1 0 0 0,-1-2 0 0 0,1 1 0 0 0,-1 1 0 0 0,1 0 0 0 0,0 0 0 0 0,0 1 0 0 0,0 0 0 0 0,0 0 0 0 0,0 0 0 0 0,0 0 0 0 0,0 1 0 0 0,0-1 0 0 0,0 0 0 0 0,-6 5 0 0 0,-1 3 0 0 0,1-2 0 0 0,0 0 0 0 0,-3-2 0 0 0,0-1 0 0 0,1-2 0 0 0,2 0 0 0 0,-3 4 0 0 0,0 2 0 0 0,1 0 0 0 0,3-2 0 0 0,1-2 0 0 0,2 0 0 0 0,-4 3 0 0 0,-1 2 0 0 0,-5-1 0 0 0,1-2 0 0 0,1-1 0 0 0,2-2 0 0 0,-2 5 0 0 0,0 0 0 0 0,3 0 0 0 0,-4-2 0 0 0,0-1 0 0 0,-3-2 0 0 0,-4 4 0 0 0,1 2 0 0 0,-3 4 0 0 0,3 0 0 0 0,-1 4 0 0 0,-3 4 0 0 0,3 9 0 0 0,3 10 0 0 0,5 9 0 0 0,-1 2 0 0 0,1 3 0 0 0,-2 2 0 0 0,-1 3 0 0 0,4 2 0 0 0,-3-4 0 0 0,1-1 0 0 0,2 1 0 0 0,2 1 0 0 0,4 2 0 0 0,-5-5 0 0 0,1 0 0 0 0,0 1 0 0 0,-3-4 0 0 0,0 1 0 0 0,1 1 0 0 0,3-8 0 0 0,2-12 0 0 0,2-11 0 0 0,6-5 0 0 0,3-4 0 0 0,0-5 0 0 0,4-4 0 0 0,5 3 0 0 0,1 1 0 0 0,1-2 0 0 0,4-2 0 0 0,-2-1 0 0 0,1 4 0 0 0,-3 1 0 0 0,0-1 0 0 0,3-1 0 0 0,2 2 0 0 0,-1 2 0 0 0,-6-2 0 0 0,0 3 0 0 0,3-1 0 0 0,-2-1 0 0 0,1 3 0 0 0,-2-1 0 0 0,1 3 0 0 0,-2 0 0 0 0,-4-3 0 0 0,2 1 0 0 0,4 0 0 0 0,-2-3 0 0 0,3-2 0 0 0,-2-3 0 0 0,-4-2 0 0 0,2 4 0 0 0,-3 1 0 0 0,-7 5 0 0 0,-5 10 0 0 0,-7 7 0 0 0,-3 10 0 0 0,-4 2 0 0 0,0 6 0 0 0,-2-1 0 0 0,1 3 0 0 0,-1 4 0 0 0,-4 2 0 0 0,-3 4 0 0 0,3 1 0 0 0,-1 2 0 0 0,-2-5 0 0 0,-2-2 0 0 0,4 1 0 0 0,0 1 0 0 0,-2 2 0 0 0,4 0 0 0 0,0-3 0 0 0,-2-7 0 0 0,2-1 0 0 0,0 2 0 0 0,4 3 0 0 0,-2 3 0 0 0,-2 3 0 0 0,2 1 0 0 0,-2-4 0 0 0,4-1 0 0 0,-2-5 0 0 0,3 1 0 0 0,-1-5 0 0 0,1 2 0 0 0,-1 2 0 0 0,-4-1 0 0 0,2 0 0 0 0,4 4 0 0 0,-1-3 0 0 0,3 1 0 0 0,-3-3 0 0 0,1 1 0 0 0,-1-2 0 0 0,6-5 0 0 0,10-4 0 0 0,5-8 0 0 0,2-9 0 0 0,4-3 0 0 0,1-5 0 0 0,2 1 0 0 0,0-1 0 0 0,2 1 0 0 0,-2-1 0 0 0,2 2 0 0 0,3 5 0 0 0,-2-2 0 0 0,-3-4 0 0 0,0 1 0 0 0,3-2 0 0 0,4-3 0 0 0,3-3 0 0 0,3 2 0 0 0,-3 0 0 0 0,-2-2 0 0 0,2-1 0 0 0,1-3 0 0 0,2-1 0 0 0,1 4 0 0 0,-4 1 0 0 0,-7 0 0 0 0,-1 3 0 0 0,2 1 0 0 0,-2-2 0 0 0,1-3 0 0 0,3 4 0 0 0,-3-1 0 0 0,2-1 0 0 0,2 3 0 0 0,-2 0 0 0 0,0-3 0 0 0,-3-1 0 0 0,1-3 0 0 0,2-2 0 0 0,-2-1 0 0 0,2-1 0 0 0,-4 0 0 0 0,2 5 0 0 0,-3 2 0 0 0,-4-1 0 0 0,2 5 0 0 0,-2 0 0 0 0,-2-2 0 0 0,-3-2 0 0 0,-8 2 0 0 0,-8 6 0 0 0,-4 10 0 0 0,-3 7 0 0 0,-5 8 0 0 0,-3 7 0 0 0,-4 8 0 0 0,-1-2 0 0 0,4 1 0 0 0,1-3 0 0 0,6 0 0 0 0,-1-3 0 0 0,5 0 0 0 0,-2-2 0 0 0,-7 1 0 0 0,-1 4 0 0 0,0-2 0 0 0,6-9 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9950 1191 16383 0 0,'-2'1'0'0'0,"-21"14"0"0"0,0-3 0 0 0,5 3 0 0 0,0 4 0 0 0,-3-2 0 0 0,-2 2 0 0 0,-3 3 0 0 0,-2-3 0 0 0,-2-4 0 0 0,4 1 0 0 0,2 2 0 0 0,-1 4 0 0 0,-1-2 0 0 0,-1-4 0 0 0,27-16 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1733 16383 0 0,'16'-8'0'0'0,"9"-8"0"0"0,0 2 0 0 0,-6-1 0 0 0,0 2 0 0 0,1-2 0 0 0,4-4 0 0 0,1-4 0 0 0,3 2 0 0 0,-3-1 0 0 0,-2-1 0 0 0,2 2 0 0 0,-4 1 0 0 0,-1 2 0 0 0,2 6 0 0 0,-2-2 0 0 0,-1-3 0 0 0,3 2 0 0 0,-2-3 0 0 0,-1 3 0 0 0,-2-3 0 0 0,1-2 0 0 0,2 2 0 0 0,-2-2 0 0 0,2 3 0 0 0,-4 0 0 0 0,2 1 0 0 0,-5 2 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9975 1322 16383 0 0,'2'-2'0'0'0,"15"-13"0"0"0,2-1 0 0 0,-1-3 0 0 0,2 1 0 0 0,1-2 0 0 0,-1-1 0 0 0,0 1 0 0 0,-3 0 0 0 0,1 3 0 0 0,-3-1 0 0 0,-3-3 0 0 0,0 3 0 0 0,0-2 0 0 0,-9 9 0 0 0,-9 11 0 0 0,-5 11 0 0 0,-4 8 0 0 0,-6 7 0 0 0,-4 4 0 0 0,1 2 0 0 0,1-4 0 0 0,-2-2 0 0 0,4 0 0 0 0,0 1 0 0 0,-2-5 0 0 0,4 0 0 0 0,4 1 0 0 0,0-3 0 0 0,2 0 0 0 0,-1-3 0 0 0,-5 0 0 0 0,2 3 0 0 0,-1-2 0 0 0,-4 2 0 0 0,3 1 0 0 0,-2 4 0 0 0,-1-3 0 0 0,-3-6 0 0 0,3 1 0 0 0,5 2 0 0 0,1-2 0 0 0,-3 1 0 0 0,2 3 0 0 0,-1 3 0 0 0,-3-2 0 0 0,-3-1 0 0 0,2 3 0 0 0,0-4 0 0 0,-1-4 0 0 0,2-1 0 0 0,6 3 0 0 0,0 4 0 0 0,-3-3 0 0 0,-4-3 0 0 0,2 0 0 0 0,3-1 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9608 1381 16383 0 0,'-6'9'0'0'0,"-7"16"0"0"0,3 1 0 0 0,3-7 0 0 0,3-14 0 0 0,7-12 0 0 0,3-10 0 0 0,6-7 0 0 0,1-6 0 0 0,-9 24 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9659 1381 16383 0 0,'-13'14'0'0'0,"-4"3"0"0"0,-2-4 0 0 0,-3 1 0 0 0,3 4 0 0 0,-2-2 0 0 0,-2 2 0 0 0,-2-2 0 0 0,-2 1 0 0 0,-2 4 0 0 0,4 2 0 0 0,4-4 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9503 1381 16383 0 0,'-16'14'0'0'0,"-8"8"0"0"0,-1-2 0 0 0,3 1 0 0 0,4-7 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1504 16383 0 0,'5'-2'0'0'0,"18"-14"0"0"0,2 1 0 0 0,-3-4 0 0 0,0 2 0 0 0,1 5 0 0 0,-3-3 0 0 0,6-2 0 0 0,-16 7 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9572 1381 16383 0 0,'-12'14'0'0'0,"-4"1"0"0"0,1 1 0 0 0,-1-1 0 0 0,1 1 0 0 0,4 3 0 0 0,-2-1 0 0 0,-4 2 0 0 0,2 2 0 0 0,-3-3 0 0 0,-3 1 0 0 0,16-16 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20141 4197 16383 0 0,'-6'0'0'0'0,"-6"0"0"0"0,-2-6 0 0 0,-3-1 0 0 0,-4 1 0 0 0,-4 0 0 0 0,-3 3 0 0 0,-2 0 0 0 0,-1 2 0 0 0,0 1 0 0 0,-1-1 0 0 0,1 2 0 0 0,4-6 0 0 0,3-2 0 0 0,0 1 0 0 0,-2-5 0 0 0,-1 1 0 0 0,-1 1 0 0 0,3-3 0 0 0,2 1 0 0 0,-1 1 0 0 0,-2 4 0 0 0,-1 2 0 0 0,-2 2 0 0 0,5-4 0 0 0,0-1 0 0 0,0 1 0 0 0,-2 1 0 0 0,-1 1 0 0 0,3-3 0 0 0,1-1 0 0 0,0 1 0 0 0,-3 2 0 0 0,-1 1 0 0 0,-2 2 0 0 0,-1 1 0 0 0,0 1 0 0 0,-1 0 0 0 0,-1 1 0 0 0,1-1 0 0 0,0 0 0 0 0,0 0 0 0 0,0 1 0 0 0,0-1 0 0 0,0 0 0 0 0,0 0 0 0 0,1 0 0 0 0,-1 0 0 0 0,0 0 0 0 0,0 0 0 0 0,0 0 0 0 0,1 0 0 0 0,-1 0 0 0 0,0 0 0 0 0,0 0 0 0 0,0 0 0 0 0,0 0 0 0 0,-5 0 0 0 0,-7 0 0 0 0,-1 0 0 0 0,-4 0 0 0 0,-4 0 0 0 0,1 0 0 0 0,5 0 0 0 0,4 0 0 0 0,4 0 0 0 0,4 0 0 0 0,2 0 0 0 0,1 0 0 0 0,-4 0 0 0 0,-2 0 0 0 0,0 0 0 0 0,-3 0 0 0 0,-1 5 0 0 0,-4 2 0 0 0,-5 0 0 0 0,2-2 0 0 0,2-1 0 0 0,0-2 0 0 0,-3-1 0 0 0,1 0 0 0 0,4-1 0 0 0,-2 0 0 0 0,3 5 0 0 0,3 1 0 0 0,2 1 0 0 0,4-2 0 0 0,1-1 0 0 0,2-2 0 0 0,-5 4 0 0 0,-6 2 0 0 0,-2-1 0 0 0,2-2 0 0 0,-3-2 0 0 0,1-1 0 0 0,3 5 0 0 0,3 0 0 0 0,3-1 0 0 0,2-1 0 0 0,2-1 0 0 0,0-2 0 0 0,-5-1 0 0 0,-6 5 0 0 0,-2 1 0 0 0,2-1 0 0 0,2-1 0 0 0,3-1 0 0 0,3-2 0 0 0,1-1 0 0 0,2-1 0 0 0,0 0 0 0 0,1 0 0 0 0,-5 0 0 0 0,-3-1 0 0 0,1 1 0 0 0,1 0 0 0 0,2 0 0 0 0,1 0 0 0 0,-5 0 0 0 0,0 0 0 0 0,1 0 0 0 0,1 0 0 0 0,1 0 0 0 0,2 0 0 0 0,1 0 0 0 0,1 0 0 0 0,0 0 0 0 0,1 0 0 0 0,-1 0 0 0 0,1 0 0 0 0,-1 0 0 0 0,1 0 0 0 0,-1 0 0 0 0,0 0 0 0 0,6 5 0 0 0,11 2 0 0 0,14 5 0 0 0,13 0 0 0 0,8-1 0 0 0,7 2 0 0 0,3-1 0 0 0,2-3 0 0 0,-5 3 0 0 0,-2-1 0 0 0,6 3 0 0 0,2-1 0 0 0,0-2 0 0 0,0-4 0 0 0,0 3 0 0 0,4-1 0 0 0,6 4 0 0 0,6 4 0 0 0,0 0 0 0 0,2 2 0 0 0,3-2 0 0 0,-4-4 0 0 0,7 1 0 0 0,2-2 0 0 0,-2-3 0 0 0,-2-3 0 0 0,1 3 0 0 0,-4 0 0 0 0,4 3 0 0 0,4 0 0 0 0,1 3 0 0 0,6 5 0 0 0,2-2 0 0 0,-6 1 0 0 0,3-1 0 0 0,4 0 0 0 0,2-3 0 0 0,-2 2 0 0 0,4-2 0 0 0,-2-4 0 0 0,-7 2 0 0 0,1-2 0 0 0,4 3 0 0 0,-4-1 0 0 0,2-3 0 0 0,5-3 0 0 0,6 2 0 0 0,-1 1 0 0 0,-3 2 0 0 0,-3 1 0 0 0,-5-3 0 0 0,-3 2 0 0 0,-1-1 0 0 0,-8-2 0 0 0,4-2 0 0 0,1 2 0 0 0,-4 0 0 0 0,-2-2 0 0 0,6 4 0 0 0,4-1 0 0 0,0-1 0 0 0,-6 2 0 0 0,-1 0 0 0 0,-6-2 0 0 0,-2-3 0 0 0,-3-2 0 0 0,-5-2 0 0 0,1-1 0 0 0,3 4 0 0 0,6 2 0 0 0,-3-1 0 0 0,-3-1 0 0 0,1 3 0 0 0,-3 1 0 0 0,3-1 0 0 0,-3 3 0 0 0,2 0 0 0 0,-1-2 0 0 0,-3-3 0 0 0,-4 3 0 0 0,-3 0 0 0 0,-2-1 0 0 0,-1-3 0 0 0,-1-1 0 0 0,-1-2 0 0 0,0-1 0 0 0,0-1 0 0 0,-5 5 0 0 0,-12 1 0 0 0,-13 0 0 0 0,-12-1 0 0 0,-10-1 0 0 0,-5-2 0 0 0,-5-1 0 0 0,-1 0 0 0 0,-5-1 0 0 0,-3 0 0 0 0,2-1 0 0 0,2 1 0 0 0,1 0 0 0 0,2 0 0 0 0,-3 0 0 0 0,-7 0 0 0 0,0 0 0 0 0,2 0 0 0 0,2 0 0 0 0,-2-6 0 0 0,-4-1 0 0 0,-5 1 0 0 0,-5 0 0 0 0,-8 3 0 0 0,-9 0 0 0 0,3 2 0 0 0,3 0 0 0 0,-4 1 0 0 0,1 1 0 0 0,1-1 0 0 0,2 0 0 0 0,2 0 0 0 0,2 1 0 0 0,-5-1 0 0 0,-1 0 0 0 0,-4 0 0 0 0,5 0 0 0 0,3 0 0 0 0,-3 0 0 0 0,0 0 0 0 0,1 0 0 0 0,-4 0 0 0 0,0 0 0 0 0,-5 0 0 0 0,2 0 0 0 0,7 0 0 0 0,-1 0 0 0 0,-4 0 0 0 0,0 0 0 0 0,-5 0 0 0 0,7 0 0 0 0,4 0 0 0 0,3 0 0 0 0,2 0 0 0 0,1 0 0 0 0,-6 0 0 0 0,4 0 0 0 0,2 0 0 0 0,0 0 0 0 0,0 0 0 0 0,0 5 0 0 0,5 2 0 0 0,1 0 0 0 0,-1-2 0 0 0,-1-1 0 0 0,4 3 0 0 0,-1 2 0 0 0,5-2 0 0 0,-1-2 0 0 0,3-1 0 0 0,-1 3 0 0 0,-4 1 0 0 0,3-1 0 0 0,-2-2 0 0 0,3-1 0 0 0,4-2 0 0 0,3-1 0 0 0,5-1 0 0 0,2 0 0 0 0,1-1 0 0 0,-3 1 0 0 0,-2 5 0 0 0,0 2 0 0 0,2-1 0 0 0,1-1 0 0 0,1-1 0 0 0,1-1 0 0 0,1-2 0 0 0,10-1 0 0 0,15 0 0 0 0,13 0 0 0 0,11 0 0 0 0,7 0 0 0 0,6-1 0 0 0,1 1 0 0 0,2 0 0 0 0,-1 0 0 0 0,0 0 0 0 0,0 0 0 0 0,4 0 0 0 0,7 0 0 0 0,0 0 0 0 0,-1 0 0 0 0,2 0 0 0 0,-1 0 0 0 0,2 0 0 0 0,-1 0 0 0 0,-3 0 0 0 0,7 0 0 0 0,0 0 0 0 0,3 0 0 0 0,2 0 0 0 0,3 0 0 0 0,2 0 0 0 0,-3 0 0 0 0,-1 0 0 0 0,5 0 0 0 0,-1 0 0 0 0,4 0 0 0 0,-3 0 0 0 0,-1 0 0 0 0,5 0 0 0 0,2 0 0 0 0,0 0 0 0 0,5 0 0 0 0,1 0 0 0 0,-2 0 0 0 0,-1 0 0 0 0,-3 0 0 0 0,-2 0 0 0 0,-1 0 0 0 0,4 0 0 0 0,1 0 0 0 0,0 0 0 0 0,-1 0 0 0 0,-2 0 0 0 0,-2 0 0 0 0,0 0 0 0 0,-1 0 0 0 0,0 0 0 0 0,-1 0 0 0 0,-5 0 0 0 0,-1 0 0 0 0,0 0 0 0 0,1 0 0 0 0,1 0 0 0 0,3 0 0 0 0,-5 0 0 0 0,-6 0 0 0 0,-6 0 0 0 0,-1 0 0 0 0,5 0 0 0 0,-2 5 0 0 0,-3 2 0 0 0,2 0 0 0 0,4-2 0 0 0,-1-1 0 0 0,-3-2 0 0 0,-4 0 0 0 0,-4-2 0 0 0,-2 5 0 0 0,-2 2 0 0 0,-1 0 0 0 0,-1-2 0 0 0,0-2 0 0 0,0-1 0 0 0,1 0 0 0 0,-6 3 0 0 0,-2 2 0 0 0,1 0 0 0 0,2-2 0 0 0,-10-2 0 0 0,-12-1 0 0 0,-12-1 0 0 0,-10 0 0 0 0,-7-1 0 0 0,-5 0 0 0 0,-2-1 0 0 0,-1 1 0 0 0,0 0 0 0 0,0 0 0 0 0,-5 0 0 0 0,-1 0 0 0 0,1-1 0 0 0,2 1 0 0 0,-4 0 0 0 0,0 1 0 0 0,1-1 0 0 0,3 0 0 0 0,-4 0 0 0 0,-5 0 0 0 0,-6 0 0 0 0,1 0 0 0 0,-2 0 0 0 0,4 0 0 0 0,3 0 0 0 0,0 0 0 0 0,2 0 0 0 0,-3 0 0 0 0,3 5 0 0 0,2 2 0 0 0,-2-1 0 0 0,1 0 0 0 0,-3-2 0 0 0,-4-2 0 0 0,1-1 0 0 0,-2 0 0 0 0,-3-1 0 0 0,-8-1 0 0 0,-4 1 0 0 0,3 0 0 0 0,3 0 0 0 0,5 0 0 0 0,7 5 0 0 0,1 2 0 0 0,-2-1 0 0 0,1 0 0 0 0,-1-3 0 0 0,2 0 0 0 0,4-2 0 0 0,-2 0 0 0 0,-4-1 0 0 0,2-1 0 0 0,2 1 0 0 0,-1 0 0 0 0,2-1 0 0 0,-3 1 0 0 0,2 0 0 0 0,3 0 0 0 0,3 0 0 0 0,3 0 0 0 0,2 0 0 0 0,1 0 0 0 0,2 0 0 0 0,10 0 0 0 0,14 0 0 0 0,13 0 0 0 0,11 0 0 0 0,8 0 0 0 0,9 0 0 0 0,5 0 0 0 0,0 0 0 0 0,-1 0 0 0 0,3 0 0 0 0,5 0 0 0 0,0 0 0 0 0,-3 0 0 0 0,1 0 0 0 0,-1 0 0 0 0,2 0 0 0 0,4 0 0 0 0,3 0 0 0 0,-1 0 0 0 0,-5 0 0 0 0,1 0 0 0 0,7 0 0 0 0,0 0 0 0 0,1 0 0 0 0,6 0 0 0 0,-1 0 0 0 0,4 0 0 0 0,2 0 0 0 0,-1-5 0 0 0,5-2 0 0 0,1 0 0 0 0,-2-3 0 0 0,3-1 0 0 0,0 2 0 0 0,3-3 0 0 0,-1 1 0 0 0,3-3 0 0 0,-2 0 0 0 0,-3-2 0 0 0,-4 2 0 0 0,3-3 0 0 0,-1 3 0 0 0,-2 2 0 0 0,3-1 0 0 0,0 2 0 0 0,3-3 0 0 0,0 1 0 0 0,-8 2 0 0 0,0 4 0 0 0,0 3 0 0 0,-2 2 0 0 0,-1-4 0 0 0,5-1 0 0 0,-5 1 0 0 0,-3-4 0 0 0,-1-1 0 0 0,-5 3 0 0 0,3-4 0 0 0,-2 1 0 0 0,-1 2 0 0 0,1-2 0 0 0,-4 0 0 0 0,-5 2 0 0 0,4 3 0 0 0,-5-3 0 0 0,-1 0 0 0 0,2 1 0 0 0,-1-2 0 0 0,-3-1 0 0 0,-4 3 0 0 0,-3 2 0 0 0,3 2 0 0 0,4 2 0 0 0,2-5 0 0 0,-3 0 0 0 0,-3 1 0 0 0,-2-4 0 0 0,-4 0 0 0 0,0 1 0 0 0,-2 3 0 0 0,-1 1 0 0 0,1 3 0 0 0,-6-4 0 0 0,-13-1 0 0 0,-12 0 0 0 0,-13 2 0 0 0,-8 2 0 0 0,-7 1 0 0 0,-3 1 0 0 0,-2 1 0 0 0,-1 0 0 0 0,1 5 0 0 0,0 8 0 0 0,-4 1 0 0 0,-2 3 0 0 0,2 0 0 0 0,0 1 0 0 0,8 3 0 0 0,3-2 0 0 0,0 1 0 0 0,-5 3 0 0 0,-3 2 0 0 0,5 2 0 0 0,1-3 0 0 0,1-1 0 0 0,-1 1 0 0 0,5 2 0 0 0,1 2 0 0 0,-1-5 0 0 0,-2 0 0 0 0,3 1 0 0 0,1 2 0 0 0,-2 1 0 0 0,3 2 0 0 0,5 1 0 0 0,0 0 0 0 0,-3-4 0 0 0,2-2 0 0 0,3 1 0 0 0,-1-5 0 0 0,2 0 0 0 0,2 2 0 0 0,4 3 0 0 0,-3-4 0 0 0,1 1 0 0 0,0 1 0 0 0,-2-3 0 0 0,0-10 0 0 0,1-13 0 0 0,9-4 0 0 0,3-8 0 0 0,1-6 0 0 0,6-4 0 0 0,1-4 0 0 0,3 4 0 0 0,0 0 0 0 0,3-1 0 0 0,-2 0 0 0 0,2-3 0 0 0,-2 0 0 0 0,2 5 0 0 0,-2 0 0 0 0,-4 0 0 0 0,2 3 0 0 0,-2 1 0 0 0,3-2 0 0 0,4-2 0 0 0,5-3 0 0 0,-3-2 0 0 0,2 0 0 0 0,2 3 0 0 0,-4 2 0 0 0,-4-1 0 0 0,-1 5 0 0 0,4-6 0 0 0,2-8 0 0 0,4-4 0 0 0,3-1 0 0 0,-4 1 0 0 0,0 2 0 0 0,1 2 0 0 0,1 1 0 0 0,-4 2 0 0 0,0 5 0 0 0,1 7 0 0 0,-3 2 0 0 0,-5-1 0 0 0,1-3 0 0 0,1 1 0 0 0,5 0 0 0 0,3-2 0 0 0,2-3 0 0 0,-3-2 0 0 0,0 3 0 0 0,-5 1 0 0 0,1 4 0 0 0,1 5 0 0 0,-3 0 0 0 0,-4-3 0 0 0,1 2 0 0 0,2 3 0 0 0,0-2 0 0 0,-5-3 0 0 0,2 0 0 0 0,-1-1 0 0 0,1 2 0 0 0,5-1 0 0 0,-2-4 0 0 0,-8 3 0 0 0,-12 9 0 0 0,-10 11 0 0 0,-8 6 0 0 0,-1 6 0 0 0,4 6 0 0 0,0 0 0 0 0,-3-3 0 0 0,2 0 0 0 0,0 3 0 0 0,-3 2 0 0 0,-3 4 0 0 0,4 3 0 0 0,-1-5 0 0 0,4 0 0 0 0,-1-5 0 0 0,4 0 0 0 0,-2-3 0 0 0,3 1 0 0 0,3 2 0 0 0,4 4 0 0 0,-3-2 0 0 0,-4 0 0 0 0,0 2 0 0 0,-3 3 0 0 0,2 1 0 0 0,-3-3 0 0 0,3-1 0 0 0,-2 1 0 0 0,2 2 0 0 0,4 2 0 0 0,-2 0 0 0 0,1 2 0 0 0,-2 1 0 0 0,1 0 0 0 0,3 0 0 0 0,-2 0 0 0 0,-5 0 0 0 0,2 0 0 0 0,-3-5 0 0 0,1-2 0 0 0,5 0 0 0 0,4 2 0 0 0,-2-4 0 0 0,0-1 0 0 0,3 2 0 0 0,2 2 0 0 0,-4-3 0 0 0,6-6 0 0 0,3-10 0 0 0,1-12 0 0 0,6-5 0 0 0,7-5 0 0 0,1-6 0 0 0,4 1 0 0 0,-2-1 0 0 0,-4-2 0 0 0,-4-2 0 0 0,2 3 0 0 0,4 1 0 0 0,5-7 0 0 0,-2-4 0 0 0,-2-1 0 0 0,0 5 0 0 0,-3-3 0 0 0,3-1 0 0 0,-3-1 0 0 0,3-4 0 0 0,-2-2 0 0 0,2 1 0 0 0,4 2 0 0 0,-2 2 0 0 0,1-3 0 0 0,-2-1 0 0 0,-4 1 0 0 0,1 2 0 0 0,-3-4 0 0 0,4 6 0 0 0,3-3 0 0 0,-1 0 0 0 0,-4-4 0 0 0,2-5 0 0 0,3-6 0 0 0,-1 1 0 0 0,1 3 0 0 0,-1 6 0 0 0,-5 4 0 0 0,-4-2 0 0 0,2 1 0 0 0,5 1 0 0 0,-1 3 0 0 0,3-4 0 0 0,3-6 0 0 0,-1 0 0 0 0,-4 2 0 0 0,-4-2 0 0 0,0 7 0 0 0,0-1 0 0 0,-4 1 0 0 0,4 7 0 0 0,-1 4 0 0 0,-2-5 0 0 0,3-7 0 0 0,0-1 0 0 0,2 4 0 0 0,1 0 0 0 0,-4-1 0 0 0,3 7 0 0 0,-2-2 0 0 0,-2-1 0 0 0,-2-1 0 0 0,-4 1 0 0 0,5 6 0 0 0,-1 3 0 0 0,0-6 0 0 0,3-3 0 0 0,0-1 0 0 0,-1 1 0 0 0,-3-1 0 0 0,-2 2 0 0 0,-2 0 0 0 0,-1 0 0 0 0,4 6 0 0 0,2 3 0 0 0,-1 9 0 0 0,-1 13 0 0 0,-6 7 0 0 0,-4 7 0 0 0,-1 7 0 0 0,-4 5 0 0 0,-1 3 0 0 0,2 3 0 0 0,-3-4 0 0 0,-5-2 0 0 0,1 1 0 0 0,-3 1 0 0 0,3 0 0 0 0,3 2 0 0 0,5 1 0 0 0,-3 1 0 0 0,2-1 0 0 0,-4 1 0 0 0,1 0 0 0 0,2 0 0 0 0,3 0 0 0 0,-2 6 0 0 0,0 1 0 0 0,-4-6 0 0 0,0 2 0 0 0,-2 7 0 0 0,-4 5 0 0 0,1 7 0 0 0,3-2 0 0 0,5-3 0 0 0,-2 0 0 0 0,2 3 0 0 0,-3-8 0 0 0,1 0 0 0 0,-3 3 0 0 0,-4 3 0 0 0,1 0 0 0 0,4-4 0 0 0,4 1 0 0 0,3-2 0 0 0,-1-3 0 0 0,0-3 0 0 0,-4-4 0 0 0,0-1 0 0 0,-3 3 0 0 0,-4 7 0 0 0,1 6 0 0 0,-2 0 0 0 0,3 2 0 0 0,-1-2 0 0 0,3-4 0 0 0,3-5 0 0 0,-1-4 0 0 0,1-2 0 0 0,-2-8 0 0 0,2-2 0 0 0,-4-1 0 0 0,2 2 0 0 0,3 1 0 0 0,-1-3 0 0 0,0-1 0 0 0,-2-4 0 0 0,1 0 0 0 0,2 3 0 0 0,-1-3 0 0 0,1-9 0 0 0,2-12 0 0 0,3-10 0 0 0,2-9 0 0 0,2-10 0 0 0,1-6 0 0 0,1-1 0 0 0,1 0 0 0 0,5 3 0 0 0,1 1 0 0 0,5-4 0 0 0,1 0 0 0 0,-2 1 0 0 0,-4 2 0 0 0,4 2 0 0 0,-1-4 0 0 0,-2-1 0 0 0,-3-4 0 0 0,-1 0 0 0 0,-3 2 0 0 0,0-2 0 0 0,4 5 0 0 0,2 0 0 0 0,-1-5 0 0 0,4 0 0 0 0,1-3 0 0 0,-2 0 0 0 0,2 4 0 0 0,1-2 0 0 0,-3-4 0 0 0,-3-5 0 0 0,3 3 0 0 0,0-2 0 0 0,-1 3 0 0 0,2 0 0 0 0,1 2 0 0 0,3 4 0 0 0,-1 0 0 0 0,2 0 0 0 0,0 4 0 0 0,-4-3 0 0 0,-3-4 0 0 0,2-5 0 0 0,-1 0 0 0 0,4 0 0 0 0,-1-3 0 0 0,4 2 0 0 0,-2 0 0 0 0,-3 4 0 0 0,2 4 0 0 0,-2 5 0 0 0,-2-1 0 0 0,3 0 0 0 0,-1-3 0 0 0,-3 0 0 0 0,-2 3 0 0 0,-2 2 0 0 0,-2 3 0 0 0,-2-4 0 0 0,6 1 0 0 0,0 0 0 0 0,0 2 0 0 0,-1 2 0 0 0,-1 2 0 0 0,-2-5 0 0 0,4 4 0 0 0,1 3 0 0 0,0-5 0 0 0,-2-6 0 0 0,-1-2 0 0 0,-2 2 0 0 0,-1 2 0 0 0,-1 2 0 0 0,0-2 0 0 0,0-1 0 0 0,0 2 0 0 0,-1 2 0 0 0,-4 2 0 0 0,-2 2 0 0 0,0 0 0 0 0,2 1 0 0 0,-5 6 0 0 0,1 1 0 0 0,-4 6 0 0 0,-5 5 0 0 0,-5 5 0 0 0,-3 9 0 0 0,2 10 0 0 0,6 8 0 0 0,0 6 0 0 0,3 4 0 0 0,5 2 0 0 0,-2-4 0 0 0,2 4 0 0 0,-4 2 0 0 0,2 6 0 0 0,2 1 0 0 0,3 5 0 0 0,3-1 0 0 0,-4-2 0 0 0,1 3 0 0 0,0 3 0 0 0,-3-1 0 0 0,0-3 0 0 0,1 2 0 0 0,3-3 0 0 0,-3 3 0 0 0,0 4 0 0 0,1 3 0 0 0,2-1 0 0 0,3 0 0 0 0,1 2 0 0 0,1-2 0 0 0,1-1 0 0 0,0 3 0 0 0,1-4 0 0 0,-6 1 0 0 0,-2-3 0 0 0,1 0 0 0 0,1 3 0 0 0,-4-2 0 0 0,-1 2 0 0 0,2 1 0 0 0,3-2 0 0 0,1 1 0 0 0,2-3 0 0 0,1 1 0 0 0,-5 2 0 0 0,-1-2 0 0 0,1-4 0 0 0,1 1 0 0 0,2-3 0 0 0,-5-3 0 0 0,0-3 0 0 0,1 3 0 0 0,2 0 0 0 0,1 3 0 0 0,2-1 0 0 0,1-1 0 0 0,1-3 0 0 0,-5-3 0 0 0,-2-1 0 0 0,1-3 0 0 0,1 0 0 0 0,-4-5 0 0 0,0-3 0 0 0,1 1 0 0 0,2 1 0 0 0,2 1 0 0 0,-3 3 0 0 0,-1 0 0 0 0,1 1 0 0 0,2 1 0 0 0,2 0 0 0 0,1-10 0 0 0,1-14 0 0 0,1-14 0 0 0,0-10 0 0 0,0-9 0 0 0,6-3 0 0 0,1-9 0 0 0,0-3 0 0 0,-2 1 0 0 0,4-3 0 0 0,6-6 0 0 0,5 1 0 0 0,0 3 0 0 0,1-1 0 0 0,-3-3 0 0 0,-4 1 0 0 0,0 4 0 0 0,4 4 0 0 0,-2 4 0 0 0,-4 2 0 0 0,2-3 0 0 0,-1-6 0 0 0,-4-1 0 0 0,3 2 0 0 0,-2 3 0 0 0,-1 2 0 0 0,2 3 0 0 0,-1-3 0 0 0,4-1 0 0 0,-1 0 0 0 0,-2 3 0 0 0,-4 1 0 0 0,3-4 0 0 0,-1-1 0 0 0,4 1 0 0 0,-1-3 0 0 0,-2 0 0 0 0,3 1 0 0 0,-2 3 0 0 0,3 2 0 0 0,0 2 0 0 0,-4-4 0 0 0,-2-1 0 0 0,-4 1 0 0 0,-2-4 0 0 0,4 5 0 0 0,1 3 0 0 0,0-2 0 0 0,3 3 0 0 0,0-2 0 0 0,-2-6 0 0 0,-1-2 0 0 0,2 7 0 0 0,0 3 0 0 0,-1-2 0 0 0,-3-2 0 0 0,-1 1 0 0 0,-2 1 0 0 0,-1-5 0 0 0,-1 0 0 0 0,0 1 0 0 0,-1 1 0 0 0,6 8 0 0 0,2 3 0 0 0,-1 0 0 0 0,-1 1 0 0 0,-1-2 0 0 0,-2-1 0 0 0,0-2 0 0 0,-2 11 0 0 0,0 13 0 0 0,0 13 0 0 0,-6 10 0 0 0,-1 8 0 0 0,-5 5 0 0 0,-1 2 0 0 0,3 1 0 0 0,-3 1 0 0 0,1-1 0 0 0,2-1 0 0 0,4 0 0 0 0,2 0 0 0 0,2-1 0 0 0,-4 5 0 0 0,-1 2 0 0 0,0-1 0 0 0,3-1 0 0 0,-5-1 0 0 0,0-2 0 0 0,2 4 0 0 0,-4 7 0 0 0,0 0 0 0 0,2-1 0 0 0,3 1 0 0 0,2 5 0 0 0,2-1 0 0 0,1 2 0 0 0,-5 3 0 0 0,0-3 0 0 0,0-4 0 0 0,1 0 0 0 0,-4-7 0 0 0,0 0 0 0 0,1-2 0 0 0,3 4 0 0 0,-5 5 0 0 0,1 6 0 0 0,2-2 0 0 0,-4-3 0 0 0,0 0 0 0 0,3-2 0 0 0,1-3 0 0 0,4-5 0 0 0,0-2 0 0 0,2-2 0 0 0,1-2 0 0 0,1-1 0 0 0,-1 0 0 0 0,1 0 0 0 0,-6 1 0 0 0,-2-1 0 0 0,1 1 0 0 0,0-1 0 0 0,3 1 0 0 0,0 0 0 0 0,-3-6 0 0 0,-2-1 0 0 0,2 0 0 0 0,0 2 0 0 0,3 1 0 0 0,1 1 0 0 0,1 2 0 0 0,0 0 0 0 0,2 1 0 0 0,-1 0 0 0 0,0-10 0 0 0,0-14 0 0 0,1-19 0 0 0,-1-13 0 0 0,5-7 0 0 0,2-3 0 0 0,0-1 0 0 0,-2-5 0 0 0,4 4 0 0 0,1-1 0 0 0,3 5 0 0 0,-1 3 0 0 0,4-4 0 0 0,-1-6 0 0 0,-4-2 0 0 0,2 1 0 0 0,-1 2 0 0 0,2 3 0 0 0,0 2 0 0 0,1 1 0 0 0,-1 2 0 0 0,-3 0 0 0 0,-3-4 0 0 0,2-3 0 0 0,4-4 0 0 0,6-1 0 0 0,-1 2 0 0 0,-4 3 0 0 0,-4-3 0 0 0,1 5 0 0 0,-1 5 0 0 0,2-5 0 0 0,5-5 0 0 0,4-7 0 0 0,-2 0 0 0 0,-4 3 0 0 0,1-2 0 0 0,2 2 0 0 0,-2-1 0 0 0,-3 1 0 0 0,0 3 0 0 0,-2 4 0 0 0,3 8 0 0 0,-2-1 0 0 0,3-1 0 0 0,-2 0 0 0 0,-3 0 0 0 0,-4 1 0 0 0,-2 0 0 0 0,2 5 0 0 0,1 2 0 0 0,-2-1 0 0 0,4 0 0 0 0,0-2 0 0 0,-1-1 0 0 0,-3-2 0 0 0,-2 0 0 0 0,-2-1 0 0 0,-1 10 0 0 0,-1 15 0 0 0,0 12 0 0 0,0 12 0 0 0,-6 2 0 0 0,-1 2 0 0 0,0 4 0 0 0,1 2 0 0 0,2 2 0 0 0,-4 1 0 0 0,0 0 0 0 0,1 0 0 0 0,-3 1 0 0 0,-1-1 0 0 0,2 0 0 0 0,-2-5 0 0 0,0-2 0 0 0,2 0 0 0 0,3 2 0 0 0,2 1 0 0 0,2 1 0 0 0,-5-4 0 0 0,0 0 0 0 0,1 0 0 0 0,1 2 0 0 0,2 1 0 0 0,1 2 0 0 0,-4-5 0 0 0,-1 0 0 0 0,0 0 0 0 0,2 2 0 0 0,1 1 0 0 0,2 2 0 0 0,1 1 0 0 0,1 0 0 0 0,0 1 0 0 0,0 0 0 0 0,0 0 0 0 0,1 0 0 0 0,-1 0 0 0 0,0-10 0 0 0,0-15 0 0 0,0-12 0 0 0,0-12 0 0 0,0-7 0 0 0,0-5 0 0 0,0-3 0 0 0,6 0 0 0 0,0-1 0 0 0,1-4 0 0 0,-2-7 0 0 0,-1 0 0 0 0,4 1 0 0 0,0 4 0 0 0,-1 3 0 0 0,4-3 0 0 0,-1 1 0 0 0,-1 1 0 0 0,-3 2 0 0 0,4 7 0 0 0,-1 4 0 0 0,-1-5 0 0 0,-3-3 0 0 0,-1 0 0 0 0,-3-1 0 0 0,0 1 0 0 0,-1 1 0 0 0,0 0 0 0 0,0 1 0 0 0,-1 0 0 0 0,6 0 0 0 0,2 0 0 0 0,-1 0 0 0 0,0 1 0 0 0,-2-1 0 0 0,-2 0 0 0 0,-1-5 0 0 0,0-2 0 0 0,-1 1 0 0 0,-1 1 0 0 0,1 1 0 0 0,0 2 0 0 0,0 1 0 0 0,0 0 0 0 0,-1 2 0 0 0,1-1 0 0 0,0 0 0 0 0,0 1 0 0 0,0-1 0 0 0,0 11 0 0 0,0 14 0 0 0,-5 8 0 0 0,-2 8 0 0 0,-5 9 0 0 0,0 5 0 0 0,-4 5 0 0 0,2 2 0 0 0,2 1 0 0 0,4 1 0 0 0,-3-6 0 0 0,2-2 0 0 0,-4 0 0 0 0,1 1 0 0 0,2 2 0 0 0,3 0 0 0 0,-3-3 0 0 0,1-2 0 0 0,-4 1 0 0 0,0 2 0 0 0,3 1 0 0 0,3 2 0 0 0,-3-5 0 0 0,1 0 0 0 0,1 0 0 0 0,-2-4 0 0 0,-1 1 0 0 0,3 1 0 0 0,-4 2 0 0 0,2 3 0 0 0,1 2 0 0 0,-3 0 0 0 0,2 2 0 0 0,1 0 0 0 0,-2-5 0 0 0,0-2 0 0 0,2 1 0 0 0,3 1 0 0 0,2 1 0 0 0,-3-4 0 0 0,-1 0 0 0 0,1 1 0 0 0,2 1 0 0 0,-3-3 0 0 0,-1 0 0 0 0,1 1 0 0 0,3 2 0 0 0,-4-3 0 0 0,0 0 0 0 0,1 1 0 0 0,3 2 0 0 0,1 3 0 0 0,2 1 0 0 0,1 0 0 0 0,6-3 0 0 0,8-12 0 0 0,1-14 0 0 0,4-12 0 0 0,3-4 0 0 0,-1-4 0 0 0,-4-5 0 0 0,0-2 0 0 0,-2-3 0 0 0,1 4 0 0 0,-1 2 0 0 0,2 4 0 0 0,-3 1 0 0 0,-2-2 0 0 0,2-3 0 0 0,3-2 0 0 0,0-2 0 0 0,-3-2 0 0 0,1 0 0 0 0,-1-1 0 0 0,2-1 0 0 0,-2 1 0 0 0,-2 0 0 0 0,-4 0 0 0 0,2 5 0 0 0,0 2 0 0 0,-1 0 0 0 0,2-2 0 0 0,1-1 0 0 0,-3-1 0 0 0,3 3 0 0 0,0 2 0 0 0,-2-1 0 0 0,-3-2 0 0 0,-2-1 0 0 0,-2-2 0 0 0,4 5 0 0 0,1 0 0 0 0,-1 0 0 0 0,4-2 0 0 0,1-1 0 0 0,-3-2 0 0 0,-1-1 0 0 0,-3 0 0 0 0,-2-1 0 0 0,-1 10 0 0 0,-1 14 0 0 0,0 14 0 0 0,0 10 0 0 0,-1 8 0 0 0,1 5 0 0 0,-6-2 0 0 0,-1-2 0 0 0,0 1 0 0 0,2 1 0 0 0,1 0 0 0 0,-4 2 0 0 0,0 0 0 0 0,1 1 0 0 0,-3 5 0 0 0,-1 2 0 0 0,2-1 0 0 0,-2-6 0 0 0,0 3 0 0 0,2-1 0 0 0,3 6 0 0 0,-4-5 0 0 0,1-2 0 0 0,2-1 0 0 0,-4 4 0 0 0,1 7 0 0 0,1 1 0 0 0,3 4 0 0 0,-3-1 0 0 0,0-2 0 0 0,1-5 0 0 0,-2-2 0 0 0,-1-4 0 0 0,-3-1 0 0 0,1-1 0 0 0,3 0 0 0 0,2-1 0 0 0,4 0 0 0 0,-4 5 0 0 0,0 3 0 0 0,-4-6 0 0 0,0 2 0 0 0,-3 1 0 0 0,1-1 0 0 0,3 0 0 0 0,3-1 0 0 0,-2 4 0 0 0,-5 7 0 0 0,-5 6 0 0 0,1-1 0 0 0,-1-7 0 0 0,2-2 0 0 0,4-2 0 0 0,0-1 0 0 0,2-3 0 0 0,-2-2 0 0 0,1 0 0 0 0,2-2 0 0 0,5 1 0 0 0,-4-1 0 0 0,1 1 0 0 0,-4-6 0 0 0,1-2 0 0 0,-3 2 0 0 0,1 0 0 0 0,3 2 0 0 0,3 1 0 0 0,-2-3 0 0 0,-5-2 0 0 0,1 1 0 0 0,2-9 0 0 0,3-12 0 0 0,4-12 0 0 0,2-9 0 0 0,1-13 0 0 0,2-6 0 0 0,1-7 0 0 0,-1-1 0 0 0,1-4 0 0 0,0-4 0 0 0,4 2 0 0 0,2 4 0 0 0,0 0 0 0 0,4 3 0 0 0,0-3 0 0 0,-2 3 0 0 0,-3-2 0 0 0,-2 1 0 0 0,-1-2 0 0 0,-2 2 0 0 0,-1 3 0 0 0,0-1 0 0 0,-1 0 0 0 0,1-2 0 0 0,-1-4 0 0 0,1 1 0 0 0,0-2 0 0 0,5-2 0 0 0,2 1 0 0 0,0 0 0 0 0,-2 3 0 0 0,-1-6 0 0 0,-2 0 0 0 0,0 6 0 0 0,-2-1 0 0 0,0-8 0 0 0,0 2 0 0 0,5-2 0 0 0,1 5 0 0 0,1 0 0 0 0,-2-2 0 0 0,-1 4 0 0 0,-2-1 0 0 0,-1 4 0 0 0,0-1 0 0 0,-1-3 0 0 0,0 2 0 0 0,-1-1 0 0 0,1 3 0 0 0,0-2 0 0 0,0-2 0 0 0,0 2 0 0 0,0-1 0 0 0,-1 2 0 0 0,1 5 0 0 0,6-1 0 0 0,1 1 0 0 0,-1 3 0 0 0,0-2 0 0 0,-2 1 0 0 0,-2 2 0 0 0,-1 3 0 0 0,0 1 0 0 0,-1-3 0 0 0,-1-5 0 0 0,1-2 0 0 0,0 3 0 0 0,0 2 0 0 0,-1 4 0 0 0,1 1 0 0 0,0 3 0 0 0,0 1 0 0 0,0 0 0 0 0,0 1 0 0 0,0 0 0 0 0,0 0 0 0 0,0-1 0 0 0,0 1 0 0 0,0 9 0 0 0,-5 10 0 0 0,-2 11 0 0 0,0 11 0 0 0,2 9 0 0 0,-4 6 0 0 0,0 4 0 0 0,-4 2 0 0 0,0 6 0 0 0,-3-3 0 0 0,2 3 0 0 0,2 0 0 0 0,-1 4 0 0 0,1 5 0 0 0,-2-5 0 0 0,1 1 0 0 0,-3 3 0 0 0,2 5 0 0 0,3 4 0 0 0,-2 2 0 0 0,1-2 0 0 0,3 0 0 0 0,-2-5 0 0 0,0 0 0 0 0,-2 2 0 0 0,0-2 0 0 0,3 0 0 0 0,-3 2 0 0 0,2-2 0 0 0,-4 1 0 0 0,2 2 0 0 0,3-3 0 0 0,2 1 0 0 0,4 7 0 0 0,2 0 0 0 0,-5-1 0 0 0,1-4 0 0 0,-1 0 0 0 0,-3 5 0 0 0,0 0 0 0 0,2-1 0 0 0,-4 6 0 0 0,-4-7 0 0 0,0 2 0 0 0,3-4 0 0 0,-2 0 0 0 0,2 1 0 0 0,4-3 0 0 0,2-1 0 0 0,3 2 0 0 0,-3-3 0 0 0,-1 1 0 0 0,2 2 0 0 0,-4-3 0 0 0,0 1 0 0 0,-4 1 0 0 0,1-1 0 0 0,2 0 0 0 0,-2 1 0 0 0,2-1 0 0 0,1-6 0 0 0,-1-4 0 0 0,0 1 0 0 0,2-1 0 0 0,3-3 0 0 0,3-2 0 0 0,-5-2 0 0 0,1-2 0 0 0,0 4 0 0 0,-3 2 0 0 0,0-1 0 0 0,1-1 0 0 0,3-2 0 0 0,-3-1 0 0 0,-1-1 0 0 0,3-1 0 0 0,1 0 0 0 0,3-1 0 0 0,1 1 0 0 0,1-1 0 0 0,1-10 0 0 0,0-13 0 0 0,1-14 0 0 0,-1-11 0 0 0,0-7 0 0 0,6-5 0 0 0,1-3 0 0 0,5 5 0 0 0,0 2 0 0 0,-1-1 0 0 0,-4 0 0 0 0,4-1 0 0 0,-1-1 0 0 0,3-1 0 0 0,-1 0 0 0 0,4-6 0 0 0,-2-2 0 0 0,-3 0 0 0 0,2 2 0 0 0,-1 1 0 0 0,2 2 0 0 0,-1 0 0 0 0,-2 2 0 0 0,1 0 0 0 0,-1 1 0 0 0,-2-1 0 0 0,-3 1 0 0 0,-2-1 0 0 0,3-5 0 0 0,6 4 0 0 0,1 1 0 0 0,-3-3 0 0 0,3-3 0 0 0,-1 1 0 0 0,-3-4 0 0 0,-3-1 0 0 0,2-4 0 0 0,0 1 0 0 0,4 3 0 0 0,-1 2 0 0 0,-2 3 0 0 0,2-2 0 0 0,0-1 0 0 0,-3-4 0 0 0,-3 0 0 0 0,3 2 0 0 0,0-2 0 0 0,4 1 0 0 0,-1 2 0 0 0,-2 3 0 0 0,-3 2 0 0 0,3 2 0 0 0,0 1 0 0 0,-3 2 0 0 0,-1-1 0 0 0,-3-4 0 0 0,-1-3 0 0 0,4 7 0 0 0,1-4 0 0 0,-1 1 0 0 0,-1-1 0 0 0,4 2 0 0 0,0 0 0 0 0,-2-4 0 0 0,-1-2 0 0 0,-2 2 0 0 0,-2 0 0 0 0,-1 3 0 0 0,-1 1 0 0 0,0 1 0 0 0,0 1 0 0 0,-1 0 0 0 0,1 0 0 0 0,0 1 0 0 0,-1-1 0 0 0,1 1 0 0 0,0 10 0 0 0,0 13 0 0 0,0 14 0 0 0,0 11 0 0 0,0 7 0 0 0,0 5 0 0 0,-5 8 0 0 0,-2 2 0 0 0,-5 0 0 0 0,0 4 0 0 0,2 5 0 0 0,2-2 0 0 0,-3-2 0 0 0,2-4 0 0 0,1-4 0 0 0,2-3 0 0 0,-3 4 0 0 0,0 5 0 0 0,-3 6 0 0 0,-6 5 0 0 0,1-1 0 0 0,3-5 0 0 0,4 1 0 0 0,4-4 0 0 0,-3 2 0 0 0,1-2 0 0 0,-4-4 0 0 0,0 2 0 0 0,-3 4 0 0 0,1-1 0 0 0,-2 3 0 0 0,1 3 0 0 0,-2 3 0 0 0,3 3 0 0 0,2-3 0 0 0,-1-1 0 0 0,-3 1 0 0 0,0-3 0 0 0,-2 0 0 0 0,2-4 0 0 0,-2-5 0 0 0,3 1 0 0 0,4-2 0 0 0,-2 3 0 0 0,1 3 0 0 0,-2-5 0 0 0,1-1 0 0 0,-2 4 0 0 0,-5 4 0 0 0,3 5 0 0 0,-3 2 0 0 0,3-2 0 0 0,-1-6 0 0 0,3-5 0 0 0,-2-6 0 0 0,2-4 0 0 0,4-2 0 0 0,4-1 0 0 0,-3 4 0 0 0,1 2 0 0 0,-3-6 0 0 0,0-3 0 0 0,2 0 0 0 0,-2-1 0 0 0,0 1 0 0 0,3 1 0 0 0,-2 1 0 0 0,0 0 0 0 0,2 0 0 0 0,-2-4 0 0 0,0-13 0 0 0,3-13 0 0 0,2-12 0 0 0,2-9 0 0 0,7-12 0 0 0,3-5 0 0 0,1-2 0 0 0,-1-4 0 0 0,3 6 0 0 0,1-3 0 0 0,3 2 0 0 0,0-3 0 0 0,3 0 0 0 0,-1 2 0 0 0,-4 2 0 0 0,-3 3 0 0 0,2-3 0 0 0,0-1 0 0 0,3-4 0 0 0,-1-5 0 0 0,3 0 0 0 0,-1 4 0 0 0,2-2 0 0 0,-1-4 0 0 0,-4 2 0 0 0,2-1 0 0 0,-1-4 0 0 0,2 3 0 0 0,5-1 0 0 0,-2-2 0 0 0,-3 3 0 0 0,1-2 0 0 0,-2-1 0 0 0,2 3 0 0 0,-2-1 0 0 0,-2-7 0 0 0,1 1 0 0 0,-1 4 0 0 0,-2 2 0 0 0,2 3 0 0 0,0 1 0 0 0,3-4 0 0 0,4-2 0 0 0,-1 1 0 0 0,2 0 0 0 0,-2 4 0 0 0,-4-2 0 0 0,1-1 0 0 0,-2 1 0 0 0,-3 0 0 0 0,-3-2 0 0 0,3 7 0 0 0,-1 1 0 0 0,-1 3 0 0 0,4-3 0 0 0,4-3 0 0 0,1 0 0 0 0,-4 4 0 0 0,3-3 0 0 0,-2 3 0 0 0,-3-3 0 0 0,-4 2 0 0 0,-2 3 0 0 0,4-3 0 0 0,-1 2 0 0 0,5-3 0 0 0,0-4 0 0 0,3 1 0 0 0,-1 3 0 0 0,-3 5 0 0 0,-3 3 0 0 0,-3 3 0 0 0,-2 2 0 0 0,-3 1 0 0 0,6 1 0 0 0,0 0 0 0 0,0 0 0 0 0,-1 10 0 0 0,-2 14 0 0 0,-1 13 0 0 0,-1 11 0 0 0,0 7 0 0 0,-1 5 0 0 0,-6-3 0 0 0,-1 0 0 0 0,-5 5 0 0 0,-6 8 0 0 0,0 2 0 0 0,4-1 0 0 0,-2-1 0 0 0,3-3 0 0 0,-3-3 0 0 0,2 4 0 0 0,-2 1 0 0 0,2-2 0 0 0,3-1 0 0 0,-2 3 0 0 0,-3 1 0 0 0,0-2 0 0 0,-2 4 0 0 0,-3 5 0 0 0,-4 4 0 0 0,3 0 0 0 0,6 1 0 0 0,-1 2 0 0 0,3-2 0 0 0,-1 0 0 0 0,-4 1 0 0 0,-3-2 0 0 0,1 5 0 0 0,0 4 0 0 0,-2 8 0 0 0,-3 2 0 0 0,4-5 0 0 0,-1 2 0 0 0,0 0 0 0 0,-3-7 0 0 0,4-2 0 0 0,0 0 0 0 0,-1-6 0 0 0,3 4 0 0 0,0 4 0 0 0,-8 2 0 0 0,2-5 0 0 0,-1-1 0 0 0,0 0 0 0 0,4-4 0 0 0,6 0 0 0 0,0 6 0 0 0,-1-1 0 0 0,-4 0 0 0 0,-3-4 0 0 0,-2-7 0 0 0,3 6 0 0 0,0 4 0 0 0,-5 3 0 0 0,1 1 0 0 0,1-3 0 0 0,4-7 0 0 0,2-1 0 0 0,-2-3 0 0 0,-1 0 0 0 0,2 3 0 0 0,1-7 0 0 0,3 1 0 0 0,5-3 0 0 0,0-2 0 0 0,-4-3 0 0 0,2-2 0 0 0,-3-1 0 0 0,2-1 0 0 0,5-1 0 0 0,2 1 0 0 0,-1-1 0 0 0,1 0 0 0 0,-3-4 0 0 0,-1-3 0 0 0,4 1 0 0 0,2 2 0 0 0,-3-4 0 0 0,1-1 0 0 0,-4-3 0 0 0,1 0 0 0 0,2 2 0 0 0,2-7 0 0 0,4-11 0 0 0,7-12 0 0 0,3-8 0 0 0,0-8 0 0 0,5-3 0 0 0,0-3 0 0 0,4-1 0 0 0,5 0 0 0 0,-2 0 0 0 0,-4-5 0 0 0,2 5 0 0 0,-3 2 0 0 0,3 1 0 0 0,2 1 0 0 0,0-1 0 0 0,-4-4 0 0 0,0 2 0 0 0,-1 2 0 0 0,2-5 0 0 0,-1-1 0 0 0,-4 0 0 0 0,2-4 0 0 0,5-6 0 0 0,4-6 0 0 0,4-4 0 0 0,3 2 0 0 0,-4 5 0 0 0,-5 0 0 0 0,-1 4 0 0 0,-4-2 0 0 0,2 3 0 0 0,-3 2 0 0 0,3 0 0 0 0,2-5 0 0 0,0 0 0 0 0,-4-1 0 0 0,-5-4 0 0 0,2 7 0 0 0,-1 1 0 0 0,3-8 0 0 0,5-5 0 0 0,4-5 0 0 0,-2 5 0 0 0,-3 0 0 0 0,-1 5 0 0 0,-2 1 0 0 0,-3-1 0 0 0,-5 3 0 0 0,3-1 0 0 0,0-3 0 0 0,3 9 0 0 0,0 0 0 0 0,-2-2 0 0 0,2 1 0 0 0,0-2 0 0 0,2 2 0 0 0,-1 3 0 0 0,-2-2 0 0 0,-4-4 0 0 0,3-4 0 0 0,-1 2 0 0 0,4 3 0 0 0,-1 5 0 0 0,-2 5 0 0 0,3-3 0 0 0,-2-4 0 0 0,-2 0 0 0 0,-3 1 0 0 0,-2 4 0 0 0,-2 3 0 0 0,4 2 0 0 0,1 2 0 0 0,-1 1 0 0 0,-1 1 0 0 0,4 0 0 0 0,0-1 0 0 0,-2 1 0 0 0,-1 0 0 0 0,3 4 0 0 0,0 3 0 0 0,-1-2 0 0 0,-3 0 0 0 0,-1-2 0 0 0,-2 9 0 0 0,-7 13 0 0 0,-1 12 0 0 0,-6 11 0 0 0,-1 7 0 0 0,2 4 0 0 0,-2-2 0 0 0,-5 5 0 0 0,-4 2 0 0 0,2 5 0 0 0,-1 2 0 0 0,-3-1 0 0 0,3 3 0 0 0,1-6 0 0 0,2 2 0 0 0,0-1 0 0 0,-2-2 0 0 0,-4 4 0 0 0,3 6 0 0 0,5-1 0 0 0,0 4 0 0 0,-3 3 0 0 0,-3-7 0 0 0,-3-1 0 0 0,-3 3 0 0 0,4-1 0 0 0,0 1 0 0 0,0 10 0 0 0,-3 4 0 0 0,0-7 0 0 0,-2-3 0 0 0,4 6 0 0 0,1-2 0 0 0,0 1 0 0 0,-2 6 0 0 0,-1-2 0 0 0,-2-1 0 0 0,0 0 0 0 0,3 1 0 0 0,2 0 0 0 0,0 1 0 0 0,-2 0 0 0 0,-1 5 0 0 0,-2-7 0 0 0,0-5 0 0 0,3 0 0 0 0,2 1 0 0 0,0 1 0 0 0,-2 2 0 0 0,-1-3 0 0 0,-2-2 0 0 0,0 2 0 0 0,3-4 0 0 0,8 1 0 0 0,0 1 0 0 0,-1 2 0 0 0,-3-3 0 0 0,3 1 0 0 0,-2-5 0 0 0,4-4 0 0 0,-1 1 0 0 0,-3 3 0 0 0,3-2 0 0 0,-1-3 0 0 0,-3-3 0 0 0,2-4 0 0 0,6 3 0 0 0,4 5 0 0 0,-2 0 0 0 0,-3 3 0 0 0,1 0 0 0 0,-3-4 0 0 0,2-4 0 0 0,3-3 0 0 0,4-3 0 0 0,3-1 0 0 0,2-1 0 0 0,8-11 0 0 0,7-15 0 0 0,2-12 0 0 0,10-11 0 0 0,-1-8 0 0 0,3-4 0 0 0,0-3 0 0 0,3 0 0 0 0,1-1 0 0 0,-5 1 0 0 0,-1 1 0 0 0,5 0 0 0 0,-1 0 0 0 0,-1-4 0 0 0,5 3 0 0 0,4-2 0 0 0,-6-2 0 0 0,-2 2 0 0 0,5 0 0 0 0,1 2 0 0 0,1-5 0 0 0,5-1 0 0 0,1 2 0 0 0,-2 1 0 0 0,-2 1 0 0 0,-2 2 0 0 0,4 1 0 0 0,0-4 0 0 0,-1-2 0 0 0,3-4 0 0 0,0 4 0 0 0,-1-1 0 0 0,-3 0 0 0 0,-3 2 0 0 0,5 2 0 0 0,5-4 0 0 0,0 0 0 0 0,-1-4 0 0 0,-4 5 0 0 0,-2 4 0 0 0,2-3 0 0 0,6 0 0 0 0,0-4 0 0 0,-3 4 0 0 0,-3 4 0 0 0,3-3 0 0 0,-1-1 0 0 0,-2 6 0 0 0,3-3 0 0 0,4 0 0 0 0,0 1 0 0 0,-2 5 0 0 0,-4-3 0 0 0,-4-1 0 0 0,4-1 0 0 0,-1 1 0 0 0,4-1 0 0 0,-6 2 0 0 0,2-1 0 0 0,-1 6 0 0 0,-6 2 0 0 0,1 0 0 0 0,0-1 0 0 0,1 3 0 0 0,-2 0 0 0 0,1 0 0 0 0,3-3 0 0 0,3 3 0 0 0,-7 0 0 0 0,-3-1 0 0 0,-1 3 0 0 0,-5 0 0 0 0,-2 3 0 0 0,1-1 0 0 0,2 3 0 0 0,3-1 0 0 0,1 2 0 0 0,-4-3 0 0 0,-1-2 0 0 0,2 1 0 0 0,-5 9 0 0 0,-10 12 0 0 0,-7 10 0 0 0,-9 8 0 0 0,-9 1 0 0 0,-2 1 0 0 0,2 3 0 0 0,-2 2 0 0 0,-3-4 0 0 0,2-1 0 0 0,-1 6 0 0 0,-3 4 0 0 0,2 1 0 0 0,0 0 0 0 0,-8 5 0 0 0,2 1 0 0 0,4-1 0 0 0,1-2 0 0 0,0-2 0 0 0,-4-2 0 0 0,4-1 0 0 0,0 5 0 0 0,-7 6 0 0 0,-4 6 0 0 0,3 0 0 0 0,2-8 0 0 0,0 0 0 0 0,-6 2 0 0 0,-2 1 0 0 0,4 1 0 0 0,2 0 0 0 0,2-3 0 0 0,-1-3 0 0 0,5 2 0 0 0,1-1 0 0 0,-1 3 0 0 0,-2 6 0 0 0,-2-2 0 0 0,-2-2 0 0 0,5 1 0 0 0,1-2 0 0 0,-2-3 0 0 0,-1 1 0 0 0,-1 0 0 0 0,4 3 0 0 0,0-2 0 0 0,-1-2 0 0 0,-2-3 0 0 0,4 3 0 0 0,0-1 0 0 0,-1-2 0 0 0,-2 4 0 0 0,-2 4 0 0 0,-2 0 0 0 0,-1-2 0 0 0,5-4 0 0 0,1-4 0 0 0,4-2 0 0 0,2-1 0 0 0,-3-2 0 0 0,3-1 0 0 0,-1 0 0 0 0,3 0 0 0 0,-2-5 0 0 0,-2-1 0 0 0,2 0 0 0 0,-1 1 0 0 0,2 2 0 0 0,0 1 0 0 0,-4 2 0 0 0,3 0 0 0 0,-2-4 0 0 0,4-2 0 0 0,-2-5 0 0 0,3 0 0 0 0,3-9 0 0 0,10-11 0 0 0,10-11 0 0 0,4-8 0 0 0,4-1 0 0 0,6-3 0 0 0,-1-1 0 0 0,0 2 0 0 0,-2 1 0 0 0,0-1 0 0 0,2 2 0 0 0,-2 1 0 0 0,1-2 0 0 0,2-3 0 0 0,2-2 0 0 0,9-1 0 0 0,2-2 0 0 0,2-1 0 0 0,-1 0 0 0 0,-1-1 0 0 0,-1 6 0 0 0,-7 2 0 0 0,-2 5 0 0 0,0 0 0 0 0,0-1 0 0 0,2-3 0 0 0,1 2 0 0 0,1 0 0 0 0,2-2 0 0 0,-1-2 0 0 0,1 3 0 0 0,0 0 0 0 0,0-1 0 0 0,0 3 0 0 0,0-1 0 0 0,0-1 0 0 0,-5-3 0 0 0,-2 4 0 0 0,0-1 0 0 0,-4-1 0 0 0,0 2 0 0 0,2 6 0 0 0,2 0 0 0 0,-2-3 0 0 0,-1-3 0 0 0,2 1 0 0 0,2-1 0 0 0,3-2 0 0 0,1 3 0 0 0,1 0 0 0 0,0-3 0 0 0,-4-1 0 0 0,-1 2 0 0 0,-1 0 0 0 0,2 4 0 0 0,-4-1 0 0 0,-6-2 0 0 0,-10 3 0 0 0,-12 4 0 0 0,-10 5 0 0 0,-8 3 0 0 0,-4 3 0 0 0,-4 3 0 0 0,-1 0 0 0 0,0 1 0 0 0,-5 5 0 0 0,-1 7 0 0 0,0 1 0 0 0,2 4 0 0 0,2-2 0 0 0,2-3 0 0 0,1 1 0 0 0,1-1 0 0 0,0 2 0 0 0,0-2 0 0 0,-4 3 0 0 0,-8 3 0 0 0,4 4 0 0 0,-2 3 0 0 0,1-2 0 0 0,2-6 0 0 0,-3 0 0 0 0,5 1 0 0 0,4 3 0 0 0,-4-1 0 0 0,0-6 0 0 0,0 1 0 0 0,-3 2 0 0 0,-2 4 0 0 0,2 3 0 0 0,2-2 0 0 0,2-6 0 0 0,2 0 0 0 0,-4 3 0 0 0,-6 2 0 0 0,-2 3 0 0 0,8 3 0 0 0,-1-4 0 0 0,1-5 0 0 0,2-2 0 0 0,1 3 0 0 0,1 2 0 0 0,2-2 0 0 0,0 0 0 0 0,5 3 0 0 0,2-3 0 0 0,1 0 0 0 0,-3-3 0 0 0,5 1 0 0 0,-1 2 0 0 0,0-1 0 0 0,2 0 0 0 0,0 3 0 0 0,-2-3 0 0 0,3 1 0 0 0,9-3 0 0 0,7-10 0 0 0,10-5 0 0 0,7-10 0 0 0,8-2 0 0 0,5-5 0 0 0,3-5 0 0 0,-3-5 0 0 0,-1 2 0 0 0,-1 0 0 0 0,8-2 0 0 0,2 4 0 0 0,-5 0 0 0 0,4-2 0 0 0,1-1 0 0 0,-1 2 0 0 0,0 0 0 0 0,-1 4 0 0 0,-1 0 0 0 0,0-3 0 0 0,-1 3 0 0 0,0-1 0 0 0,4-3 0 0 0,3-2 0 0 0,-1 2 0 0 0,-1 0 0 0 0,4-1 0 0 0,-5-3 0 0 0,2 4 0 0 0,0 5 0 0 0,-6 1 0 0 0,2-3 0 0 0,5-8 0 0 0,3 0 0 0 0,4 0 0 0 0,-6-1 0 0 0,2-1 0 0 0,-2 4 0 0 0,-7 2 0 0 0,2-1 0 0 0,-1-2 0 0 0,6 4 0 0 0,1 1 0 0 0,-7-3 0 0 0,-3 5 0 0 0,-1-2 0 0 0,-2 5 0 0 0,-4-2 0 0 0,-1-2 0 0 0,1 2 0 0 0,2 4 0 0 0,1-1 0 0 0,-3-3 0 0 0,0 2 0 0 0,-4-2 0 0 0,-1 2 0 0 0,3 4 0 0 0,-3-2 0 0 0,1-3 0 0 0,3 2 0 0 0,-3-3 0 0 0,-10 2 0 0 0,-11 4 0 0 0,-11 3 0 0 0,-8 5 0 0 0,-6 1 0 0 0,-4 3 0 0 0,-2 0 0 0 0,0 0 0 0 0,0 1 0 0 0,1 0 0 0 0,0 5 0 0 0,0 1 0 0 0,1 5 0 0 0,0 1 0 0 0,0 2 0 0 0,0 0 0 0 0,0-3 0 0 0,1-4 0 0 0,-1 2 0 0 0,0 0 0 0 0,0 3 0 0 0,-5-1 0 0 0,-7-2 0 0 0,-1 2 0 0 0,1 5 0 0 0,-2 4 0 0 0,1-1 0 0 0,3 1 0 0 0,3-3 0 0 0,3 1 0 0 0,-4 2 0 0 0,1 3 0 0 0,1-3 0 0 0,-4-4 0 0 0,-6-1 0 0 0,1 3 0 0 0,3 3 0 0 0,2-2 0 0 0,5 1 0 0 0,-4-4 0 0 0,-4 2 0 0 0,4 1 0 0 0,0 4 0 0 0,-5 2 0 0 0,-5-2 0 0 0,-4-1 0 0 0,6 1 0 0 0,2 2 0 0 0,3 1 0 0 0,3-3 0 0 0,-1-6 0 0 0,0-1 0 0 0,3 2 0 0 0,2-2 0 0 0,2 1 0 0 0,-4-3 0 0 0,0 2 0 0 0,0 3 0 0 0,-3-2 0 0 0,0 2 0 0 0,2-4 0 0 0,7 2 0 0 0,4-3 0 0 0,1-3 0 0 0,6 1 0 0 0,1-2 0 0 0,9-2 0 0 0,6-9 0 0 0,10-9 0 0 0,9-3 0 0 0,7 1 0 0 0,0-4 0 0 0,2-4 0 0 0,2 2 0 0 0,8-8 0 0 0,3 1 0 0 0,0-1 0 0 0,6-1 0 0 0,-1-2 0 0 0,0-1 0 0 0,-3 5 0 0 0,-3 0 0 0 0,-2 0 0 0 0,5-2 0 0 0,0 4 0 0 0,-1 0 0 0 0,4-1 0 0 0,0-2 0 0 0,4-2 0 0 0,4-2 0 0 0,5-1 0 0 0,3 0 0 0 0,-2-1 0 0 0,-1-1 0 0 0,2 6 0 0 0,-4 2 0 0 0,-6-5 0 0 0,1 1 0 0 0,2 1 0 0 0,8 0 0 0 0,-5-1 0 0 0,-1-1 0 0 0,2 0 0 0 0,1-2 0 0 0,-2 1 0 0 0,-6-1 0 0 0,-4 5 0 0 0,0 2 0 0 0,-1 0 0 0 0,2 3 0 0 0,-5 1 0 0 0,-5-2 0 0 0,-2-2 0 0 0,-1 3 0 0 0,-1-1 0 0 0,0 5 0 0 0,-4-2 0 0 0,-2 4 0 0 0,0 3 0 0 0,-3 0 0 0 0,0-4 0 0 0,-3-5 0 0 0,0 2 0 0 0,3 3 0 0 0,-2 0 0 0 0,-5-3 0 0 0,-8 2 0 0 0,-12 4 0 0 0,-9 4 0 0 0,-7 3 0 0 0,-6 4 0 0 0,-2 1 0 0 0,-6 1 0 0 0,-3 1 0 0 0,-5-1 0 0 0,0 1 0 0 0,3 0 0 0 0,-3-1 0 0 0,-3 0 0 0 0,1 0 0 0 0,3 6 0 0 0,-2 1 0 0 0,-3-1 0 0 0,-3 5 0 0 0,1 0 0 0 0,-1 3 0 0 0,3-1 0 0 0,0 4 0 0 0,2-3 0 0 0,5 3 0 0 0,-2 3 0 0 0,-4-1 0 0 0,-8-5 0 0 0,-2 1 0 0 0,0-2 0 0 0,4 2 0 0 0,7 4 0 0 0,-1-2 0 0 0,-1 2 0 0 0,-4 3 0 0 0,-2-3 0 0 0,2-4 0 0 0,5 1 0 0 0,-5 2 0 0 0,1 4 0 0 0,0-2 0 0 0,-3 1 0 0 0,3 2 0 0 0,0-3 0 0 0,-2-5 0 0 0,9 1 0 0 0,1-3 0 0 0,-2 1 0 0 0,1 5 0 0 0,-2 3 0 0 0,-4-2 0 0 0,2-3 0 0 0,-1-1 0 0 0,2-2 0 0 0,5 1 0 0 0,-2 4 0 0 0,3-2 0 0 0,2 2 0 0 0,-2-3 0 0 0,1-3 0 0 0,2 0 0 0 0,2-1 0 0 0,3-3 0 0 0,1 2 0 0 0,-4 5 0 0 0,-1-1 0 0 0,1-2 0 0 0,2-4 0 0 0,0 2 0 0 0,3-1 0 0 0,0 3 0 0 0,1-1 0 0 0,0-2 0 0 0,6 2 0 0 0,12 0 0 0 0,13-3 0 0 0,12-3 0 0 0,10-2 0 0 0,6-2 0 0 0,3-2 0 0 0,2 0 0 0 0,6 0 0 0 0,1-1 0 0 0,-1-4 0 0 0,4-3 0 0 0,5-4 0 0 0,-1 0 0 0 0,-3 1 0 0 0,2 3 0 0 0,3-2 0 0 0,-1 0 0 0 0,7 2 0 0 0,4 3 0 0 0,8 1 0 0 0,-2 2 0 0 0,-1-4 0 0 0,3-1 0 0 0,-4 1 0 0 0,-2-4 0 0 0,-1 0 0 0 0,-5 1 0 0 0,3 3 0 0 0,-3-4 0 0 0,5 1 0 0 0,3 1 0 0 0,-4-3 0 0 0,-2 1 0 0 0,1 1 0 0 0,-6 3 0 0 0,6-3 0 0 0,2 0 0 0 0,2 1 0 0 0,1-2 0 0 0,-6-1 0 0 0,-1 3 0 0 0,0 2 0 0 0,1 2 0 0 0,-4 2 0 0 0,-6 1 0 0 0,-5-5 0 0 0,-5 0 0 0 0,-4-1 0 0 0,-1 3 0 0 0,-2-5 0 0 0,0 0 0 0 0,0 1 0 0 0,-1 2 0 0 0,-9 3 0 0 0,-14 0 0 0 0,-13 2 0 0 0,-11 1 0 0 0,-7 0 0 0 0,-5 1 0 0 0,-3-1 0 0 0,0 1 0 0 0,0-1 0 0 0,-1 0 0 0 0,2 0 0 0 0,0 0 0 0 0,1 0 0 0 0,-6 0 0 0 0,0 0 0 0 0,-6 0 0 0 0,0 0 0 0 0,2 0 0 0 0,-3 0 0 0 0,1 0 0 0 0,-8 5 0 0 0,-5 2 0 0 0,1 0 0 0 0,-6-2 0 0 0,-3 4 0 0 0,5 1 0 0 0,-5-2 0 0 0,0-3 0 0 0,-1-1 0 0 0,0 4 0 0 0,-4 0 0 0 0,5-2 0 0 0,-9 0 0 0 0,-2-3 0 0 0,2-1 0 0 0,-3-1 0 0 0,-5-1 0 0 0,8 5 0 0 0,4 2 0 0 0,-1-1 0 0 0,-5-1 0 0 0,1 4 0 0 0,-4 0 0 0 0,1-1 0 0 0,-1-2 0 0 0,1 3 0 0 0,-1 0 0 0 0,6-1 0 0 0,-4 2 0 0 0,-1 1 0 0 0,3-2 0 0 0,3 2 0 0 0,-2 0 0 0 0,7-2 0 0 0,3-3 0 0 0,-3 3 0 0 0,0 0 0 0 0,5-1 0 0 0,2-3 0 0 0,2-2 0 0 0,4 5 0 0 0,7-1 0 0 0,0 0 0 0 0,3 3 0 0 0,-2 1 0 0 0,-4 3 0 0 0,2-1 0 0 0,-2-2 0 0 0,7 2 0 0 0,6-2 0 0 0,3-2 0 0 0,3-2 0 0 0,0 2 0 0 0,1 0 0 0 0,11-2 0 0 0,12-2 0 0 0,14-1 0 0 0,10-2 0 0 0,8-2 0 0 0,9 0 0 0 0,10 0 0 0 0,2 0 0 0 0,-2-6 0 0 0,2-1 0 0 0,4 0 0 0 0,4-4 0 0 0,-3 0 0 0 0,0-3 0 0 0,3-5 0 0 0,1 1 0 0 0,-2-1 0 0 0,-1 1 0 0 0,1 5 0 0 0,8 0 0 0 0,3-5 0 0 0,1 2 0 0 0,5-2 0 0 0,2-3 0 0 0,3 2 0 0 0,-1-1 0 0 0,4-2 0 0 0,2 2 0 0 0,0 0 0 0 0,0-3 0 0 0,-2 4 0 0 0,1 4 0 0 0,-3 0 0 0 0,7 2 0 0 0,4-2 0 0 0,-1-3 0 0 0,-6-5 0 0 0,-1 3 0 0 0,-3-1 0 0 0,-5 3 0 0 0,2-1 0 0 0,4-2 0 0 0,-2 2 0 0 0,3 0 0 0 0,-7 2 0 0 0,-5 5 0 0 0,-4 4 0 0 0,-2-2 0 0 0,-1-5 0 0 0,1 1 0 0 0,-1-3 0 0 0,-5 2 0 0 0,-6 3 0 0 0,-2-1 0 0 0,-3 1 0 0 0,2-3 0 0 0,-3 2 0 0 0,3-2 0 0 0,4 0 0 0 0,3 4 0 0 0,-1 4 0 0 0,-10-3 0 0 0,-7 1 0 0 0,-4 1 0 0 0,-7-2 0 0 0,-3 0 0 0 0,1 1 0 0 0,-10 3 0 0 0,-10 3 0 0 0,-13 1 0 0 0,-8 1 0 0 0,-7 1 0 0 0,-4 0 0 0 0,-7 0 0 0 0,-9 1 0 0 0,0-1 0 0 0,-4 0 0 0 0,1 1 0 0 0,-1-1 0 0 0,3 0 0 0 0,4 0 0 0 0,-7 5 0 0 0,-5 2 0 0 0,2 0 0 0 0,-1 3 0 0 0,-2 1 0 0 0,4 3 0 0 0,0 0 0 0 0,-7-3 0 0 0,-4 2 0 0 0,-1-2 0 0 0,-6 4 0 0 0,-2 3 0 0 0,7 0 0 0 0,-2-4 0 0 0,6-4 0 0 0,-3 1 0 0 0,-12-1 0 0 0,3 3 0 0 0,2 5 0 0 0,-2-1 0 0 0,1 1 0 0 0,2-1 0 0 0,3 1 0 0 0,-3 3 0 0 0,4-3 0 0 0,-1 2 0 0 0,0-3 0 0 0,6-4 0 0 0,-3 0 0 0 0,0 4 0 0 0,0 4 0 0 0,0-1 0 0 0,1 0 0 0 0,6-2 0 0 0,1 0 0 0 0,1 3 0 0 0,-1-2 0 0 0,-2 1 0 0 0,-1-4 0 0 0,-1 2 0 0 0,-1 2 0 0 0,4-2 0 0 0,8 2 0 0 0,0-4 0 0 0,5 2 0 0 0,3-3 0 0 0,4-3 0 0 0,3-5 0 0 0,3 3 0 0 0,0 4 0 0 0,1 0 0 0 0,0-2 0 0 0,-1-4 0 0 0,7 3 0 0 0,0 4 0 0 0,0 5 0 0 0,4 4 0 0 0,11-1 0 0 0,11 0 0 0 0,12-4 0 0 0,8-5 0 0 0,5-5 0 0 0,4-4 0 0 0,2-3 0 0 0,0-1 0 0 0,0-2 0 0 0,0 0 0 0 0,-1 0 0 0 0,-1 0 0 0 0,6 1 0 0 0,6-1 0 0 0,7 1 0 0 0,5 0 0 0 0,-2 0 0 0 0,1 0 0 0 0,2 0 0 0 0,-4 0 0 0 0,1 0 0 0 0,0 0 0 0 0,3 0 0 0 0,-3 0 0 0 0,5 0 0 0 0,-3 0 0 0 0,1 0 0 0 0,1 0 0 0 0,-4 0 0 0 0,5 0 0 0 0,2 0 0 0 0,-3-5 0 0 0,0-2 0 0 0,-6 0 0 0 0,0 2 0 0 0,1 1 0 0 0,-3 2 0 0 0,1-5 0 0 0,3 0 0 0 0,-4 0 0 0 0,2 2 0 0 0,-3 2 0 0 0,0-5 0 0 0,3 0 0 0 0,4 1 0 0 0,2 2 0 0 0,-3 1 0 0 0,-6 2 0 0 0,0 1 0 0 0,-3 1 0 0 0,-9-5 0 0 0,-1-2 0 0 0,0 1 0 0 0,-2 1 0 0 0,0 1 0 0 0,-1-3 0 0 0,-1-1 0 0 0,0 1 0 0 0,-1 1 0 0 0,1-2 0 0 0,0-1 0 0 0,-11 1 0 0 0,-14 2 0 0 0,-13 3 0 0 0,-11 1 0 0 0,-7 1 0 0 0,-5 0 0 0 0,-2 2 0 0 0,-2-1 0 0 0,1 0 0 0 0,0 1 0 0 0,-5-1 0 0 0,-1 0 0 0 0,1 0 0 0 0,-4 0 0 0 0,1 0 0 0 0,1 0 0 0 0,3 0 0 0 0,2 6 0 0 0,-4 0 0 0 0,0 1 0 0 0,-3-2 0 0 0,-7-1 0 0 0,2 4 0 0 0,-3 0 0 0 0,-3-1 0 0 0,2 4 0 0 0,-1-1 0 0 0,4-1 0 0 0,-1-2 0 0 0,-8 2 0 0 0,1 0 0 0 0,4-1 0 0 0,1-3 0 0 0,4-1 0 0 0,-1-2 0 0 0,-3-2 0 0 0,3 0 0 0 0,4 5 0 0 0,3 2 0 0 0,0-1 0 0 0,-5-1 0 0 0,6 4 0 0 0,-1 0 0 0 0,1-1 0 0 0,3 3 0 0 0,2 0 0 0 0,1-2 0 0 0,2-3 0 0 0,-4-2 0 0 0,-2-2 0 0 0,1-1 0 0 0,7 4 0 0 0,2 2 0 0 0,2-1 0 0 0,0 4 0 0 0,-2 1 0 0 0,5 3 0 0 0,1-1 0 0 0,9-2 0 0 0,12 2 0 0 0,12-1 0 0 0,9-3 0 0 0,6-3 0 0 0,4-2 0 0 0,3-2 0 0 0,0-1 0 0 0,0-1 0 0 0,0-1 0 0 0,-1 1 0 0 0,0-1 0 0 0,-1 1 0 0 0,0 0 0 0 0,0-1 0 0 0,5 1 0 0 0,1 0 0 0 0,1 0 0 0 0,3 0 0 0 0,11 0 0 0 0,2 0 0 0 0,-3-5 0 0 0,5-2 0 0 0,-1 0 0 0 0,-5 2 0 0 0,-1 1 0 0 0,2 2 0 0 0,4-5 0 0 0,1 0 0 0 0,3 0 0 0 0,1-3 0 0 0,2-1 0 0 0,-6 3 0 0 0,0-4 0 0 0,4 1 0 0 0,-1 2 0 0 0,-1-3 0 0 0,5 2 0 0 0,8-4 0 0 0,-2 0 0 0 0,-4 4 0 0 0,-1-3 0 0 0,-7 2 0 0 0,-3 2 0 0 0,-4 2 0 0 0,-7 4 0 0 0,1 1 0 0 0,-8-4 0 0 0,1-1 0 0 0,5 1 0 0 0,5-4 0 0 0,0-1 0 0 0,3-2 0 0 0,-2-1 0 0 0,-5 4 0 0 0,-3 2 0 0 0,-4 3 0 0 0,-2-3 0 0 0,-3 0 0 0 0,-5-4 0 0 0,-3 0 0 0 0,-5-3 0 0 0,-11 1 0 0 0,-11-2 0 0 0,-11 1 0 0 0,-8 3 0 0 0,-5 4 0 0 0,-4 4 0 0 0,-1-4 0 0 0,0 0 0 0 0,0 2 0 0 0,1 1 0 0 0,0 2 0 0 0,0 1 0 0 0,1 2 0 0 0,0-1 0 0 0,0 2 0 0 0,1-1 0 0 0,-1 0 0 0 0,-5 1 0 0 0,-2-1 0 0 0,1 0 0 0 0,-5 0 0 0 0,1 0 0 0 0,-4 0 0 0 0,-5 0 0 0 0,-4 0 0 0 0,2 0 0 0 0,-1 0 0 0 0,3 0 0 0 0,1 0 0 0 0,-4 0 0 0 0,4 0 0 0 0,-1 0 0 0 0,2 0 0 0 0,0 0 0 0 0,-3 5 0 0 0,2 2 0 0 0,-2 0 0 0 0,4-2 0 0 0,-1 4 0 0 0,-4 1 0 0 0,3-3 0 0 0,-1-1 0 0 0,-3 3 0 0 0,-2 1 0 0 0,-8 2 0 0 0,1 1 0 0 0,1-3 0 0 0,6 3 0 0 0,2-2 0 0 0,4-1 0 0 0,5-4 0 0 0,1-2 0 0 0,-5-2 0 0 0,3-1 0 0 0,-3-2 0 0 0,-4 6 0 0 0,-3 2 0 0 0,3 4 0 0 0,4 1 0 0 0,6-2 0 0 0,4-2 0 0 0,-1 2 0 0 0,0 0 0 0 0,2-2 0 0 0,1-3 0 0 0,3-1 0 0 0,6 3 0 0 0,2 1 0 0 0,-4-2 0 0 0,-3-1 0 0 0,-2-1 0 0 0,1-2 0 0 0,0-1 0 0 0,0-1 0 0 0,12 0 0 0 0,14-1 0 0 0,14 1 0 0 0,10 0 0 0 0,8 0 0 0 0,5-1 0 0 0,-2-4 0 0 0,-2-2 0 0 0,7 0 0 0 0,1 2 0 0 0,2-4 0 0 0,-1 0 0 0 0,-1 1 0 0 0,4-3 0 0 0,1 0 0 0 0,-1-3 0 0 0,-2 1 0 0 0,-1 2 0 0 0,3 3 0 0 0,6-1 0 0 0,1-1 0 0 0,3-3 0 0 0,-1 1 0 0 0,6-3 0 0 0,1 1 0 0 0,-5-3 0 0 0,6 3 0 0 0,9-3 0 0 0,4-3 0 0 0,1 2 0 0 0,-1 3 0 0 0,4 0 0 0 0,-5 2 0 0 0,-4-2 0 0 0,4-3 0 0 0,0-5 0 0 0,0 2 0 0 0,-1 0 0 0 0,3-2 0 0 0,7-3 0 0 0,-5 3 0 0 0,1 1 0 0 0,-6 4 0 0 0,-4-1 0 0 0,-2 4 0 0 0,-6-2 0 0 0,3-2 0 0 0,8-4 0 0 0,9-3 0 0 0,2-3 0 0 0,4 5 0 0 0,-7 0 0 0 0,-4-1 0 0 0,-5-1 0 0 0,-2-2 0 0 0,-6-1 0 0 0,-8 5 0 0 0,-1 5 0 0 0,-4 2 0 0 0,-3 3 0 0 0,1-1 0 0 0,0-3 0 0 0,-3-4 0 0 0,-2 2 0 0 0,-2 4 0 0 0,4 0 0 0 0,-5-3 0 0 0,-3 2 0 0 0,5-1 0 0 0,1 2 0 0 0,-6-2 0 0 0,3 3 0 0 0,1-1 0 0 0,-5-4 0 0 0,-3 2 0 0 0,0 4 0 0 0,-5-1 0 0 0,-5-3 0 0 0,-1 1 0 0 0,-3-1 0 0 0,-3-3 0 0 0,-3-3 0 0 0,-3-3 0 0 0,-7 3 0 0 0,-8 0 0 0 0,-8 5 0 0 0,-5 6 0 0 0,-3 4 0 0 0,-3 4 0 0 0,-1 3 0 0 0,-1 2 0 0 0,1-5 0 0 0,0-1 0 0 0,0 1 0 0 0,1 0 0 0 0,0 2 0 0 0,-5 1 0 0 0,-2 1 0 0 0,-5-5 0 0 0,0-1 0 0 0,2 1 0 0 0,-8 1 0 0 0,-6 1 0 0 0,1 2 0 0 0,-6 1 0 0 0,-3 0 0 0 0,4 1 0 0 0,1 1 0 0 0,5-1 0 0 0,-3 0 0 0 0,-4 1 0 0 0,-1-1 0 0 0,-2 0 0 0 0,1 0 0 0 0,-1 0 0 0 0,1 0 0 0 0,-1 5 0 0 0,1 2 0 0 0,0 0 0 0 0,-5 3 0 0 0,4 1 0 0 0,2-2 0 0 0,-5 3 0 0 0,4-1 0 0 0,3-2 0 0 0,-6-2 0 0 0,4-3 0 0 0,2 3 0 0 0,5 1 0 0 0,2 4 0 0 0,-2 0 0 0 0,5 3 0 0 0,-1-1 0 0 0,-3 3 0 0 0,4-3 0 0 0,-2-2 0 0 0,-1 1 0 0 0,1-1 0 0 0,1 2 0 0 0,2-1 0 0 0,5-3 0 0 0,4-2 0 0 0,-2 1 0 0 0,-4 6 0 0 0,0-1 0 0 0,3-2 0 0 0,2 2 0 0 0,4-2 0 0 0,3-2 0 0 0,1 2 0 0 0,1-1 0 0 0,0 3 0 0 0,1-1 0 0 0,0 2 0 0 0,-1 0 0 0 0,11-4 0 0 0,14-4 0 0 0,13-2 0 0 0,11-3 0 0 0,7-1 0 0 0,5-1 0 0 0,3 0 0 0 0,0-1 0 0 0,1 0 0 0 0,4 1 0 0 0,7-1 0 0 0,0-4 0 0 0,-2-2 0 0 0,-2 0 0 0 0,-4-3 0 0 0,2-1 0 0 0,6 2 0 0 0,0-3 0 0 0,3 1 0 0 0,-2 2 0 0 0,-3 2 0 0 0,7 3 0 0 0,5 2 0 0 0,-1-4 0 0 0,0-1 0 0 0,-3 1 0 0 0,5 1 0 0 0,3-3 0 0 0,3-1 0 0 0,1 1 0 0 0,5-3 0 0 0,-3 0 0 0 0,-3 3 0 0 0,5 1 0 0 0,-5-2 0 0 0,3 0 0 0 0,2 1 0 0 0,-1-2 0 0 0,-7-1 0 0 0,4 3 0 0 0,-5 1 0 0 0,-1-2 0 0 0,-6 0 0 0 0,5 2 0 0 0,3 1 0 0 0,2 3 0 0 0,2 1 0 0 0,-6 1 0 0 0,-1-4 0 0 0,-6-2 0 0 0,0 1 0 0 0,-3 1 0 0 0,-5-4 0 0 0,1 0 0 0 0,-2 1 0 0 0,4 2 0 0 0,-2 3 0 0 0,-8-5 0 0 0,1 0 0 0 0,0 1 0 0 0,-2 2 0 0 0,-1 2 0 0 0,-1 1 0 0 0,0 1 0 0 0,-1 1 0 0 0,-11 0 0 0 0,-14 0 0 0 0,-13 0 0 0 0,-11 1 0 0 0,-7-1 0 0 0,-5 0 0 0 0,-3 0 0 0 0,-5 0 0 0 0,-3 0 0 0 0,2 0 0 0 0,1 0 0 0 0,2 0 0 0 0,-3 0 0 0 0,0 0 0 0 0,1 0 0 0 0,-4 0 0 0 0,1 0 0 0 0,-4 0 0 0 0,-9 0 0 0 0,-2 0 0 0 0,0 0 0 0 0,-3 0 0 0 0,5 0 0 0 0,-5 0 0 0 0,2 0 0 0 0,-4 0 0 0 0,-8 0 0 0 0,2 5 0 0 0,3 2 0 0 0,-4 0 0 0 0,-1-2 0 0 0,-4-1 0 0 0,-6-1 0 0 0,1-2 0 0 0,-3-1 0 0 0,2 0 0 0 0,4 0 0 0 0,0 0 0 0 0,1 0 0 0 0,3-1 0 0 0,-2 1 0 0 0,-5 5 0 0 0,7 2 0 0 0,-2 0 0 0 0,2-2 0 0 0,3-1 0 0 0,-4-2 0 0 0,6 0 0 0 0,4-2 0 0 0,1 0 0 0 0,7 0 0 0 0,-4 0 0 0 0,-3-1 0 0 0,5 1 0 0 0,0 0 0 0 0,5 5 0 0 0,1 2 0 0 0,3 0 0 0 0,5-2 0 0 0,4-1 0 0 0,3-2 0 0 0,-2 0 0 0 0,-1 3 0 0 0,1 2 0 0 0,2 0 0 0 0,1-2 0 0 0,1-2 0 0 0,2-1 0 0 0,10 0 0 0 0,15-2 0 0 0,13 0 0 0 0,11 0 0 0 0,8-1 0 0 0,4 1 0 0 0,8 0 0 0 0,2 0 0 0 0,0 0 0 0 0,-1 0 0 0 0,-3-1 0 0 0,4 1 0 0 0,10 1 0 0 0,2-1 0 0 0,8 0 0 0 0,4 0 0 0 0,-3 0 0 0 0,-2 0 0 0 0,0 0 0 0 0,5 0 0 0 0,8 0 0 0 0,7 0 0 0 0,0 0 0 0 0,-1 0 0 0 0,5 0 0 0 0,0 0 0 0 0,2 0 0 0 0,6 0 0 0 0,0 0 0 0 0,4 0 0 0 0,-3 0 0 0 0,-2 0 0 0 0,0 0 0 0 0,5 0 0 0 0,8 0 0 0 0,-3 0 0 0 0,2 0 0 0 0,5-6 0 0 0,-11-1 0 0 0,0 1 0 0 0,4 0 0 0 0,1 3 0 0 0,-2-5 0 0 0,0 0 0 0 0,-3 1 0 0 0,-7 1 0 0 0,-2 3 0 0 0,4-5 0 0 0,3 0 0 0 0,-4 1 0 0 0,-2 2 0 0 0,0-4 0 0 0,-9 1 0 0 0,-4 0 0 0 0,-2 2 0 0 0,-5-3 0 0 0,-2 0 0 0 0,2 2 0 0 0,-4 1 0 0 0,-3-3 0 0 0,-1 0 0 0 0,-6 2 0 0 0,-1 1 0 0 0,-5 3 0 0 0,0-4 0 0 0,3-1 0 0 0,2 1 0 0 0,-2-3 0 0 0,-4-1 0 0 0,-5 3 0 0 0,-5 1 0 0 0,-3 3 0 0 0,-2 2 0 0 0,-2 1 0 0 0,0 1 0 0 0,-5-5 0 0 0,-7-7 0 0 0,-12-1 0 0 0,-12 1 0 0 0,-11 3 0 0 0,-7 3 0 0 0,-5 3 0 0 0,-2 1 0 0 0,-2 2 0 0 0,-6 0 0 0 0,-1 0 0 0 0,-4 1 0 0 0,0-6 0 0 0,-4-1 0 0 0,-3-1 0 0 0,2 2 0 0 0,-2 1 0 0 0,-8 2 0 0 0,2 1 0 0 0,-1 0 0 0 0,-6 1 0 0 0,-3 0 0 0 0,5 1 0 0 0,-2-1 0 0 0,-2 0 0 0 0,1 0 0 0 0,0 0 0 0 0,-4 1 0 0 0,-6-1 0 0 0,4 0 0 0 0,-1 0 0 0 0,-9 0 0 0 0,3 0 0 0 0,0-1 0 0 0,-9 1 0 0 0,7 0 0 0 0,0 0 0 0 0,-2 0 0 0 0,3 0 0 0 0,-7 0 0 0 0,2 0 0 0 0,4 0 0 0 0,-1 0 0 0 0,-1 0 0 0 0,8 0 0 0 0,0 6 0 0 0,-2 1 0 0 0,-5-1 0 0 0,2 0 0 0 0,-2 3 0 0 0,2 0 0 0 0,5-1 0 0 0,-2-2 0 0 0,8-2 0 0 0,-1-2 0 0 0,-4-1 0 0 0,4 4 0 0 0,0 2 0 0 0,5-1 0 0 0,3-1 0 0 0,2-1 0 0 0,-5 3 0 0 0,-2 1 0 0 0,5-1 0 0 0,2-2 0 0 0,6-1 0 0 0,2 3 0 0 0,-2 1 0 0 0,-1-1 0 0 0,2-2 0 0 0,6-1 0 0 0,-1 3 0 0 0,-2 1 0 0 0,2-1 0 0 0,3-2 0 0 0,5-1 0 0 0,3-2 0 0 0,2-1 0 0 0,8 4 0 0 0,2 2 0 0 0,0-1 0 0 0,0-1 0 0 0,8-1 0 0 0,13-2 0 0 0,11-6 0 0 0,10-8 0 0 0,13-2 0 0 0,6 2 0 0 0,7-2 0 0 0,1 0 0 0 0,-1-2 0 0 0,-3 2 0 0 0,1-2 0 0 0,5 1 0 0 0,5 4 0 0 0,-2-2 0 0 0,-4 2 0 0 0,7-3 0 0 0,-2 1 0 0 0,2-3 0 0 0,8 2 0 0 0,-2-2 0 0 0,5 1 0 0 0,-4 4 0 0 0,0 3 0 0 0,-1-2 0 0 0,0 1 0 0 0,7-3 0 0 0,6-1 0 0 0,8-2 0 0 0,-5 1 0 0 0,1-2 0 0 0,2-4 0 0 0,0 2 0 0 0,1-2 0 0 0,4-2 0 0 0,3 2 0 0 0,-8 0 0 0 0,-2 2 0 0 0,8 0 0 0 0,-5 3 0 0 0,4 4 0 0 0,5-2 0 0 0,-3-3 0 0 0,-11 0 0 0 0,-1-1 0 0 0,1-4 0 0 0,0 1 0 0 0,2 0 0 0 0,0-2 0 0 0,1 2 0 0 0,-6 0 0 0 0,-5 3 0 0 0,-4-1 0 0 0,-1 2 0 0 0,0 5 0 0 0,-1-1 0 0 0,-5-5 0 0 0,-7 2 0 0 0,-1-3 0 0 0,-3 2 0 0 0,2-1 0 0 0,2-4 0 0 0,5 3 0 0 0,-2 4 0 0 0,-10-2 0 0 0,-6 3 0 0 0,1-1 0 0 0,0-5 0 0 0,-1 2 0 0 0,-1 3 0 0 0,-7-1 0 0 0,-2 3 0 0 0,-1-3 0 0 0,-3-4 0 0 0,-7-4 0 0 0,-10 3 0 0 0,-11 3 0 0 0,-4 1 0 0 0,-6 2 0 0 0,-5 4 0 0 0,-4 3 0 0 0,-3 4 0 0 0,-2 1 0 0 0,0 2 0 0 0,-7 0 0 0 0,-6-4 0 0 0,-6-3 0 0 0,-6 1 0 0 0,2 1 0 0 0,0 2 0 0 0,-7 1 0 0 0,-9 1 0 0 0,2 0 0 0 0,3 1 0 0 0,-4 0 0 0 0,-1 0 0 0 0,2 1 0 0 0,-4-1 0 0 0,0 0 0 0 0,2 0 0 0 0,2 0 0 0 0,-3 0 0 0 0,-5 0 0 0 0,0 0 0 0 0,-9 0 0 0 0,-4 0 0 0 0,6 0 0 0 0,3 0 0 0 0,-7 0 0 0 0,-4 0 0 0 0,3 0 0 0 0,-4 0 0 0 0,-3 0 0 0 0,10 0 0 0 0,-2 0 0 0 0,-2 0 0 0 0,5 0 0 0 0,-1 0 0 0 0,-5 0 0 0 0,-4 5 0 0 0,8 2 0 0 0,5 0 0 0 0,4-2 0 0 0,0 5 0 0 0,-3-1 0 0 0,-3 4 0 0 0,7 0 0 0 0,6-3 0 0 0,-1-2 0 0 0,1-3 0 0 0,3-3 0 0 0,-4-1 0 0 0,0 5 0 0 0,1 0 0 0 0,8 0 0 0 0,4 4 0 0 0,-4 1 0 0 0,-3 2 0 0 0,6 1 0 0 0,2-3 0 0 0,5 2 0 0 0,6-2 0 0 0,1-1 0 0 0,3 1 0 0 0,2 0 0 0 0,-1-2 0 0 0,0 2 0 0 0,3 0 0 0 0,2-3 0 0 0,1-2 0 0 0,8 3 0 0 0,3 0 0 0 0,-1-1 0 0 0,5 2 0 0 0,1 1 0 0 0,8-3 0 0 0,6 4 0 0 0,10-1 0 0 0,8-3 0 0 0,8-1 0 0 0,6-4 0 0 0,3 0 0 0 0,1-3 0 0 0,2 0 0 0 0,-1 0 0 0 0,1-1 0 0 0,-1 1 0 0 0,-1 0 0 0 0,1-1 0 0 0,-1 1 0 0 0,5 0 0 0 0,2 0 0 0 0,-1 0 0 0 0,10 0 0 0 0,1 0 0 0 0,-1 0 0 0 0,-5 0 0 0 0,8 0 0 0 0,4-5 0 0 0,5-2 0 0 0,2 0 0 0 0,7 2 0 0 0,-4-4 0 0 0,4 0 0 0 0,6 1 0 0 0,1 2 0 0 0,3 2 0 0 0,4 2 0 0 0,-1-4 0 0 0,-5-2 0 0 0,2 2 0 0 0,-3 1 0 0 0,2 2 0 0 0,4 1 0 0 0,3-5 0 0 0,3 0 0 0 0,3 0 0 0 0,-3 2 0 0 0,-7 2 0 0 0,5 1 0 0 0,3 1 0 0 0,-2 0 0 0 0,-1-4 0 0 0,-4-1 0 0 0,0-1 0 0 0,2 2 0 0 0,2 2 0 0 0,-2 0 0 0 0,0 2 0 0 0,2 1 0 0 0,-9 0 0 0 0,-1 0 0 0 0,3-5 0 0 0,-8-2 0 0 0,1 1 0 0 0,4 1 0 0 0,-6 1 0 0 0,-4 2 0 0 0,-8 0 0 0 0,3 2 0 0 0,6-5 0 0 0,-3-2 0 0 0,-7 1 0 0 0,4 0 0 0 0,1 3 0 0 0,0 1 0 0 0,-3 1 0 0 0,-8 0 0 0 0,-7 1 0 0 0,-5 0 0 0 0,-4 1 0 0 0,-2-1 0 0 0,-2 0 0 0 0,0 0 0 0 0,-1 0 0 0 0,-4-5 0 0 0,-2-2 0 0 0,0 1 0 0 0,-8 0 0 0 0,-13 2 0 0 0,-11 2 0 0 0,-10 1 0 0 0,-7 0 0 0 0,-3 1 0 0 0,-4 0 0 0 0,0 1 0 0 0,0-1 0 0 0,0 0 0 0 0,-4 0 0 0 0,-2 1 0 0 0,1-1 0 0 0,-4 0 0 0 0,1 0 0 0 0,-5 0 0 0 0,2 0 0 0 0,-8 0 0 0 0,0 0 0 0 0,-3 0 0 0 0,-1 0 0 0 0,-7 0 0 0 0,1 0 0 0 0,-4 0 0 0 0,-1 0 0 0 0,0 0 0 0 0,-4 0 0 0 0,-6 0 0 0 0,-6 0 0 0 0,-4 0 0 0 0,-3 0 0 0 0,-2 0 0 0 0,-1 0 0 0 0,5 0 0 0 0,1 0 0 0 0,0 5 0 0 0,-6 2 0 0 0,3-1 0 0 0,0 5 0 0 0,0 0 0 0 0,-1-2 0 0 0,5-3 0 0 0,-3 4 0 0 0,-4-1 0 0 0,5-1 0 0 0,1 3 0 0 0,0-1 0 0 0,9-1 0 0 0,2-3 0 0 0,-6-2 0 0 0,-6 3 0 0 0,7 1 0 0 0,2-1 0 0 0,-2 3 0 0 0,8 0 0 0 0,1 4 0 0 0,2-1 0 0 0,2 3 0 0 0,2-1 0 0 0,-2 2 0 0 0,3-3 0 0 0,4-2 0 0 0,-4 1 0 0 0,3-2 0 0 0,3 4 0 0 0,0-2 0 0 0,5 2 0 0 0,2-1 0 0 0,3-3 0 0 0,1-3 0 0 0,2-4 0 0 0,5 4 0 0 0,-2 0 0 0 0,1-2 0 0 0,-2 4 0 0 0,1 0 0 0 0,2-1 0 0 0,3 2 0 0 0,3 0 0 0 0,2-2 0 0 0,12-3 0 0 0,14-2 0 0 0,15-2 0 0 0,10-6 0 0 0,8-3 0 0 0,4 0 0 0 0,3 1 0 0 0,0-3 0 0 0,1-1 0 0 0,-1-4 0 0 0,0 1 0 0 0,-1-2 0 0 0,-1 0 0 0 0,0 4 0 0 0,5-3 0 0 0,2 3 0 0 0,4-4 0 0 0,7 2 0 0 0,-1-2 0 0 0,2-5 0 0 0,4 2 0 0 0,2 4 0 0 0,3 4 0 0 0,1-1 0 0 0,1 1 0 0 0,1-4 0 0 0,1-3 0 0 0,-1 0 0 0 0,0-2 0 0 0,5 3 0 0 0,7-2 0 0 0,-3 2 0 0 0,-5-1 0 0 0,4 3 0 0 0,-6-3 0 0 0,2 3 0 0 0,1 3 0 0 0,-1-2 0 0 0,4 2 0 0 0,-4-3 0 0 0,-4 1 0 0 0,4-3 0 0 0,-4 2 0 0 0,3 3 0 0 0,1-1 0 0 0,-5 0 0 0 0,-3 3 0 0 0,-1-2 0 0 0,-4 0 0 0 0,-2-3 0 0 0,7 1 0 0 0,-1 3 0 0 0,0 3 0 0 0,-5 2 0 0 0,-5 3 0 0 0,-6 1 0 0 0,-4-4 0 0 0,1-2 0 0 0,0 1 0 0 0,-1 1 0 0 0,-2 2 0 0 0,-1 1 0 0 0,-2-4 0 0 0,-1-2 0 0 0,0 2 0 0 0,0 1 0 0 0,-1 1 0 0 0,1 2 0 0 0,-1 1 0 0 0,1 1 0 0 0,-6 5 0 0 0,-11 2 0 0 0,-9 5 0 0 0,-5 6 0 0 0,-8 0 0 0 0,-8-4 0 0 0,-6 2 0 0 0,1 3 0 0 0,-2-2 0 0 0,-7 2 0 0 0,-4 3 0 0 0,-1 2 0 0 0,-1 3 0 0 0,2-3 0 0 0,1-1 0 0 0,0 2 0 0 0,1 1 0 0 0,1-4 0 0 0,0 0 0 0 0,-5 1 0 0 0,-1 3 0 0 0,0-4 0 0 0,-5 5 0 0 0,1 3 0 0 0,1 2 0 0 0,3-5 0 0 0,-4 4 0 0 0,1 2 0 0 0,-4 0 0 0 0,-4 0 0 0 0,0 0 0 0 0,3-1 0 0 0,-1 4 0 0 0,2-3 0 0 0,3 3 0 0 0,-2 1 0 0 0,-4 4 0 0 0,1-5 0 0 0,3-3 0 0 0,3 4 0 0 0,-2 0 0 0 0,2-1 0 0 0,-4-1 0 0 0,1-1 0 0 0,2 3 0 0 0,3-3 0 0 0,-3-4 0 0 0,1 5 0 0 0,2 1 0 0 0,2-5 0 0 0,-4 2 0 0 0,6 1 0 0 0,3-6 0 0 0,-4-1 0 0 0,4 4 0 0 0,2 3 0 0 0,-4-5 0 0 0,3-2 0 0 0,2 5 0 0 0,0-3 0 0 0,0-7 0 0 0,4 4 0 0 0,1 3 0 0 0,0-4 0 0 0,-2-1 0 0 0,3 1 0 0 0,1 1 0 0 0,-2 2 0 0 0,3 1 0 0 0,0 1 0 0 0,-2 0 0 0 0,2 1 0 0 0,6 0 0 0 0,4 0 0 0 0,9-5 0 0 0,11-7 0 0 0,8-7 0 0 0,6-5 0 0 0,5-4 0 0 0,3-3 0 0 0,0-6 0 0 0,1-2 0 0 0,0 0 0 0 0,4-4 0 0 0,-3-5 0 0 0,2-5 0 0 0,1 2 0 0 0,-7-2 0 0 0,3-2 0 0 0,1-2 0 0 0,0 4 0 0 0,-1-1 0 0 0,5-1 0 0 0,-5-1 0 0 0,4 3 0 0 0,4 0 0 0 0,-3-7 0 0 0,2-3 0 0 0,4-2 0 0 0,0 0 0 0 0,4 5 0 0 0,3-2 0 0 0,4-2 0 0 0,-2-5 0 0 0,0-2 0 0 0,-4 7 0 0 0,-4-3 0 0 0,0 1 0 0 0,8-5 0 0 0,6-1 0 0 0,-2 1 0 0 0,0 3 0 0 0,5-3 0 0 0,-2-6 0 0 0,0 1 0 0 0,-6 7 0 0 0,-2 0 0 0 0,-3 1 0 0 0,-6 2 0 0 0,0-4 0 0 0,4 4 0 0 0,4-1 0 0 0,-1-6 0 0 0,1-1 0 0 0,3 2 0 0 0,-3 8 0 0 0,0-1 0 0 0,-2 0 0 0 0,-1-5 0 0 0,-2 4 0 0 0,2 4 0 0 0,-3 0 0 0 0,-3-3 0 0 0,1 2 0 0 0,4 3 0 0 0,0 1 0 0 0,1-1 0 0 0,4-5 0 0 0,-2-3 0 0 0,-4 6 0 0 0,0 2 0 0 0,-2 1 0 0 0,-3 0 0 0 0,-4 5 0 0 0,-2 1 0 0 0,-3-1 0 0 0,-1 4 0 0 0,0-1 0 0 0,-1 3 0 0 0,0 0 0 0 0,0-3 0 0 0,1 2 0 0 0,-6-1 0 0 0,-1 2 0 0 0,0 5 0 0 0,-4-1 0 0 0,0 1 0 0 0,2-2 0 0 0,2 1 0 0 0,3 3 0 0 0,-4-2 0 0 0,0 1 0 0 0,-10 2 0 0 0,-11 3 0 0 0,-8 7 0 0 0,-1 10 0 0 0,-5 2 0 0 0,-6 4 0 0 0,0 5 0 0 0,-2 3 0 0 0,-3-2 0 0 0,-3 1 0 0 0,3 0 0 0 0,1-3 0 0 0,-2-5 0 0 0,3 5 0 0 0,6 4 0 0 0,-6-2 0 0 0,-4 0 0 0 0,2 2 0 0 0,0 1 0 0 0,-2 2 0 0 0,-1 1 0 0 0,3 2 0 0 0,-4-6 0 0 0,-4 5 0 0 0,4 1 0 0 0,1-4 0 0 0,1 4 0 0 0,-8 2 0 0 0,4 6 0 0 0,0-4 0 0 0,-5 2 0 0 0,-2 1 0 0 0,-5 4 0 0 0,-1 0 0 0 0,6-1 0 0 0,-1-4 0 0 0,1 4 0 0 0,-4-1 0 0 0,-1 4 0 0 0,2-1 0 0 0,2-2 0 0 0,2-3 0 0 0,2-2 0 0 0,1-3 0 0 0,6-1 0 0 0,-3-1 0 0 0,-1-6 0 0 0,3-2 0 0 0,-3 6 0 0 0,-3-2 0 0 0,6-1 0 0 0,1 1 0 0 0,0 1 0 0 0,-1-4 0 0 0,4-2 0 0 0,-4 2 0 0 0,2 1 0 0 0,0-3 0 0 0,5 0 0 0 0,-5 1 0 0 0,-4-3 0 0 0,4 0 0 0 0,0 2 0 0 0,-1 3 0 0 0,0-4 0 0 0,3 1 0 0 0,1 1 0 0 0,-2-2 0 0 0,4-1 0 0 0,5 2 0 0 0,5-8 0 0 0,10-6 0 0 0,5-10 0 0 0,6-5 0 0 0,7-5 0 0 0,5-2 0 0 0,0-4 0 0 0,0 2 0 0 0,2-2 0 0 0,-4-3 0 0 0,1 2 0 0 0,1 4 0 0 0,2 0 0 0 0,-3-3 0 0 0,0 1 0 0 0,6-1 0 0 0,-1-4 0 0 0,0 3 0 0 0,1-1 0 0 0,0 3 0 0 0,1-1 0 0 0,1-2 0 0 0,1 2 0 0 0,-1-2 0 0 0,1 3 0 0 0,0 0 0 0 0,0-4 0 0 0,0-2 0 0 0,0 2 0 0 0,5-1 0 0 0,2-1 0 0 0,0-3 0 0 0,-2 4 0 0 0,-2 0 0 0 0,0-1 0 0 0,-2 2 0 0 0,-6 1 0 0 0,3 3 0 0 0,2-1 0 0 0,1-2 0 0 0,0 2 0 0 0,-5-1 0 0 0,-3-3 0 0 0,1 3 0 0 0,1-1 0 0 0,1 3 0 0 0,2-1 0 0 0,0 3 0 0 0,2-2 0 0 0,-6-2 0 0 0,-1-4 0 0 0,1 2 0 0 0,0 4 0 0 0,-3 1 0 0 0,0-3 0 0 0,1 2 0 0 0,2 4 0 0 0,-3-1 0 0 0,-11 2 0 0 0,-12 2 0 0 0,-12 4 0 0 0,-8 2 0 0 0,-6 8 0 0 0,-4 8 0 0 0,-1 2 0 0 0,-2-2 0 0 0,1 3 0 0 0,0 4 0 0 0,1-1 0 0 0,1 1 0 0 0,-1-2 0 0 0,1 1 0 0 0,1-3 0 0 0,-1 2 0 0 0,0 3 0 0 0,-5-2 0 0 0,4 1 0 0 0,-4 3 0 0 0,-6 3 0 0 0,-6-3 0 0 0,5 0 0 0 0,-1 1 0 0 0,-3 3 0 0 0,1 2 0 0 0,3-5 0 0 0,-1 6 0 0 0,-5 2 0 0 0,-3 1 0 0 0,-4 1 0 0 0,8-1 0 0 0,1 1 0 0 0,-2-1 0 0 0,-2-1 0 0 0,1 0 0 0 0,5 0 0 0 0,-1 0 0 0 0,-3 0 0 0 0,1-1 0 0 0,4 1 0 0 0,4-5 0 0 0,4-3 0 0 0,3 2 0 0 0,1-5 0 0 0,-4 0 0 0 0,4 2 0 0 0,2-3 0 0 0,2 0 0 0 0,-1-2 0 0 0,5 0 0 0 0,2 3 0 0 0,-2 4 0 0 0,-1-3 0 0 0,-1 0 0 0 0,-3-3 0 0 0,5 1 0 0 0,0-4 0 0 0,5 2 0 0 0,1-2 0 0 0,2 1 0 0 0,10-2 0 0 0,11-3 0 0 0,10-4 0 0 0,8-3 0 0 0,-1-7 0 0 0,2-3 0 0 0,2-1 0 0 0,2-4 0 0 0,1-1 0 0 0,1-3 0 0 0,6-4 0 0 0,2 1 0 0 0,0 3 0 0 0,3 0 0 0 0,1-4 0 0 0,4-3 0 0 0,-2 1 0 0 0,3 6 0 0 0,4-1 0 0 0,4-3 0 0 0,-3-3 0 0 0,1-4 0 0 0,1 4 0 0 0,-2-1 0 0 0,-1-1 0 0 0,3 3 0 0 0,-4 0 0 0 0,1 4 0 0 0,2 0 0 0 0,-3-4 0 0 0,1 3 0 0 0,7-1 0 0 0,-1-3 0 0 0,1-2 0 0 0,0-3 0 0 0,1 3 0 0 0,2 1 0 0 0,-6 4 0 0 0,0 0 0 0 0,0-2 0 0 0,1-2 0 0 0,-3 2 0 0 0,-6 5 0 0 0,-5 0 0 0 0,-5 2 0 0 0,2-1 0 0 0,-1-3 0 0 0,-1 1 0 0 0,4-2 0 0 0,-1 2 0 0 0,-1 5 0 0 0,-2-1 0 0 0,-3 1 0 0 0,-1-2 0 0 0,-1 1 0 0 0,-6-3 0 0 0,-3 2 0 0 0,1 3 0 0 0,1-1 0 0 0,2 0 0 0 0,-4-2 0 0 0,-1 1 0 0 0,-9 2 0 0 0,-12 4 0 0 0,-11 3 0 0 0,-10 7 0 0 0,-6 3 0 0 0,-4 1 0 0 0,-3-1 0 0 0,5 3 0 0 0,2 1 0 0 0,-5 4 0 0 0,-3 4 0 0 0,0 0 0 0 0,-6-4 0 0 0,-1 1 0 0 0,7 4 0 0 0,-1-2 0 0 0,-1 2 0 0 0,1-3 0 0 0,2-4 0 0 0,0 2 0 0 0,1 3 0 0 0,-4 4 0 0 0,-2-2 0 0 0,1-3 0 0 0,-5 0 0 0 0,-4 3 0 0 0,-6 3 0 0 0,-4 3 0 0 0,-3 3 0 0 0,3-3 0 0 0,6-1 0 0 0,6-5 0 0 0,5 0 0 0 0,-1 2 0 0 0,2-3 0 0 0,0 2 0 0 0,3 1 0 0 0,2-2 0 0 0,1-4 0 0 0,1 0 0 0 0,0 3 0 0 0,0 4 0 0 0,-4-2 0 0 0,-3 0 0 0 0,-4-2 0 0 0,4 0 0 0 0,4-2 0 0 0,2-4 0 0 0,2 0 0 0 0,0 0 0 0 0,0 1 0 0 0,0 5 0 0 0,0-1 0 0 0,0-3 0 0 0,4 1 0 0 0,3-2 0 0 0,-1 2 0 0 0,-2-2 0 0 0,-1-2 0 0 0,9-4 0 0 0,8-8 0 0 0,10-4 0 0 0,11-1 0 0 0,3-4 0 0 0,5-7 0 0 0,4 0 0 0 0,4 4 0 0 0,-3-3 0 0 0,-1 3 0 0 0,2-3 0 0 0,-4-3 0 0 0,0 1 0 0 0,2 4 0 0 0,1-1 0 0 0,3-3 0 0 0,2 2 0 0 0,6-3 0 0 0,3-2 0 0 0,-6-3 0 0 0,-2 2 0 0 0,3 5 0 0 0,8 0 0 0 0,1-2 0 0 0,4-3 0 0 0,0 2 0 0 0,-3-1 0 0 0,2-1 0 0 0,-2-4 0 0 0,-2 4 0 0 0,-4 0 0 0 0,-2 4 0 0 0,-3-1 0 0 0,0 4 0 0 0,-2-2 0 0 0,1-2 0 0 0,-1 1 0 0 0,0-1 0 0 0,1 2 0 0 0,-6 0 0 0 0,-1 2 0 0 0,-6-2 0 0 0,1 3 0 0 0,1 2 0 0 0,-7 5 0 0 0,-12 3 0 0 0,-10 2 0 0 0,-10 1 0 0 0,-7 7 0 0 0,-3 1 0 0 0,-3 1 0 0 0,-1-2 0 0 0,5 3 0 0 0,-3 1 0 0 0,-2 3 0 0 0,5 5 0 0 0,-3 0 0 0 0,-2-4 0 0 0,-5 1 0 0 0,3 4 0 0 0,-2-2 0 0 0,-1-4 0 0 0,1 2 0 0 0,-3 3 0 0 0,-1-2 0 0 0,7 2 0 0 0,-1 4 0 0 0,0-3 0 0 0,1 1 0 0 0,-5-3 0 0 0,0 1 0 0 0,0 3 0 0 0,-2 2 0 0 0,-1 4 0 0 0,2 1 0 0 0,-2-3 0 0 0,5-1 0 0 0,4-5 0 0 0,-2 0 0 0 0,3 2 0 0 0,-2-3 0 0 0,-1 2 0 0 0,1 1 0 0 0,0 3 0 0 0,1-2 0 0 0,1-6 0 0 0,-5 1 0 0 0,4 2 0 0 0,3 3 0 0 0,-5-2 0 0 0,4 0 0 0 0,2-2 0 0 0,1 0 0 0 0,0 3 0 0 0,-1-3 0 0 0,-1 2 0 0 0,0-4 0 0 0,5 2 0 0 0,2-3 0 0 0,-2-3 0 0 0,5 0 0 0 0,0 5 0 0 0,-2 4 0 0 0,-2-2 0 0 0,-3 2 0 0 0,-1 2 0 0 0,-2-3 0 0 0,4 1 0 0 0,13-4 0 0 0,13-4 0 0 0,6-10 0 0 0,8-5 0 0 0,2-8 0 0 0,2-2 0 0 0,5 1 0 0 0,-3-3 0 0 0,1 1 0 0 0,3-2 0 0 0,-4-5 0 0 0,1 2 0 0 0,6 4 0 0 0,0-1 0 0 0,0 1 0 0 0,0-1 0 0 0,2 2 0 0 0,0-3 0 0 0,1 2 0 0 0,1 3 0 0 0,-1-1 0 0 0,1-5 0 0 0,0 1 0 0 0,0-2 0 0 0,0 2 0 0 0,0-1 0 0 0,0 1 0 0 0,0 0 0 0 0,0 1 0 0 0,0 4 0 0 0,5-2 0 0 0,-4-4 0 0 0,-1 2 0 0 0,-2-3 0 0 0,1 2 0 0 0,-1 4 0 0 0,6-2 0 0 0,2-3 0 0 0,0-4 0 0 0,4 1 0 0 0,1 5 0 0 0,-8-1 0 0 0,-3 2 0 0 0,-3-1 0 0 0,0 1 0 0 0,0 4 0 0 0,1 3 0 0 0,-5-3 0 0 0,4 1 0 0 0,3-3 0 0 0,-4-6 0 0 0,-2 2 0 0 0,1 2 0 0 0,0 4 0 0 0,2 4 0 0 0,-4-3 0 0 0,-1 1 0 0 0,1 1 0 0 0,-9 2 0 0 0,-12 2 0 0 0,-12 7 0 0 0,-10 7 0 0 0,-7 3 0 0 0,-3 3 0 0 0,-9 0 0 0 0,3 1 0 0 0,-3 4 0 0 0,0 3 0 0 0,0 2 0 0 0,3-3 0 0 0,0-1 0 0 0,3-4 0 0 0,0 0 0 0 0,1 2 0 0 0,0 3 0 0 0,1-3 0 0 0,-1 0 0 0 0,1 2 0 0 0,-1 3 0 0 0,1 1 0 0 0,-1-3 0 0 0,5-1 0 0 0,2-4 0 0 0,0-1 0 0 0,4 3 0 0 0,0-3 0 0 0,-2 2 0 0 0,-2 1 0 0 0,-3 3 0 0 0,-1-2 0 0 0,3 0 0 0 0,2 1 0 0 0,-2-2 0 0 0,5-1 0 0 0,-1 2 0 0 0,-1-2 0 0 0,-3 0 0 0 0,4 2 0 0 0,-1 2 0 0 0,-1-2 0 0 0,3 0 0 0 0,0-4 0 0 0,3 1 0 0 0,-1-4 0 0 0,3 2 0 0 0,-1-3 0 0 0,1 2 0 0 0,5 3 0 0 0,-3-1 0 0 0,2 1 0 0 0,-3-2 0 0 0,7-5 0 0 0,9-3 0 0 0,9-4 0 0 0,9-3 0 0 0,6-2 0 0 0,4-5 0 0 0,1-8 0 0 0,2-7 0 0 0,0 0 0 0 0,-1 4 0 0 0,6-1 0 0 0,-5-3 0 0 0,3-3 0 0 0,1 2 0 0 0,-1 0 0 0 0,-1-2 0 0 0,-2-3 0 0 0,5 4 0 0 0,5 0 0 0 0,7-2 0 0 0,0-1 0 0 0,-4-2 0 0 0,2 3 0 0 0,-3 1 0 0 0,1-1 0 0 0,4-2 0 0 0,-6-1 0 0 0,-1-2 0 0 0,3-1 0 0 0,4-1 0 0 0,4 1 0 0 0,-2-7 0 0 0,-4 4 0 0 0,0 2 0 0 0,-4 2 0 0 0,-2-1 0 0 0,0 1 0 0 0,5-1 0 0 0,4 0 0 0 0,-6 0 0 0 0,-1 4 0 0 0,-2 3 0 0 0,-8-2 0 0 0,0 0 0 0 0,0 3 0 0 0,-1 0 0 0 0,0-1 0 0 0,-1-2 0 0 0,4-2 0 0 0,2 4 0 0 0,-6 0 0 0 0,-3 4 0 0 0,-1 1 0 0 0,0 2 0 0 0,-5 0 0 0 0,-6-4 0 0 0,-1 3 0 0 0,2 3 0 0 0,-2-1 0 0 0,1 3 0 0 0,-1-3 0 0 0,1 2 0 0 0,-8 2 0 0 0,-10 4 0 0 0,-10 3 0 0 0,-9 2 0 0 0,-6 1 0 0 0,-4 1 0 0 0,-2 6 0 0 0,-1 2 0 0 0,0 4 0 0 0,1 1 0 0 0,0-2 0 0 0,0 2 0 0 0,1 4 0 0 0,-6 5 0 0 0,0-2 0 0 0,-1 2 0 0 0,-3-4 0 0 0,5 1 0 0 0,-3 2 0 0 0,-3-2 0 0 0,-2 0 0 0 0,-2 3 0 0 0,-5 3 0 0 0,-4 2 0 0 0,7 1 0 0 0,-3-3 0 0 0,1-1 0 0 0,-1 1 0 0 0,3 1 0 0 0,-2 1 0 0 0,-1 2 0 0 0,1-4 0 0 0,5-2 0 0 0,-1 1 0 0 0,-2 2 0 0 0,0 2 0 0 0,-1-5 0 0 0,-3 0 0 0 0,3 1 0 0 0,3 1 0 0 0,0 2 0 0 0,2-3 0 0 0,4-1 0 0 0,-3 1 0 0 0,2 1 0 0 0,2 3 0 0 0,2-5 0 0 0,3 0 0 0 0,-4 1 0 0 0,0-4 0 0 0,0 1 0 0 0,2-4 0 0 0,2 0 0 0 0,2-2 0 0 0,0 1 0 0 0,1 4 0 0 0,0-2 0 0 0,1 1 0 0 0,-1-3 0 0 0,6 2 0 0 0,1-3 0 0 0,0-4 0 0 0,-1-3 0 0 0,3 2 0 0 0,11-1 0 0 0,13-2 0 0 0,10-2 0 0 0,10-2 0 0 0,5-1 0 0 0,4-2 0 0 0,2-5 0 0 0,0-2 0 0 0,0-6 0 0 0,0 1 0 0 0,-1 1 0 0 0,5 3 0 0 0,-4-3 0 0 0,3 2 0 0 0,0-5 0 0 0,5-4 0 0 0,6 1 0 0 0,0-2 0 0 0,3 2 0 0 0,-3 5 0 0 0,-3 3 0 0 0,6-1 0 0 0,6-5 0 0 0,-2 1 0 0 0,0-3 0 0 0,2-4 0 0 0,-4 2 0 0 0,0-1 0 0 0,2 3 0 0 0,2-2 0 0 0,1-1 0 0 0,3 1 0 0 0,-4 5 0 0 0,-7-1 0 0 0,-1 2 0 0 0,2-2 0 0 0,3-3 0 0 0,3 1 0 0 0,-3-2 0 0 0,0-3 0 0 0,-4 3 0 0 0,-4 4 0 0 0,-1 4 0 0 0,4 0 0 0 0,-1-4 0 0 0,-4 0 0 0 0,2-2 0 0 0,-8-3 0 0 0,2 1 0 0 0,-2 4 0 0 0,-1-1 0 0 0,-2 3 0 0 0,-1-2 0 0 0,-1 2 0 0 0,-1-3 0 0 0,-1 2 0 0 0,1-2 0 0 0,-1 2 0 0 0,-4-3 0 0 0,-3 3 0 0 0,1 3 0 0 0,2 3 0 0 0,-4-2 0 0 0,-1-4 0 0 0,2 0 0 0 0,-3-3 0 0 0,0 1 0 0 0,-4-1 0 0 0,2 2 0 0 0,-3-2 0 0 0,-4-4 0 0 0,-4-2 0 0 0,-8 2 0 0 0,-4-1 0 0 0,-6 4 0 0 0,-2-1 0 0 0,-3 3 0 0 0,-5 5 0 0 0,-4 3 0 0 0,-2 4 0 0 0,2-3 0 0 0,1 0 0 0 0,0 0 0 0 0,-3 3 0 0 0,0 1 0 0 0,-3 1 0 0 0,0 1 0 0 0,0 1 0 0 0,-6 0 0 0 0,-2 1 0 0 0,0-1 0 0 0,-4 0 0 0 0,-5 1 0 0 0,-5-1 0 0 0,-5 0 0 0 0,-2 0 0 0 0,-2 0 0 0 0,4 0 0 0 0,1 0 0 0 0,5 0 0 0 0,6 0 0 0 0,6 0 0 0 0,3 0 0 0 0,-2 0 0 0 0,-5 0 0 0 0,0 0 0 0 0,-4 0 0 0 0,-4 5 0 0 0,-4 7 0 0 0,2 2 0 0 0,5 3 0 0 0,0-1 0 0 0,3-3 0 0 0,-1-4 0 0 0,1 2 0 0 0,4-1 0 0 0,4 3 0 0 0,2 4 0 0 0,-3 0 0 0 0,-6-3 0 0 0,5 1 0 0 0,-1-2 0 0 0,0 2 0 0 0,2 4 0 0 0,-2 3 0 0 0,-1-1 0 0 0,2-4 0 0 0,-3-1 0 0 0,6 3 0 0 0,3 4 0 0 0,3-3 0 0 0,-5-5 0 0 0,4 1 0 0 0,2 3 0 0 0,1-2 0 0 0,0 1 0 0 0,4 3 0 0 0,2-2 0 0 0,-2 1 0 0 0,-1 2 0 0 0,4 3 0 0 0,-1-3 0 0 0,4 0 0 0 0,0 2 0 0 0,-2 1 0 0 0,-4 3 0 0 0,4 1 0 0 0,3 1 0 0 0,6 0 0 0 0,5 2 0 0 0,3-1 0 0 0,2 0 0 0 0,6-5 0 0 0,8-7 0 0 0,2-2 0 0 0,3-3 0 0 0,4-5 0 0 0,4-3 0 0 0,2-3 0 0 0,2-2 0 0 0,1-1 0 0 0,0-1 0 0 0,1 0 0 0 0,5 1 0 0 0,1-1 0 0 0,0 1 0 0 0,4-1 0 0 0,-1 1 0 0 0,-1 0 0 0 0,-2 0 0 0 0,-3 0 0 0 0,-2 0 0 0 0,-1-5 0 0 0,-1-2 0 0 0,-1-5 0 0 0,6 0 0 0 0,1-4 0 0 0,0 2 0 0 0,4 2 0 0 0,1 4 0 0 0,3-3 0 0 0,-6-4 0 0 0,1 1 0 0 0,4-3 0 0 0,5 1 0 0 0,0-1 0 0 0,-4 1 0 0 0,-4-1 0 0 0,-3-3 0 0 0,-4 2 0 0 0,3 4 0 0 0,-4-1 0 0 0,-3 2 0 0 0,4-2 0 0 0,-4-4 0 0 0,4 2 0 0 0,1 3 0 0 0,-6 0 0 0 0,-1 1 0 0 0,3-2 0 0 0,3 1 0 0 0,1-1 0 0 0,-6-4 0 0 0,-3-5 0 0 0,5 3 0 0 0,3 5 0 0 0,-5-1 0 0 0,3-2 0 0 0,-4-3 0 0 0,-1 2 0 0 0,0 4 0 0 0,1 0 0 0 0,-5-3 0 0 0,-1 2 0 0 0,1 4 0 0 0,-3-1 0 0 0,-5-3 0 0 0,0 0 0 0 0,-3-1 0 0 0,3 2 0 0 0,3 4 0 0 0,-1-1 0 0 0,-4-4 0 0 0,2 1 0 0 0,-2-2 0 0 0,-4-3 0 0 0,-2-4 0 0 0,-9-2 0 0 0,-8 4 0 0 0,-9 4 0 0 0,0 2 0 0 0,-3 3 0 0 0,-2 4 0 0 0,-3 3 0 0 0,-2 4 0 0 0,-1 2 0 0 0,0 0 0 0 0,-7 2 0 0 0,-1 0 0 0 0,0 0 0 0 0,1-1 0 0 0,2 1 0 0 0,2-1 0 0 0,1 0 0 0 0,-5 0 0 0 0,-6 0 0 0 0,-6 0 0 0 0,-1 0 0 0 0,4 0 0 0 0,4 0 0 0 0,-2 0 0 0 0,-3 0 0 0 0,1 0 0 0 0,-2 0 0 0 0,1 0 0 0 0,4 0 0 0 0,-1 0 0 0 0,2 0 0 0 0,-4 0 0 0 0,-3 0 0 0 0,1 5 0 0 0,-1 2 0 0 0,1 0 0 0 0,5 3 0 0 0,-2 1 0 0 0,8 3 0 0 0,-2 0 0 0 0,-3 2 0 0 0,-6-1 0 0 0,1-4 0 0 0,2 3 0 0 0,4-3 0 0 0,-2 4 0 0 0,7 3 0 0 0,-1-1 0 0 0,1-3 0 0 0,0 1 0 0 0,2-2 0 0 0,6 2 0 0 0,4-1 0 0 0,-1-4 0 0 0,5 2 0 0 0,0 0 0 0 0,-1 2 0 0 0,-3-1 0 0 0,3 2 0 0 0,-1-1 0 0 0,-1 3 0 0 0,3 3 0 0 0,0-2 0 0 0,3 1 0 0 0,10-2 0 0 0,11-4 0 0 0,10-5 0 0 0,8-8 0 0 0,6-5 0 0 0,-2-6 0 0 0,-1-2 0 0 0,7-3 0 0 0,2-5 0 0 0,2-4 0 0 0,4-2 0 0 0,1 2 0 0 0,-6 1 0 0 0,0 0 0 0 0,1 3 0 0 0,-1 0 0 0 0,-2-2 0 0 0,5-1 0 0 0,6-3 0 0 0,-4-2 0 0 0,1-1 0 0 0,4 5 0 0 0,0 1 0 0 0,3-1 0 0 0,-2-1 0 0 0,-3-1 0 0 0,-4 4 0 0 0,2 0 0 0 0,-1-1 0 0 0,4-7 0 0 0,-1-3 0 0 0,-2 4 0 0 0,2 2 0 0 0,-1 0 0 0 0,-2 0 0 0 0,-3 5 0 0 0,3 0 0 0 0,0 0 0 0 0,-2-2 0 0 0,-2 3 0 0 0,-2-4 0 0 0,-1-4 0 0 0,-2 3 0 0 0,0 2 0 0 0,0-1 0 0 0,-1-1 0 0 0,1 4 0 0 0,-1 1 0 0 0,1-2 0 0 0,-1-1 0 0 0,1-2 0 0 0,0-1 0 0 0,0-2 0 0 0,0-1 0 0 0,-6 0 0 0 0,-1 5 0 0 0,0 2 0 0 0,2 0 0 0 0,-4-2 0 0 0,-1 4 0 0 0,-3 0 0 0 0,0 5 0 0 0,-3-1 0 0 0,-4-3 0 0 0,-4-2 0 0 0,-3-3 0 0 0,-7 3 0 0 0,-9 5 0 0 0,-8 6 0 0 0,-4 6 0 0 0,-5 2 0 0 0,-2 3 0 0 0,-2 2 0 0 0,1 0 0 0 0,0 0 0 0 0,0 0 0 0 0,-5-1 0 0 0,4 6 0 0 0,2 7 0 0 0,1 0 0 0 0,1 0 0 0 0,-6 1 0 0 0,-6 4 0 0 0,-3 5 0 0 0,2 3 0 0 0,-3-3 0 0 0,1 0 0 0 0,3 7 0 0 0,-3-2 0 0 0,-3-1 0 0 0,6 1 0 0 0,-1 1 0 0 0,-4 0 0 0 0,-4 1 0 0 0,1 6 0 0 0,4-4 0 0 0,-2-2 0 0 0,-2 0 0 0 0,1 5 0 0 0,-7 1 0 0 0,1 1 0 0 0,-6-2 0 0 0,7-1 0 0 0,2-1 0 0 0,0 5 0 0 0,2-5 0 0 0,0 3 0 0 0,-3 0 0 0 0,-8 5 0 0 0,1 0 0 0 0,6-6 0 0 0,0 1 0 0 0,5 0 0 0 0,0 3 0 0 0,-8 7 0 0 0,0-5 0 0 0,0-4 0 0 0,4-3 0 0 0,5-3 0 0 0,1 0 0 0 0,-3-1 0 0 0,-4 5 0 0 0,3 2 0 0 0,4-6 0 0 0,0-2 0 0 0,1 4 0 0 0,-1 2 0 0 0,-3 0 0 0 0,1-6 0 0 0,9-3 0 0 0,0 0 0 0 0,2 0 0 0 0,2-3 0 0 0,2-2 0 0 0,0 2 0 0 0,-3 2 0 0 0,-2 2 0 0 0,1-4 0 0 0,6 0 0 0 0,4-5 0 0 0,1 1 0 0 0,-1-3 0 0 0,5 0 0 0 0,11-2 0 0 0,13-3 0 0 0,11-4 0 0 0,14-8 0 0 0,2-9 0 0 0,2-4 0 0 0,0-3 0 0 0,1 0 0 0 0,0-2 0 0 0,-1-3 0 0 0,1 3 0 0 0,4-2 0 0 0,2 4 0 0 0,0-1 0 0 0,3-3 0 0 0,1-2 0 0 0,-2 1 0 0 0,2 1 0 0 0,11-2 0 0 0,6-3 0 0 0,-2-7 0 0 0,1-3 0 0 0,-5 5 0 0 0,-7 2 0 0 0,6 0 0 0 0,4 1 0 0 0,-3 0 0 0 0,1-2 0 0 0,1-5 0 0 0,2 3 0 0 0,-3 7 0 0 0,-1-3 0 0 0,7-1 0 0 0,3-2 0 0 0,-9 0 0 0 0,-3 4 0 0 0,6-3 0 0 0,3-7 0 0 0,2-2 0 0 0,-4 0 0 0 0,-2 6 0 0 0,-5 4 0 0 0,-5 2 0 0 0,-1 0 0 0 0,-3-1 0 0 0,-3 0 0 0 0,3 4 0 0 0,-2 1 0 0 0,-1-1 0 0 0,-3-2 0 0 0,4 4 0 0 0,-1 1 0 0 0,-6-2 0 0 0,2-2 0 0 0,-1 3 0 0 0,-5 0 0 0 0,-3-1 0 0 0,0-2 0 0 0,1 3 0 0 0,-5 0 0 0 0,-1 4 0 0 0,2-1 0 0 0,2-1 0 0 0,2-4 0 0 0,-4-2 0 0 0,0 3 0 0 0,-4 0 0 0 0,-6-1 0 0 0,1 3 0 0 0,-3 1 0 0 0,3 3 0 0 0,-1-1 0 0 0,-4-2 0 0 0,-7 2 0 0 0,-10 4 0 0 0,-9 4 0 0 0,-7 5 0 0 0,-4 2 0 0 0,-3 2 0 0 0,-1 2 0 0 0,-1-1 0 0 0,1 1 0 0 0,0 0 0 0 0,0 5 0 0 0,0 1 0 0 0,1 5 0 0 0,0 1 0 0 0,0-3 0 0 0,1-2 0 0 0,-1 2 0 0 0,5 5 0 0 0,-3 0 0 0 0,3 3 0 0 0,-4-3 0 0 0,-3 3 0 0 0,0 3 0 0 0,-6 3 0 0 0,-6-3 0 0 0,-1 1 0 0 0,2 2 0 0 0,3 1 0 0 0,4-2 0 0 0,8-1 0 0 0,-2-4 0 0 0,0 1 0 0 0,-1 1 0 0 0,0-2 0 0 0,-5 2 0 0 0,4 1 0 0 0,2-2 0 0 0,-4 1 0 0 0,4 2 0 0 0,-3 3 0 0 0,-1-3 0 0 0,0 0 0 0 0,0-4 0 0 0,2 1 0 0 0,1 1 0 0 0,0-1 0 0 0,1 0 0 0 0,0-2 0 0 0,0 0 0 0 0,1 3 0 0 0,-1-1 0 0 0,1 0 0 0 0,-1 3 0 0 0,0-3 0 0 0,0 1 0 0 0,0-3 0 0 0,6 1 0 0 0,-4-3 0 0 0,-8 2 0 0 0,4 3 0 0 0,-5-3 0 0 0,0 3 0 0 0,1 1 0 0 0,2 4 0 0 0,1-3 0 0 0,1-5 0 0 0,1-1 0 0 0,7 3 0 0 0,1-2 0 0 0,0-4 0 0 0,4 1 0 0 0,0-2 0 0 0,4 3 0 0 0,-1-2 0 0 0,2 2 0 0 0,10-1 0 0 0,4-8 0 0 0,9-5 0 0 0,8-9 0 0 0,6-2 0 0 0,5-5 0 0 0,3-5 0 0 0,7-4 0 0 0,2 1 0 0 0,6 0 0 0 0,-6-1 0 0 0,2 3 0 0 0,-2 0 0 0 0,-7-2 0 0 0,2-2 0 0 0,5-2 0 0 0,7-2 0 0 0,6-1 0 0 0,-6 0 0 0 0,-6 4 0 0 0,1 7 0 0 0,-1 1 0 0 0,3-1 0 0 0,5-8 0 0 0,4-5 0 0 0,-1-2 0 0 0,-4 5 0 0 0,-5 7 0 0 0,-4 2 0 0 0,2-6 0 0 0,4-3 0 0 0,6-3 0 0 0,-1 4 0 0 0,-3 2 0 0 0,-5 1 0 0 0,2-2 0 0 0,4-1 0 0 0,-1 4 0 0 0,-3 1 0 0 0,1 0 0 0 0,0-3 0 0 0,-4 4 0 0 0,-3 1 0 0 0,-2-3 0 0 0,-2-1 0 0 0,3 3 0 0 0,2 1 0 0 0,-1-3 0 0 0,-2-1 0 0 0,-1 3 0 0 0,-1 0 0 0 0,-1-1 0 0 0,-1 3 0 0 0,-5 0 0 0 0,-3 3 0 0 0,1 4 0 0 0,-4 0 0 0 0,0-4 0 0 0,2 2 0 0 0,2 2 0 0 0,-3 0 0 0 0,0-5 0 0 0,3-4 0 0 0,1 2 0 0 0,-3-1 0 0 0,-11 3 0 0 0,-12 5 0 0 0,-16 4 0 0 0,-17 9 0 0 0,-1 10 0 0 0,-1 4 0 0 0,1 3 0 0 0,1 0 0 0 0,1-3 0 0 0,1 1 0 0 0,0 3 0 0 0,1 4 0 0 0,-5-1 0 0 0,-1 0 0 0 0,-6 2 0 0 0,0 3 0 0 0,2 1 0 0 0,3-3 0 0 0,-3-1 0 0 0,0 2 0 0 0,-3 6 0 0 0,-5 3 0 0 0,1-4 0 0 0,4-1 0 0 0,-2-2 0 0 0,-4 7 0 0 0,3 1 0 0 0,-3-4 0 0 0,-2 2 0 0 0,7 2 0 0 0,-4-1 0 0 0,1 0 0 0 0,3-1 0 0 0,-1 4 0 0 0,-3 1 0 0 0,-4 5 0 0 0,-4 1 0 0 0,-1 2 0 0 0,-3-1 0 0 0,5 3 0 0 0,0-7 0 0 0,1-1 0 0 0,3 0 0 0 0,6-4 0 0 0,0 4 0 0 0,-3-5 0 0 0,2 2 0 0 0,-1-1 0 0 0,-4 5 0 0 0,2 1 0 0 0,5-8 0 0 0,-1 2 0 0 0,-3-1 0 0 0,1 5 0 0 0,-1 1 0 0 0,3-8 0 0 0,3-2 0 0 0,4-3 0 0 0,-2 0 0 0 0,1 0 0 0 0,2 1 0 0 0,-3 0 0 0 0,0 1 0 0 0,-3 0 0 0 0,5 1 0 0 0,5-5 0 0 0,-3-2 0 0 0,5 0 0 0 0,3 1 0 0 0,1-3 0 0 0,0 0 0 0 0,-1 1 0 0 0,0-3 0 0 0,5 0 0 0 0,1 2 0 0 0,-1 2 0 0 0,9-2 0 0 0,7-11 0 0 0,10-7 0 0 0,5-9 0 0 0,6-5 0 0 0,7 1 0 0 0,-1-4 0 0 0,2-6 0 0 0,3 2 0 0 0,-3-3 0 0 0,5-2 0 0 0,4-3 0 0 0,2-3 0 0 0,1-1 0 0 0,-6-2 0 0 0,4 0 0 0 0,1 0 0 0 0,1-1 0 0 0,5 1 0 0 0,2 0 0 0 0,-2-5 0 0 0,4-2 0 0 0,-5 0 0 0 0,-4 7 0 0 0,-2 3 0 0 0,-1-3 0 0 0,-1 2 0 0 0,6 2 0 0 0,1-5 0 0 0,-4-3 0 0 0,-4 5 0 0 0,5-3 0 0 0,-3-1 0 0 0,-2 0 0 0 0,5 0 0 0 0,2-4 0 0 0,0-1 0 0 0,5 1 0 0 0,1-4 0 0 0,-1 5 0 0 0,-3-1 0 0 0,3-4 0 0 0,1-2 0 0 0,2-2 0 0 0,1-5 0 0 0,2 2 0 0 0,-1-2 0 0 0,-2 2 0 0 0,0 5 0 0 0,0 5 0 0 0,-8 3 0 0 0,0-2 0 0 0,5-6 0 0 0,-4 0 0 0 0,-3 2 0 0 0,-3 8 0 0 0,-5 0 0 0 0,-2-1 0 0 0,0 7 0 0 0,1-3 0 0 0,3-1 0 0 0,1-1 0 0 0,-4 1 0 0 0,-1 5 0 0 0,-4 2 0 0 0,0 0 0 0 0,1 4 0 0 0,-1 1 0 0 0,-6-1 0 0 0,2-4 0 0 0,3 4 0 0 0,-2 0 0 0 0,-3-2 0 0 0,1 3 0 0 0,-2-1 0 0 0,3 4 0 0 0,-2 0 0 0 0,-3 7 0 0 0,-8 6 0 0 0,-5 8 0 0 0,-6 10 0 0 0,-8 1 0 0 0,-1 4 0 0 0,-2 5 0 0 0,-8 2 0 0 0,0 2 0 0 0,0 3 0 0 0,-1 0 0 0 0,0-5 0 0 0,4 4 0 0 0,2 2 0 0 0,-1-5 0 0 0,-1-1 0 0 0,-3 5 0 0 0,0-3 0 0 0,-2 5 0 0 0,0 2 0 0 0,-1-1 0 0 0,0-4 0 0 0,0 1 0 0 0,0 7 0 0 0,-1-3 0 0 0,-4 3 0 0 0,4 0 0 0 0,1-6 0 0 0,1 1 0 0 0,-4 7 0 0 0,-8 6 0 0 0,-1 6 0 0 0,-4 4 0 0 0,0 4 0 0 0,-1-3 0 0 0,-4-7 0 0 0,7-1 0 0 0,1 2 0 0 0,2-2 0 0 0,4-5 0 0 0,3-5 0 0 0,-4 2 0 0 0,0 5 0 0 0,-3-1 0 0 0,-1-3 0 0 0,2 3 0 0 0,3-7 0 0 0,3 0 0 0 0,1 5 0 0 0,-3-5 0 0 0,-1 1 0 0 0,-4 0 0 0 0,-1 3 0 0 0,3 0 0 0 0,1-2 0 0 0,-1-3 0 0 0,4-2 0 0 0,0-1 0 0 0,-1-3 0 0 0,1 6 0 0 0,2-5 0 0 0,1-2 0 0 0,6-1 0 0 0,-2 0 0 0 0,-3 0 0 0 0,6 0 0 0 0,-5 1 0 0 0,-1 1 0 0 0,4-1 0 0 0,2 1 0 0 0,0-5 0 0 0,-1-3 0 0 0,5 2 0 0 0,0-5 0 0 0,-1 0 0 0 0,3 2 0 0 0,0 2 0 0 0,-2-2 0 0 0,-2-1 0 0 0,2 2 0 0 0,1-3 0 0 0,3 0 0 0 0,-1 3 0 0 0,4 1 0 0 0,-2-2 0 0 0,3-11 0 0 0,8-12 0 0 0,11-6 0 0 0,5-7 0 0 0,5-6 0 0 0,6-6 0 0 0,4 3 0 0 0,-1-1 0 0 0,-1-7 0 0 0,2 3 0 0 0,2 0 0 0 0,1-1 0 0 0,1 1 0 0 0,1-2 0 0 0,-4 0 0 0 0,-2 0 0 0 0,6-1 0 0 0,-3 1 0 0 0,0-1 0 0 0,1 0 0 0 0,0 0 0 0 0,1 0 0 0 0,0 5 0 0 0,2-3 0 0 0,-1-7 0 0 0,1 2 0 0 0,5-4 0 0 0,-3 1 0 0 0,-2 5 0 0 0,4-2 0 0 0,1-6 0 0 0,0-6 0 0 0,-1 5 0 0 0,4-2 0 0 0,-4 2 0 0 0,1 2 0 0 0,1 3 0 0 0,-1 2 0 0 0,4-4 0 0 0,0 0 0 0 0,-1-5 0 0 0,3 1 0 0 0,0 1 0 0 0,-2 3 0 0 0,-3 2 0 0 0,3-2 0 0 0,0-1 0 0 0,-2 1 0 0 0,-1-3 0 0 0,-3 0 0 0 0,-1 1 0 0 0,-2 3 0 0 0,5-3 0 0 0,2 0 0 0 0,-1 2 0 0 0,-1 2 0 0 0,-2-4 0 0 0,4 0 0 0 0,-4 2 0 0 0,-3 2 0 0 0,4-4 0 0 0,1 0 0 0 0,-1 2 0 0 0,0 2 0 0 0,-6 1 0 0 0,-4 2 0 0 0,0 2 0 0 0,1 0 0 0 0,-4 0 0 0 0,-1 6 0 0 0,2 1 0 0 0,-4 1 0 0 0,-4-3 0 0 0,0 5 0 0 0,-3-1 0 0 0,3-1 0 0 0,3 4 0 0 0,-1-1 0 0 0,-3-2 0 0 0,0-3 0 0 0,-6 9 0 0 0,-6 12 0 0 0,-7 6 0 0 0,-9 4 0 0 0,-1 5 0 0 0,-5 6 0 0 0,-2 1 0 0 0,1 2 0 0 0,-1 8 0 0 0,-1 0 0 0 0,-3-1 0 0 0,4 2 0 0 0,-1 0 0 0 0,-5 1 0 0 0,-5 0 0 0 0,4 1 0 0 0,2-1 0 0 0,-5 1 0 0 0,-3 5 0 0 0,0 8 0 0 0,0-5 0 0 0,1-3 0 0 0,2 3 0 0 0,0-1 0 0 0,0-1 0 0 0,1 4 0 0 0,-5 5 0 0 0,-1 0 0 0 0,5-2 0 0 0,-3 1 0 0 0,0-6 0 0 0,1 0 0 0 0,0 4 0 0 0,2 0 0 0 0,-5 3 0 0 0,-2 0 0 0 0,7 1 0 0 0,-3-1 0 0 0,1 1 0 0 0,-6 4 0 0 0,0 4 0 0 0,-5-3 0 0 0,6 1 0 0 0,4 1 0 0 0,-2-3 0 0 0,0-4 0 0 0,0 4 0 0 0,-3 0 0 0 0,0-4 0 0 0,1 0 0 0 0,2 3 0 0 0,2-1 0 0 0,2 0 0 0 0,-4 4 0 0 0,-1-3 0 0 0,1-5 0 0 0,1 1 0 0 0,2-2 0 0 0,1-4 0 0 0,1 3 0 0 0,6-2 0 0 0,2-2 0 0 0,-5 3 0 0 0,-3-1 0 0 0,-1 4 0 0 0,-1-2 0 0 0,1-7 0 0 0,5 1 0 0 0,3-2 0 0 0,1-5 0 0 0,3-4 0 0 0,6 0 0 0 0,0 0 0 0 0,-2 1 0 0 0,-4 1 0 0 0,2 2 0 0 0,-2 0 0 0 0,4 0 0 0 0,-1-4 0 0 0,2-2 0 0 0,4 1 0 0 0,5-10 0 0 0,8-7 0 0 0,4-10 0 0 0,1-11 0 0 0,5-7 0 0 0,6-6 0 0 0,5-4 0 0 0,4-2 0 0 0,3-1 0 0 0,-4 0 0 0 0,0 6 0 0 0,0 2 0 0 0,2-5 0 0 0,1-3 0 0 0,1-1 0 0 0,-4 0 0 0 0,-2 6 0 0 0,1-3 0 0 0,2-1 0 0 0,-4-1 0 0 0,0 1 0 0 0,1-1 0 0 0,2 1 0 0 0,-3 1 0 0 0,0 0 0 0 0,1 5 0 0 0,2-3 0 0 0,2-7 0 0 0,2 2 0 0 0,1 2 0 0 0,-4-4 0 0 0,-2 4 0 0 0,0 2 0 0 0,2-4 0 0 0,2-2 0 0 0,-5 0 0 0 0,5-4 0 0 0,3 5 0 0 0,-4-3 0 0 0,3-5 0 0 0,3 0 0 0 0,-4 2 0 0 0,-3-3 0 0 0,0 1 0 0 0,1 8 0 0 0,-4-1 0 0 0,-1 0 0 0 0,1 2 0 0 0,2-4 0 0 0,-3-1 0 0 0,-1 1 0 0 0,2 1 0 0 0,2 3 0 0 0,-3 1 0 0 0,0 1 0 0 0,-4-5 0 0 0,1 5 0 0 0,1 2 0 0 0,-2 1 0 0 0,-4 0 0 0 0,1 0 0 0 0,3-1 0 0 0,3 0 0 0 0,-1 0 0 0 0,-4-1 0 0 0,0 6 0 0 0,-3 1 0 0 0,2-1 0 0 0,-1 0 0 0 0,-4-2 0 0 0,-3-2 0 0 0,3 5 0 0 0,-1 1 0 0 0,3-2 0 0 0,0 0 0 0 0,-2-3 0 0 0,-3 0 0 0 0,3 3 0 0 0,-1 2 0 0 0,-1 9 0 0 0,-8 7 0 0 0,-3 11 0 0 0,-8 9 0 0 0,0 8 0 0 0,-5 5 0 0 0,-4-1 0 0 0,1 0 0 0 0,4 1 0 0 0,-1-4 0 0 0,-3 5 0 0 0,-4 3 0 0 0,3 2 0 0 0,-1 0 0 0 0,-2 0 0 0 0,-3-5 0 0 0,4 4 0 0 0,0 0 0 0 0,-2 7 0 0 0,-1 2 0 0 0,-2-1 0 0 0,3-2 0 0 0,1-2 0 0 0,-1 4 0 0 0,-2 0 0 0 0,-1-1 0 0 0,-2 4 0 0 0,4 4 0 0 0,2-5 0 0 0,-2 1 0 0 0,0 4 0 0 0,-3-1 0 0 0,5-2 0 0 0,0 1 0 0 0,-1-1 0 0 0,-1-3 0 0 0,3 2 0 0 0,0 0 0 0 0,-1 3 0 0 0,-3 4 0 0 0,-1-1 0 0 0,-7 2 0 0 0,3-3 0 0 0,5-3 0 0 0,-2 1 0 0 0,-2 3 0 0 0,-1 4 0 0 0,0-2 0 0 0,-1 2 0 0 0,6-3 0 0 0,1-5 0 0 0,1-5 0 0 0,-2 2 0 0 0,4-1 0 0 0,0 4 0 0 0,0-2 0 0 0,-3-1 0 0 0,3-4 0 0 0,0 4 0 0 0,-1-1 0 0 0,-2 3 0 0 0,-2 6 0 0 0,-2 4 0 0 0,-1-7 0 0 0,4-5 0 0 0,2-5 0 0 0,5-4 0 0 0,0-1 0 0 0,3-1 0 0 0,0-6 0 0 0,2-1 0 0 0,4 0 0 0 0,-3-4 0 0 0,3 1 0 0 0,1 2 0 0 0,-2-4 0 0 0,1-8 0 0 0,6-8 0 0 0,6-13 0 0 0,6-6 0 0 0,2-5 0 0 0,5-3 0 0 0,5-4 0 0 0,-1-1 0 0 0,2-2 0 0 0,2 1 0 0 0,-3-1 0 0 0,-4 0 0 0 0,0 1 0 0 0,2-1 0 0 0,4 1 0 0 0,-2 0 0 0 0,-5 1 0 0 0,1-1 0 0 0,3 0 0 0 0,3 0 0 0 0,-2 0 0 0 0,-4 1 0 0 0,0-1 0 0 0,2 0 0 0 0,4 0 0 0 0,-1-5 0 0 0,-6-2 0 0 0,1 1 0 0 0,3-5 0 0 0,-2 1 0 0 0,1 6 0 0 0,-2 0 0 0 0,1-6 0 0 0,4 5 0 0 0,2-3 0 0 0,-2-4 0 0 0,1-6 0 0 0,1-5 0 0 0,3-4 0 0 0,1 3 0 0 0,3 0 0 0 0,-6 5 0 0 0,-5 5 0 0 0,-1 5 0 0 0,1-2 0 0 0,3 3 0 0 0,-2-4 0 0 0,-5 0 0 0 0,0-2 0 0 0,4-5 0 0 0,3-4 0 0 0,-2-3 0 0 0,0-3 0 0 0,-2 4 0 0 0,0 11 0 0 0,-2 3 0 0 0,1 4 0 0 0,-3 2 0 0 0,3-2 0 0 0,-3-1 0 0 0,-3 1 0 0 0,-4 3 0 0 0,3 1 0 0 0,-1 1 0 0 0,3 2 0 0 0,0 0 0 0 0,-2 0 0 0 0,-3 0 0 0 0,3 1 0 0 0,-1-1 0 0 0,4 6 0 0 0,-1 1 0 0 0,-2 0 0 0 0,3-1 0 0 0,-2-2 0 0 0,-2-2 0 0 0,-2 10 0 0 0,-3 13 0 0 0,-8 13 0 0 0,-2 11 0 0 0,-6 7 0 0 0,-1 4 0 0 0,2 3 0 0 0,3 2 0 0 0,-3-1 0 0 0,-4 0 0 0 0,0 5 0 0 0,-3 1 0 0 0,3 4 0 0 0,-3-5 0 0 0,3-3 0 0 0,-2-3 0 0 0,2-2 0 0 0,3 0 0 0 0,5-1 0 0 0,-3 1 0 0 0,-4 5 0 0 0,-6 8 0 0 0,2 1 0 0 0,3-1 0 0 0,4-3 0 0 0,-1 2 0 0 0,-4-1 0 0 0,1-1 0 0 0,-2-4 0 0 0,1-1 0 0 0,-1 3 0 0 0,2 5 0 0 0,-2 7 0 0 0,-3 0 0 0 0,2-4 0 0 0,-2 1 0 0 0,4-2 0 0 0,-2-4 0 0 0,2-3 0 0 0,5-3 0 0 0,3 3 0 0 0,-1 0 0 0 0,0-1 0 0 0,-4-2 0 0 0,1-1 0 0 0,3 4 0 0 0,-3 1 0 0 0,0-2 0 0 0,-2-1 0 0 0,1-1 0 0 0,-3-2 0 0 0,2-2 0 0 0,2 1 0 0 0,5-2 0 0 0,-3 6 0 0 0,-5 2 0 0 0,1-1 0 0 0,-3-1 0 0 0,1 3 0 0 0,4 1 0 0 0,4-1 0 0 0,-3-7 0 0 0,2-5 0 0 0,-4 0 0 0 0,1-1 0 0 0,2 1 0 0 0,3 2 0 0 0,3 0 0 0 0,-4-5 0 0 0,0 0 0 0 0,1-10 0 0 0,3-13 0 0 0,0-12 0 0 0,8-9 0 0 0,2-6 0 0 0,0-4 0 0 0,5-3 0 0 0,0 0 0 0 0,-1 0 0 0 0,-4 0 0 0 0,-1 1 0 0 0,3-5 0 0 0,0-1 0 0 0,4 0 0 0 0,0 2 0 0 0,-2 1 0 0 0,2 2 0 0 0,0 1 0 0 0,-3 1 0 0 0,-2 0 0 0 0,-3 0 0 0 0,3 1 0 0 0,1-1 0 0 0,-2 1 0 0 0,4-6 0 0 0,1-7 0 0 0,-3-1 0 0 0,-2 1 0 0 0,4-2 0 0 0,-1 1 0 0 0,-2 2 0 0 0,4 5 0 0 0,0 1 0 0 0,3 3 0 0 0,-1-3 0 0 0,3-7 0 0 0,-2-1 0 0 0,-3 1 0 0 0,-3 4 0 0 0,-3 3 0 0 0,3 1 0 0 0,-1-2 0 0 0,5-1 0 0 0,0 0 0 0 0,-2 3 0 0 0,-3 1 0 0 0,-3-4 0 0 0,4-6 0 0 0,0-1 0 0 0,-1 2 0 0 0,3-2 0 0 0,0 2 0 0 0,-1 2 0 0 0,2 3 0 0 0,0-2 0 0 0,-2 0 0 0 0,-3 2 0 0 0,-2 2 0 0 0,-1 2 0 0 0,-3 1 0 0 0,0 2 0 0 0,0 0 0 0 0,0 0 0 0 0,-1 1 0 0 0,1-1 0 0 0,-1 11 0 0 0,1 14 0 0 0,0 13 0 0 0,0 11 0 0 0,0 7 0 0 0,-5 5 0 0 0,-2 3 0 0 0,0 0 0 0 0,2 1 0 0 0,-4-1 0 0 0,0-1 0 0 0,-5 0 0 0 0,2-1 0 0 0,1 0 0 0 0,-2 0 0 0 0,2 0 0 0 0,1 0 0 0 0,4-1 0 0 0,-3 1 0 0 0,0 5 0 0 0,-4-3 0 0 0,1-3 0 0 0,2 5 0 0 0,-2 1 0 0 0,0 0 0 0 0,3 5 0 0 0,3-1 0 0 0,-4 0 0 0 0,2-3 0 0 0,-5-2 0 0 0,1 3 0 0 0,-4 1 0 0 0,2 4 0 0 0,-2 6 0 0 0,1 4 0 0 0,3-2 0 0 0,-1-3 0 0 0,2 0 0 0 0,-3-3 0 0 0,0 1 0 0 0,-1-1 0 0 0,1-4 0 0 0,3-3 0 0 0,3-3 0 0 0,-2 3 0 0 0,1 5 0 0 0,-3 2 0 0 0,-1-3 0 0 0,3 2 0 0 0,-2-5 0 0 0,1 0 0 0 0,-4 4 0 0 0,2 5 0 0 0,3 5 0 0 0,-3-1 0 0 0,2-4 0 0 0,-4-5 0 0 0,2 0 0 0 0,3 4 0 0 0,-3-1 0 0 0,2-3 0 0 0,2 1 0 0 0,3-1 0 0 0,2-3 0 0 0,-3-8 0 0 0,-1-4 0 0 0,2-2 0 0 0,1 0 0 0 0,1 1 0 0 0,3 1 0 0 0,-6-4 0 0 0,0-2 0 0 0,1 2 0 0 0,1 1 0 0 0,1-8 0 0 0,2-13 0 0 0,1-12 0 0 0,1-9 0 0 0,5-3 0 0 0,2-3 0 0 0,0-8 0 0 0,4-4 0 0 0,0-6 0 0 0,4 3 0 0 0,-2 4 0 0 0,4-4 0 0 0,-3-5 0 0 0,-2-1 0 0 0,1 2 0 0 0,-1 3 0 0 0,2 2 0 0 0,-1 3 0 0 0,3-3 0 0 0,3-7 0 0 0,-1 0 0 0 0,-4 2 0 0 0,-4-3 0 0 0,1 2 0 0 0,0 2 0 0 0,2 3 0 0 0,4 3 0 0 0,0-8 0 0 0,-4-3 0 0 0,-3 2 0 0 0,1-2 0 0 0,5-4 0 0 0,4-4 0 0 0,-1-3 0 0 0,1 3 0 0 0,-2 0 0 0 0,-4-2 0 0 0,0 10 0 0 0,-2 1 0 0 0,2-2 0 0 0,4 3 0 0 0,-1 2 0 0 0,2 4 0 0 0,3-3 0 0 0,-3-4 0 0 0,-4 0 0 0 0,-4 2 0 0 0,0-1 0 0 0,4 0 0 0 0,0-1 0 0 0,2-5 0 0 0,4 1 0 0 0,-3 5 0 0 0,-3-2 0 0 0,-5 2 0 0 0,2-2 0 0 0,-2 2 0 0 0,3 3 0 0 0,-1-3 0 0 0,3 2 0 0 0,-1 3 0 0 0,2 2 0 0 0,-1 2 0 0 0,-4 3 0 0 0,-3-5 0 0 0,-4-1 0 0 0,4 1 0 0 0,0 2 0 0 0,3 6 0 0 0,1-2 0 0 0,-2-1 0 0 0,-3-6 0 0 0,3-7 0 0 0,-1 0 0 0 0,-1 1 0 0 0,3 9 0 0 0,-1 5 0 0 0,-1 2 0 0 0,2 0 0 0 0,0 1 0 0 0,-2-1 0 0 0,-3 9 0 0 0,-2 14 0 0 0,-2 12 0 0 0,-1 11 0 0 0,-7 2 0 0 0,-1 3 0 0 0,0 3 0 0 0,1 2 0 0 0,-3 1 0 0 0,-1 2 0 0 0,-3 0 0 0 0,0 1 0 0 0,2-1 0 0 0,-1 0 0 0 0,0 0 0 0 0,3 0 0 0 0,-3 0 0 0 0,1 6 0 0 0,-3-5 0 0 0,1 4 0 0 0,-2 6 0 0 0,0 6 0 0 0,-1 5 0 0 0,-4 0 0 0 0,2-5 0 0 0,-2-5 0 0 0,3 1 0 0 0,-1 3 0 0 0,-2 4 0 0 0,1-1 0 0 0,5 1 0 0 0,-1-2 0 0 0,2-5 0 0 0,-2 0 0 0 0,-3 4 0 0 0,1 4 0 0 0,-2 4 0 0 0,-3 2 0 0 0,3 3 0 0 0,-2 6 0 0 0,-1-3 0 0 0,2-2 0 0 0,0-1 0 0 0,-3-6 0 0 0,-1-1 0 0 0,2 0 0 0 0,0-3 0 0 0,4-1 0 0 0,5 2 0 0 0,-1-2 0 0 0,2 0 0 0 0,-2 3 0 0 0,-4 2 0 0 0,2-2 0 0 0,-3-1 0 0 0,-3 3 0 0 0,3-4 0 0 0,4 0 0 0 0,4-3 0 0 0,5-5 0 0 0,-2 1 0 0 0,0-1 0 0 0,-4-4 0 0 0,1 3 0 0 0,1-1 0 0 0,-2-2 0 0 0,1-3 0 0 0,-4-1 0 0 0,2-3 0 0 0,2 0 0 0 0,4-1 0 0 0,3-1 0 0 0,1 1 0 0 0,2-1 0 0 0,-4 0 0 0 0,-1 1 0 0 0,0 0 0 0 0,1-1 0 0 0,1 1 0 0 0,-3 0 0 0 0,-1 0 0 0 0,1-11 0 0 0,2-13 0 0 0,1-14 0 0 0,2-11 0 0 0,6-7 0 0 0,3-10 0 0 0,0-10 0 0 0,-2-7 0 0 0,0-6 0 0 0,3-3 0 0 0,0 3 0 0 0,-1 7 0 0 0,-1 6 0 0 0,3 11 0 0 0,0 1 0 0 0,-2 1 0 0 0,-1 0 0 0 0,-2 1 0 0 0,-2 0 0 0 0,4-5 0 0 0,1-2 0 0 0,-1 1 0 0 0,-1 1 0 0 0,4-4 0 0 0,0 0 0 0 0,-1-4 0 0 0,-3 1 0 0 0,-1 1 0 0 0,-2-1 0 0 0,-1 0 0 0 0,-1-2 0 0 0,0-5 0 0 0,0-3 0 0 0,-1 1 0 0 0,1 5 0 0 0,0-1 0 0 0,5 3 0 0 0,2-1 0 0 0,-1-4 0 0 0,0 2 0 0 0,-3 4 0 0 0,0 4 0 0 0,-2-2 0 0 0,0-4 0 0 0,-1 0 0 0 0,5 4 0 0 0,1 2 0 0 0,1-1 0 0 0,-2 0 0 0 0,-2 3 0 0 0,0-4 0 0 0,-2 1 0 0 0,-1-3 0 0 0,0-5 0 0 0,0-5 0 0 0,0 2 0 0 0,0 5 0 0 0,-1-1 0 0 0,1-2 0 0 0,0 2 0 0 0,0 4 0 0 0,0 4 0 0 0,0 4 0 0 0,0-3 0 0 0,0 0 0 0 0,0-3 0 0 0,0-1 0 0 0,0 3 0 0 0,0-3 0 0 0,0 1 0 0 0,0 2 0 0 0,0 2 0 0 0,0 4 0 0 0,0 1 0 0 0,0 1 0 0 0,0 1 0 0 0,0 1 0 0 0,0 0 0 0 0,0 10 0 0 0,0 14 0 0 0,0 13 0 0 0,0 11 0 0 0,0 12 0 0 0,-5 2 0 0 0,-2 0 0 0 0,0 0 0 0 0,-3 0 0 0 0,-1 0 0 0 0,-3 4 0 0 0,0 3 0 0 0,-2 3 0 0 0,1 7 0 0 0,4 4 0 0 0,3-1 0 0 0,-2-4 0 0 0,0-5 0 0 0,3-5 0 0 0,-4 2 0 0 0,1-1 0 0 0,-3 4 0 0 0,0 5 0 0 0,2-1 0 0 0,-1 3 0 0 0,0-3 0 0 0,3-3 0 0 0,3 0 0 0 0,-4 5 0 0 0,2-2 0 0 0,-5 7 0 0 0,1-1 0 0 0,2-3 0 0 0,-3 5 0 0 0,2-2 0 0 0,-4 1 0 0 0,2 2 0 0 0,3-4 0 0 0,-3 0 0 0 0,1 2 0 0 0,-2-3 0 0 0,1 0 0 0 0,3 2 0 0 0,-3 2 0 0 0,2 3 0 0 0,2 1 0 0 0,3 7 0 0 0,2-2 0 0 0,2-3 0 0 0,1-5 0 0 0,-4-3 0 0 0,-1 1 0 0 0,0-3 0 0 0,1-1 0 0 0,1 2 0 0 0,2-2 0 0 0,1 0 0 0 0,1 3 0 0 0,0 2 0 0 0,-5-8 0 0 0,-2-1 0 0 0,1-4 0 0 0,0 2 0 0 0,3-1 0 0 0,1-4 0 0 0,0-2 0 0 0,2-2 0 0 0,0-3 0 0 0,0 0 0 0 0,0-1 0 0 0,1 4 0 0 0,-1 2 0 0 0,0 0 0 0 0,0-1 0 0 0,0-2 0 0 0,0-1 0 0 0,0-1 0 0 0,5-5 0 0 0,2-14 0 0 0,0-14 0 0 0,4-6 0 0 0,-1-8 0 0 0,5-6 0 0 0,-2-5 0 0 0,-2-3 0 0 0,-3-2 0 0 0,2-1 0 0 0,0 0 0 0 0,2-6 0 0 0,6 5 0 0 0,-1 1 0 0 0,-3 2 0 0 0,-4 1 0 0 0,1-1 0 0 0,-1 1 0 0 0,3-1 0 0 0,0-1 0 0 0,2-4 0 0 0,-1-3 0 0 0,-3 0 0 0 0,-3 2 0 0 0,-4-4 0 0 0,4 0 0 0 0,5 1 0 0 0,0-3 0 0 0,4 1 0 0 0,-1 1 0 0 0,-4-2 0 0 0,-4 0 0 0 0,-2-3 0 0 0,2-4 0 0 0,-1 0 0 0 0,0-1 0 0 0,3-8 0 0 0,5-5 0 0 0,1-7 0 0 0,2-2 0 0 0,-2 5 0 0 0,-4-1 0 0 0,-3 1 0 0 0,2 6 0 0 0,-2-3 0 0 0,4 0 0 0 0,-1-5 0 0 0,-2-2 0 0 0,-3 7 0 0 0,-3 3 0 0 0,-2 2 0 0 0,5 5 0 0 0,0 2 0 0 0,-1 4 0 0 0,4-5 0 0 0,0-5 0 0 0,-1 4 0 0 0,-3-1 0 0 0,3 4 0 0 0,1 0 0 0 0,-3-1 0 0 0,4 3 0 0 0,0-7 0 0 0,-3-3 0 0 0,-2 2 0 0 0,-2 6 0 0 0,-2 1 0 0 0,-1 4 0 0 0,-1 0 0 0 0,5-4 0 0 0,2 2 0 0 0,-1-1 0 0 0,-1 2 0 0 0,-1 4 0 0 0,3-2 0 0 0,1 3 0 0 0,-1-3 0 0 0,-1 1 0 0 0,2 3 0 0 0,1 3 0 0 0,-1-2 0 0 0,-2 0 0 0 0,3-3 0 0 0,0 0 0 0 0,-2 2 0 0 0,-1 3 0 0 0,-3 3 0 0 0,-1 1 0 0 0,-1 3 0 0 0,-1 0 0 0 0,0 0 0 0 0,5 6 0 0 0,2 12 0 0 0,-1 14 0 0 0,-1 12 0 0 0,-1 8 0 0 0,-2 12 0 0 0,-1 5 0 0 0,0 2 0 0 0,-7-1 0 0 0,-1-2 0 0 0,0 3 0 0 0,-4-5 0 0 0,0 3 0 0 0,2-2 0 0 0,3 0 0 0 0,-4 4 0 0 0,1 5 0 0 0,1 6 0 0 0,2 0 0 0 0,-2 1 0 0 0,-1-3 0 0 0,1-5 0 0 0,-2 2 0 0 0,-1-3 0 0 0,2 2 0 0 0,-2 4 0 0 0,0-1 0 0 0,-3 2 0 0 0,1-3 0 0 0,2-4 0 0 0,-1 2 0 0 0,0 3 0 0 0,3-2 0 0 0,3 8 0 0 0,-3 0 0 0 0,0-4 0 0 0,1-1 0 0 0,3-2 0 0 0,2 5 0 0 0,1 6 0 0 0,1-3 0 0 0,-4 0 0 0 0,-2 1 0 0 0,1-3 0 0 0,1-1 0 0 0,-4-4 0 0 0,0 1 0 0 0,1 2 0 0 0,3-2 0 0 0,1 1 0 0 0,-4 2 0 0 0,1-2 0 0 0,0 1 0 0 0,1-3 0 0 0,3 0 0 0 0,-4 4 0 0 0,-1-3 0 0 0,1-4 0 0 0,2 0 0 0 0,1-1 0 0 0,2 1 0 0 0,-4 5 0 0 0,-1-2 0 0 0,0 1 0 0 0,2-1 0 0 0,2-5 0 0 0,1-4 0 0 0,1-3 0 0 0,0-3 0 0 0,2-1 0 0 0,-1-2 0 0 0,0 0 0 0 0,0 0 0 0 0,1 0 0 0 0,-1 1 0 0 0,0-1 0 0 0,0 1 0 0 0,0-1 0 0 0,0 1 0 0 0,0 0 0 0 0,0 0 0 0 0,0 0 0 0 0,0 0 0 0 0,0-11 0 0 0,5-8 0 0 0,2-12 0 0 0,5-11 0 0 0,0-9 0 0 0,-1-11 0 0 0,2-7 0 0 0,-1 0 0 0 0,-3-6 0 0 0,3 5 0 0 0,-1 5 0 0 0,3-4 0 0 0,-1 1 0 0 0,-2-5 0 0 0,-4 0 0 0 0,3-4 0 0 0,4-4 0 0 0,1 1 0 0 0,2-1 0 0 0,-1 2 0 0 0,1 4 0 0 0,-2-1 0 0 0,-3 2 0 0 0,-4-2 0 0 0,-3 1 0 0 0,2 3 0 0 0,1 4 0 0 0,4-4 0 0 0,-1-4 0 0 0,4-5 0 0 0,-1-5 0 0 0,-3-3 0 0 0,-3-3 0 0 0,2 4 0 0 0,0 7 0 0 0,-3 6 0 0 0,-1 0 0 0 0,2-2 0 0 0,1 1 0 0 0,4 2 0 0 0,-1-1 0 0 0,-2-4 0 0 0,3-4 0 0 0,-2 1 0 0 0,-2 0 0 0 0,3 2 0 0 0,-1 5 0 0 0,-2-1 0 0 0,-3-3 0 0 0,-3-4 0 0 0,-1 1 0 0 0,4 5 0 0 0,1 4 0 0 0,0 5 0 0 0,-3-2 0 0 0,5 5 0 0 0,0-2 0 0 0,-1 1 0 0 0,-3 0 0 0 0,-1 1 0 0 0,-2-4 0 0 0,-1-1 0 0 0,5 1 0 0 0,0-4 0 0 0,1-5 0 0 0,3 1 0 0 0,0 2 0 0 0,-1 4 0 0 0,3 8 0 0 0,-1 5 0 0 0,-2 1 0 0 0,-3 1 0 0 0,-2 8 0 0 0,-2 14 0 0 0,-1 12 0 0 0,-1 10 0 0 0,0 6 0 0 0,-1 5 0 0 0,1 3 0 0 0,0 5 0 0 0,-1 2 0 0 0,-4 0 0 0 0,-2-2 0 0 0,0-3 0 0 0,2-1 0 0 0,-4-2 0 0 0,-1 0 0 0 0,2 4 0 0 0,3 1 0 0 0,1 0 0 0 0,2 4 0 0 0,-5 6 0 0 0,0 5 0 0 0,1 4 0 0 0,1-2 0 0 0,-4 0 0 0 0,0-4 0 0 0,2-4 0 0 0,-4-1 0 0 0,0 3 0 0 0,2-1 0 0 0,3 1 0 0 0,2 4 0 0 0,-4-3 0 0 0,1-3 0 0 0,0-5 0 0 0,2 1 0 0 0,-4 4 0 0 0,0-1 0 0 0,2 3 0 0 0,1 4 0 0 0,3 3 0 0 0,1-3 0 0 0,1-4 0 0 0,0 0 0 0 0,2-4 0 0 0,-1 3 0 0 0,-5-3 0 0 0,-1-3 0 0 0,-1 2 0 0 0,2-1 0 0 0,1 2 0 0 0,2 0 0 0 0,1-3 0 0 0,0-3 0 0 0,1-3 0 0 0,-5-2 0 0 0,-2 4 0 0 0,1 1 0 0 0,1-1 0 0 0,1-1 0 0 0,2-2 0 0 0,1-2 0 0 0,0 0 0 0 0,1-1 0 0 0,0 0 0 0 0,1 5 0 0 0,-1 7 0 0 0,0 1 0 0 0,0-2 0 0 0,1-2 0 0 0,-1-3 0 0 0,0-2 0 0 0,0-3 0 0 0,0-1 0 0 0,0-10 0 0 0,0-15 0 0 0,0-14 0 0 0,0-10 0 0 0,5-2 0 0 0,2-9 0 0 0,-1-4 0 0 0,0-7 0 0 0,-2-7 0 0 0,-2-1 0 0 0,-1-3 0 0 0,5 2 0 0 0,1 4 0 0 0,-1 5 0 0 0,-1 4 0 0 0,-1 2 0 0 0,-2 2 0 0 0,-1 2 0 0 0,0-1 0 0 0,4-4 0 0 0,1-2 0 0 0,1 0 0 0 0,-2 2 0 0 0,-1-5 0 0 0,-2 0 0 0 0,-1 1 0 0 0,-1-3 0 0 0,0 1 0 0 0,0-4 0 0 0,5 1 0 0 0,2 2 0 0 0,-1-1 0 0 0,-1 0 0 0 0,-1-2 0 0 0,-2-4 0 0 0,0-5 0 0 0,-2 2 0 0 0,0 0 0 0 0,0-3 0 0 0,0-1 0 0 0,-1-3 0 0 0,1-1 0 0 0,0 4 0 0 0,0 1 0 0 0,0 0 0 0 0,0 3 0 0 0,0 1 0 0 0,0 3 0 0 0,0 5 0 0 0,0 5 0 0 0,0 3 0 0 0,0-3 0 0 0,0 0 0 0 0,0 1 0 0 0,0 2 0 0 0,0 1 0 0 0,0-4 0 0 0,0 0 0 0 0,0 0 0 0 0,0 2 0 0 0,0 2 0 0 0,0 1 0 0 0,0 1 0 0 0,0 1 0 0 0,0 0 0 0 0,0 1 0 0 0,0-1 0 0 0,0 1 0 0 0,0-1 0 0 0,0 0 0 0 0,0 1 0 0 0,-5 4 0 0 0,-2 2 0 0 0,0 0 0 0 0,2-1 0 0 0,-4 3 0 0 0,-6 6 0 0 0,-5 5 0 0 0,0 10 0 0 0,5 10 0 0 0,-2 10 0 0 0,3 5 0 0 0,-2 0 0 0 0,2 1 0 0 0,4 6 0 0 0,-3-2 0 0 0,2 0 0 0 0,-3-1 0 0 0,-4 1 0 0 0,1 1 0 0 0,3 5 0 0 0,-1-3 0 0 0,2 3 0 0 0,-2-3 0 0 0,2-3 0 0 0,-3 4 0 0 0,2 2 0 0 0,3 6 0 0 0,-2 1 0 0 0,2-2 0 0 0,-3 3 0 0 0,-5 0 0 0 0,2-3 0 0 0,-2 3 0 0 0,2 4 0 0 0,-1 5 0 0 0,-2 4 0 0 0,-4 3 0 0 0,2-4 0 0 0,1 0 0 0 0,-3 1 0 0 0,4 1 0 0 0,5-3 0 0 0,4-1 0 0 0,5-4 0 0 0,-2 0 0 0 0,1 2 0 0 0,-5-2 0 0 0,1 1 0 0 0,-4 2 0 0 0,-4 4 0 0 0,1 1 0 0 0,4-2 0 0 0,-2-1 0 0 0,3 1 0 0 0,3-4 0 0 0,3-5 0 0 0,-2 1 0 0 0,1-4 0 0 0,1 2 0 0 0,-4-6 0 0 0,1 0 0 0 0,2 4 0 0 0,2 5 0 0 0,-3-5 0 0 0,-1 0 0 0 0,3 4 0 0 0,2 3 0 0 0,1 0 0 0 0,2-4 0 0 0,1-5 0 0 0,1-4 0 0 0,0-3 0 0 0,1-2 0 0 0,-1-1 0 0 0,0-1 0 0 0,1 0 0 0 0,-1 0 0 0 0,0 1 0 0 0,0-1 0 0 0,0 0 0 0 0,0-9 0 0 0,0-15 0 0 0,0-13 0 0 0,0-11 0 0 0,0-7 0 0 0,0-5 0 0 0,0-2 0 0 0,5-2 0 0 0,2 1 0 0 0,0-5 0 0 0,-2-2 0 0 0,-1 2 0 0 0,-2 1 0 0 0,5 2 0 0 0,0-4 0 0 0,0 0 0 0 0,-2 2 0 0 0,4 1 0 0 0,0 1 0 0 0,-1 2 0 0 0,3-4 0 0 0,-1-6 0 0 0,-1-1 0 0 0,-3 1 0 0 0,3-1 0 0 0,1 0 0 0 0,-3-2 0 0 0,-1 1 0 0 0,-3 3 0 0 0,-1-1 0 0 0,-1 0 0 0 0,-1-2 0 0 0,0 1 0 0 0,-1 3 0 0 0,6-2 0 0 0,2-4 0 0 0,-1-5 0 0 0,-1 1 0 0 0,-1-1 0 0 0,4-2 0 0 0,0-2 0 0 0,-1-3 0 0 0,-2 4 0 0 0,-1 1 0 0 0,-2 4 0 0 0,4 0 0 0 0,2 4 0 0 0,-2 4 0 0 0,-1-2 0 0 0,-1 3 0 0 0,3 1 0 0 0,1-1 0 0 0,-1 0 0 0 0,-2 2 0 0 0,-1-3 0 0 0,-2 0 0 0 0,-1-2 0 0 0,-1-5 0 0 0,0-5 0 0 0,-1 2 0 0 0,1 0 0 0 0,0 2 0 0 0,0 6 0 0 0,-1 4 0 0 0,1 4 0 0 0,0 3 0 0 0,0 2 0 0 0,0 0 0 0 0,0 1 0 0 0,0 0 0 0 0,0 0 0 0 0,6 0 0 0 0,1 0 0 0 0,-1-1 0 0 0,0 0 0 0 0,-3 1 0 0 0,0-1 0 0 0,-2 0 0 0 0,0 11 0 0 0,-1 13 0 0 0,-1 14 0 0 0,1 11 0 0 0,0 7 0 0 0,-1 5 0 0 0,1 8 0 0 0,0 2 0 0 0,0 5 0 0 0,-5-4 0 0 0,-2 0 0 0 0,0-1 0 0 0,-3-3 0 0 0,-1-1 0 0 0,2-2 0 0 0,2 3 0 0 0,3 1 0 0 0,2-1 0 0 0,1 4 0 0 0,0 1 0 0 0,-4-3 0 0 0,-1 3 0 0 0,-6 6 0 0 0,1-2 0 0 0,0 3 0 0 0,4 4 0 0 0,-3-3 0 0 0,0 1 0 0 0,2 3 0 0 0,2-3 0 0 0,3 0 0 0 0,-4-3 0 0 0,-1 1 0 0 0,1-3 0 0 0,2-4 0 0 0,2 1 0 0 0,-4 4 0 0 0,-1 0 0 0 0,1 1 0 0 0,2-1 0 0 0,1 1 0 0 0,2 3 0 0 0,1 4 0 0 0,1 2 0 0 0,0-3 0 0 0,0 0 0 0 0,-5-4 0 0 0,-1 0 0 0 0,-1-3 0 0 0,2-5 0 0 0,1 2 0 0 0,2-3 0 0 0,1 4 0 0 0,0 4 0 0 0,1 4 0 0 0,0 3 0 0 0,-4-7 0 0 0,-3-2 0 0 0,0 2 0 0 0,2-3 0 0 0,2 2 0 0 0,0-2 0 0 0,2-4 0 0 0,0-4 0 0 0,1-2 0 0 0,1-3 0 0 0,-1-2 0 0 0,0-1 0 0 0,0 1 0 0 0,1-1 0 0 0,-1 0 0 0 0,0 0 0 0 0,0 1 0 0 0,0-1 0 0 0,0-9 0 0 0,0-15 0 0 0,0-13 0 0 0,0-11 0 0 0,0-7 0 0 0,0-5 0 0 0,0-2 0 0 0,0-7 0 0 0,0-7 0 0 0,0 0 0 0 0,0-4 0 0 0,0 2 0 0 0,0 4 0 0 0,0 4 0 0 0,0 3 0 0 0,0 4 0 0 0,0 1 0 0 0,0 1 0 0 0,0 1 0 0 0,0 0 0 0 0,0-5 0 0 0,0-2 0 0 0,5-1 0 0 0,2 3 0 0 0,0-5 0 0 0,-2 0 0 0 0,-1-4 0 0 0,-2 0 0 0 0,-1-3 0 0 0,0-3 0 0 0,-1-5 0 0 0,0 3 0 0 0,-1-1 0 0 0,1-2 0 0 0,0 4 0 0 0,0 4 0 0 0,0 1 0 0 0,0 2 0 0 0,0-1 0 0 0,0 1 0 0 0,0-2 0 0 0,0 1 0 0 0,0 4 0 0 0,0-3 0 0 0,0-3 0 0 0,0 0 0 0 0,0 4 0 0 0,0-2 0 0 0,0-4 0 0 0,0-4 0 0 0,0 2 0 0 0,0-1 0 0 0,0 4 0 0 0,0 3 0 0 0,0 1 0 0 0,0 1 0 0 0,0 3 0 0 0,0 3 0 0 0,0 3 0 0 0,0-3 0 0 0,0-2 0 0 0,5 2 0 0 0,2 2 0 0 0,-1 1 0 0 0,0 1 0 0 0,-2 1 0 0 0,-2 1 0 0 0,-1 0 0 0 0,0 1 0 0 0,-1-1 0 0 0,0 1 0 0 0,-1-6 0 0 0,1-2 0 0 0,0 1 0 0 0,0 1 0 0 0,-1 1 0 0 0,1 2 0 0 0,0 1 0 0 0,0 1 0 0 0,0 10 0 0 0,0 15 0 0 0,0 13 0 0 0,0 11 0 0 0,-5 13 0 0 0,-2 11 0 0 0,-5-1 0 0 0,0-2 0 0 0,2-3 0 0 0,2-2 0 0 0,3 3 0 0 0,-3-4 0 0 0,-1-3 0 0 0,2 5 0 0 0,-3 1 0 0 0,0-1 0 0 0,1 5 0 0 0,-2 1 0 0 0,0-2 0 0 0,2-2 0 0 0,-2-2 0 0 0,0 4 0 0 0,2 0 0 0 0,3 3 0 0 0,2 7 0 0 0,-3-1 0 0 0,-1-4 0 0 0,1 2 0 0 0,-3-1 0 0 0,0 1 0 0 0,1-2 0 0 0,-2 3 0 0 0,0 3 0 0 0,-3 4 0 0 0,0 4 0 0 0,-1-4 0 0 0,0 0 0 0 0,4 1 0 0 0,-2-3 0 0 0,1-6 0 0 0,3-5 0 0 0,3 1 0 0 0,2 4 0 0 0,3-1 0 0 0,-5 3 0 0 0,-1 3 0 0 0,1-2 0 0 0,-4-3 0 0 0,-1 0 0 0 0,3-2 0 0 0,1-3 0 0 0,-2-4 0 0 0,0 3 0 0 0,1 5 0 0 0,3 5 0 0 0,1-1 0 0 0,2-3 0 0 0,1 1 0 0 0,1 3 0 0 0,0-2 0 0 0,-4-4 0 0 0,-3-4 0 0 0,1-3 0 0 0,1-3 0 0 0,1-3 0 0 0,2 0 0 0 0,0-1 0 0 0,2 0 0 0 0,0 0 0 0 0,0 0 0 0 0,0 1 0 0 0,1-1 0 0 0,-1 1 0 0 0,0-16 0 0 0,0-15 0 0 0,0-14 0 0 0,0-9 0 0 0,0-6 0 0 0,0-3 0 0 0,0-7 0 0 0,0-7 0 0 0,5 4 0 0 0,2-1 0 0 0,0 1 0 0 0,4-2 0 0 0,-1-5 0 0 0,-1 1 0 0 0,3 4 0 0 0,0 4 0 0 0,-3-2 0 0 0,-3 1 0 0 0,-2 2 0 0 0,-2 3 0 0 0,-1-4 0 0 0,-1-4 0 0 0,0-7 0 0 0,-1-3 0 0 0,6 0 0 0 0,1 1 0 0 0,1 2 0 0 0,-2-4 0 0 0,-1 1 0 0 0,3 5 0 0 0,1-1 0 0 0,0 5 0 0 0,-3-2 0 0 0,-1-9 0 0 0,3 1 0 0 0,1 4 0 0 0,-1 0 0 0 0,-2-1 0 0 0,-1-3 0 0 0,-2-2 0 0 0,-2 3 0 0 0,1 0 0 0 0,-1-6 0 0 0,5-3 0 0 0,1 3 0 0 0,0 2 0 0 0,0 5 0 0 0,-3 2 0 0 0,0-2 0 0 0,-2-2 0 0 0,-1 4 0 0 0,0-1 0 0 0,0-2 0 0 0,0 3 0 0 0,0 0 0 0 0,-1 4 0 0 0,1-2 0 0 0,0 3 0 0 0,0 4 0 0 0,0-1 0 0 0,0 1 0 0 0,0-3 0 0 0,0-3 0 0 0,0 0 0 0 0,0 3 0 0 0,0 5 0 0 0,0 3 0 0 0,0 3 0 0 0,0 2 0 0 0,0 1 0 0 0,0 1 0 0 0,0 0 0 0 0,0 10 0 0 0,0 14 0 0 0,0 14 0 0 0,0 9 0 0 0,0 9 0 0 0,0 4 0 0 0,0 2 0 0 0,0 7 0 0 0,-5 2 0 0 0,-7 3 0 0 0,-2 1 0 0 0,2-2 0 0 0,3-4 0 0 0,3-3 0 0 0,2-2 0 0 0,2 3 0 0 0,-4 6 0 0 0,0 6 0 0 0,0 6 0 0 0,-4-2 0 0 0,-1-5 0 0 0,3 1 0 0 0,1-4 0 0 0,-2-3 0 0 0,0-5 0 0 0,1-2 0 0 0,2 8 0 0 0,3 7 0 0 0,1 1 0 0 0,1 1 0 0 0,-4 4 0 0 0,-2 1 0 0 0,1 3 0 0 0,-4-5 0 0 0,-1-5 0 0 0,2-2 0 0 0,3-3 0 0 0,-4-4 0 0 0,1-4 0 0 0,1 2 0 0 0,3 5 0 0 0,-4 1 0 0 0,0 2 0 0 0,2-1 0 0 0,1-3 0 0 0,3 2 0 0 0,1 3 0 0 0,1 4 0 0 0,1-1 0 0 0,-5-5 0 0 0,-2-4 0 0 0,1-4 0 0 0,1 1 0 0 0,1 0 0 0 0,-3-1 0 0 0,-1-3 0 0 0,1-1 0 0 0,1-2 0 0 0,3 0 0 0 0,1-2 0 0 0,-5 6 0 0 0,0 2 0 0 0,1 4 0 0 0,1 1 0 0 0,1-2 0 0 0,2-3 0 0 0,1-2 0 0 0,1-2 0 0 0,0-2 0 0 0,0-1 0 0 0,0 0 0 0 0,1-1 0 0 0,-1 0 0 0 0,0 1 0 0 0,0-11 0 0 0,0-14 0 0 0,0-13 0 0 0,0-11 0 0 0,0-7 0 0 0,0-5 0 0 0,0-3 0 0 0,0 0 0 0 0,0 0 0 0 0,0-6 0 0 0,0 0 0 0 0,0 0 0 0 0,0 2 0 0 0,0 3 0 0 0,0 0 0 0 0,0-3 0 0 0,0-1 0 0 0,5-5 0 0 0,2 0 0 0 0,0-3 0 0 0,-2 1 0 0 0,-1 3 0 0 0,-2 3 0 0 0,0 3 0 0 0,3 3 0 0 0,2 1 0 0 0,0 1 0 0 0,-2-4 0 0 0,-2-3 0 0 0,0 2 0 0 0,-2-5 0 0 0,-1-1 0 0 0,0-2 0 0 0,0-1 0 0 0,0 4 0 0 0,-1-3 0 0 0,1 1 0 0 0,0 3 0 0 0,0 3 0 0 0,0 2 0 0 0,0-3 0 0 0,0 0 0 0 0,0 0 0 0 0,0 3 0 0 0,0-5 0 0 0,0 1 0 0 0,0 0 0 0 0,0 3 0 0 0,0-4 0 0 0,0 0 0 0 0,0 2 0 0 0,0 2 0 0 0,0 1 0 0 0,0-3 0 0 0,0-6 0 0 0,0-1 0 0 0,0-2 0 0 0,0 0 0 0 0,0-1 0 0 0,0 1 0 0 0,0 4 0 0 0,0 4 0 0 0,0 4 0 0 0,0 2 0 0 0,0 1 0 0 0,0 2 0 0 0,0-1 0 0 0,0 1 0 0 0,0 0 0 0 0,0 0 0 0 0,0-1 0 0 0,0 1 0 0 0,0-1 0 0 0,0 0 0 0 0,0 1 0 0 0,-6 4 0 0 0,0 13 0 0 0,-1 13 0 0 0,2 12 0 0 0,1 9 0 0 0,1 7 0 0 0,2 3 0 0 0,-5 2 0 0 0,-1 1 0 0 0,1-1 0 0 0,1 0 0 0 0,-4 4 0 0 0,0 7 0 0 0,1 1 0 0 0,3-2 0 0 0,1 2 0 0 0,-4-6 0 0 0,0 0 0 0 0,2-1 0 0 0,0 4 0 0 0,-2 4 0 0 0,-1 1 0 0 0,1-3 0 0 0,3 1 0 0 0,1-1 0 0 0,2 2 0 0 0,1 4 0 0 0,1-2 0 0 0,0-3 0 0 0,0-4 0 0 0,1 1 0 0 0,-1 4 0 0 0,-5-1 0 0 0,-2 9 0 0 0,1 4 0 0 0,0 4 0 0 0,-3 6 0 0 0,0-2 0 0 0,1-3 0 0 0,2-6 0 0 0,2-3 0 0 0,2 1 0 0 0,1-5 0 0 0,-4 0 0 0 0,-2-3 0 0 0,1 1 0 0 0,1 8 0 0 0,1-1 0 0 0,2-4 0 0 0,-4 0 0 0 0,-1-4 0 0 0,0 1 0 0 0,2-2 0 0 0,1 1 0 0 0,2 3 0 0 0,-4-2 0 0 0,-1 2 0 0 0,0-3 0 0 0,2 2 0 0 0,2 2 0 0 0,0 4 0 0 0,2-3 0 0 0,1-5 0 0 0,0 0 0 0 0,0 3 0 0 0,1 3 0 0 0,-1 3 0 0 0,0-3 0 0 0,0-5 0 0 0,0 0 0 0 0,1-3 0 0 0,-1-4 0 0 0,0-4 0 0 0,0-3 0 0 0,0-1 0 0 0,0-2 0 0 0,-1-1 0 0 0,1 0 0 0 0,6-5 0 0 0,1-18 0 0 0,5-19 0 0 0,0-15 0 0 0,-2-11 0 0 0,-2-6 0 0 0,-3 0 0 0 0,3-3 0 0 0,1-5 0 0 0,3 3 0 0 0,0 3 0 0 0,-2 4 0 0 0,-3 5 0 0 0,3-2 0 0 0,-1 0 0 0 0,-1 1 0 0 0,-3 3 0 0 0,-1 1 0 0 0,-2 2 0 0 0,-2-5 0 0 0,1-6 0 0 0,-2-1 0 0 0,1-4 0 0 0,-1-4 0 0 0,1-3 0 0 0,5-4 0 0 0,2 4 0 0 0,-1 6 0 0 0,0 5 0 0 0,-2 1 0 0 0,-2-4 0 0 0,-1-4 0 0 0,0 2 0 0 0,-1-2 0 0 0,0-2 0 0 0,-1 2 0 0 0,1 5 0 0 0,0 5 0 0 0,0 4 0 0 0,-1-2 0 0 0,1 0 0 0 0,0-3 0 0 0,0-1 0 0 0,0-2 0 0 0,0 0 0 0 0,0 3 0 0 0,0 4 0 0 0,0 2 0 0 0,0-3 0 0 0,0-5 0 0 0,0-5 0 0 0,0-1 0 0 0,0 4 0 0 0,0 5 0 0 0,0 3 0 0 0,0 3 0 0 0,0-2 0 0 0,0-7 0 0 0,0 1 0 0 0,0-5 0 0 0,0-3 0 0 0,0 1 0 0 0,0 4 0 0 0,0 5 0 0 0,0 3 0 0 0,0 4 0 0 0,0 2 0 0 0,0 1 0 0 0,0 1 0 0 0,0 0 0 0 0,0 0 0 0 0,-5 5 0 0 0,-2 2 0 0 0,1-1 0 0 0,0-1 0 0 0,-3-2 0 0 0,0 9 0 0 0,1 13 0 0 0,2 12 0 0 0,2 10 0 0 0,-3 8 0 0 0,-1 5 0 0 0,1 2 0 0 0,-3 1 0 0 0,-1 6 0 0 0,3 1 0 0 0,-4-1 0 0 0,1-2 0 0 0,2-1 0 0 0,3-3 0 0 0,2-1 0 0 0,2 5 0 0 0,1 0 0 0 0,1 1 0 0 0,-5-3 0 0 0,-1 0 0 0 0,0-3 0 0 0,1 0 0 0 0,1 0 0 0 0,2 9 0 0 0,-5 9 0 0 0,0 0 0 0 0,0-2 0 0 0,2 1 0 0 0,2-3 0 0 0,-5 2 0 0 0,0 8 0 0 0,1 5 0 0 0,-3 2 0 0 0,-1 2 0 0 0,3 0 0 0 0,1-1 0 0 0,3-1 0 0 0,2-5 0 0 0,1-8 0 0 0,1-2 0 0 0,0-3 0 0 0,-5 0 0 0 0,-1 4 0 0 0,0-2 0 0 0,1 2 0 0 0,-4-2 0 0 0,-1-4 0 0 0,3 1 0 0 0,1-1 0 0 0,2 2 0 0 0,2-2 0 0 0,-5 4 0 0 0,0 3 0 0 0,1 4 0 0 0,1-2 0 0 0,1-5 0 0 0,2 1 0 0 0,1-4 0 0 0,-4-3 0 0 0,-2-3 0 0 0,1-4 0 0 0,1-2 0 0 0,1 5 0 0 0,2 0 0 0 0,1 0 0 0 0,0-2 0 0 0,1-1 0 0 0,1-1 0 0 0,-1-1 0 0 0,0-1 0 0 0,0 0 0 0 0,1-1 0 0 0,-1 1 0 0 0,0 0 0 0 0,0-1 0 0 0,0 1 0 0 0,0 0 0 0 0,0-11 0 0 0,0-14 0 0 0,0-13 0 0 0,5-10 0 0 0,2-8 0 0 0,0-5 0 0 0,-2-8 0 0 0,-1-3 0 0 0,3 7 0 0 0,2 2 0 0 0,-2 2 0 0 0,3 2 0 0 0,1-7 0 0 0,-2-6 0 0 0,2-2 0 0 0,0-5 0 0 0,-2 2 0 0 0,-3-3 0 0 0,-2 3 0 0 0,-2 2 0 0 0,-1 0 0 0 0,4-4 0 0 0,2-4 0 0 0,-1 1 0 0 0,-1 5 0 0 0,-1 4 0 0 0,3 5 0 0 0,1-3 0 0 0,-1 1 0 0 0,-2-3 0 0 0,-1-1 0 0 0,3-2 0 0 0,1 0 0 0 0,-1 3 0 0 0,-2-2 0 0 0,-1-4 0 0 0,-2 2 0 0 0,-1-3 0 0 0,4 2 0 0 0,2 3 0 0 0,-1-5 0 0 0,-1-1 0 0 0,-1-2 0 0 0,-2 3 0 0 0,-1-1 0 0 0,0-2 0 0 0,-1-4 0 0 0,-1 4 0 0 0,1-1 0 0 0,0-1 0 0 0,0 3 0 0 0,-1 0 0 0 0,1 3 0 0 0,0-1 0 0 0,0-2 0 0 0,0 2 0 0 0,0-1 0 0 0,0 3 0 0 0,0 4 0 0 0,0-2 0 0 0,0 3 0 0 0,0-3 0 0 0,0-4 0 0 0,0-4 0 0 0,0 2 0 0 0,0 4 0 0 0,0 5 0 0 0,0-1 0 0 0,0 1 0 0 0,0-2 0 0 0,0 1 0 0 0,0 3 0 0 0,0 2 0 0 0,0 3 0 0 0,0 2 0 0 0,-5 1 0 0 0,-2 2 0 0 0,0-1 0 0 0,2 1 0 0 0,1 0 0 0 0,2-1 0 0 0,1 1 0 0 0,-5 4 0 0 0,-1 3 0 0 0,0-1 0 0 0,2-2 0 0 0,2-1 0 0 0,1-1 0 0 0,-5 3 0 0 0,-5 12 0 0 0,-2 14 0 0 0,3 11 0 0 0,2 9 0 0 0,-2 11 0 0 0,0 6 0 0 0,3 2 0 0 0,-3-2 0 0 0,0-1 0 0 0,3-1 0 0 0,-3-3 0 0 0,0-1 0 0 0,2-1 0 0 0,3 0 0 0 0,2 0 0 0 0,2-1 0 0 0,1 6 0 0 0,1 7 0 0 0,-5 6 0 0 0,-1 6 0 0 0,0 4 0 0 0,1-3 0 0 0,1-1 0 0 0,-3-4 0 0 0,-1-5 0 0 0,1-6 0 0 0,1-4 0 0 0,-3 2 0 0 0,0 5 0 0 0,2 1 0 0 0,1-2 0 0 0,2 2 0 0 0,2-1 0 0 0,1-2 0 0 0,1-4 0 0 0,0 3 0 0 0,1 5 0 0 0,-6 6 0 0 0,-2-2 0 0 0,1-2 0 0 0,1 0 0 0 0,1-3 0 0 0,2-2 0 0 0,-5 0 0 0 0,0 5 0 0 0,0 0 0 0 0,2-4 0 0 0,1 2 0 0 0,-3-7 0 0 0,-1-5 0 0 0,1 3 0 0 0,2 0 0 0 0,1 0 0 0 0,2-2 0 0 0,1 0 0 0 0,1-2 0 0 0,0-1 0 0 0,0 0 0 0 0,1 0 0 0 0,-1 0 0 0 0,0-1 0 0 0,0 1 0 0 0,1-1 0 0 0,-1 1 0 0 0,0 0 0 0 0,0 0 0 0 0,0 0 0 0 0,0-1 0 0 0,0 1 0 0 0,0 0 0 0 0,0 0 0 0 0,0 0 0 0 0,0 0 0 0 0,0-1 0 0 0,0-9 0 0 0,0-15 0 0 0,0-13 0 0 0,0-16 0 0 0,0-9 0 0 0,0-4 0 0 0,0-8 0 0 0,0 0 0 0 0,0 2 0 0 0,0-3 0 0 0,0 1 0 0 0,0 3 0 0 0,0-2 0 0 0,0 1 0 0 0,0 2 0 0 0,0 3 0 0 0,0 3 0 0 0,0-4 0 0 0,0-1 0 0 0,0 2 0 0 0,0 1 0 0 0,0 2 0 0 0,0 1 0 0 0,0-3 0 0 0,0-2 0 0 0,0-5 0 0 0,0 0 0 0 0,0 2 0 0 0,0 3 0 0 0,0 2 0 0 0,0 3 0 0 0,5 1 0 0 0,2 1 0 0 0,-1 0 0 0 0,0-4 0 0 0,-2-8 0 0 0,-2-6 0 0 0,-1-1 0 0 0,0-1 0 0 0,-1 1 0 0 0,0 6 0 0 0,-1 3 0 0 0,1 5 0 0 0,0-3 0 0 0,0 1 0 0 0,-1-5 0 0 0,1 1 0 0 0,0 1 0 0 0,0 4 0 0 0,0 1 0 0 0,0 3 0 0 0,0 1 0 0 0,0-4 0 0 0,0-7 0 0 0,0-1 0 0 0,0 2 0 0 0,0 2 0 0 0,0 4 0 0 0,0 1 0 0 0,0 3 0 0 0,0 1 0 0 0,0 0 0 0 0,0 1 0 0 0,0 0 0 0 0,0-1 0 0 0,0 1 0 0 0,0 10 0 0 0,0 19 0 0 0,0 15 0 0 0,0 10 0 0 0,0 6 0 0 0,0 4 0 0 0,-5 1 0 0 0,-2 0 0 0 0,1-1 0 0 0,0-1 0 0 0,2 4 0 0 0,2 2 0 0 0,1 4 0 0 0,0 5 0 0 0,1 0 0 0 0,0-3 0 0 0,-4-3 0 0 0,-3-5 0 0 0,0-3 0 0 0,2 4 0 0 0,2 0 0 0 0,-5-1 0 0 0,0 3 0 0 0,1 7 0 0 0,1-1 0 0 0,3 3 0 0 0,-5 3 0 0 0,0-2 0 0 0,1 2 0 0 0,2-4 0 0 0,-3-4 0 0 0,-1 1 0 0 0,1-2 0 0 0,2 1 0 0 0,3 5 0 0 0,1-1 0 0 0,1 2 0 0 0,0-3 0 0 0,2-4 0 0 0,-1 2 0 0 0,0-2 0 0 0,-4 2 0 0 0,-3 4 0 0 0,0-1 0 0 0,2-4 0 0 0,1-3 0 0 0,2 1 0 0 0,1 4 0 0 0,0 0 0 0 0,1 2 0 0 0,-5 3 0 0 0,-2 4 0 0 0,1-2 0 0 0,1-5 0 0 0,1-1 0 0 0,2-2 0 0 0,-4 1 0 0 0,-2-1 0 0 0,1 1 0 0 0,2-1 0 0 0,2-4 0 0 0,1 2 0 0 0,1 0 0 0 0,-5 1 0 0 0,-1 0 0 0 0,1-3 0 0 0,1-3 0 0 0,1-2 0 0 0,2-3 0 0 0,1-2 0 0 0,1 0 0 0 0,0-1 0 0 0,0 1 0 0 0,0-1 0 0 0,0 0 0 0 0,1 1 0 0 0,-1-1 0 0 0,0-9 0 0 0,0-15 0 0 0,0-13 0 0 0,0-11 0 0 0,0-7 0 0 0,0-5 0 0 0,0-2 0 0 0,5-2 0 0 0,2-4 0 0 0,0-2 0 0 0,-2 0 0 0 0,-1 3 0 0 0,-2-3 0 0 0,0-1 0 0 0,-2-3 0 0 0,0 1 0 0 0,5-4 0 0 0,2-3 0 0 0,-1 1 0 0 0,-1 3 0 0 0,-1 0 0 0 0,-2-3 0 0 0,-1 1 0 0 0,0 4 0 0 0,-1 4 0 0 0,0 4 0 0 0,5-3 0 0 0,1-5 0 0 0,1 0 0 0 0,-2 2 0 0 0,-1 2 0 0 0,-2 4 0 0 0,-1-3 0 0 0,0 0 0 0 0,-1-4 0 0 0,5-5 0 0 0,1-5 0 0 0,1 1 0 0 0,-2 5 0 0 0,-1-1 0 0 0,-2 3 0 0 0,-1-1 0 0 0,0 1 0 0 0,-1 4 0 0 0,-1-2 0 0 0,1 1 0 0 0,0-3 0 0 0,0 1 0 0 0,-1 3 0 0 0,1-2 0 0 0,0-4 0 0 0,0 0 0 0 0,0-2 0 0 0,0-3 0 0 0,0-3 0 0 0,0 2 0 0 0,0 5 0 0 0,0 0 0 0 0,0 4 0 0 0,0 3 0 0 0,0-2 0 0 0,0 2 0 0 0,0 2 0 0 0,0-3 0 0 0,0 1 0 0 0,0 2 0 0 0,0 2 0 0 0,0-2 0 0 0,0-1 0 0 0,0 2 0 0 0,0 1 0 0 0,0 3 0 0 0,0 1 0 0 0,0 2 0 0 0,0 0 0 0 0,0 0 0 0 0,0 1 0 0 0,0-1 0 0 0,0 1 0 0 0,0-1 0 0 0,0 1 0 0 0,0-1 0 0 0,0 11 0 0 0,0 13 0 0 0,0 14 0 0 0,0 11 0 0 0,0 7 0 0 0,-5 0 0 0 0,-2 0 0 0 0,0 2 0 0 0,2 1 0 0 0,1 1 0 0 0,2 1 0 0 0,1 1 0 0 0,0 0 0 0 0,1 0 0 0 0,0 0 0 0 0,1 0 0 0 0,-1 0 0 0 0,0 5 0 0 0,0 7 0 0 0,0 2 0 0 0,-5-2 0 0 0,-2 2 0 0 0,1 4 0 0 0,0-1 0 0 0,-3 2 0 0 0,0-2 0 0 0,1-5 0 0 0,2 2 0 0 0,2 3 0 0 0,2-2 0 0 0,1 3 0 0 0,-4-2 0 0 0,-2-4 0 0 0,1 1 0 0 0,1-1 0 0 0,1 2 0 0 0,2 4 0 0 0,1-1 0 0 0,1-4 0 0 0,0-3 0 0 0,0-5 0 0 0,0-2 0 0 0,0-2 0 0 0,1-1 0 0 0,-1-1 0 0 0,0 0 0 0 0,0 1 0 0 0,0 4 0 0 0,0 2 0 0 0,0 1 0 0 0,0-2 0 0 0,0-2 0 0 0,0 5 0 0 0,0 0 0 0 0,0-1 0 0 0,0-2 0 0 0,0-2 0 0 0,0-1 0 0 0,0-1 0 0 0,0-1 0 0 0,0 0 0 0 0,0-1 0 0 0,0 1 0 0 0,0-1 0 0 0,0 1 0 0 0,0 0 0 0 0,0-1 0 0 0,0 1 0 0 0,0 0 0 0 0,0-11 0 0 0,0-13 0 0 0,0-14 0 0 0,0-11 0 0 0,0-7 0 0 0,5-5 0 0 0,2-2 0 0 0,0-2 0 0 0,-2 1 0 0 0,-1 0 0 0 0,-2 0 0 0 0,0 1 0 0 0,-2 1 0 0 0,0 0 0 0 0,0 0 0 0 0,0 0 0 0 0,-1 0 0 0 0,1 1 0 0 0,0-1 0 0 0,0 0 0 0 0,0 0 0 0 0,5 1 0 0 0,2-1 0 0 0,0 0 0 0 0,-2 0 0 0 0,-1-5 0 0 0,-2-7 0 0 0,-1-1 0 0 0,0 1 0 0 0,-1-3 0 0 0,0-3 0 0 0,-1-4 0 0 0,1-4 0 0 0,0-2 0 0 0,0-2 0 0 0,0 4 0 0 0,0 7 0 0 0,0 6 0 0 0,0 1 0 0 0,0 2 0 0 0,0 2 0 0 0,-6-1 0 0 0,-1-6 0 0 0,1 0 0 0 0,0-2 0 0 0,3 2 0 0 0,-5-3 0 0 0,0-2 0 0 0,1 1 0 0 0,1 0 0 0 0,3-3 0 0 0,-5-3 0 0 0,0 3 0 0 0,1 0 0 0 0,-3-1 0 0 0,0-3 0 0 0,1 4 0 0 0,3 1 0 0 0,2 3 0 0 0,1-1 0 0 0,2 4 0 0 0,1 4 0 0 0,-5-1 0 0 0,-1 1 0 0 0,0 3 0 0 0,1-3 0 0 0,-4 6 0 0 0,0-1 0 0 0,1 0 0 0 0,2 1 0 0 0,2 2 0 0 0,-3 1 0 0 0,-1-4 0 0 0,1-2 0 0 0,2 2 0 0 0,1 1 0 0 0,2 2 0 0 0,2 1 0 0 0,-1 1 0 0 0,1 1 0 0 0,1 0 0 0 0,-1 0 0 0 0,0 1 0 0 0,1-1 0 0 0,-1 1 0 0 0,-5 4 0 0 0,-2 13 0 0 0,0 13 0 0 0,2 13 0 0 0,-4 8 0 0 0,-1 7 0 0 0,2 3 0 0 0,2 2 0 0 0,3 0 0 0 0,1 0 0 0 0,1 5 0 0 0,0 2 0 0 0,2-2 0 0 0,-1-1 0 0 0,-5-3 0 0 0,-2 0 0 0 0,1 3 0 0 0,1 1 0 0 0,1 5 0 0 0,2-1 0 0 0,1-1 0 0 0,0-2 0 0 0,1-4 0 0 0,0-1 0 0 0,1-2 0 0 0,-1-1 0 0 0,0-1 0 0 0,0 6 0 0 0,0 1 0 0 0,0 0 0 0 0,0-1 0 0 0,0 4 0 0 0,0 5 0 0 0,0 1 0 0 0,0 2 0 0 0,0-1 0 0 0,0-3 0 0 0,0-5 0 0 0,0 2 0 0 0,0 0 0 0 0,0-3 0 0 0,0 4 0 0 0,0-1 0 0 0,0-2 0 0 0,0-3 0 0 0,0 4 0 0 0,0 0 0 0 0,0-2 0 0 0,0-1 0 0 0,0-3 0 0 0,0-1 0 0 0,0-2 0 0 0,0 0 0 0 0,0 0 0 0 0,0-1 0 0 0,0 1 0 0 0,0-1 0 0 0,0 1 0 0 0,0-1 0 0 0,0 1 0 0 0,0 0 0 0 0,0 0 0 0 0,0 0 0 0 0,6-6 0 0 0,6-6 0 0 0,7-12 0 0 0,5-8 0 0 0,-1-8 0 0 0,-5-8 0 0 0,0-6 0 0 0,2-5 0 0 0,-2-3 0 0 0,1 4 0 0 0,-3 2 0 0 0,-4-1 0 0 0,1 4 0 0 0,-1 1 0 0 0,1-1 0 0 0,0-3 0 0 0,-3-1 0 0 0,3-3 0 0 0,-2-1 0 0 0,3 0 0 0 0,-1-1 0 0 0,3 5 0 0 0,-2 2 0 0 0,-3-1 0 0 0,-3-1 0 0 0,1-1 0 0 0,1-1 0 0 0,2-2 0 0 0,1 0 0 0 0,-3-1 0 0 0,-3 0 0 0 0,2 0 0 0 0,6-6 0 0 0,-1-1 0 0 0,4 6 0 0 0,-3 3 0 0 0,-2 1 0 0 0,-5 0 0 0 0,-3-1 0 0 0,3 0 0 0 0,0 0 0 0 0,4-1 0 0 0,-1-1 0 0 0,4 1 0 0 0,-1-1 0 0 0,-2 0 0 0 0,-5-5 0 0 0,4 3 0 0 0,-2 2 0 0 0,-1 2 0 0 0,2-1 0 0 0,0 1 0 0 0,-1-1 0 0 0,-3 0 0 0 0,-2 0 0 0 0,-2-1 0 0 0,4 1 0 0 0,1-1 0 0 0,4 0 0 0 0,1 0 0 0 0,-2 0 0 0 0,3 5 0 0 0,-7 8 0 0 0,-3 11 0 0 0,-9 7 0 0 0,-2 9 0 0 0,-5 9 0 0 0,-1 5 0 0 0,-3 0 0 0 0,1 0 0 0 0,4 3 0 0 0,-2-4 0 0 0,2-1 0 0 0,-3-3 0 0 0,-3 1 0 0 0,0 1 0 0 0,-1-2 0 0 0,3 1 0 0 0,-2-2 0 0 0,-3 0 0 0 0,3 3 0 0 0,-2-1 0 0 0,-2-5 0 0 0,2 1 0 0 0,0-3 0 0 0,3 3 0 0 0,-1-2 0 0 0,-2 3 0 0 0,-4-2 0 0 0,3 2 0 0 0,0-2 0 0 0,3 3 0 0 0,-1-3 0 0 0,-1-3 0 0 0,1 2 0 0 0,5 4 0 0 0,-1-1 0 0 0,8-4 0 0 0,10-3 0 0 0,9-3 0 0 0,9-3 0 0 0,5-2 0 0 0,5-1 0 0 0,0-1 0 0 0,2 1 0 0 0,0-1 0 0 0,0 0 0 0 0,-1 1 0 0 0,-1 0 0 0 0,-5-6 0 0 0,4-1 0 0 0,1 1 0 0 0,1 0 0 0 0,0 3 0 0 0,0 0 0 0 0,0 2 0 0 0,0 1 0 0 0,-1 0 0 0 0,0 0 0 0 0,0 0 0 0 0,5 0 0 0 0,2 1 0 0 0,-1-1 0 0 0,-1 0 0 0 0,-1 0 0 0 0,-2 0 0 0 0,-1 0 0 0 0,-6-5 0 0 0,-2-2 0 0 0,0 0 0 0 0,1 2 0 0 0,2 1 0 0 0,1 2 0 0 0,-4-5 0 0 0,-6-6 0 0 0,-11 0 0 0 0,-12 1 0 0 0,-11 3 0 0 0,-8 3 0 0 0,-4 3 0 0 0,-4 1 0 0 0,4-3 0 0 0,2-2 0 0 0,0 1 0 0 0,-1 1 0 0 0,-1 2 0 0 0,-1-5 0 0 0,-1 1 0 0 0,-1 0 0 0 0,0 1 0 0 0,0 3 0 0 0,-5 1 0 0 0,-7 1 0 0 0,4-5 0 0 0,3-1 0 0 0,2 1 0 0 0,2 1 0 0 0,2 1 0 0 0,0 2 0 0 0,0-4 0 0 0,-1-2 0 0 0,-4 2 0 0 0,-3-4 0 0 0,1-1 0 0 0,-4 2 0 0 0,-1 3 0 0 0,3 2 0 0 0,1 1 0 0 0,3 2 0 0 0,2 1 0 0 0,1 1 0 0 0,1-1 0 0 0,0 0 0 0 0,-4-4 0 0 0,-3-3 0 0 0,-4 0 0 0 0,-1 2 0 0 0,2 1 0 0 0,3 2 0 0 0,2 1 0 0 0,2 0 0 0 0,7-4 0 0 0,3-2 0 0 0,0 1 0 0 0,10 1 0 0 0,11 1 0 0 0,13 2 0 0 0,9 1 0 0 0,7 0 0 0 0,4 1 0 0 0,3 1 0 0 0,0-1 0 0 0,0 0 0 0 0,-5 6 0 0 0,-3 1 0 0 0,0 0 0 0 0,1-2 0 0 0,1-1 0 0 0,2-2 0 0 0,0-1 0 0 0,2 0 0 0 0,-1-1 0 0 0,1 0 0 0 0,0-1 0 0 0,0 1 0 0 0,0 0 0 0 0,0 0 0 0 0,0 0 0 0 0,0 0 0 0 0,-10-1 0 0 0,-15 1 0 0 0,-13 0 0 0 0,-10 1 0 0 0,-9-1 0 0 0,-4 0 0 0 0,-2 0 0 0 0,-2 0 0 0 0,1 0 0 0 0,0 0 0 0 0,0 0 0 0 0,1 0 0 0 0,1 0 0 0 0,0 0 0 0 0,0 0 0 0 0,0 0 0 0 0,1 0 0 0 0,-1 0 0 0 0,0 0 0 0 0,0 0 0 0 0,1 0 0 0 0,-1 0 0 0 0,0 0 0 0 0,0 0 0 0 0,6 5 0 0 0,1 2 0 0 0,0-1 0 0 0,-2 0 0 0 0,-1-2 0 0 0,4 3 0 0 0,0 1 0 0 0,0 0 0 0 0,-3 2 0 0 0,-1 1 0 0 0,9-3 0 0 0,12-1 0 0 0,13-3 0 0 0,11-2 0 0 0,7-1 0 0 0,4-1 0 0 0,3 0 0 0 0,2-1 0 0 0,-1 1 0 0 0,0 0 0 0 0,-1-1 0 0 0,0 1 0 0 0,0 0 0 0 0,-1 0 0 0 0,0 0 0 0 0,0 0 0 0 0,-1 0 0 0 0,1 0 0 0 0,0 0 0 0 0,-1 0 0 0 0,1 0 0 0 0,0 0 0 0 0,0 0 0 0 0,0 0 0 0 0,-1 0 0 0 0,1 0 0 0 0,0 0 0 0 0,-11 0 0 0 0,-13 0 0 0 0,-14 0 0 0 0,-11 0 0 0 0,-7 0 0 0 0,-5 0 0 0 0,-2 0 0 0 0,-2-5 0 0 0,1-2 0 0 0,0 0 0 0 0,-5 2 0 0 0,4-4 0 0 0,3-1 0 0 0,1 3 0 0 0,1 1 0 0 0,0 2 0 0 0,-1 2 0 0 0,0 1 0 0 0,0-5 0 0 0,-1 0 0 0 0,-4-1 0 0 0,2-3 0 0 0,2 0 0 0 0,-3 1 0 0 0,-3 2 0 0 0,1 3 0 0 0,-4 2 0 0 0,-6 1 0 0 0,-1-5 0 0 0,4 0 0 0 0,-8-1 0 0 0,-6-3 0 0 0,3 0 0 0 0,4 1 0 0 0,1-2 0 0 0,3-1 0 0 0,-6 3 0 0 0,0 3 0 0 0,4-3 0 0 0,5 0 0 0 0,-1 1 0 0 0,2 3 0 0 0,-2 1 0 0 0,0 2 0 0 0,4 2 0 0 0,2 0 0 0 0,3 0 0 0 0,-3 0 0 0 0,-1 1 0 0 0,2-1 0 0 0,1 0 0 0 0,2 0 0 0 0,2 0 0 0 0,0-5 0 0 0,1-2 0 0 0,0 1 0 0 0,1 0 0 0 0,-1 2 0 0 0,1 2 0 0 0,-1 1 0 0 0,1 0 0 0 0,-1 1 0 0 0,0 0 0 0 0,0 1 0 0 0,0-6 0 0 0,0-2 0 0 0,1 1 0 0 0,-1 0 0 0 0,0 3 0 0 0,0 0 0 0 0,0 2 0 0 0,0-5 0 0 0,11-1 0 0 0,14 1 0 0 0,13 1 0 0 0,10 1 0 0 0,3-3 0 0 0,3-1 0 0 0,3 1 0 0 0,2 1 0 0 0,2 3 0 0 0,1 1 0 0 0,0 1 0 0 0,0 1 0 0 0,1 0 0 0 0,-1 0 0 0 0,0 0 0 0 0,5 1 0 0 0,2-1 0 0 0,5 0 0 0 0,5 0 0 0 0,1 0 0 0 0,1 0 0 0 0,-2 0 0 0 0,-4 0 0 0 0,-4 0 0 0 0,-4 0 0 0 0,-2 0 0 0 0,3 0 0 0 0,5 5 0 0 0,2 2 0 0 0,-2 0 0 0 0,-3-2 0 0 0,-2-1 0 0 0,-3-1 0 0 0,-2-2 0 0 0,-1 5 0 0 0,0 0 0 0 0,5 1 0 0 0,1-2 0 0 0,0-2 0 0 0,-1 0 0 0 0,-2-2 0 0 0,-1 4 0 0 0,-1 2 0 0 0,-1 0 0 0 0,0-2 0 0 0,0-2 0 0 0,5 5 0 0 0,1 0 0 0 0,0-1 0 0 0,-1-2 0 0 0,-1-1 0 0 0,-2-2 0 0 0,-1-1 0 0 0,-1-1 0 0 0,0 0 0 0 0,0 0 0 0 0,-1-1 0 0 0,-4 6 0 0 0,-3 2 0 0 0,1-1 0 0 0,-9 0 0 0 0,-12-3 0 0 0,-12 0 0 0 0,-10-2 0 0 0,-7 0 0 0 0,-4-1 0 0 0,-2-1 0 0 0,-1 1 0 0 0,-1 0 0 0 0,1 0 0 0 0,1-1 0 0 0,-5 1 0 0 0,-1 0 0 0 0,-5 0 0 0 0,0 0 0 0 0,1 0 0 0 0,4 0 0 0 0,2 0 0 0 0,-3 0 0 0 0,-5 0 0 0 0,-1 0 0 0 0,-2 0 0 0 0,0 0 0 0 0,4 0 0 0 0,-1-5 0 0 0,1-2 0 0 0,2 0 0 0 0,4 2 0 0 0,3 1 0 0 0,-4 2 0 0 0,-6 1 0 0 0,-5 0 0 0 0,0 1 0 0 0,2 0 0 0 0,6 1 0 0 0,3-1 0 0 0,-2 0 0 0 0,0 0 0 0 0,-2 0 0 0 0,-6 0 0 0 0,-5 0 0 0 0,-4 0 0 0 0,-2 0 0 0 0,3 0 0 0 0,1 0 0 0 0,-1 0 0 0 0,4 0 0 0 0,5 0 0 0 0,1-5 0 0 0,3-2 0 0 0,-3 1 0 0 0,3 0 0 0 0,2 2 0 0 0,3 2 0 0 0,-2 1 0 0 0,-5 0 0 0 0,0 1 0 0 0,3 0 0 0 0,2 1 0 0 0,4-1 0 0 0,2 0 0 0 0,2 0 0 0 0,1 1 0 0 0,0-1 0 0 0,1 0 0 0 0,0-6 0 0 0,0-1 0 0 0,-1 1 0 0 0,1 0 0 0 0,-1 3 0 0 0,0 0 0 0 0,0 2 0 0 0,0 0 0 0 0,1 1 0 0 0,4-5 0 0 0,13-1 0 0 0,13-1 0 0 0,12 2 0 0 0,10 2 0 0 0,5-5 0 0 0,4 0 0 0 0,2 1 0 0 0,1 1 0 0 0,4 3 0 0 0,2 1 0 0 0,-1 1 0 0 0,3 1 0 0 0,0 0 0 0 0,-2 0 0 0 0,-2 0 0 0 0,-3 1 0 0 0,-2-1 0 0 0,-1 0 0 0 0,4 0 0 0 0,1 0 0 0 0,5 0 0 0 0,1 0 0 0 0,3 0 0 0 0,-1 0 0 0 0,-2 0 0 0 0,-4 0 0 0 0,-3 0 0 0 0,2 0 0 0 0,6 0 0 0 0,6 0 0 0 0,-1 0 0 0 0,-3 0 0 0 0,1 0 0 0 0,-2 0 0 0 0,1 0 0 0 0,-1 0 0 0 0,-3 0 0 0 0,1 0 0 0 0,4 0 0 0 0,0 0 0 0 0,1 0 0 0 0,4 0 0 0 0,-2 0 0 0 0,1 0 0 0 0,-2 0 0 0 0,-1 0 0 0 0,-1 0 0 0 0,0 5 0 0 0,-1 2 0 0 0,-5 0 0 0 0,-2-2 0 0 0,-4-1 0 0 0,-3-1 0 0 0,0-2 0 0 0,-2-1 0 0 0,0 0 0 0 0,1 0 0 0 0,-1 0 0 0 0,0-1 0 0 0,1 1 0 0 0,-1 0 0 0 0,1 5 0 0 0,0 2 0 0 0,0 0 0 0 0,-1-2 0 0 0,1-1 0 0 0,-5 4 0 0 0,-13 0 0 0 0,-13-1 0 0 0,-12-2 0 0 0,-10-1 0 0 0,-5-2 0 0 0,-4-1 0 0 0,-2-1 0 0 0,-1 0 0 0 0,1 0 0 0 0,0-1 0 0 0,1 1 0 0 0,0 0 0 0 0,-4 0 0 0 0,-2 0 0 0 0,0 0 0 0 0,2 0 0 0 0,2 0 0 0 0,1 0 0 0 0,-5 0 0 0 0,0 0 0 0 0,1 0 0 0 0,1 0 0 0 0,-4 0 0 0 0,-5-6 0 0 0,0-1 0 0 0,-4 1 0 0 0,2 0 0 0 0,-1 3 0 0 0,-4-5 0 0 0,2 0 0 0 0,5 1 0 0 0,-1 1 0 0 0,2 3 0 0 0,-7 1 0 0 0,0 1 0 0 0,-2 0 0 0 0,3 1 0 0 0,-6 1 0 0 0,1-1 0 0 0,5-5 0 0 0,1-2 0 0 0,-8 1 0 0 0,1 1 0 0 0,0 1 0 0 0,4 2 0 0 0,0-5 0 0 0,-1 0 0 0 0,2 0 0 0 0,1 2 0 0 0,-3 1 0 0 0,3 2 0 0 0,-1 1 0 0 0,-1 1 0 0 0,-4 0 0 0 0,4 0 0 0 0,-1-5 0 0 0,4-1 0 0 0,5-1 0 0 0,4 2 0 0 0,5 1 0 0 0,-3 2 0 0 0,0 1 0 0 0,-4 0 0 0 0,-1 1 0 0 0,3 0 0 0 0,2 1 0 0 0,3-1 0 0 0,2 0 0 0 0,1 0 0 0 0,1 0 0 0 0,0 1 0 0 0,6-7 0 0 0,2-1 0 0 0,-1 1 0 0 0,9 0 0 0 0,13 2 0 0 0,11 2 0 0 0,10 1 0 0 0,7 0 0 0 0,4 1 0 0 0,7 1 0 0 0,4-1 0 0 0,-2 0 0 0 0,0 0 0 0 0,-3 1 0 0 0,-2-1 0 0 0,-2 0 0 0 0,0 0 0 0 0,4 0 0 0 0,2 0 0 0 0,-1 0 0 0 0,4 0 0 0 0,0 0 0 0 0,-1 0 0 0 0,2 0 0 0 0,0 0 0 0 0,-2 0 0 0 0,-3 0 0 0 0,-2 0 0 0 0,-2 0 0 0 0,4 0 0 0 0,1 0 0 0 0,-1 0 0 0 0,-1 0 0 0 0,-2 0 0 0 0,-2 0 0 0 0,0 0 0 0 0,-1 0 0 0 0,5 0 0 0 0,2 0 0 0 0,-1 0 0 0 0,-1 0 0 0 0,4 0 0 0 0,5 0 0 0 0,1 0 0 0 0,-3 0 0 0 0,2 0 0 0 0,-1 0 0 0 0,-3 0 0 0 0,-4 0 0 0 0,-2 0 0 0 0,-2 0 0 0 0,-1 0 0 0 0,3 0 0 0 0,3 0 0 0 0,-1 0 0 0 0,-2 0 0 0 0,-1 0 0 0 0,-1 0 0 0 0,-1 0 0 0 0,-1 0 0 0 0,0 0 0 0 0,-11 0 0 0 0,-14 0 0 0 0,-13 0 0 0 0,-11 0 0 0 0,-7 0 0 0 0,-5 0 0 0 0,-2 0 0 0 0,-2 0 0 0 0,0 0 0 0 0,1 0 0 0 0,1 5 0 0 0,0 2 0 0 0,1 0 0 0 0,0-2 0 0 0,0-1 0 0 0,-5-2 0 0 0,-2-1 0 0 0,1 0 0 0 0,1 4 0 0 0,1 2 0 0 0,2-1 0 0 0,1-1 0 0 0,1-1 0 0 0,0-2 0 0 0,0-1 0 0 0,1 0 0 0 0,-1-1 0 0 0,0-1 0 0 0,1 1 0 0 0,-1 5 0 0 0,0 2 0 0 0,0-1 0 0 0,1 0 0 0 0,-1-3 0 0 0,0 0 0 0 0,0 3 0 0 0,0 2 0 0 0,0-2 0 0 0,1-1 0 0 0,-1-1 0 0 0,0-2 0 0 0,0-1 0 0 0,0-1 0 0 0,1 0 0 0 0,-1 5 0 0 0,0 2 0 0 0,0-1 0 0 0,11-1 0 0 0,13-1 0 0 0,14-2 0 0 0,11 0 0 0 0,7-2 0 0 0,5 0 0 0 0,2 0 0 0 0,2 0 0 0 0,-1-1 0 0 0,1 1 0 0 0,-2 0 0 0 0,0 0 0 0 0,-1 0 0 0 0,0 0 0 0 0,0 0 0 0 0,5 0 0 0 0,2 5 0 0 0,-1 2 0 0 0,-1 0 0 0 0,-1-2 0 0 0,-2-1 0 0 0,-1-2 0 0 0,5-1 0 0 0,1 0 0 0 0,-1-1 0 0 0,-1 0 0 0 0,-2-1 0 0 0,-1 1 0 0 0,-1 0 0 0 0,-1 0 0 0 0,0 0 0 0 0,-1 0 0 0 0,1 0 0 0 0,-6 5 0 0 0,-1 2 0 0 0,0-1 0 0 0,1 0 0 0 0,2-2 0 0 0,2-2 0 0 0,0-1 0 0 0,2 0 0 0 0,-11-1 0 0 0,-13 0 0 0 0,-14-1 0 0 0,-10 1 0 0 0,-8 0 0 0 0,-5 0 0 0 0,-2-1 0 0 0,-2 1 0 0 0,1 0 0 0 0,0 0 0 0 0,0 0 0 0 0,-4 0 0 0 0,-1 0 0 0 0,0 0 0 0 0,2 0 0 0 0,1 0 0 0 0,-3 0 0 0 0,-1 0 0 0 0,-4 0 0 0 0,0 0 0 0 0,2 0 0 0 0,2 0 0 0 0,4 0 0 0 0,1 0 0 0 0,-3 0 0 0 0,-1 0 0 0 0,1 0 0 0 0,1 0 0 0 0,2 0 0 0 0,-4 0 0 0 0,-1 0 0 0 0,2 0 0 0 0,-5 0 0 0 0,1 0 0 0 0,2 0 0 0 0,-4 0 0 0 0,1 0 0 0 0,3 0 0 0 0,-4 0 0 0 0,1 0 0 0 0,3 0 0 0 0,2 0 0 0 0,2 0 0 0 0,2 0 0 0 0,2 0 0 0 0,5-5 0 0 0,-3-2 0 0 0,-1 1 0 0 0,-2 0 0 0 0,0 2 0 0 0,0 2 0 0 0,0 1 0 0 0,1 0 0 0 0,10 1 0 0 0,14 0 0 0 0,14 1 0 0 0,11-1 0 0 0,7 0 0 0 0,5-5 0 0 0,3-2 0 0 0,0 1 0 0 0,1 0 0 0 0,-1 3 0 0 0,-1 0 0 0 0,5 2 0 0 0,2 0 0 0 0,-1 1 0 0 0,-2 1 0 0 0,4-1 0 0 0,5 0 0 0 0,1 0 0 0 0,-3 1 0 0 0,-3-1 0 0 0,-4 0 0 0 0,-1 0 0 0 0,-3 0 0 0 0,-1 0 0 0 0,-1 0 0 0 0,1 0 0 0 0,-1 0 0 0 0,0 0 0 0 0,0 0 0 0 0,1 0 0 0 0,0 0 0 0 0,-1 0 0 0 0,1 0 0 0 0,0 0 0 0 0,0 0 0 0 0,0 0 0 0 0,0 0 0 0 0,0 0 0 0 0,-1 0 0 0 0,1 0 0 0 0,0 0 0 0 0,0 0 0 0 0,0 0 0 0 0,-1 0 0 0 0,1 0 0 0 0,-5 5 0 0 0,-2 2 0 0 0,0 0 0 0 0,1-2 0 0 0,2-1 0 0 0,-3 3 0 0 0,-2 2 0 0 0,-9-2 0 0 0,-12-2 0 0 0,-11-1 0 0 0,-10-2 0 0 0,-6-1 0 0 0,-4-1 0 0 0,-2 0 0 0 0,-2 0 0 0 0,1-1 0 0 0,0 1 0 0 0,1 0 0 0 0,0 0 0 0 0,1-1 0 0 0,0 1 0 0 0,0 6 0 0 0,0 1 0 0 0,1-1 0 0 0,-1 0 0 0 0,-5-3 0 0 0,-2 0 0 0 0,1-2 0 0 0,1 0 0 0 0,1-1 0 0 0,-3-1 0 0 0,-1 1 0 0 0,1 0 0 0 0,1 0 0 0 0,3-1 0 0 0,1 1 0 0 0,7 5 0 0 0,1 2 0 0 0,1 0 0 0 0,-1-2 0 0 0,-1-1 0 0 0,-3-1 0 0 0,0-2 0 0 0,-1-1 0 0 0,-1 0 0 0 0,0 0 0 0 0,0 0 0 0 0,0 0 0 0 0,0 5 0 0 0,0 1 0 0 0,0 1 0 0 0,0-2 0 0 0,11-1 0 0 0,13-2 0 0 0,14 0 0 0 0,11-2 0 0 0,7 0 0 0 0,5 0 0 0 0,3 0 0 0 0,0-1 0 0 0,1 1 0 0 0,-1 0 0 0 0,-1 0 0 0 0,5 0 0 0 0,2 0 0 0 0,-2 0 0 0 0,0 0 0 0 0,-3 0 0 0 0,-1 0 0 0 0,4 0 0 0 0,7 0 0 0 0,0 0 0 0 0,4 0 0 0 0,-1 0 0 0 0,1 0 0 0 0,-1 0 0 0 0,-4 0 0 0 0,-4 0 0 0 0,-4 0 0 0 0,4 0 0 0 0,4 0 0 0 0,2 0 0 0 0,-3 0 0 0 0,-3 0 0 0 0,3 0 0 0 0,-2 0 0 0 0,-1 0 0 0 0,3 0 0 0 0,-1 0 0 0 0,4 0 0 0 0,4 0 0 0 0,-1 0 0 0 0,-3 0 0 0 0,-4 0 0 0 0,1 0 0 0 0,-1 0 0 0 0,8 0 0 0 0,2 0 0 0 0,-4 0 0 0 0,1 5 0 0 0,4 2 0 0 0,2 0 0 0 0,-2-2 0 0 0,-5-1 0 0 0,-5 4 0 0 0,1 0 0 0 0,-2-1 0 0 0,-3-2 0 0 0,-2-1 0 0 0,-2-2 0 0 0,-2-1 0 0 0,-1-1 0 0 0,0 0 0 0 0,-1 0 0 0 0,0-1 0 0 0,1 1 0 0 0,-6 5 0 0 0,-7 7 0 0 0,-11 2 0 0 0,-13-2 0 0 0,-10-3 0 0 0,-7-3 0 0 0,-6-2 0 0 0,-3-3 0 0 0,-1 0 0 0 0,0-1 0 0 0,0-1 0 0 0,0 1 0 0 0,1-1 0 0 0,1 1 0 0 0,-6-1 0 0 0,0 1 0 0 0,-1 0 0 0 0,2 0 0 0 0,2 0 0 0 0,0 0 0 0 0,2 0 0 0 0,-4 0 0 0 0,-7 0 0 0 0,-1 0 0 0 0,1 0 0 0 0,3 0 0 0 0,4 0 0 0 0,-4 0 0 0 0,1 0 0 0 0,-5 0 0 0 0,2 0 0 0 0,1 0 0 0 0,-2 0 0 0 0,0 0 0 0 0,3 5 0 0 0,3 2 0 0 0,-3 0 0 0 0,-5-2 0 0 0,-5-1 0 0 0,0 4 0 0 0,-2 0 0 0 0,-2-1 0 0 0,3-1 0 0 0,4-3 0 0 0,6-1 0 0 0,4-1 0 0 0,3 5 0 0 0,2 1 0 0 0,2-1 0 0 0,0-1 0 0 0,0-2 0 0 0,0-1 0 0 0,-5 0 0 0 0,-3-2 0 0 0,1 0 0 0 0,-4 0 0 0 0,-1 5 0 0 0,2 1 0 0 0,3 1 0 0 0,2 3 0 0 0,2 1 0 0 0,1-2 0 0 0,1 3 0 0 0,11-1 0 0 0,14-2 0 0 0,13-3 0 0 0,11-2 0 0 0,7-1 0 0 0,6-3 0 0 0,6 0 0 0 0,4 0 0 0 0,-1 0 0 0 0,-1-1 0 0 0,-3 1 0 0 0,-2-1 0 0 0,-1 1 0 0 0,4 0 0 0 0,0 0 0 0 0,1 0 0 0 0,-3 0 0 0 0,0 0 0 0 0,-3 0 0 0 0,5 0 0 0 0,2 0 0 0 0,-2 0 0 0 0,-1 0 0 0 0,-2 0 0 0 0,4 0 0 0 0,1 0 0 0 0,-1 0 0 0 0,-2 0 0 0 0,4 0 0 0 0,0 0 0 0 0,-2 0 0 0 0,-1 0 0 0 0,-3 0 0 0 0,-1 0 0 0 0,4 0 0 0 0,1 0 0 0 0,-1 0 0 0 0,4 0 0 0 0,0 0 0 0 0,-1 0 0 0 0,-3 0 0 0 0,-2 0 0 0 0,-2 0 0 0 0,-1 0 0 0 0,-1 0 0 0 0,0 0 0 0 0,4 0 0 0 0,3 0 0 0 0,-1 0 0 0 0,-1 0 0 0 0,-2 0 0 0 0,4 0 0 0 0,1 0 0 0 0,-1 0 0 0 0,-1 0 0 0 0,-3 0 0 0 0,-1 0 0 0 0,-1 0 0 0 0,-1 0 0 0 0,-1 0 0 0 0,1 0 0 0 0,-11 0 0 0 0,-14 0 0 0 0,-13 0 0 0 0,-11 0 0 0 0,-7 0 0 0 0,-5 0 0 0 0,-3 0 0 0 0,0 0 0 0 0,-1 0 0 0 0,1 0 0 0 0,1 0 0 0 0,-5 0 0 0 0,-2 0 0 0 0,2 0 0 0 0,0 0 0 0 0,3 0 0 0 0,1 0 0 0 0,-4 0 0 0 0,-2 0 0 0 0,-3 0 0 0 0,-1 0 0 0 0,2 0 0 0 0,-3 0 0 0 0,-4 0 0 0 0,1 0 0 0 0,3 0 0 0 0,-1 0 0 0 0,1 0 0 0 0,-2 0 0 0 0,-3 0 0 0 0,-10 0 0 0 0,-5 0 0 0 0,3 0 0 0 0,2 0 0 0 0,0 0 0 0 0,5 0 0 0 0,1 0 0 0 0,-6 0 0 0 0,-4 0 0 0 0,-1 0 0 0 0,0 0 0 0 0,-1 0 0 0 0,7 0 0 0 0,2 0 0 0 0,-10 0 0 0 0,-10 0 0 0 0,3 0 0 0 0,3 0 0 0 0,9 0 0 0 0,3 0 0 0 0,-3 0 0 0 0,-2 0 0 0 0,-1 0 0 0 0,0 0 0 0 0,6 0 0 0 0,7 0 0 0 0,2 0 0 0 0,4 0 0 0 0,-1 0 0 0 0,3 0 0 0 0,-3 0 0 0 0,2 0 0 0 0,3 0 0 0 0,3 0 0 0 0,3 0 0 0 0,2 0 0 0 0,2 0 0 0 0,0 0 0 0 0,1 0 0 0 0,-1 0 0 0 0,1 0 0 0 0,0 5 0 0 0,5 8 0 0 0,11 0 0 0 0,10 4 0 0 0,9 0 0 0 0,10-5 0 0 0,7-3 0 0 0,5-3 0 0 0,4-3 0 0 0,1-2 0 0 0,1-1 0 0 0,0-1 0 0 0,-1 1 0 0 0,0-1 0 0 0,-1 6 0 0 0,6 1 0 0 0,1 1 0 0 0,-1-2 0 0 0,5-1 0 0 0,-1-2 0 0 0,-1 4 0 0 0,3 2 0 0 0,-1-1 0 0 0,8-2 0 0 0,6-2 0 0 0,-1-1 0 0 0,-4-1 0 0 0,-1 0 0 0 0,1-1 0 0 0,3 5 0 0 0,3 1 0 0 0,2 1 0 0 0,-4-2 0 0 0,5-2 0 0 0,-3 0 0 0 0,-1-2 0 0 0,1-1 0 0 0,2 0 0 0 0,0 0 0 0 0,1 0 0 0 0,1 0 0 0 0,-5-1 0 0 0,-1 1 0 0 0,0 0 0 0 0,2 0 0 0 0,-4 0 0 0 0,-1 0 0 0 0,-3 0 0 0 0,-6 0 0 0 0,2 0 0 0 0,-3 0 0 0 0,2 0 0 0 0,0 0 0 0 0,-4 0 0 0 0,3 0 0 0 0,4 0 0 0 0,0 0 0 0 0,-4 0 0 0 0,-3 0 0 0 0,-3 0 0 0 0,-3 0 0 0 0,-2 0 0 0 0,-1 0 0 0 0,4 0 0 0 0,2 0 0 0 0,0 0 0 0 0,-1 0 0 0 0,-2 0 0 0 0,-1 0 0 0 0,-1 0 0 0 0,-1 0 0 0 0,-11 0 0 0 0,-13 0 0 0 0,-14 0 0 0 0,-11 0 0 0 0,-8 0 0 0 0,-4 0 0 0 0,-2 0 0 0 0,-2 0 0 0 0,0 0 0 0 0,1 0 0 0 0,1 0 0 0 0,0 0 0 0 0,1 0 0 0 0,0 0 0 0 0,0 0 0 0 0,0 0 0 0 0,0 0 0 0 0,1 0 0 0 0,-1 0 0 0 0,0 0 0 0 0,0 0 0 0 0,0 0 0 0 0,1 0 0 0 0,-1 5 0 0 0,0 2 0 0 0,0 0 0 0 0,0-2 0 0 0,1-1 0 0 0,4 4 0 0 0,2 0 0 0 0,-5-1 0 0 0,-4-2 0 0 0,0-1 0 0 0,-7-2 0 0 0,0 4 0 0 0,1 2 0 0 0,1-2 0 0 0,8 4 0 0 0,4 1 0 0 0,0-3 0 0 0,0-1 0 0 0,-1 2 0 0 0,-1 1 0 0 0,-1-3 0 0 0,-1-1 0 0 0,0-3 0 0 0,4 4 0 0 0,2 1 0 0 0,0-1 0 0 0,3 3 0 0 0,1 1 0 0 0,-2-3 0 0 0,-2-1 0 0 0,2 2 0 0 0,1 5 0 0 0,8 1 0 0 0,12-3 0 0 0,12 2 0 0 0,8-1 0 0 0,7-3 0 0 0,5-4 0 0 0,1-2 0 0 0,1-2 0 0 0,0-1 0 0 0,0-1 0 0 0,-1-1 0 0 0,0 1 0 0 0,-1-1 0 0 0,0 1 0 0 0,0 0 0 0 0,0-1 0 0 0,-1 1 0 0 0,1 0 0 0 0,0 0 0 0 0,0 0 0 0 0,5 0 0 0 0,7 0 0 0 0,6 0 0 0 0,6 0 0 0 0,4 0 0 0 0,-3 0 0 0 0,0 6 0 0 0,-5 1 0 0 0,-6-1 0 0 0,-5 0 0 0 0,1-3 0 0 0,5 0 0 0 0,-2-2 0 0 0,-2 0 0 0 0,-3-1 0 0 0,-3-1 0 0 0,-2 1 0 0 0,3 0 0 0 0,1-1 0 0 0,-1 1 0 0 0,-2 0 0 0 0,5 0 0 0 0,-6 5 0 0 0,-2 2 0 0 0,3 0 0 0 0,1-2 0 0 0,-1-1 0 0 0,0-1 0 0 0,-1-2 0 0 0,-2-1 0 0 0,0 0 0 0 0,-1 0 0 0 0,-10 0 0 0 0,-15 0 0 0 0,-13-1 0 0 0,-11 1 0 0 0,-8 0 0 0 0,-4 0 0 0 0,-2 0 0 0 0,-2 0 0 0 0,1 0 0 0 0,0 0 0 0 0,0 0 0 0 0,1 0 0 0 0,1 0 0 0 0,0 0 0 0 0,-5 0 0 0 0,-7 0 0 0 0,-7 0 0 0 0,0 0 0 0 0,4 0 0 0 0,4 0 0 0 0,3 0 0 0 0,-1-5 0 0 0,-5-2 0 0 0,1 0 0 0 0,1 2 0 0 0,4 1 0 0 0,3 2 0 0 0,-3 0 0 0 0,0 2 0 0 0,-4 0 0 0 0,0 0 0 0 0,-3 0 0 0 0,1 1 0 0 0,3-1 0 0 0,4 0 0 0 0,-3 0 0 0 0,1 0 0 0 0,-4 0 0 0 0,1 0 0 0 0,-3 0 0 0 0,-4 0 0 0 0,6-5 0 0 0,1-2 0 0 0,1 0 0 0 0,-1 2 0 0 0,-5 1 0 0 0,1 2 0 0 0,-2 1 0 0 0,-4 0 0 0 0,-2 1 0 0 0,2-5 0 0 0,0-2 0 0 0,3 1 0 0 0,1 1 0 0 0,2 1 0 0 0,5 2 0 0 0,4 1 0 0 0,-3 0 0 0 0,2 1 0 0 0,1 0 0 0 0,2 1 0 0 0,3-1 0 0 0,0 0 0 0 0,-4 0 0 0 0,0 1 0 0 0,0-1 0 0 0,1 0 0 0 0,2 0 0 0 0,1 0 0 0 0,1 0 0 0 0,11 0 0 0 0,15 0 0 0 0,13 0 0 0 0,11 0 0 0 0,7 0 0 0 0,5 0 0 0 0,8 0 0 0 0,3 0 0 0 0,-1 0 0 0 0,4 0 0 0 0,-1 0 0 0 0,3 0 0 0 0,4 0 0 0 0,5 0 0 0 0,-3 0 0 0 0,-5 0 0 0 0,1 0 0 0 0,-3 0 0 0 0,-4 0 0 0 0,2 0 0 0 0,-2 0 0 0 0,3 0 0 0 0,0 0 0 0 0,2 0 0 0 0,-1 0 0 0 0,2 0 0 0 0,-2 0 0 0 0,-3 0 0 0 0,2 0 0 0 0,4 0 0 0 0,-2 0 0 0 0,3 0 0 0 0,3 0 0 0 0,4 0 0 0 0,-4 0 0 0 0,-4 0 0 0 0,-6 0 0 0 0,-4 0 0 0 0,2 0 0 0 0,-2 0 0 0 0,0 0 0 0 0,-3 0 0 0 0,-2 0 0 0 0,0 0 0 0 0,-2 0 0 0 0,0 0 0 0 0,-1 0 0 0 0,6 0 0 0 0,7 0 0 0 0,1 0 0 0 0,-1 0 0 0 0,-4 0 0 0 0,-2 0 0 0 0,-2 0 0 0 0,-8-6 0 0 0,-2-1 0 0 0,-1 1 0 0 0,1 0 0 0 0,1 3 0 0 0,2 0 0 0 0,-9 2 0 0 0,-14 0 0 0 0,-12 1 0 0 0,-10 1 0 0 0,-8-1 0 0 0,-5-5 0 0 0,-2-2 0 0 0,-1 1 0 0 0,-1 0 0 0 0,1 3 0 0 0,-5 0 0 0 0,0 2 0 0 0,-6 1 0 0 0,1-6 0 0 0,2 0 0 0 0,-3-1 0 0 0,-4 2 0 0 0,-5 2 0 0 0,-3 0 0 0 0,-3 2 0 0 0,3 1 0 0 0,1 0 0 0 0,0-5 0 0 0,-3-2 0 0 0,5 1 0 0 0,5 1 0 0 0,1 1 0 0 0,3 2 0 0 0,-2 0 0 0 0,3 2 0 0 0,-3 0 0 0 0,1 0 0 0 0,4 0 0 0 0,3 1 0 0 0,-3-1 0 0 0,1 0 0 0 0,-3 0 0 0 0,-5 0 0 0 0,0 0 0 0 0,-2 0 0 0 0,3 0 0 0 0,-2 0 0 0 0,2 0 0 0 0,5 0 0 0 0,3 0 0 0 0,4 0 0 0 0,2 0 0 0 0,1 0 0 0 0,-3 0 0 0 0,-3 0 0 0 0,2 0 0 0 0,0 5 0 0 0,-3 2 0 0 0,-1 0 0 0 0,2-2 0 0 0,1 4 0 0 0,2 1 0 0 0,2-2 0 0 0,2-2 0 0 0,-1-3 0 0 0,2 0 0 0 0,10-2 0 0 0,14-1 0 0 0,13 0 0 0 0,11-1 0 0 0,7 1 0 0 0,5-1 0 0 0,3 1 0 0 0,0 0 0 0 0,1 0 0 0 0,-1 0 0 0 0,-1 0 0 0 0,0 0 0 0 0,5 0 0 0 0,1 0 0 0 0,0 0 0 0 0,3 0 0 0 0,0 0 0 0 0,4 0 0 0 0,0 0 0 0 0,2 0 0 0 0,-2 0 0 0 0,-3 0 0 0 0,2 0 0 0 0,-1 0 0 0 0,2 0 0 0 0,-1 0 0 0 0,2 0 0 0 0,5 0 0 0 0,-3 0 0 0 0,3-5 0 0 0,2-2 0 0 0,8 0 0 0 0,-1 2 0 0 0,-1 1 0 0 0,-4 1 0 0 0,-2 2 0 0 0,1-5 0 0 0,2-1 0 0 0,7 1 0 0 0,-2 1 0 0 0,-1 1 0 0 0,-5 2 0 0 0,-2 1 0 0 0,-5-4 0 0 0,-4-2 0 0 0,0 0 0 0 0,-3 2 0 0 0,4 2 0 0 0,3 1 0 0 0,-1 0 0 0 0,-2 2 0 0 0,0 0 0 0 0,4 0 0 0 0,-1 1 0 0 0,-4-1 0 0 0,1 0 0 0 0,-2-5 0 0 0,-2-2 0 0 0,1 1 0 0 0,0 0 0 0 0,-3 2 0 0 0,-3 2 0 0 0,-1 1 0 0 0,-8-5 0 0 0,-2-1 0 0 0,-1 1 0 0 0,1 1 0 0 0,-4-4 0 0 0,-10 0 0 0 0,-13 1 0 0 0,-11 2 0 0 0,-9 2 0 0 0,-5 2 0 0 0,-4 1 0 0 0,-7-4 0 0 0,-2-2 0 0 0,0 1 0 0 0,2 1 0 0 0,2 1 0 0 0,2 2 0 0 0,2-4 0 0 0,0-1 0 0 0,-4 0 0 0 0,-7 2 0 0 0,-6 1 0 0 0,-6-3 0 0 0,-3-1 0 0 0,2 1 0 0 0,1 2 0 0 0,-2 1 0 0 0,5 2 0 0 0,0 1 0 0 0,-1 1 0 0 0,2 0 0 0 0,1 0 0 0 0,2 1 0 0 0,0-1 0 0 0,-3-5 0 0 0,2-2 0 0 0,-1 1 0 0 0,2 0 0 0 0,-5 2 0 0 0,-5 2 0 0 0,2 1 0 0 0,6 0 0 0 0,0 1 0 0 0,-1-5 0 0 0,-3-1 0 0 0,3-1 0 0 0,-1 2 0 0 0,-2 1 0 0 0,4 2 0 0 0,-1 1 0 0 0,3 1 0 0 0,-1 0 0 0 0,-2 0 0 0 0,2 0 0 0 0,-1 0 0 0 0,-3 1 0 0 0,3-1 0 0 0,5 0 0 0 0,4 0 0 0 0,4 0 0 0 0,3 0 0 0 0,3 0 0 0 0,0-5 0 0 0,1-2 0 0 0,-5 0 0 0 0,-2 2 0 0 0,0 1 0 0 0,1 1 0 0 0,2 2 0 0 0,1 1 0 0 0,1 0 0 0 0,6-5 0 0 0,12-2 0 0 0,15 1 0 0 0,11 0 0 0 0,10 3 0 0 0,6 1 0 0 0,3 0 0 0 0,2 2 0 0 0,1 0 0 0 0,4 0 0 0 0,7 0 0 0 0,1 1 0 0 0,3-1 0 0 0,-1 0 0 0 0,-5 0 0 0 0,2 0 0 0 0,-1 0 0 0 0,1 0 0 0 0,-1 0 0 0 0,-3 0 0 0 0,3 0 0 0 0,-2 0 0 0 0,2-5 0 0 0,6-2 0 0 0,-2 0 0 0 0,-4 2 0 0 0,-3 1 0 0 0,1 2 0 0 0,10 0 0 0 0,0 2 0 0 0,3 0 0 0 0,-3 0 0 0 0,-6 0 0 0 0,1 1 0 0 0,2-1 0 0 0,4 0 0 0 0,3 0 0 0 0,-3 0 0 0 0,0 0 0 0 0,2 0 0 0 0,2 0 0 0 0,-4 0 0 0 0,-5 0 0 0 0,-6 0 0 0 0,0 0 0 0 0,-1 0 0 0 0,3 0 0 0 0,-2 0 0 0 0,-1 0 0 0 0,-4 0 0 0 0,-2-5 0 0 0,3-2 0 0 0,1 0 0 0 0,-2 2 0 0 0,-1 1 0 0 0,-2 2 0 0 0,-6-5 0 0 0,-4 0 0 0 0,1 0 0 0 0,0 2 0 0 0,2 2 0 0 0,1 1 0 0 0,-4-5 0 0 0,-12-5 0 0 0,-12-2 0 0 0,-12-3 0 0 0,-9 1 0 0 0,-7 4 0 0 0,-3 3 0 0 0,-1 4 0 0 0,-2 2 0 0 0,1 2 0 0 0,-5 1 0 0 0,-1 1 0 0 0,1-6 0 0 0,-4-1 0 0 0,-5 0 0 0 0,0 1 0 0 0,-2 1 0 0 0,1-3 0 0 0,5-2 0 0 0,-2 2 0 0 0,2 2 0 0 0,-2 1 0 0 0,1 2 0 0 0,3 1 0 0 0,-2 1 0 0 0,1 0 0 0 0,-3 0 0 0 0,1 1 0 0 0,-3-6 0 0 0,2-2 0 0 0,4 1 0 0 0,-3 0 0 0 0,-9 3 0 0 0,-1 0 0 0 0,-1 2 0 0 0,2 0 0 0 0,7 1 0 0 0,-6 1 0 0 0,1-1 0 0 0,-2 0 0 0 0,-1-5 0 0 0,2-2 0 0 0,0 1 0 0 0,4 1 0 0 0,-1 1 0 0 0,-2 1 0 0 0,2 2 0 0 0,-2 1 0 0 0,4 0 0 0 0,-1 0 0 0 0,-3 0 0 0 0,-4 0 0 0 0,3 1 0 0 0,5-1 0 0 0,0 0 0 0 0,3 0 0 0 0,3 0 0 0 0,4 0 0 0 0,28 0 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9457 1720 16383 0 0,'-11'2'0'0'0,"-12"5"0"0"0,4 5 0 0 0,13-2 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9349 1741 16383 0 0,'-18'14'0'0'0,"7"-4"0"0"0,11-4 0 0 0,4-8 0 0 0,8-4 0 0 0,2-7 0 0 0,-2 4 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1804 16383 0 0,'-9'6'0'0'0,"-11"4"0"0"0,-2-1 0 0 0,-3-3 0 0 0,-2 4 0 0 0,-2-1 0 0 0,-1 3 0 0 0,3-1 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1920 16383 0 0,'22'0'0'0'0,"12"-6"0"0"0,-18 2 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9308 1910 16383 0 0,'-3'1'0'0'0,"-21"8"0"0"0,0 0 0 0 0,-1-1 0 0 0,-1-2 0 0 0,6 2 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2040 16383 0 0,'24'0'0'0'0,"8"-1"0"0"0,1 1 0 0 0,-1-1 0 0 0,-1 1 0 0 0,0-1 0 0 0,0 1 0 0 0,0 0 0 0 0,0 0 0 0 0,0 0 0 0 0,-1 0 0 0 0,-4-5 0 0 0,-2-2 0 0 0,0 0 0 0 0,1 2 0 0 0,2 1 0 0 0,2 2 0 0 0,-10 1 0 0 0,-13 0 0 0 0,-13 1 0 0 0,-11 0 0 0 0,-7 1 0 0 0,-4-1 0 0 0,-3 0 0 0 0,30 0 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9335 2628 16383 0 0,'0'0'0'0'0,"33"0"0"0"0,0-1 0 0 0,0 1 0 0 0,-1-1 0 0 0,1 1 0 0 0,-1 0 0 0 0,-1 0 0 0 0,0 0 0 0 0,0 0 0 0 0,0 0 0 0 0,-1 0 0 0 0,1 0 0 0 0,0 0 0 0 0,0 0 0 0 0,-1 0 0 0 0,1 0 0 0 0,0 0 0 0 0,-11 0 0 0 0,-8 5 0 0 0,-12 2 0 0 0,-11 0 0 0 0,-9-2 0 0 0,-6-1 0 0 0,-4-1 0 0 0,3 3 0 0 0,1 2 0 0 0,0-2 0 0 0,-2-1 0 0 0,0-1 0 0 0,-2-2 0 0 0,0-1 0 0 0,0-1 0 0 0,-1 0 0 0 0,0 0 0 0 0,0 0 0 0 0,0-1 0 0 0,0 1 0 0 0,0 0 0 0 0,11 0 0 0 0,13 0 0 0 0,14 0 0 0 0,11 0 0 0 0,7 0 0 0 0,5 0 0 0 0,2 0 0 0 0,2 0 0 0 0,-1 0 0 0 0,1 0 0 0 0,-2 0 0 0 0,0 0 0 0 0,-1 0 0 0 0,0 0 0 0 0,0 0 0 0 0,0 0 0 0 0,0 0 0 0 0,-1 0 0 0 0,1 0 0 0 0,0 0 0 0 0,0 0 0 0 0,-6 5 0 0 0,-1 2 0 0 0,-5 5 0 0 0,0 0 0 0 0,-4 4 0 0 0,1-1 0 0 0,-2 2 0 0 0,1-2 0 0 0,-1 2 0 0 0,2-2 0 0 0,-2 2 0 0 0,2-3 0 0 0,-1 3 0 0 0,-4 2 0 0 0,2-1 0 0 0,3-3 0 0 0,0 0 0 0 0,2 3 0 0 0,3-2 0 0 0,4-3 0 0 0,2-4 0 0 0,2-3 0 0 0,1-3 0 0 0,-4 3 0 0 0,-1 1 0 0 0,-6 4 0 0 0,0 1 0 0 0,2-3 0 0 0,-3 4 0 0 0,1-2 0 0 0,-3 4 0 0 0,2-2 0 0 0,-4 3 0 0 0,3-1 0 0 0,-3 1 0 0 0,2-1 0 0 0,4 1 0 0 0,3 4 0 0 0,3-2 0 0 0,3-3 0 0 0,-4 0 0 0 0,-1-2 0 0 0,1-4 0 0 0,-5 3 0 0 0,-4 4 0 0 0,-1-1 0 0 0,-2 3 0 0 0,1-2 0 0 0,4-4 0 0 0,-1 2 0 0 0,-3 3 0 0 0,0-1 0 0 0,-1 2 0 0 0,2-2 0 0 0,-2 1 0 0 0,3 4 0 0 0,3-3 0 0 0,-1 2 0 0 0,1-3 0 0 0,-2 0 0 0 0,-4 4 0 0 0,1-3 0 0 0,-2 2 0 0 0,2-4 0 0 0,-1 2 0 0 0,-3 2 0 0 0,2-1 0 0 0,-1 0 0 0 0,-2 3 0 0 0,-3 3 0 0 0,-2 2 0 0 0,-2 2 0 0 0,-2 1 0 0 0,0 1 0 0 0,0 0 0 0 0,-1 0 0 0 0,1 1 0 0 0,5-1 0 0 0,1 0 0 0 0,1 0 0 0 0,3 0 0 0 0,1 0 0 0 0,-2 0 0 0 0,-2-1 0 0 0,-3 1 0 0 0,-2 0 0 0 0,-1 0 0 0 0,0 0 0 0 0,-2-1 0 0 0,1 1 0 0 0,-1 0 0 0 0,1 0 0 0 0,0 0 0 0 0,0 0 0 0 0,-6-1 0 0 0,-1 1 0 0 0,1-10 0 0 0,0-15 0 0 0,2-13 0 0 0,2-11 0 0 0,1-7 0 0 0,0-5 0 0 0,1-2 0 0 0,1-2 0 0 0,-1 1 0 0 0,0 0 0 0 0,0 0 0 0 0,1 1 0 0 0,-1 1 0 0 0,0 0 0 0 0,0 0 0 0 0,0 0 0 0 0,0 1 0 0 0,0-1 0 0 0,0 0 0 0 0,0 0 0 0 0,0 1 0 0 0,0-1 0 0 0,0 0 0 0 0,0 0 0 0 0,0 0 0 0 0,0 0 0 0 0,-6 6 0 0 0,-1 1 0 0 0,1 0 0 0 0,0-2 0 0 0,3-1 0 0 0,0-1 0 0 0,2-2 0 0 0,1 0 0 0 0,0-1 0 0 0,-6 5 0 0 0,0 2 0 0 0,-1 0 0 0 0,-3 3 0 0 0,-1 1 0 0 0,3-2 0 0 0,1-2 0 0 0,-2 3 0 0 0,-1-1 0 0 0,2-1 0 0 0,-2 3 0 0 0,-6 5 0 0 0,0 0 0 0 0,4-3 0 0 0,-3 1 0 0 0,2-1 0 0 0,-2 3 0 0 0,1-3 0 0 0,4-2 0 0 0,-3 2 0 0 0,-3-1 0 0 0,0-3 0 0 0,-2 2 0 0 0,2 0 0 0 0,-2 3 0 0 0,3-1 0 0 0,3-3 0 0 0,-1 3 0 0 0,-3-1 0 0 0,0-3 0 0 0,-2 3 0 0 0,-3 4 0 0 0,2 0 0 0 0,4-4 0 0 0,-1 3 0 0 0,3-2 0 0 0,-2 2 0 0 0,-3-1 0 0 0,0-4 0 0 0,0 3 0 0 0,-4 4 0 0 0,2-1 0 0 0,0-3 0 0 0,-2-4 0 0 0,-3-3 0 0 0,-2-3 0 0 0,3-2 0 0 0,1 5 0 0 0,4 0 0 0 0,0 6 0 0 0,3-1 0 0 0,0 5 0 0 0,1-2 0 0 0,-1 3 0 0 0,2-2 0 0 0,-2 2 0 0 0,2-1 0 0 0,-2-5 0 0 0,2-3 0 0 0,-2 2 0 0 0,-4 5 0 0 0,2-1 0 0 0,4-2 0 0 0,-2 2 0 0 0,4-1 0 0 0,-3 2 0 0 0,1-2 0 0 0,4-2 0 0 0,-2 2 0 0 0,0-1 0 0 0,-2 2 0 0 0,1-1 0 0 0,-2 3 0 0 0,1-2 0 0 0,3-2 0 0 0,3-5 0 0 0,3-2 0 0 0,3-2 0 0 0,-4 3 0 0 0,-1 1 0 0 0,1-1 0 0 0,-4 4 0 0 0,0 1 0 0 0,2-3 0 0 0,1-1 0 0 0,3-3 0 0 0,2-2 0 0 0,1 0 0 0 0,1-2 0 0 0,0 0 0 0 0,0 0 0 0 0,1-1 0 0 0,4 6 0 0 0,3 2 0 0 0,-2 0 0 0 0,0-2 0 0 0,-2-1 0 0 0,3-1 0 0 0,2-2 0 0 0,-2 0 0 0 0,3 4 0 0 0,1 2 0 0 0,-2 0 0 0 0,-3-2 0 0 0,3 4 0 0 0,0 1 0 0 0,-1-2 0 0 0,-3-3 0 0 0,-1-1 0 0 0,-2-1 0 0 0,-1-2 0 0 0,-1-1 0 0 0,0 0 0 0 0,-1 0 0 0 0,1 0 0 0 0,-1 0 0 0 0,1 11 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9477 2016 16383 0 0,'-20'5'0'0'0,"-7"1"0"0"0,-1-2 0 0 0,9-2 0 0 0,14-1 0 0 0,12 0 0 0 0,11-1 0 0 0,7-1 0 0 0,5 1 0 0 0,2 0 0 0 0,1 0 0 0 0,1-1 0 0 0,-1 1 0 0 0,-1 0 0 0 0,0 0 0 0 0,-1 0 0 0 0,0 0 0 0 0,0 0 0 0 0,0 0 0 0 0,0 0 0 0 0,-1 0 0 0 0,-4 6 0 0 0,-13 6 0 0 0,-13 1 0 0 0,-12-1 0 0 0,-10 3 0 0 0,-5-2 0 0 0,-5-3 0 0 0,-1-3 0 0 0,0-2 0 0 0,0-3 0 0 0,0-1 0 0 0,1 4 0 0 0,0 1 0 0 0,1 0 0 0 0,5 4 0 0 0,2 1 0 0 0,0-3 0 0 0,-1-1 0 0 0,-2 2 0 0 0,-2 0 0 0 0,5 4 0 0 0,1 0 0 0 0,2-4 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11539 2399 16383 0 0,'5'0'0'0'0,"6"0"0"0"0,7 0 0 0 0,4 0 0 0 0,5 0 0 0 0,1 0 0 0 0,2 0 0 0 0,0 0 0 0 0,0 0 0 0 0,0 0 0 0 0,0 0 0 0 0,-1 0 0 0 0,0 0 0 0 0,0 0 0 0 0,0 0 0 0 0,-10 0 0 0 0,-13 0 0 0 0,-13 0 0 0 0,-9 0 0 0 0,-3-5 0 0 0,-2-2 0 0 0,-4 1 0 0 0,-1-4 0 0 0,-2 0 0 0 0,-1 1 0 0 0,0 3 0 0 0,0-3 0 0 0,-1 1 0 0 0,1-5 0 0 0,0 2 0 0 0,0 1 0 0 0,0 3 0 0 0,0 3 0 0 0,5-3 0 0 0,2-1 0 0 0,-1 2 0 0 0,-1 1 0 0 0,-1-3 0 0 0,-2 0 0 0 0,0 1 0 0 0,-2 2 0 0 0,5-3 0 0 0,2-1 0 0 0,-1 2 0 0 0,9 2 0 0 0,11 2 0 0 0,11 1 0 0 0,10 1 0 0 0,6 1 0 0 0,4 0 0 0 0,2 5 0 0 0,1 2 0 0 0,1 5 0 0 0,-2-1 0 0 0,1-1 0 0 0,-2-2 0 0 0,1-4 0 0 0,-1 4 0 0 0,0 0 0 0 0,-1-2 0 0 0,-4 4 0 0 0,-1-1 0 0 0,-1-1 0 0 0,2-2 0 0 0,1-2 0 0 0,2-2 0 0 0,-9-1 0 0 0,-13-1 0 0 0,-6 5 0 0 0,-9 1 0 0 0,-7-1 0 0 0,-1 5 0 0 0,-2 0 0 0 0,2 3 0 0 0,9 0 0 0 0,11-3 0 0 0,11-3 0 0 0,7-2 0 0 0,0-3 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11654 2576 16383 0 0,'-5'0'0'0'0,"-2"-5"0"0"0,1-6 0 0 0,1-7 0 0 0,6 0 0 0 0,4-1 0 0 0,4 1 0 0 0,7 5 0 0 0,6 4 0 0 0,3 4 0 0 0,2 2 0 0 0,3 3 0 0 0,0 0 0 0 0,0 1 0 0 0,0 0 0 0 0,-11-1 0 0 0,-12-4 0 0 0,-13-2 0 0 0,-10-5 0 0 0,-8 0 0 0 0,-4 1 0 0 0,2-2 0 0 0,2 0 0 0 0,-2 3 0 0 0,0 3 0 0 0,-1 2 0 0 0,0 2 0 0 0,3-3 0 0 0,2-2 0 0 0,0 1 0 0 0,-2-3 0 0 0,-2-1 0 0 0,-1 2 0 0 0,0 2 0 0 0,-2 3 0 0 0,0 0 0 0 0,0 2 0 0 0,0 1 0 0 0,5-4 0 0 0,1-2 0 0 0,0 0 0 0 0,-1 1 0 0 0,-1 2 0 0 0,-2 1 0 0 0,5-4 0 0 0,5-6 0 0 0,10-1 0 0 0,8-3 0 0 0,7 1 0 0 0,3-1 0 0 0,4 1 0 0 0,5 4 0 0 0,-2-2 0 0 0,2 2 0 0 0,2-2 0 0 0,2 1 0 0 0,2 2 0 0 0,2 3 0 0 0,-4-2 0 0 0,-2 1 0 0 0,-4-4 0 0 0,0 1 0 0 0,1 1 0 0 0,-2-1 0 0 0,1 0 0 0 0,2 2 0 0 0,3 4 0 0 0,-3 6 0 0 0,-4 8 0 0 0,-6 8 0 0 0,-4 6 0 0 0,-3 4 0 0 0,-2 2 0 0 0,-6-4 0 0 0,-2-1 0 0 0,-1 0 0 0 0,3 1 0 0 0,0 1 0 0 0,3 1 0 0 0,0 1 0 0 0,6-4 0 0 0,3-12 0 0 0,4-12 0 0 0,1-11 0 0 0,-2-9 0 0 0,3 0 0 0 0,-2-3 0 0 0,3 3 0 0 0,-1 0 0 0 0,-3-1 0 0 0,2 3 0 0 0,-1-1 0 0 0,-3-2 0 0 0,3-2 0 0 0,-1-2 0 0 0,-2-2 0 0 0,2 4 0 0 0,0 0 0 0 0,-2 0 0 0 0,-2-1 0 0 0,2 3 0 0 0,1 1 0 0 0,-2-2 0 0 0,-2-1 0 0 0,3 2 0 0 0,0 1 0 0 0,-1-2 0 0 0,-2-2 0 0 0,-1-1 0 0 0,-3 8 0 0 0,0 11 0 0 0,-6 8 0 0 0,-1 8 0 0 0,-1 7 0 0 0,2 6 0 0 0,1 3 0 0 0,-3 3 0 0 0,-1 1 0 0 0,-4 1 0 0 0,0-1 0 0 0,3 0 0 0 0,2 0 0 0 0,2-1 0 0 0,3 0 0 0 0,1 0 0 0 0,1 0 0 0 0,-5 0 0 0 0,-1 0 0 0 0,0-1 0 0 0,2 1 0 0 0,1 0 0 0 0,1 0 0 0 0,1 0 0 0 0,0 0 0 0 0,1-10 0 0 0,0-13 0 0 0,1-13 0 0 0,-1-9 0 0 0,0-8 0 0 0,0-4 0 0 0,0-2 0 0 0,0-2 0 0 0,0 1 0 0 0,0 0 0 0 0,0 1 0 0 0,0 0 0 0 0,0 0 0 0 0,0 1 0 0 0,0 0 0 0 0,0 0 0 0 0,0 1 0 0 0,0-1 0 0 0,0 0 0 0 0,0 0 0 0 0,0 1 0 0 0,0-1 0 0 0,0 10 0 0 0,0 13 0 0 0,0 12 0 0 0,0 11 0 0 0,0 6 0 0 0,-5 0 0 0 0,-1 1 0 0 0,-5 1 0 0 0,-1 2 0 0 0,2 0 0 0 0,3 1 0 0 0,-3-4 0 0 0,1-1 0 0 0,2-1 0 0 0,-3-2 0 0 0,0-1 0 0 0,2 1 0 0 0,-3 3 0 0 0,1 2 0 0 0,-3 2 0 0 0,1 0 0 0 0,-3-3 0 0 0,2-1 0 0 0,2 0 0 0 0,4 1 0 0 0,2-8 0 0 0,3-12 0 0 0,1-11 0 0 0,6-5 0 0 0,2-5 0 0 0,0-5 0 0 0,4-3 0 0 0,-1-3 0 0 0,-1-1 0 0 0,2 5 0 0 0,0 0 0 0 0,-2 1 0 0 0,1 3 0 0 0,1 1 0 0 0,-3-2 0 0 0,-2-2 0 0 0,2-2 0 0 0,1-1 0 0 0,-3-2 0 0 0,4-1 0 0 0,0 0 0 0 0,3 5 0 0 0,-1 1 0 0 0,-2 0 0 0 0,-3-1 0 0 0,-2-2 0 0 0,2 0 0 0 0,0-2 0 0 0,4 4 0 0 0,0 2 0 0 0,-1 9 0 0 0,-4 12 0 0 0,-1 11 0 0 0,-3 8 0 0 0,-1 7 0 0 0,-1 3 0 0 0,0 2 0 0 0,-1 2 0 0 0,1-1 0 0 0,0-1 0 0 0,-1 1 0 0 0,1-2 0 0 0,-5 1 0 0 0,-2-1 0 0 0,1 0 0 0 0,1-1 0 0 0,2 1 0 0 0,0 0 0 0 0,2 0 0 0 0,1 0 0 0 0,0-1 0 0 0,0 1 0 0 0,0 0 0 0 0,1 0 0 0 0,-1 0 0 0 0,0 0 0 0 0,0 0 0 0 0,0-10 0 0 0,5-13 0 0 0,2-13 0 0 0,-1-9 0 0 0,-1-8 0 0 0,-2-4 0 0 0,0-2 0 0 0,3-2 0 0 0,1 1 0 0 0,-1 0 0 0 0,4-4 0 0 0,-1-2 0 0 0,0 1 0 0 0,-3 2 0 0 0,-3 2 0 0 0,0 1 0 0 0,-2 1 0 0 0,4 6 0 0 0,1 1 0 0 0,0 1 0 0 0,-2-2 0 0 0,-1 9 0 0 0,-1 12 0 0 0,-1 11 0 0 0,0 9 0 0 0,-1 6 0 0 0,0 5 0 0 0,-1 2 0 0 0,6-4 0 0 0,1-1 0 0 0,0 0 0 0 0,-1 0 0 0 0,4 1 0 0 0,-1-4 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12294 1540 16383 0 0,'-5'0'0'0'0,"-7"5"0"0"0,-5 1 0 0 0,-1 5 0 0 0,-2 1 0 0 0,3 3 0 0 0,-1-2 0 0 0,-3-2 0 0 0,-2 2 0 0 0,-2-2 0 0 0,3 3 0 0 0,1-2 0 0 0,-2-2 0 0 0,-1-3 0 0 0,3 2 0 0 0,0 0 0 0 0,-1 2 0 0 0,-1 1 0 0 0,2 2 0 0 0,1-1 0 0 0,-2-2 0 0 0,-2 1 0 0 0,-1 4 0 0 0,-2-1 0 0 0,-1-3 0 0 0,-1 1 0 0 0,0-1 0 0 0,5 2 0 0 0,1-1 0 0 0,5 1 0 0 0,0 0 0 0 0,-1-4 0 0 0,-2 2 0 0 0,-4 4 0 0 0,-1-2 0 0 0,-1-2 0 0 0,3 2 0 0 0,1 2 0 0 0,5 5 0 0 0,0-2 0 0 0,-1-5 0 0 0,2 2 0 0 0,4 1 0 0 0,-1-1 0 0 0,-2-3 0 0 0,1 0 0 0 0,3 4 0 0 0,4 3 0 0 0,7-2 0 0 0,10-3 0 0 0,8-5 0 0 0,6 1 0 0 0,4-1 0 0 0,2-3 0 0 0,1-2 0 0 0,1-2 0 0 0,-1 3 0 0 0,0 1 0 0 0,0-1 0 0 0,0-1 0 0 0,-1-2 0 0 0,0-1 0 0 0,4-1 0 0 0,3-1 0 0 0,4 5 0 0 0,0 1 0 0 0,-1 0 0 0 0,-3-1 0 0 0,-3-2 0 0 0,-6 4 0 0 0,1 1 0 0 0,2-2 0 0 0,-1-1 0 0 0,1-1 0 0 0,0 2 0 0 0,0 2 0 0 0,-1-2 0 0 0,5-1 0 0 0,1-1 0 0 0,5 2 0 0 0,6 2 0 0 0,-1-2 0 0 0,-3-1 0 0 0,-3-2 0 0 0,-4-1 0 0 0,-3-1 0 0 0,-2-1 0 0 0,-1 0 0 0 0,0 0 0 0 0,-1 0 0 0 0,0-1 0 0 0,-5-4 0 0 0,-6-6 0 0 0,-11-2 0 0 0,-11 2 0 0 0,-5-3 0 0 0,-6-3 0 0 0,-5 1 0 0 0,-3 3 0 0 0,1-1 0 0 0,1 2 0 0 0,-2-2 0 0 0,-1-4 0 0 0,-1 2 0 0 0,-1 3 0 0 0,-2 4 0 0 0,1-2 0 0 0,-1 2 0 0 0,-1-3 0 0 0,1 0 0 0 0,0 3 0 0 0,0 3 0 0 0,5-3 0 0 0,2 0 0 0 0,-1 2 0 0 0,4-3 0 0 0,0 1 0 0 0,-1-4 0 0 0,-3 0 0 0 0,-2 4 0 0 0,-1 2 0 0 0,-2 2 0 0 0,-1 3 0 0 0,0 1 0 0 0,5 6 0 0 0,6 7 0 0 0,6 6 0 0 0,6 5 0 0 0,3 4 0 0 0,7 2 0 0 0,4 1 0 0 0,4-5 0 0 0,6-2 0 0 0,4 1 0 0 0,4-4 0 0 0,2-6 0 0 0,1 0 0 0 0,-4-2 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14658 3466 16383 0 0,'5'0'0'0'0,"1"0"0"0"0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14679 3487 16383 0 0,'0'5'0'0'0,"0"2"0"0"0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3376 7382 16383 0 0,'0'0'0'0'0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1916 9499 16383 0 0,'0'0'0'0'0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15021 2685 16383 0 0,'-5'0'0'0'0,"-7"0"0"0"0,-7 0 0 0 0,-5 0 0 0 0,-4 0 0 0 0,-3 0 0 0 0,0 0 0 0 0,-2 0 0 0 0,6-5 0 0 0,2-2 0 0 0,0 0 0 0 0,-1 2 0 0 0,-1 1 0 0 0,-1 1 0 0 0,-2 2 0 0 0,0 1 0 0 0,-1 0 0 0 0,0 0 0 0 0,0 0 0 0 0,5-5 0 0 0,2-2 0 0 0,0 1 0 0 0,-2 1 0 0 0,-1 1 0 0 0,-1-4 0 0 0,-2 0 0 0 0,0 1 0 0 0,-1 2 0 0 0,0 1 0 0 0,0 2 0 0 0,0 1 0 0 0,0-5 0 0 0,0 0 0 0 0,0-1 0 0 0,0 2 0 0 0,0 2 0 0 0,0 1 0 0 0,0 1 0 0 0,0 0 0 0 0,1 1 0 0 0,-1 0 0 0 0,0 1 0 0 0,0-1 0 0 0,0 0 0 0 0,0 0 0 0 0,6-5 0 0 0,1-2 0 0 0,0 1 0 0 0,-2 0 0 0 0,-1 3 0 0 0,4-5 0 0 0,1 0 0 0 0,-2 0 0 0 0,-2 3 0 0 0,-1 2 0 0 0,-2-5 0 0 0,5-5 0 0 0,0-1 0 0 0,5-3 0 0 0,6-4 0 0 0,4-4 0 0 0,10 3 0 0 0,9 5 0 0 0,4 0 0 0 0,4 2 0 0 0,4 5 0 0 0,4 4 0 0 0,-2-3 0 0 0,-1 0 0 0 0,2 3 0 0 0,1 1 0 0 0,2 2 0 0 0,1 1 0 0 0,1 1 0 0 0,1 1 0 0 0,0 1 0 0 0,0-1 0 0 0,0 0 0 0 0,0 1 0 0 0,0-1 0 0 0,0 0 0 0 0,0 0 0 0 0,0 0 0 0 0,0 0 0 0 0,0 0 0 0 0,0 0 0 0 0,-1 0 0 0 0,1 0 0 0 0,5 0 0 0 0,2 0 0 0 0,0 0 0 0 0,3 0 0 0 0,1 0 0 0 0,-3 0 0 0 0,-1 0 0 0 0,-3 0 0 0 0,-2 0 0 0 0,4 0 0 0 0,1 0 0 0 0,5 0 0 0 0,-1 0 0 0 0,4 0 0 0 0,0 0 0 0 0,1 0 0 0 0,-1 0 0 0 0,-4 0 0 0 0,-3 0 0 0 0,2 0 0 0 0,-1 0 0 0 0,-2 0 0 0 0,-2 0 0 0 0,-2 0 0 0 0,-1 0 0 0 0,-2 0 0 0 0,0 0 0 0 0,0 0 0 0 0,-1 0 0 0 0,0-5 0 0 0,1-2 0 0 0,0 0 0 0 0,-1 2 0 0 0,1 1 0 0 0,0 2 0 0 0,0 0 0 0 0,-1-3 0 0 0,1-2 0 0 0,0-5 0 0 0,0 0 0 0 0,-5 2 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14912 2196 16383 0 0,'0'0'0'0'0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15563 2582 16383 0 0,'-5'0'0'0'0,"-8"0"0"0"0,-5 0 0 0 0,-7 0 0 0 0,-3 0 0 0 0,-2 0 0 0 0,-2-5 0 0 0,0-2 0 0 0,0-5 0 0 0,0 0 0 0 0,0 2 0 0 0,6-3 0 0 0,2 1 0 0 0,0 2 0 0 0,-2-2 0 0 0,-1 1 0 0 0,-1-3 0 0 0,-2 1 0 0 0,0 3 0 0 0,-1 2 0 0 0,0 4 0 0 0,5-4 0 0 0,2 0 0 0 0,0-3 0 0 0,-2-1 0 0 0,-1 2 0 0 0,-1 3 0 0 0,-2 2 0 0 0,0 2 0 0 0,-1-3 0 0 0,0-1 0 0 0,0 1 0 0 0,0 1 0 0 0,5-4 0 0 0,2 0 0 0 0,0 2 0 0 0,-2 1 0 0 0,-1-3 0 0 0,-1 0 0 0 0,-2 2 0 0 0,0 1 0 0 0,-1 2 0 0 0,0 2 0 0 0,0 1 0 0 0,0 1 0 0 0,0 1 0 0 0,0-1 0 0 0,0 0 0 0 0,0 1 0 0 0,0-1 0 0 0,0 0 0 0 0,0 0 0 0 0,0-5 0 0 0,1-2 0 0 0,-1 0 0 0 0,0 2 0 0 0,0 1 0 0 0,0 2 0 0 0,0 0 0 0 0,1 2 0 0 0,-1 0 0 0 0,0 0 0 0 0,0 0 0 0 0,0 1 0 0 0,1-1 0 0 0,-1 0 0 0 0,0 0 0 0 0,11 0 0 0 0,13 0 0 0 0,14 0 0 0 0,11 0 0 0 0,7 0 0 0 0,5 0 0 0 0,2 0 0 0 0,2 6 0 0 0,-1 1 0 0 0,0-1 0 0 0,0 5 0 0 0,-1 0 0 0 0,-1-2 0 0 0,0-3 0 0 0,5 4 0 0 0,7-1 0 0 0,2-1 0 0 0,3 3 0 0 0,-2-1 0 0 0,3-1 0 0 0,3-3 0 0 0,-2-2 0 0 0,1 3 0 0 0,2 1 0 0 0,3-1 0 0 0,-3 3 0 0 0,0 0 0 0 0,1-1 0 0 0,3 2 0 0 0,1 0 0 0 0,7-2 0 0 0,3 3 0 0 0,-5-1 0 0 0,-3-3 0 0 0,-1-2 0 0 0,0-2 0 0 0,6 4 0 0 0,2-1 0 0 0,0 0 0 0 0,-6-2 0 0 0,-2-2 0 0 0,-2-1 0 0 0,6-1 0 0 0,-3-1 0 0 0,4 0 0 0 0,2 0 0 0 0,5-1 0 0 0,-4 6 0 0 0,-2 2 0 0 0,2 0 0 0 0,-4-2 0 0 0,-3-1 0 0 0,-6-2 0 0 0,-2-1 0 0 0,1 0 0 0 0,-3-1 0 0 0,0 0 0 0 0,-4-1 0 0 0,2 1 0 0 0,3 0 0 0 0,3 0 0 0 0,8 0 0 0 0,-1 0 0 0 0,-6 0 0 0 0,-2 0 0 0 0,-4 0 0 0 0,-6 0 0 0 0,-4 0 0 0 0,-4 0 0 0 0,2 0 0 0 0,1 0 0 0 0,-1 0 0 0 0,-2 0 0 0 0,-2 0 0 0 0,5 0 0 0 0,1 0 0 0 0,3 0 0 0 0,7 0 0 0 0,-1 0 0 0 0,-4 0 0 0 0,-3 0 0 0 0,-3 0 0 0 0,-4 0 0 0 0,-2 0 0 0 0,-1 0 0 0 0,0 0 0 0 0,-12 0 0 0 0,-13 0 0 0 0,-14 0 0 0 0,-10 0 0 0 0,-7 0 0 0 0,-5 0 0 0 0,-3 0 0 0 0,0 0 0 0 0,-1 0 0 0 0,1 0 0 0 0,1 0 0 0 0,0 0 0 0 0,0 0 0 0 0,1 0 0 0 0,1 0 0 0 0,-1 0 0 0 0,0 0 0 0 0,-5 0 0 0 0,-2 0 0 0 0,1 0 0 0 0,1 5 0 0 0,1 2 0 0 0,2-1 0 0 0,1 0 0 0 0,1-2 0 0 0,0-2 0 0 0,0-1 0 0 0,-5 0 0 0 0,4 4 0 0 0,-3 2 0 0 0,-7-1 0 0 0,-1-1 0 0 0,-3-1 0 0 0,0-2 0 0 0,3-1 0 0 0,-2 0 0 0 0,2-1 0 0 0,3-1 0 0 0,3 1 0 0 0,-3 0 0 0 0,-5-1 0 0 0,0 1 0 0 0,-3 0 0 0 0,2 0 0 0 0,3 0 0 0 0,-2 0 0 0 0,2 0 0 0 0,-2 0 0 0 0,1 0 0 0 0,-8 0 0 0 0,0 0 0 0 0,4 0 0 0 0,-1 0 0 0 0,-3 0 0 0 0,3 0 0 0 0,-1 0 0 0 0,3 0 0 0 0,-7 0 0 0 0,1 0 0 0 0,5 0 0 0 0,-1 0 0 0 0,3 0 0 0 0,-1 0 0 0 0,-3 0 0 0 0,1 0 0 0 0,0 0 0 0 0,1 0 0 0 0,0 0 0 0 0,-3 0 0 0 0,1-5 0 0 0,5-2 0 0 0,0 0 0 0 0,1 2 0 0 0,-2 1 0 0 0,2 2 0 0 0,3 1 0 0 0,-2 0 0 0 0,-4-4 0 0 0,-5-2 0 0 0,2 1 0 0 0,3 1 0 0 0,5 1 0 0 0,-1 2 0 0 0,-3 1 0 0 0,0 0 0 0 0,3 1 0 0 0,-1 1 0 0 0,1-6 0 0 0,2-2 0 0 0,4 0 0 0 0,3 2 0 0 0,1 2 0 0 0,7-5 0 0 0,2 0 0 0 0,0 1 0 0 0,-1 1 0 0 0,-1-3 0 0 0,-2 0 0 0 0,-1 2 0 0 0,-1 1 0 0 0,-1 2 0 0 0,5-3 0 0 0,2-1 0 0 0,-1 1 0 0 0,5-3 0 0 0,0 0 0 0 0,3-4 0 0 0,5-5 0 0 0,9 2 0 0 0,11-3 0 0 0,10 3 0 0 0,6 4 0 0 0,4 4 0 0 0,3 4 0 0 0,2 3 0 0 0,0 1 0 0 0,0 1 0 0 0,-1 1 0 0 0,0 0 0 0 0,-1 0 0 0 0,-5-6 0 0 0,-2-1 0 0 0,0-1 0 0 0,2 2 0 0 0,0 1 0 0 0,3 2 0 0 0,6 0 0 0 0,2 2 0 0 0,0 0 0 0 0,0 0 0 0 0,-2 0 0 0 0,-2 1 0 0 0,-1-1 0 0 0,0 0 0 0 0,4 0 0 0 0,2 0 0 0 0,-1 0 0 0 0,-1 0 0 0 0,-2 0 0 0 0,4 0 0 0 0,7 0 0 0 0,5 0 0 0 0,0 0 0 0 0,1 0 0 0 0,-2 0 0 0 0,-4 0 0 0 0,-5 0 0 0 0,1 0 0 0 0,0 5 0 0 0,2 2 0 0 0,0 0 0 0 0,-3-2 0 0 0,-2-1 0 0 0,-3-1 0 0 0,4 3 0 0 0,4 1 0 0 0,2 0 0 0 0,-3-2 0 0 0,-2-1 0 0 0,-4-2 0 0 0,4 4 0 0 0,-1 1 0 0 0,4 0 0 0 0,0-2 0 0 0,-3-1 0 0 0,-2-2 0 0 0,-2-1 0 0 0,-3-1 0 0 0,4 5 0 0 0,1 2 0 0 0,-1-1 0 0 0,-1-1 0 0 0,-2-1 0 0 0,-1-2 0 0 0,-1-1 0 0 0,-1 0 0 0 0,5-1 0 0 0,6 0 0 0 0,8 4 0 0 0,5 3 0 0 0,-2 0 0 0 0,-4-2 0 0 0,-6-2 0 0 0,-4 0 0 0 0,-4-2 0 0 0,-3 0 0 0 0,-1-1 0 0 0,-1-1 0 0 0,0 1 0 0 0,0 0 0 0 0,0 0 0 0 0,0-1 0 0 0,1 1 0 0 0,-11 0 0 0 0,-14 0 0 0 0,-13 0 0 0 0,-10 0 0 0 0,-9 0 0 0 0,-3 0 0 0 0,-4-5 0 0 0,0-2 0 0 0,-1 0 0 0 0,6-3 0 0 0,-2-1 0 0 0,-3 2 0 0 0,1 2 0 0 0,-6 3 0 0 0,-2-4 0 0 0,2 0 0 0 0,1 2 0 0 0,-3 1 0 0 0,0-4 0 0 0,1 0 0 0 0,2 2 0 0 0,3 1 0 0 0,-4-3 0 0 0,-6 0 0 0 0,-1 2 0 0 0,-3-4 0 0 0,-4 0 0 0 0,2 3 0 0 0,-1 1 0 0 0,2 3 0 0 0,0 2 0 0 0,-3 1 0 0 0,-2-4 0 0 0,-4-2 0 0 0,4 1 0 0 0,6 1 0 0 0,5-3 0 0 0,0-2 0 0 0,-4 3 0 0 0,-3 1 0 0 0,-5-3 0 0 0,2 0 0 0 0,6 1 0 0 0,4 3 0 0 0,0 1 0 0 0,1 2 0 0 0,4-4 0 0 0,-4-1 0 0 0,2 0 0 0 0,1 2 0 0 0,-3 2 0 0 0,1 1 0 0 0,1 1 0 0 0,3 1 0 0 0,3 0 0 0 0,-4 0 0 0 0,-6 0 0 0 0,-1 1 0 0 0,3-1 0 0 0,2 0 0 0 0,4-5 0 0 0,2-2 0 0 0,-4 0 0 0 0,-5 2 0 0 0,-1 1 0 0 0,1-4 0 0 0,-1 0 0 0 0,-5 1 0 0 0,1 2 0 0 0,4 1 0 0 0,4 2 0 0 0,3 1 0 0 0,-2 1 0 0 0,0 0 0 0 0,1 0 0 0 0,3-5 0 0 0,1-1 0 0 0,1-1 0 0 0,2 2 0 0 0,0 1 0 0 0,6-3 0 0 0,1-1 0 0 0,0 0 0 0 0,-1 3 0 0 0,4-4 0 0 0,-1 0 0 0 0,-1 1 0 0 0,-2 3 0 0 0,9 1 0 0 0,12 2 0 0 0,11 1 0 0 0,11 1 0 0 0,7 0 0 0 0,5 1 0 0 0,7-1 0 0 0,3 0 0 0 0,0 1 0 0 0,-2-1 0 0 0,4 5 0 0 0,-1 2 0 0 0,4 0 0 0 0,-1 3 0 0 0,2 1 0 0 0,5 3 0 0 0,8 0 0 0 0,6-3 0 0 0,-4-3 0 0 0,4 2 0 0 0,-4-1 0 0 0,-2 4 0 0 0,-1 0 0 0 0,1-3 0 0 0,1 2 0 0 0,5 5 0 0 0,8-1 0 0 0,-3 2 0 0 0,1-2 0 0 0,1-4 0 0 0,-8 2 0 0 0,1 3 0 0 0,5-1 0 0 0,2-3 0 0 0,-2-4 0 0 0,4 2 0 0 0,-6-1 0 0 0,1-3 0 0 0,0 4 0 0 0,-2-1 0 0 0,4 4 0 0 0,0-2 0 0 0,-2-1 0 0 0,4 1 0 0 0,-6 0 0 0 0,-4 2 0 0 0,4 0 0 0 0,0-4 0 0 0,0 3 0 0 0,-2-2 0 0 0,5-2 0 0 0,-5 2 0 0 0,-3 0 0 0 0,4-2 0 0 0,-4-3 0 0 0,-3-3 0 0 0,0-1 0 0 0,0-1 0 0 0,1-1 0 0 0,-5 0 0 0 0,-1 4 0 0 0,0 3 0 0 0,-3-1 0 0 0,5-1 0 0 0,4-1 0 0 0,2-2 0 0 0,-5-1 0 0 0,-1 5 0 0 0,1 1 0 0 0,-5 0 0 0 0,-6-2 0 0 0,0-2 0 0 0,-2-1 0 0 0,1 0 0 0 0,4-2 0 0 0,-2 0 0 0 0,-2 0 0 0 0,-5-1 0 0 0,-4 1 0 0 0,-2 5 0 0 0,3 2 0 0 0,1-1 0 0 0,-1 0 0 0 0,-2-2 0 0 0,-1-2 0 0 0,-1-1 0 0 0,-2 0 0 0 0,0-1 0 0 0,0 0 0 0 0,0-1 0 0 0,-1 6 0 0 0,1 2 0 0 0,-1-1 0 0 0,1 0 0 0 0,-11-3 0 0 0,-13 0 0 0 0,-14-2 0 0 0,-11-1 0 0 0,-2-5 0 0 0,-3-2 0 0 0,-3 0 0 0 0,-2 2 0 0 0,-1-5 0 0 0,-2 1 0 0 0,-6 1 0 0 0,-1 2 0 0 0,0 2 0 0 0,1 2 0 0 0,2 1 0 0 0,2 1 0 0 0,1 0 0 0 0,0 0 0 0 0,-4 1 0 0 0,-7-1 0 0 0,-1-5 0 0 0,-3-2 0 0 0,0 1 0 0 0,3 0 0 0 0,-6 3 0 0 0,0 0 0 0 0,-2 2 0 0 0,-3 0 0 0 0,3 1 0 0 0,0 1 0 0 0,3-1 0 0 0,0 0 0 0 0,-8 0 0 0 0,1-5 0 0 0,-6-1 0 0 0,-3-1 0 0 0,4 2 0 0 0,-2 1 0 0 0,3 1 0 0 0,2 2 0 0 0,-5 1 0 0 0,-3 0 0 0 0,0 0 0 0 0,-4 0 0 0 0,-7 0 0 0 0,5 1 0 0 0,-1-1 0 0 0,1-5 0 0 0,3-2 0 0 0,2 0 0 0 0,2 2 0 0 0,8 1 0 0 0,-4 2 0 0 0,5 0 0 0 0,-5 2 0 0 0,-2 0 0 0 0,-6 0 0 0 0,3 0 0 0 0,3 1 0 0 0,-4-1 0 0 0,4 0 0 0 0,2 0 0 0 0,7 0 0 0 0,7 0 0 0 0,-4 0 0 0 0,1 0 0 0 0,4 0 0 0 0,-6-5 0 0 0,1-2 0 0 0,3 0 0 0 0,0 2 0 0 0,3 1 0 0 0,-2 2 0 0 0,2 0 0 0 0,4 2 0 0 0,-2 0 0 0 0,-5 0 0 0 0,2 0 0 0 0,3 1 0 0 0,-2-1 0 0 0,-4 0 0 0 0,-4-5 0 0 0,3-2 0 0 0,3 0 0 0 0,5 2 0 0 0,4 1 0 0 0,4 2 0 0 0,2 1 0 0 0,1 0 0 0 0,1 1 0 0 0,0 0 0 0 0,0 1 0 0 0,0-1 0 0 0,0 0 0 0 0,0 0 0 0 0,-1-5 0 0 0,0-2 0 0 0,0 1 0 0 0,0 0 0 0 0,6-3 0 0 0,1 0 0 0 0,0 1 0 0 0,3-3 0 0 0,7-5 0 0 0,9 0 0 0 0,12 3 0 0 0,10 4 0 0 0,6 3 0 0 0,6 2 0 0 0,3 3 0 0 0,0 1 0 0 0,7 0 0 0 0,0 1 0 0 0,6 0 0 0 0,-1-1 0 0 0,-2 1 0 0 0,2-1 0 0 0,4 0 0 0 0,5 0 0 0 0,-2 0 0 0 0,1 0 0 0 0,-3 0 0 0 0,-5 0 0 0 0,6 0 0 0 0,0 5 0 0 0,2 2 0 0 0,-3 0 0 0 0,-5 4 0 0 0,2-1 0 0 0,7-1 0 0 0,1-2 0 0 0,2-3 0 0 0,6-1 0 0 0,-6 3 0 0 0,-4 1 0 0 0,2 0 0 0 0,0 3 0 0 0,3 0 0 0 0,-4-1 0 0 0,5 2 0 0 0,-2 0 0 0 0,0-2 0 0 0,1 3 0 0 0,1-1 0 0 0,-4-3 0 0 0,0-1 0 0 0,5 2 0 0 0,5 0 0 0 0,-5 3 0 0 0,-1 1 0 0 0,0-3 0 0 0,-5-3 0 0 0,-1-2 0 0 0,1-3 0 0 0,3-1 0 0 0,-4 4 0 0 0,0 2 0 0 0,2-1 0 0 0,-3-1 0 0 0,-5-2 0 0 0,-6-1 0 0 0,-3-1 0 0 0,2 5 0 0 0,-1 1 0 0 0,-1-1 0 0 0,4 0 0 0 0,-1-3 0 0 0,5-1 0 0 0,-2 5 0 0 0,4 0 0 0 0,-2 0 0 0 0,-3-2 0 0 0,-3-2 0 0 0,-3-1 0 0 0,-3-1 0 0 0,-1 0 0 0 0,-2-1 0 0 0,1-1 0 0 0,-1 1 0 0 0,0 0 0 0 0,-5 5 0 0 0,-1 2 0 0 0,0-1 0 0 0,-9-1 0 0 0,-13-1 0 0 0,-11-1 0 0 0,-10-7 0 0 0,-7-3 0 0 0,-4 1 0 0 0,-2 0 0 0 0,-6-3 0 0 0,-3-1 0 0 0,2 2 0 0 0,-4 2 0 0 0,1 2 0 0 0,1-4 0 0 0,3 0 0 0 0,3 2 0 0 0,2 0 0 0 0,-4-2 0 0 0,-1-1 0 0 0,-4 1 0 0 0,-6-2 0 0 0,0-1 0 0 0,-2 2 0 0 0,2-2 0 0 0,4 0 0 0 0,-1 2 0 0 0,-3 3 0 0 0,-4-3 0 0 0,-4-1 0 0 0,-3 3 0 0 0,-1 2 0 0 0,-2 1 0 0 0,5 2 0 0 0,2 2 0 0 0,-6-6 0 0 0,2 0 0 0 0,-4-1 0 0 0,-7 2 0 0 0,7-3 0 0 0,0-2 0 0 0,5 3 0 0 0,-3 1 0 0 0,-2 2 0 0 0,-1-3 0 0 0,0-1 0 0 0,6 1 0 0 0,2 2 0 0 0,-5 1 0 0 0,3-3 0 0 0,-5-1 0 0 0,-2 1 0 0 0,-1 2 0 0 0,7 2 0 0 0,1 1 0 0 0,2-5 0 0 0,-2 0 0 0 0,0 1 0 0 0,4 1 0 0 0,-5 1 0 0 0,3 2 0 0 0,6 1 0 0 0,0 1 0 0 0,4 0 0 0 0,-1 0 0 0 0,3 0 0 0 0,-3 1 0 0 0,3-1 0 0 0,2 0 0 0 0,4 0 0 0 0,-2 0 0 0 0,0 0 0 0 0,2 0 0 0 0,2 0 0 0 0,-3 0 0 0 0,-1 0 0 0 0,2 0 0 0 0,2-5 0 0 0,2-2 0 0 0,1 0 0 0 0,1 2 0 0 0,1 1 0 0 0,1 2 0 0 0,-1 0 0 0 0,1 2 0 0 0,-1 0 0 0 0,1 0 0 0 0,4-5 0 0 0,2-1 0 0 0,6-6 0 0 0,10-5 0 0 0,12-1 0 0 0,10-1 0 0 0,9 1 0 0 0,5 5 0 0 0,3 4 0 0 0,7 4 0 0 0,2 2 0 0 0,0 2 0 0 0,-2 1 0 0 0,-2 1 0 0 0,-2 0 0 0 0,3 0 0 0 0,2-1 0 0 0,3 1 0 0 0,1-1 0 0 0,3 0 0 0 0,5 0 0 0 0,-2 0 0 0 0,2 0 0 0 0,2 0 0 0 0,3 0 0 0 0,2 0 0 0 0,3 0 0 0 0,5 0 0 0 0,3 5 0 0 0,5 2 0 0 0,0 0 0 0 0,4 3 0 0 0,-1 1 0 0 0,-3-2 0 0 0,6 3 0 0 0,1-1 0 0 0,-4-2 0 0 0,2-2 0 0 0,8 2 0 0 0,-1 0 0 0 0,1 4 0 0 0,7-1 0 0 0,-2-2 0 0 0,-1 3 0 0 0,-1-2 0 0 0,1 4 0 0 0,6-2 0 0 0,-4 3 0 0 0,4-2 0 0 0,-4-3 0 0 0,-3-3 0 0 0,0-3 0 0 0,5 2 0 0 0,8 1 0 0 0,-4 4 0 0 0,3-1 0 0 0,-1-1 0 0 0,-1-3 0 0 0,-8 3 0 0 0,2 0 0 0 0,1 3 0 0 0,-6-1 0 0 0,3-2 0 0 0,2-3 0 0 0,-4 3 0 0 0,-3 0 0 0 0,0-3 0 0 0,2-1 0 0 0,-5 2 0 0 0,-1 1 0 0 0,7-2 0 0 0,-7-1 0 0 0,-1-3 0 0 0,0 5 0 0 0,-3-1 0 0 0,1 0 0 0 0,3-2 0 0 0,-3-1 0 0 0,-4 3 0 0 0,0 1 0 0 0,4-1 0 0 0,-2-2 0 0 0,-3 4 0 0 0,0 0 0 0 0,-1-2 0 0 0,-3-1 0 0 0,-8-2 0 0 0,1-2 0 0 0,0-1 0 0 0,-6-1 0 0 0,3 0 0 0 0,2-1 0 0 0,-5 1 0 0 0,-2 0 0 0 0,1 5 0 0 0,-5 1 0 0 0,0 1 0 0 0,-5-2 0 0 0,2-1 0 0 0,-4-2 0 0 0,-3 5 0 0 0,1 0 0 0 0,-1 0 0 0 0,-3-2 0 0 0,3-1 0 0 0,-1-2 0 0 0,-2 4 0 0 0,-2 1 0 0 0,-3 0 0 0 0,-1-2 0 0 0,-2-2 0 0 0,0 0 0 0 0,0-2 0 0 0,-1-1 0 0 0,0 0 0 0 0,-10 0 0 0 0,-13-1 0 0 0,-15 1 0 0 0,-9 0 0 0 0,-8 0 0 0 0,-5 0 0 0 0,-3-1 0 0 0,0 1 0 0 0,-1 0 0 0 0,1 0 0 0 0,1 0 0 0 0,0 0 0 0 0,0 1 0 0 0,1-1 0 0 0,-5 0 0 0 0,-7 0 0 0 0,-1-6 0 0 0,-4-1 0 0 0,1 1 0 0 0,3 0 0 0 0,-6 2 0 0 0,0 2 0 0 0,-2 1 0 0 0,-8-5 0 0 0,1-1 0 0 0,0 1 0 0 0,-6 1 0 0 0,3 1 0 0 0,-3 2 0 0 0,-7 1 0 0 0,4 1 0 0 0,-3 0 0 0 0,7 0 0 0 0,-3 0 0 0 0,-5-5 0 0 0,-1-2 0 0 0,-4 1 0 0 0,-4 1 0 0 0,1 1 0 0 0,-2 2 0 0 0,3 0 0 0 0,4 2 0 0 0,-1 0 0 0 0,-3 0 0 0 0,2 0 0 0 0,-3 1 0 0 0,-3-1 0 0 0,8 0 0 0 0,0 0 0 0 0,-2-5 0 0 0,1-2 0 0 0,-2 0 0 0 0,-4 2 0 0 0,-8 1 0 0 0,5 2 0 0 0,2 0 0 0 0,4 2 0 0 0,0 0 0 0 0,-2 0 0 0 0,2 0 0 0 0,-2 1 0 0 0,4-1 0 0 0,3 0 0 0 0,-1 0 0 0 0,-3 0 0 0 0,-5 0 0 0 0,2 0 0 0 0,-2 0 0 0 0,9 0 0 0 0,1 0 0 0 0,-3 0 0 0 0,-4-5 0 0 0,1-2 0 0 0,3 0 0 0 0,5 2 0 0 0,3 1 0 0 0,-2-3 0 0 0,0-2 0 0 0,-4 2 0 0 0,-4 2 0 0 0,-6-4 0 0 0,7 0 0 0 0,1 1 0 0 0,7 3 0 0 0,1-4 0 0 0,1 0 0 0 0,1 1 0 0 0,-4 3 0 0 0,0-4 0 0 0,7 0 0 0 0,2 1 0 0 0,-2-2 0 0 0,2-1 0 0 0,3 2 0 0 0,0 3 0 0 0,4-3 0 0 0,-3 0 0 0 0,1 1 0 0 0,7-2 0 0 0,-1-1 0 0 0,5 3 0 0 0,-2 2 0 0 0,-3 2 0 0 0,-3-4 0 0 0,2 0 0 0 0,4 2 0 0 0,0-5 0 0 0,3 1 0 0 0,3-4 0 0 0,4 1 0 0 0,2 2 0 0 0,3-1 0 0 0,1 0 0 0 0,0 3 0 0 0,1 2 0 0 0,-5 3 0 0 0,3-3 0 0 0,2 0 0 0 0,0 0 0 0 0,6-3 0 0 0,2 0 0 0 0,-1 1 0 0 0,-2 3 0 0 0,4-3 0 0 0,0 0 0 0 0,-2 1 0 0 0,3-3 0 0 0,5-5 0 0 0,11 1 0 0 0,5-3 0 0 0,8 2 0 0 0,8 3 0 0 0,6 4 0 0 0,-1-1 0 0 0,2 0 0 0 0,6 3 0 0 0,4 2 0 0 0,1 2 0 0 0,0 1 0 0 0,0 2 0 0 0,-2 0 0 0 0,-1 0 0 0 0,5 0 0 0 0,1 1 0 0 0,5-1 0 0 0,0 0 0 0 0,9 1 0 0 0,5-1 0 0 0,10 0 0 0 0,-2 0 0 0 0,3 0 0 0 0,7 0 0 0 0,6 0 0 0 0,-6 0 0 0 0,1 0 0 0 0,2 0 0 0 0,-1 0 0 0 0,2 0 0 0 0,3 5 0 0 0,-1 2 0 0 0,0-1 0 0 0,3 5 0 0 0,-2 0 0 0 0,0-2 0 0 0,7 3 0 0 0,4-1 0 0 0,3-2 0 0 0,0 3 0 0 0,-1-1 0 0 0,-5-3 0 0 0,2 4 0 0 0,2-1 0 0 0,5 2 0 0 0,3 0 0 0 0,-2-2 0 0 0,-1 2 0 0 0,-2-2 0 0 0,-2 3 0 0 0,4 0 0 0 0,1-4 0 0 0,4 3 0 0 0,-4-2 0 0 0,-5-2 0 0 0,-1 2 0 0 0,-8 0 0 0 0,4 3 0 0 0,1-1 0 0 0,7-3 0 0 0,-3 3 0 0 0,-2-2 0 0 0,-1-2 0 0 0,-5-3 0 0 0,-3 4 0 0 0,1-2 0 0 0,7 0 0 0 0,-2-3 0 0 0,-1-2 0 0 0,-4-1 0 0 0,-7-1 0 0 0,0-1 0 0 0,1 0 0 0 0,-1 5 0 0 0,1 1 0 0 0,3 1 0 0 0,-7-2 0 0 0,-6 4 0 0 0,1 0 0 0 0,-6-1 0 0 0,2-2 0 0 0,5-3 0 0 0,-4 0 0 0 0,-3-2 0 0 0,-7 4 0 0 0,-3 2 0 0 0,6-1 0 0 0,-3-1 0 0 0,-1-2 0 0 0,2 0 0 0 0,-5-2 0 0 0,-1 4 0 0 0,-3 2 0 0 0,0 0 0 0 0,2-2 0 0 0,-3-2 0 0 0,-3-1 0 0 0,-5 0 0 0 0,-3-2 0 0 0,1 0 0 0 0,1 5 0 0 0,-2 2 0 0 0,4-1 0 0 0,5-1 0 0 0,0-1 0 0 0,-3-2 0 0 0,-3-1 0 0 0,-3 0 0 0 0,-3-1 0 0 0,-2-1 0 0 0,-1 1 0 0 0,0 0 0 0 0,-1 0 0 0 0,0 0 0 0 0,-10-1 0 0 0,-14 1 0 0 0,-13 0 0 0 0,-11 0 0 0 0,-12 0 0 0 0,-7 0 0 0 0,-3 0 0 0 0,2 0 0 0 0,6-5 0 0 0,3-2 0 0 0,-3 1 0 0 0,-2-5 0 0 0,0 0 0 0 0,0 2 0 0 0,1 3 0 0 0,-5 1 0 0 0,-1 3 0 0 0,1 1 0 0 0,-3-5 0 0 0,-11 0 0 0 0,-7-6 0 0 0,-4 0 0 0 0,4 2 0 0 0,1-2 0 0 0,0 0 0 0 0,-1 2 0 0 0,-5-1 0 0 0,-3 0 0 0 0,-1 2 0 0 0,2 3 0 0 0,0-3 0 0 0,-3 0 0 0 0,-6-4 0 0 0,-1 1 0 0 0,-3-4 0 0 0,-4 2 0 0 0,-4 3 0 0 0,8 3 0 0 0,-3 3 0 0 0,-4-2 0 0 0,2-1 0 0 0,-5 1 0 0 0,-4-3 0 0 0,-6 0 0 0 0,8 2 0 0 0,-2 1 0 0 0,0-2 0 0 0,-1 0 0 0 0,-4 2 0 0 0,-2-4 0 0 0,-5 0 0 0 0,10 3 0 0 0,1-4 0 0 0,0 1 0 0 0,-5 3 0 0 0,-1 1 0 0 0,1-2 0 0 0,-4 0 0 0 0,10 2 0 0 0,0 1 0 0 0,-5-2 0 0 0,-1-1 0 0 0,-1 1 0 0 0,3 3 0 0 0,-5 1 0 0 0,11-3 0 0 0,-1-1 0 0 0,0 2 0 0 0,0 0 0 0 0,5 3 0 0 0,1 1 0 0 0,0 1 0 0 0,10 1 0 0 0,1 0 0 0 0,-2-5 0 0 0,2-2 0 0 0,2 1 0 0 0,10 1 0 0 0,-1 1 0 0 0,5 2 0 0 0,2 1 0 0 0,1 0 0 0 0,4 1 0 0 0,0 0 0 0 0,0 1 0 0 0,2-1 0 0 0,5 0 0 0 0,4 0 0 0 0,5 1 0 0 0,3-1 0 0 0,1 0 0 0 0,2 0 0 0 0,0 0 0 0 0,0 0 0 0 0,0 0 0 0 0,0 0 0 0 0,0 0 0 0 0,-1 0 0 0 0,0 0 0 0 0,11 0 0 0 0,14 0 0 0 0,12 0 0 0 0,12 0 0 0 0,7 0 0 0 0,10 0 0 0 0,5 0 0 0 0,0 0 0 0 0,4 0 0 0 0,0 0 0 0 0,3 0 0 0 0,-2 0 0 0 0,3 0 0 0 0,-3 0 0 0 0,3 0 0 0 0,3 0 0 0 0,3 0 0 0 0,4 0 0 0 0,6 0 0 0 0,4 0 0 0 0,-4 0 0 0 0,2 0 0 0 0,0 0 0 0 0,10 0 0 0 0,9 0 0 0 0,-1 0 0 0 0,7 0 0 0 0,-2 0 0 0 0,-6 0 0 0 0,5 0 0 0 0,8 0 0 0 0,-2 0 0 0 0,4 0 0 0 0,6 0 0 0 0,-9 0 0 0 0,1 0 0 0 0,4 0 0 0 0,6 0 0 0 0,-4 0 0 0 0,1 0 0 0 0,5 0 0 0 0,-1 0 0 0 0,-3 0 0 0 0,2 0 0 0 0,-1 0 0 0 0,2 0 0 0 0,-1 0 0 0 0,3 0 0 0 0,2 0 0 0 0,-5 0 0 0 0,-1 0 0 0 0,-3 0 0 0 0,4 0 0 0 0,-2 0 0 0 0,3 0 0 0 0,-7 0 0 0 0,7 0 0 0 0,-5 0 0 0 0,-4 0 0 0 0,2 0 0 0 0,-5 0 0 0 0,2 0 0 0 0,5 0 0 0 0,-8 0 0 0 0,-1 0 0 0 0,1 0 0 0 0,-1 0 0 0 0,0 0 0 0 0,0 0 0 0 0,0 0 0 0 0,-6 0 0 0 0,-1 0 0 0 0,-1 0 0 0 0,-3 0 0 0 0,5 0 0 0 0,4 0 0 0 0,-9 0 0 0 0,-3 0 0 0 0,2 5 0 0 0,-3 2 0 0 0,1-1 0 0 0,2 0 0 0 0,-6-2 0 0 0,-6-2 0 0 0,1-1 0 0 0,-7 0 0 0 0,3-1 0 0 0,-5-1 0 0 0,-3 1 0 0 0,0 0 0 0 0,-5 0 0 0 0,-2-1 0 0 0,-3 1 0 0 0,1 0 0 0 0,-4 0 0 0 0,-4 0 0 0 0,-3 0 0 0 0,-3 0 0 0 0,3 0 0 0 0,0 0 0 0 0,-1 0 0 0 0,-2 0 0 0 0,-11 0 0 0 0,-16 0 0 0 0,-14 0 0 0 0,-12 0 0 0 0,-7 0 0 0 0,-5 0 0 0 0,-3 0 0 0 0,-1 0 0 0 0,0 0 0 0 0,1 0 0 0 0,-5 0 0 0 0,-6 0 0 0 0,-6 0 0 0 0,-5 0 0 0 0,-10 0 0 0 0,3 0 0 0 0,0 0 0 0 0,5 0 0 0 0,8 0 0 0 0,-4 0 0 0 0,2 0 0 0 0,-1 0 0 0 0,-7 0 0 0 0,1 0 0 0 0,0 0 0 0 0,-6 6 0 0 0,3 1 0 0 0,-5-1 0 0 0,-5 0 0 0 0,-3-3 0 0 0,-3 0 0 0 0,5 3 0 0 0,5 2 0 0 0,-2-2 0 0 0,1 0 0 0 0,-5-3 0 0 0,-5-1 0 0 0,0-1 0 0 0,-2-1 0 0 0,-4 0 0 0 0,8 0 0 0 0,-4 0 0 0 0,-5-1 0 0 0,2 1 0 0 0,-1 0 0 0 0,-7 0 0 0 0,7 5 0 0 0,2 2 0 0 0,-1 0 0 0 0,-7-2 0 0 0,1-1 0 0 0,0-2 0 0 0,-1 0 0 0 0,10-2 0 0 0,-2 0 0 0 0,-3 0 0 0 0,-3 0 0 0 0,-3-1 0 0 0,0 1 0 0 0,-2 0 0 0 0,6 0 0 0 0,1 0 0 0 0,-1 0 0 0 0,0 0 0 0 0,-2 0 0 0 0,-7 0 0 0 0,3-5 0 0 0,1-2 0 0 0,1 0 0 0 0,5 2 0 0 0,-3 1 0 0 0,-3-4 0 0 0,-7 0 0 0 0,4 1 0 0 0,7 1 0 0 0,2-2 0 0 0,7-1 0 0 0,-6 1 0 0 0,-3 2 0 0 0,2-3 0 0 0,1 0 0 0 0,4 2 0 0 0,5 1 0 0 0,0-2 0 0 0,-3-1 0 0 0,7 1 0 0 0,0 3 0 0 0,-4 1 0 0 0,6-3 0 0 0,-1-1 0 0 0,2 1 0 0 0,1 2 0 0 0,2-4 0 0 0,-3 0 0 0 0,4 2 0 0 0,-1 1 0 0 0,4 2 0 0 0,7 2 0 0 0,4 1 0 0 0,4 1 0 0 0,0 0 0 0 0,-2-4 0 0 0,1-3 0 0 0,-1 1 0 0 0,3 1 0 0 0,3 1 0 0 0,-1-4 0 0 0,1 0 0 0 0,4 1 0 0 0,2-3 0 0 0,3-1 0 0 0,1 2 0 0 0,2 3 0 0 0,0-3 0 0 0,1-1 0 0 0,0 3 0 0 0,-1 1 0 0 0,1 3 0 0 0,5-4 0 0 0,6-6 0 0 0,12-1 0 0 0,13 2 0 0 0,5-2 0 0 0,6 1 0 0 0,5 3 0 0 0,4 4 0 0 0,3 1 0 0 0,2 3 0 0 0,-4-4 0 0 0,-2-1 0 0 0,0 1 0 0 0,1 2 0 0 0,7 0 0 0 0,3 2 0 0 0,6 1 0 0 0,0 1 0 0 0,5 0 0 0 0,4 0 0 0 0,4 1 0 0 0,3-1 0 0 0,8 0 0 0 0,2 0 0 0 0,1 0 0 0 0,4 1 0 0 0,1-1 0 0 0,2 5 0 0 0,5 2 0 0 0,4-1 0 0 0,4 5 0 0 0,-4 0 0 0 0,-5-2 0 0 0,5 3 0 0 0,8-1 0 0 0,5 3 0 0 0,6-1 0 0 0,2 3 0 0 0,-8-1 0 0 0,2-4 0 0 0,-7 2 0 0 0,3-1 0 0 0,5 2 0 0 0,2-1 0 0 0,3 3 0 0 0,-10-2 0 0 0,0-3 0 0 0,3-4 0 0 0,-3-2 0 0 0,2 3 0 0 0,5-1 0 0 0,2 5 0 0 0,-8 0 0 0 0,-3-2 0 0 0,2 2 0 0 0,1 0 0 0 0,0-3 0 0 0,-1 2 0 0 0,4 0 0 0 0,-10-2 0 0 0,-4 2 0 0 0,-1 0 0 0 0,-5-2 0 0 0,6 2 0 0 0,3 0 0 0 0,2-3 0 0 0,7 4 0 0 0,-8-1 0 0 0,-3-3 0 0 0,-2-2 0 0 0,-3 3 0 0 0,-7 0 0 0 0,-4-1 0 0 0,-10-3 0 0 0,1-1 0 0 0,0 3 0 0 0,0 1 0 0 0,0-2 0 0 0,-5-1 0 0 0,3-1 0 0 0,-3-2 0 0 0,-6-1 0 0 0,-2-1 0 0 0,-3 0 0 0 0,1 0 0 0 0,-3-1 0 0 0,-3 6 0 0 0,-4 2 0 0 0,3-1 0 0 0,0 0 0 0 0,3 3 0 0 0,0 0 0 0 0,-3-1 0 0 0,3-2 0 0 0,0 3 0 0 0,-3 0 0 0 0,-3-1 0 0 0,-13-3 0 0 0,-16-1 0 0 0,-14-2 0 0 0,-11-1 0 0 0,-9-1 0 0 0,-4 0 0 0 0,-3-1 0 0 0,-1 1 0 0 0,0-1 0 0 0,1 1 0 0 0,0 0 0 0 0,1 0 0 0 0,1 0 0 0 0,-6 0 0 0 0,0 0 0 0 0,-6 0 0 0 0,0 0 0 0 0,-3 0 0 0 0,-5 0 0 0 0,1-5 0 0 0,0-2 0 0 0,-9 0 0 0 0,1 2 0 0 0,-5-4 0 0 0,-8-1 0 0 0,3 2 0 0 0,-3 3 0 0 0,-5 1 0 0 0,0-4 0 0 0,-2 0 0 0 0,-5 2 0 0 0,2-5 0 0 0,4 1 0 0 0,-5 1 0 0 0,0 3 0 0 0,-7-3 0 0 0,-4-1 0 0 0,-6 3 0 0 0,-4-4 0 0 0,7 1 0 0 0,-2 1 0 0 0,-6-2 0 0 0,6 0 0 0 0,-3 2 0 0 0,-5-2 0 0 0,-5 0 0 0 0,6 2 0 0 0,0-2 0 0 0,1 0 0 0 0,-1 2 0 0 0,0 3 0 0 0,-2 2 0 0 0,-5 2 0 0 0,2-4 0 0 0,4-1 0 0 0,3 1 0 0 0,0 1 0 0 0,-5-4 0 0 0,0 0 0 0 0,-1 2 0 0 0,6 1 0 0 0,5-3 0 0 0,-1 0 0 0 0,0 1 0 0 0,-4 3 0 0 0,5 1 0 0 0,-2-3 0 0 0,6-1 0 0 0,3 1 0 0 0,1 2 0 0 0,1 2 0 0 0,-7 1 0 0 0,4 1 0 0 0,1 1 0 0 0,11 0 0 0 0,4 0 0 0 0,-2 0 0 0 0,-3-4 0 0 0,2-3 0 0 0,-1 0 0 0 0,7 2 0 0 0,6 1 0 0 0,-1 2 0 0 0,5 1 0 0 0,-2 0 0 0 0,-1 1 0 0 0,7 0 0 0 0,1 1 0 0 0,7-1 0 0 0,0 0 0 0 0,-1 0 0 0 0,-2 0 0 0 0,3 0 0 0 0,5 0 0 0 0,-1 0 0 0 0,3 0 0 0 0,4 0 0 0 0,3 0 0 0 0,2 0 0 0 0,3 0 0 0 0,1 0 0 0 0,0 0 0 0 0,1 0 0 0 0,5-5 0 0 0,7-7 0 0 0,12-2 0 0 0,12 2 0 0 0,10 3 0 0 0,8 3 0 0 0,10 2 0 0 0,10-3 0 0 0,8 0 0 0 0,5 0 0 0 0,4 3 0 0 0,2 0 0 0 0,1 3 0 0 0,-1 0 0 0 0,1 0 0 0 0,-7 2 0 0 0,4-1 0 0 0,-4 0 0 0 0,-1 1 0 0 0,6-1 0 0 0,3 0 0 0 0,0 0 0 0 0,6 0 0 0 0,0 0 0 0 0,5 0 0 0 0,5 0 0 0 0,-2 0 0 0 0,3 0 0 0 0,2 0 0 0 0,3 0 0 0 0,3 0 0 0 0,1 0 0 0 0,-4 0 0 0 0,-2 0 0 0 0,2 0 0 0 0,6 0 0 0 0,-3 0 0 0 0,6 0 0 0 0,1 0 0 0 0,-5 0 0 0 0,3 5 0 0 0,0 2 0 0 0,6 0 0 0 0,-4-2 0 0 0,-3 4 0 0 0,4 1 0 0 0,-10-3 0 0 0,1-1 0 0 0,2 3 0 0 0,5 0 0 0 0,-2-1 0 0 0,-2-2 0 0 0,4-3 0 0 0,-8-1 0 0 0,-4-1 0 0 0,0-1 0 0 0,-5 5 0 0 0,1 2 0 0 0,8-1 0 0 0,4 4 0 0 0,-8 1 0 0 0,-3-2 0 0 0,1 2 0 0 0,-3 1 0 0 0,0-3 0 0 0,3-3 0 0 0,-2 3 0 0 0,-4 1 0 0 0,0-3 0 0 0,-7 4 0 0 0,1-1 0 0 0,3-1 0 0 0,-5 2 0 0 0,2 0 0 0 0,-6-2 0 0 0,-3 2 0 0 0,-2 0 0 0 0,-6-2 0 0 0,5 2 0 0 0,2 0 0 0 0,-4-3 0 0 0,-6-1 0 0 0,0-4 0 0 0,-5-1 0 0 0,1-1 0 0 0,4 4 0 0 0,-3 2 0 0 0,-3-1 0 0 0,-4-1 0 0 0,-3 4 0 0 0,-4 0 0 0 0,-1-1 0 0 0,-1 3 0 0 0,-1-1 0 0 0,0-1 0 0 0,-10-3 0 0 0,-14-2 0 0 0,-14-1 0 0 0,-10-2 0 0 0,-7-1 0 0 0,-5-1 0 0 0,-2 1 0 0 0,-2-1 0 0 0,1 1 0 0 0,0 0 0 0 0,-5 0 0 0 0,-6-1 0 0 0,-1 1 0 0 0,2 0 0 0 0,-3 0 0 0 0,3 0 0 0 0,-4 0 0 0 0,2 0 0 0 0,-7 0 0 0 0,0 0 0 0 0,-2 0 0 0 0,-2 0 0 0 0,-2 0 0 0 0,-7 0 0 0 0,-2 0 0 0 0,-2 0 0 0 0,2 0 0 0 0,-4 0 0 0 0,0 0 0 0 0,-5 0 0 0 0,-4 0 0 0 0,-4 0 0 0 0,-4 0 0 0 0,2 0 0 0 0,-4 0 0 0 0,2 0 0 0 0,-5 0 0 0 0,-3 0 0 0 0,1 0 0 0 0,-6-5 0 0 0,4-2 0 0 0,-2 1 0 0 0,-1 0 0 0 0,-3 2 0 0 0,-1 2 0 0 0,3 1 0 0 0,-4 0 0 0 0,-4 1 0 0 0,6 1 0 0 0,4-1 0 0 0,-1 0 0 0 0,-6 0 0 0 0,-4 1 0 0 0,5-1 0 0 0,-1 0 0 0 0,3-6 0 0 0,8 0 0 0 0,4-1 0 0 0,-3 1 0 0 0,-7 3 0 0 0,4 0 0 0 0,-3 2 0 0 0,5 1 0 0 0,3-1 0 0 0,7 2 0 0 0,-4-1 0 0 0,4 0 0 0 0,0 1 0 0 0,-7-1 0 0 0,8 0 0 0 0,2 0 0 0 0,-1 0 0 0 0,3 0 0 0 0,0 0 0 0 0,3 0 0 0 0,4 0 0 0 0,4 0 0 0 0,8 0 0 0 0,-1 0 0 0 0,0 0 0 0 0,5 0 0 0 0,-4 0 0 0 0,-2 0 0 0 0,0 0 0 0 0,5 0 0 0 0,1 0 0 0 0,7 0 0 0 0,5 0 0 0 0,5 0 0 0 0,5 0 0 0 0,3 0 0 0 0,1 0 0 0 0,1 0 0 0 0,0 0 0 0 0,1 0 0 0 0,-1 0 0 0 0,10 0 0 0 0,14 0 0 0 0,13 0 0 0 0,11 0 0 0 0,7 0 0 0 0,10 0 0 0 0,10 0 0 0 0,7 0 0 0 0,6 0 0 0 0,-2 0 0 0 0,-1 0 0 0 0,8 0 0 0 0,-3 0 0 0 0,4 0 0 0 0,-3 0 0 0 0,-2 0 0 0 0,5 0 0 0 0,2 0 0 0 0,6 0 0 0 0,6 0 0 0 0,5 0 0 0 0,0 0 0 0 0,1 0 0 0 0,7 0 0 0 0,-1 0 0 0 0,4 0 0 0 0,9 0 0 0 0,1 0 0 0 0,4 0 0 0 0,0 0 0 0 0,2 0 0 0 0,-1 0 0 0 0,1 0 0 0 0,3 0 0 0 0,8 0 0 0 0,5 0 0 0 0,-8 0 0 0 0,-4 5 0 0 0,0 2 0 0 0,7 0 0 0 0,-2-2 0 0 0,0-1 0 0 0,7-2 0 0 0,-9-1 0 0 0,3 0 0 0 0,1 4 0 0 0,7 2 0 0 0,2-1 0 0 0,-5-1 0 0 0,3-1 0 0 0,-11-2 0 0 0,2-1 0 0 0,1 0 0 0 0,-4 4 0 0 0,-1 2 0 0 0,2-1 0 0 0,6-1 0 0 0,-12-1 0 0 0,-4-2 0 0 0,0-1 0 0 0,4 0 0 0 0,-2-1 0 0 0,2 5 0 0 0,3 1 0 0 0,-3 1 0 0 0,-9-2 0 0 0,-1-2 0 0 0,3 5 0 0 0,0 0 0 0 0,-2-1 0 0 0,-3-1 0 0 0,-8-3 0 0 0,-3-1 0 0 0,-1-1 0 0 0,0 5 0 0 0,-4 1 0 0 0,-1-1 0 0 0,3-1 0 0 0,-10-2 0 0 0,-6 0 0 0 0,1 3 0 0 0,-6 1 0 0 0,1 0 0 0 0,1-2 0 0 0,-1 4 0 0 0,-6 0 0 0 0,-3-1 0 0 0,-5-3 0 0 0,-1-1 0 0 0,-4-2 0 0 0,1 4 0 0 0,2 1 0 0 0,-1 0 0 0 0,-3-2 0 0 0,-5-2 0 0 0,-4-1 0 0 0,-2-1 0 0 0,-3 0 0 0 0,-10-1 0 0 0,-16-1 0 0 0,-12 1 0 0 0,-12 0 0 0 0,-7 0 0 0 0,-4-1 0 0 0,-3 1 0 0 0,0 0 0 0 0,-1 0 0 0 0,-4 0 0 0 0,-7 0 0 0 0,-6 0 0 0 0,-4 0 0 0 0,-4 0 0 0 0,3 0 0 0 0,0 0 0 0 0,0 0 0 0 0,-1-5 0 0 0,-2-2 0 0 0,-7 0 0 0 0,-1 2 0 0 0,-1 1 0 0 0,-5-3 0 0 0,1-2 0 0 0,-10 2 0 0 0,-6 2 0 0 0,-3 1 0 0 0,-3-3 0 0 0,5-1 0 0 0,-4 1 0 0 0,-2 2 0 0 0,-5-4 0 0 0,-7 0 0 0 0,-7 2 0 0 0,2 1 0 0 0,2 2 0 0 0,1-3 0 0 0,-3-1 0 0 0,1 1 0 0 0,0 2 0 0 0,-8-3 0 0 0,-5-1 0 0 0,8 1 0 0 0,-2 2 0 0 0,3-3 0 0 0,1 0 0 0 0,-8 2 0 0 0,-3 1 0 0 0,-1-3 0 0 0,9 1 0 0 0,5 0 0 0 0,0 2 0 0 0,-2 3 0 0 0,2 1 0 0 0,0 1 0 0 0,-2-4 0 0 0,3-2 0 0 0,3 1 0 0 0,1 1 0 0 0,-4 1 0 0 0,8 2 0 0 0,-1 1 0 0 0,-3 1 0 0 0,6 0 0 0 0,5 0 0 0 0,-3 0 0 0 0,0 0 0 0 0,1 1 0 0 0,2-1 0 0 0,-4 0 0 0 0,9 0 0 0 0,6 0 0 0 0,0 0 0 0 0,0 0 0 0 0,-2 0 0 0 0,-2 0 0 0 0,-1 0 0 0 0,4 0 0 0 0,11 0 0 0 0,8 0 0 0 0,0 0 0 0 0,-5 0 0 0 0,5 0 0 0 0,-1 0 0 0 0,-1 0 0 0 0,7 0 0 0 0,3 0 0 0 0,7 5 0 0 0,1 2 0 0 0,-1 0 0 0 0,-2-2 0 0 0,3-1 0 0 0,5-2 0 0 0,-1-1 0 0 0,9 5 0 0 0,-1 1 0 0 0,2 0 0 0 0,1-2 0 0 0,2-2 0 0 0,2-1 0 0 0,0-1 0 0 0,1 0 0 0 0,11-1 0 0 0,14 0 0 0 0,13-1 0 0 0,11 1 0 0 0,13 0 0 0 0,6 0 0 0 0,7-1 0 0 0,2 1 0 0 0,3 0 0 0 0,-1 0 0 0 0,2 0 0 0 0,-3 0 0 0 0,6-5 0 0 0,0-2 0 0 0,-4 1 0 0 0,0 0 0 0 0,8 2 0 0 0,4 2 0 0 0,8 1 0 0 0,2 0 0 0 0,0 1 0 0 0,9 1 0 0 0,1-1 0 0 0,-3 0 0 0 0,2 0 0 0 0,7 1 0 0 0,0-1 0 0 0,6 0 0 0 0,3 0 0 0 0,-4 0 0 0 0,-3 0 0 0 0,5 0 0 0 0,8 0 0 0 0,-4 0 0 0 0,3 0 0 0 0,-5 0 0 0 0,-4 0 0 0 0,5 0 0 0 0,0 0 0 0 0,0 0 0 0 0,-1 0 0 0 0,4 0 0 0 0,7 0 0 0 0,-11 0 0 0 0,0 0 0 0 0,0 0 0 0 0,-2 0 0 0 0,0 0 0 0 0,-1 0 0 0 0,5 0 0 0 0,-9 0 0 0 0,-4 0 0 0 0,-6 0 0 0 0,5 0 0 0 0,3 5 0 0 0,3 2 0 0 0,-3 0 0 0 0,-6-2 0 0 0,-2-1 0 0 0,-3-2 0 0 0,-4-1 0 0 0,2 0 0 0 0,-2-1 0 0 0,2 0 0 0 0,-5-1 0 0 0,-4 1 0 0 0,2 0 0 0 0,-5 0 0 0 0,-2 0 0 0 0,4-1 0 0 0,-3 7 0 0 0,-8 1 0 0 0,-1-1 0 0 0,-5 0 0 0 0,0-3 0 0 0,-2 0 0 0 0,1-2 0 0 0,4 0 0 0 0,-2-1 0 0 0,-4-1 0 0 0,-4 1 0 0 0,2 0 0 0 0,-1 0 0 0 0,-3-1 0 0 0,-2 1 0 0 0,-2 0 0 0 0,-1 0 0 0 0,-2 0 0 0 0,-11 0 0 0 0,-14 0 0 0 0,-13 0 0 0 0,-11 6 0 0 0,-8 1 0 0 0,-4 4 0 0 0,-2 2 0 0 0,-2 2 0 0 0,1 0 0 0 0,-1-3 0 0 0,2 1 0 0 0,0-1 0 0 0,6 3 0 0 0,2-2 0 0 0,0-2 0 0 0,-2-4 0 0 0,5 2 0 0 0,-1 1 0 0 0,-1-3 0 0 0,4 4 0 0 0,-1-1 0 0 0,-2 4 0 0 0,-3-1 0 0 0,-2-3 0 0 0,4-3 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14870 3254 16383 0 0,'5'0'0'0'0,"7"0"0"0"0,2 6 0 0 0,3 1 0 0 0,4-1 0 0 0,4 0 0 0 0,8-3 0 0 0,4 5 0 0 0,6 0 0 0 0,1 5 0 0 0,-2-1 0 0 0,2-2 0 0 0,5 3 0 0 0,9-1 0 0 0,1-3 0 0 0,-6-3 0 0 0,-5 4 0 0 0,-1-1 0 0 0,-4 3 0 0 0,3 0 0 0 0,2 4 0 0 0,5-2 0 0 0,3 2 0 0 0,9-1 0 0 0,-3-3 0 0 0,-1-5 0 0 0,0 3 0 0 0,-5 0 0 0 0,-2 2 0 0 0,0 0 0 0 0,-3-2 0 0 0,0 3 0 0 0,-4-2 0 0 0,6-2 0 0 0,5 2 0 0 0,-3 0 0 0 0,-5-2 0 0 0,0 2 0 0 0,-5 0 0 0 0,2-2 0 0 0,3-3 0 0 0,-2 3 0 0 0,-4 0 0 0 0,-4-2 0 0 0,2-2 0 0 0,4-1 0 0 0,4-2 0 0 0,5-1 0 0 0,4-1 0 0 0,-4-1 0 0 0,-6 1 0 0 0,-5 0 0 0 0,-6-1 0 0 0,-3 1 0 0 0,-3 0 0 0 0,-2 5 0 0 0,0 2 0 0 0,0 0 0 0 0,-1-2 0 0 0,1-1 0 0 0,1-2 0 0 0,-1 0 0 0 0,1-2 0 0 0,-1 0 0 0 0,1 0 0 0 0,0 0 0 0 0,0-1 0 0 0,0 1 0 0 0,0 0 0 0 0,-6 5 0 0 0,-1 2 0 0 0,0 0 0 0 0,2-2 0 0 0,1-1 0 0 0,-9-2 0 0 0,-13-1 0 0 0,-12 0 0 0 0,-11-1 0 0 0,-7 0 0 0 0,1 5 0 0 0,-2 1 0 0 0,0 1 0 0 0,-2-2 0 0 0,-1 4 0 0 0,-1 0 0 0 0,-1-1 0 0 0,0-2 0 0 0,0-2 0 0 0,0-2 0 0 0,5 4 0 0 0,2 1 0 0 0,0 0 0 0 0,-2-2 0 0 0,-1-2 0 0 0,-1-1 0 0 0,-2-1 0 0 0,0-1 0 0 0,-1 0 0 0 0,0 0 0 0 0,0 0 0 0 0,0 0 0 0 0,0-1 0 0 0,0 1 0 0 0,0 0 0 0 0,0 0 0 0 0,0 0 0 0 0,0 0 0 0 0,0 0 0 0 0,1 0 0 0 0,-1 0 0 0 0,0 0 0 0 0,0 0 0 0 0,0 0 0 0 0,6 0 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19174 3954 16383 0 0,'5'0'0'0'0,"7"0"0"0"0,7 0 0 0 0,0-5 0 0 0,2-2 0 0 0,3 1 0 0 0,-3-5 0 0 0,-10 0 0 0 0,-12-3 0 0 0,-12 0 0 0 0,-8 3 0 0 0,-6 4 0 0 0,-4 2 0 0 0,-1-3 0 0 0,-1 0 0 0 0,0 1 0 0 0,0-3 0 0 0,1 0 0 0 0,0 2 0 0 0,-4-4 0 0 0,-8 1 0 0 0,-5 2 0 0 0,-6 3 0 0 0,1 2 0 0 0,5 2 0 0 0,6 1 0 0 0,-1 1 0 0 0,-3-5 0 0 0,1-1 0 0 0,-7 0 0 0 0,-6 1 0 0 0,8-4 0 0 0,-3 0 0 0 0,2 1 0 0 0,-1 2 0 0 0,-1 2 0 0 0,-8-3 0 0 0,-3-1 0 0 0,-7 1 0 0 0,-6 2 0 0 0,-2 2 0 0 0,4 1 0 0 0,-2 1 0 0 0,3 0 0 0 0,8-4 0 0 0,5-1 0 0 0,-3-1 0 0 0,-5 2 0 0 0,3 2 0 0 0,-2 0 0 0 0,-16 2 0 0 0,-4 1 0 0 0,8 0 0 0 0,2 0 0 0 0,-1 0 0 0 0,8 1 0 0 0,0-1 0 0 0,-4 0 0 0 0,-3 0 0 0 0,5 0 0 0 0,0 0 0 0 0,2 0 0 0 0,8 0 0 0 0,5 0 0 0 0,1 0 0 0 0,6 0 0 0 0,0 5 0 0 0,0 2 0 0 0,3 0 0 0 0,-1 4 0 0 0,3-1 0 0 0,4-1 0 0 0,0-2 0 0 0,0 3 0 0 0,4-1 0 0 0,-3 4 0 0 0,-4-1 0 0 0,0-1 0 0 0,3-4 0 0 0,3-3 0 0 0,3-1 0 0 0,9 3 0 0 0,2 1 0 0 0,2-1 0 0 0,-1 4 0 0 0,-1 1 0 0 0,-2-3 0 0 0,-1-1 0 0 0,10 2 0 0 0,12 0 0 0 0,14-1 0 0 0,11-3 0 0 0,7-1 0 0 0,4-2 0 0 0,4-1 0 0 0,0-1 0 0 0,6 0 0 0 0,1-1 0 0 0,4-5 0 0 0,0-1 0 0 0,3-5 0 0 0,-1 0 0 0 0,-3-4 0 0 0,1 1 0 0 0,-1 3 0 0 0,-3 4 0 0 0,-3 3 0 0 0,3-3 0 0 0,4 0 0 0 0,7 2 0 0 0,3-4 0 0 0,5-1 0 0 0,-9-2 0 0 0,-2 0 0 0 0,12-3 0 0 0,11 1 0 0 0,4-1 0 0 0,0 1 0 0 0,-7 4 0 0 0,-1 3 0 0 0,0-2 0 0 0,-1 1 0 0 0,4 1 0 0 0,0-2 0 0 0,-1 0 0 0 0,-7 1 0 0 0,1-2 0 0 0,1 0 0 0 0,6-3 0 0 0,0 1 0 0 0,0 3 0 0 0,3-3 0 0 0,-6 1 0 0 0,2 3 0 0 0,-5 3 0 0 0,1 2 0 0 0,1-3 0 0 0,-1 0 0 0 0,0 0 0 0 0,-2 2 0 0 0,-5 2 0 0 0,2-4 0 0 0,2-1 0 0 0,-4 1 0 0 0,3 2 0 0 0,2 1 0 0 0,1 2 0 0 0,0 1 0 0 0,0 1 0 0 0,-1 0 0 0 0,-6 0 0 0 0,-2 1 0 0 0,-5-1 0 0 0,-6-5 0 0 0,-5-2 0 0 0,-4 1 0 0 0,2 0 0 0 0,1 3 0 0 0,-1 0 0 0 0,-2 2 0 0 0,-2 0 0 0 0,5 1 0 0 0,0 1 0 0 0,0-6 0 0 0,-2-2 0 0 0,-2 1 0 0 0,-1 0 0 0 0,-1 3 0 0 0,-1 0 0 0 0,-11 2 0 0 0,-14 1 0 0 0,-13 0 0 0 0,-11 0 0 0 0,-7 0 0 0 0,-5 0 0 0 0,-3 1 0 0 0,0-1 0 0 0,-1 0 0 0 0,1 5 0 0 0,1 2 0 0 0,0 0 0 0 0,0-2 0 0 0,1-1 0 0 0,0-2 0 0 0,1 5 0 0 0,-6 0 0 0 0,-2 5 0 0 0,1 0 0 0 0,1-2 0 0 0,1-2 0 0 0,2-3 0 0 0,-5-3 0 0 0,5 5 0 0 0,3 0 0 0 0,-5-1 0 0 0,-1 4 0 0 0,-5 1 0 0 0,0-3 0 0 0,-5 4 0 0 0,1-1 0 0 0,3-2 0 0 0,-2-3 0 0 0,-5 3 0 0 0,2 0 0 0 0,-2-1 0 0 0,2 3 0 0 0,4-1 0 0 0,-1-2 0 0 0,-4-1 0 0 0,-5-3 0 0 0,-2-2 0 0 0,1-2 0 0 0,1 1 0 0 0,3-2 0 0 0,0 1 0 0 0,-7 5 0 0 0,0 1 0 0 0,1 1 0 0 0,-8-2 0 0 0,4-2 0 0 0,5 5 0 0 0,2 0 0 0 0,0-1 0 0 0,-7-1 0 0 0,2-3 0 0 0,-1 0 0 0 0,-5-2 0 0 0,-8-1 0 0 0,4 5 0 0 0,2 2 0 0 0,2-1 0 0 0,2-1 0 0 0,0-2 0 0 0,6 0 0 0 0,2-2 0 0 0,0-1 0 0 0,3 5 0 0 0,1 2 0 0 0,2 0 0 0 0,-5-2 0 0 0,1-2 0 0 0,3-1 0 0 0,1 0 0 0 0,-3-2 0 0 0,2 0 0 0 0,-1 0 0 0 0,3 0 0 0 0,4-1 0 0 0,-1 1 0 0 0,2 0 0 0 0,-3 5 0 0 0,1 2 0 0 0,4 0 0 0 0,-3-2 0 0 0,-5-1 0 0 0,2-2 0 0 0,-3-1 0 0 0,2 0 0 0 0,-1-1 0 0 0,1 0 0 0 0,5-1 0 0 0,3 1 0 0 0,4 0 0 0 0,2 0 0 0 0,1 0 0 0 0,12 0 0 0 0,15 0 0 0 0,18 0 0 0 0,12 0 0 0 0,7 0 0 0 0,9 0 0 0 0,8 0 0 0 0,0 0 0 0 0,-2 0 0 0 0,1 0 0 0 0,3 0 0 0 0,8 0 0 0 0,5 0 0 0 0,2 5 0 0 0,1 2 0 0 0,3-1 0 0 0,-3 0 0 0 0,-4-2 0 0 0,4 3 0 0 0,-5 1 0 0 0,3 0 0 0 0,6-3 0 0 0,2 4 0 0 0,-1 0 0 0 0,-3-2 0 0 0,3-1 0 0 0,5 3 0 0 0,0 0 0 0 0,-3-1 0 0 0,2-3 0 0 0,-2 4 0 0 0,-2 0 0 0 0,1-2 0 0 0,10-1 0 0 0,12 3 0 0 0,-5 0 0 0 0,-3-2 0 0 0,-5 4 0 0 0,-6 0 0 0 0,0-3 0 0 0,2-2 0 0 0,-1-2 0 0 0,2 4 0 0 0,3 0 0 0 0,-7-2 0 0 0,0-1 0 0 0,-3-1 0 0 0,-3 3 0 0 0,2 1 0 0 0,5-1 0 0 0,-5-2 0 0 0,-4-2 0 0 0,2-1 0 0 0,-5-1 0 0 0,-4 0 0 0 0,5-2 0 0 0,-4 1 0 0 0,-2 0 0 0 0,-6 0 0 0 0,-1-1 0 0 0,1 6 0 0 0,-4 2 0 0 0,1 0 0 0 0,-3-2 0 0 0,-4-1 0 0 0,-4-2 0 0 0,-4 0 0 0 0,3-2 0 0 0,0 0 0 0 0,-1 5 0 0 0,-2 2 0 0 0,-1-1 0 0 0,-2-1 0 0 0,0-1 0 0 0,-1-2 0 0 0,0 0 0 0 0,-1-2 0 0 0,1 0 0 0 0,-1 0 0 0 0,-4 5 0 0 0,-13 1 0 0 0,-13 1 0 0 0,-13-2 0 0 0,-8-1 0 0 0,-7-2 0 0 0,-3-1 0 0 0,-2 0 0 0 0,0-1 0 0 0,-1 0 0 0 0,-4-6 0 0 0,-1-1 0 0 0,1 0 0 0 0,-4 1 0 0 0,0-3 0 0 0,2 0 0 0 0,-2 1 0 0 0,0 2 0 0 0,-3 2 0 0 0,-10 2 0 0 0,0-4 0 0 0,-2-1 0 0 0,4 0 0 0 0,0 2 0 0 0,-6-3 0 0 0,-4-1 0 0 0,-7 1 0 0 0,-7-3 0 0 0,-6 1 0 0 0,5 1 0 0 0,1-3 0 0 0,-3 1 0 0 0,3-3 0 0 0,-8 1 0 0 0,-4 2 0 0 0,-9-1 0 0 0,8 0 0 0 0,3-2 0 0 0,-4 1 0 0 0,-3 2 0 0 0,-1-1 0 0 0,-6 0 0 0 0,-5 3 0 0 0,8-2 0 0 0,2 0 0 0 0,-6 3 0 0 0,1-4 0 0 0,0 2 0 0 0,-3 1 0 0 0,-4 3 0 0 0,-1 2 0 0 0,9-3 0 0 0,0-1 0 0 0,-4 2 0 0 0,-6-5 0 0 0,7 1 0 0 0,-2 2 0 0 0,-3 1 0 0 0,12-2 0 0 0,0 0 0 0 0,-3 1 0 0 0,-7-3 0 0 0,5 1 0 0 0,-2 1 0 0 0,1 3 0 0 0,2-3 0 0 0,8 0 0 0 0,-1 1 0 0 0,-2 3 0 0 0,6-4 0 0 0,-3 0 0 0 0,-2 2 0 0 0,0 1 0 0 0,10 3 0 0 0,4-4 0 0 0,-1-1 0 0 0,4 1 0 0 0,-1 2 0 0 0,7 1 0 0 0,6 2 0 0 0,-8 2 0 0 0,4-1 0 0 0,3 1 0 0 0,2-4 0 0 0,7-3 0 0 0,3 1 0 0 0,4 0 0 0 0,7 3 0 0 0,-6 0 0 0 0,1 2 0 0 0,2 1 0 0 0,5 0 0 0 0,4 0 0 0 0,2 0 0 0 0,3 1 0 0 0,1-1 0 0 0,0 0 0 0 0,12 0 0 0 0,13 0 0 0 0,14 0 0 0 0,10 0 0 0 0,7 0 0 0 0,6 0 0 0 0,1 0 0 0 0,7 0 0 0 0,7 0 0 0 0,5 5 0 0 0,1 2 0 0 0,1 0 0 0 0,2-2 0 0 0,8-1 0 0 0,-3 4 0 0 0,6 0 0 0 0,1-1 0 0 0,0-2 0 0 0,-1-1 0 0 0,-1-2 0 0 0,-2-1 0 0 0,5-1 0 0 0,7 5 0 0 0,0 2 0 0 0,4-1 0 0 0,4-1 0 0 0,-2 4 0 0 0,1 0 0 0 0,3-1 0 0 0,7-2 0 0 0,-1 3 0 0 0,5 0 0 0 0,7-1 0 0 0,-4 3 0 0 0,-2-1 0 0 0,2-1 0 0 0,1-3 0 0 0,4 3 0 0 0,0 0 0 0 0,4-1 0 0 0,-7 3 0 0 0,1-1 0 0 0,-1-1 0 0 0,3 2 0 0 0,5 0 0 0 0,4-2 0 0 0,0 2 0 0 0,-10 0 0 0 0,-1-2 0 0 0,3 2 0 0 0,0 0 0 0 0,2-2 0 0 0,0 2 0 0 0,1 0 0 0 0,-6-3 0 0 0,-5-2 0 0 0,2-2 0 0 0,5 4 0 0 0,-5-1 0 0 0,2 0 0 0 0,5 3 0 0 0,-11 0 0 0 0,-5-1 0 0 0,2-3 0 0 0,2 4 0 0 0,-4-1 0 0 0,-3-2 0 0 0,0 4 0 0 0,-4 0 0 0 0,-6-3 0 0 0,0-2 0 0 0,-3 3 0 0 0,2 1 0 0 0,4-3 0 0 0,-7-1 0 0 0,0 2 0 0 0,-2 1 0 0 0,-7-1 0 0 0,0-3 0 0 0,-5-1 0 0 0,-2 3 0 0 0,0 1 0 0 0,0-1 0 0 0,-3-2 0 0 0,-2-2 0 0 0,-3 4 0 0 0,0 1 0 0 0,2-1 0 0 0,3-2 0 0 0,-3-1 0 0 0,-4-2 0 0 0,-5-1 0 0 0,-5-1 0 0 0,-3 5 0 0 0,-2 2 0 0 0,-2-1 0 0 0,0-1 0 0 0,-10-1 0 0 0,-15-2 0 0 0,-12-1 0 0 0,-12 0 0 0 0,-6-1 0 0 0,-5-1 0 0 0,-3 1 0 0 0,-5 0 0 0 0,-3 0 0 0 0,-4-1 0 0 0,-5 1 0 0 0,-4 0 0 0 0,1 0 0 0 0,5 0 0 0 0,0 0 0 0 0,3 0 0 0 0,-2 0 0 0 0,2 0 0 0 0,-6 0 0 0 0,-1 0 0 0 0,-7 0 0 0 0,2 0 0 0 0,0 0 0 0 0,-7 0 0 0 0,-7 0 0 0 0,2 0 0 0 0,-2 0 0 0 0,0 0 0 0 0,-3 0 0 0 0,0 0 0 0 0,-3 0 0 0 0,-4 0 0 0 0,-4 0 0 0 0,2 0 0 0 0,-1 0 0 0 0,-1 0 0 0 0,3 0 0 0 0,-1 0 0 0 0,-6 0 0 0 0,-5 0 0 0 0,4 0 0 0 0,-4 0 0 0 0,-2 0 0 0 0,11 0 0 0 0,-2 0 0 0 0,-2 0 0 0 0,5 0 0 0 0,-6 0 0 0 0,-2 0 0 0 0,3 0 0 0 0,7 0 0 0 0,-4 0 0 0 0,3 0 0 0 0,-1 0 0 0 0,-2 0 0 0 0,4 0 0 0 0,-6 6 0 0 0,2 1 0 0 0,0-1 0 0 0,4 0 0 0 0,0-3 0 0 0,-2 0 0 0 0,4-2 0 0 0,4-1 0 0 0,5 6 0 0 0,3 1 0 0 0,-1-1 0 0 0,-6-1 0 0 0,6-2 0 0 0,-2 5 0 0 0,6 0 0 0 0,3-1 0 0 0,3-1 0 0 0,5-3 0 0 0,2-1 0 0 0,-1 4 0 0 0,-2 2 0 0 0,-2-2 0 0 0,3-1 0 0 0,6-1 0 0 0,6-2 0 0 0,4 4 0 0 0,4 1 0 0 0,-2 0 0 0 0,-2-2 0 0 0,2-2 0 0 0,1 0 0 0 0,1-2 0 0 0,2-1 0 0 0,5 5 0 0 0,3 2 0 0 0,0-1 0 0 0,4 4 0 0 0,11 1 0 0 0,12-2 0 0 0,10-3 0 0 0,10-1 0 0 0,4-3 0 0 0,4-1 0 0 0,2-1 0 0 0,0 5 0 0 0,0 2 0 0 0,5-1 0 0 0,1-1 0 0 0,-1-2 0 0 0,-1 0 0 0 0,-2-2 0 0 0,3-1 0 0 0,1 0 0 0 0,-1 0 0 0 0,3 0 0 0 0,1-1 0 0 0,8 6 0 0 0,6 2 0 0 0,-1 0 0 0 0,1-2 0 0 0,1-1 0 0 0,1-2 0 0 0,2 0 0 0 0,0-2 0 0 0,2 0 0 0 0,4 0 0 0 0,-2 0 0 0 0,3-1 0 0 0,1 1 0 0 0,-2 0 0 0 0,5 0 0 0 0,6 0 0 0 0,0 0 0 0 0,-3 0 0 0 0,3 0 0 0 0,-3 5 0 0 0,3 2 0 0 0,4 0 0 0 0,-1-2 0 0 0,0-1 0 0 0,-1-2 0 0 0,-5-1 0 0 0,1 0 0 0 0,-6-1 0 0 0,0 0 0 0 0,4 5 0 0 0,5 1 0 0 0,-4 1 0 0 0,-1-2 0 0 0,-6-1 0 0 0,1-2 0 0 0,4-1 0 0 0,1 0 0 0 0,-2 4 0 0 0,-2 2 0 0 0,-3-1 0 0 0,-2-1 0 0 0,5-1 0 0 0,-6-2 0 0 0,-2-1 0 0 0,-1 0 0 0 0,-5 4 0 0 0,-3 2 0 0 0,2-1 0 0 0,1-1 0 0 0,3-1 0 0 0,-5-2 0 0 0,1-1 0 0 0,-5-1 0 0 0,-5 0 0 0 0,1 0 0 0 0,-3 0 0 0 0,-3 0 0 0 0,3-1 0 0 0,-1 1 0 0 0,3 0 0 0 0,-6 5 0 0 0,-4 2 0 0 0,-2 0 0 0 0,-3-2 0 0 0,1-1 0 0 0,-1-2 0 0 0,1 0 0 0 0,-11-2 0 0 0,-13 0 0 0 0,-13 0 0 0 0,-11 0 0 0 0,-7-1 0 0 0,-5 1 0 0 0,-3 0 0 0 0,0 0 0 0 0,0 0 0 0 0,-6 0 0 0 0,0 0 0 0 0,0 0 0 0 0,-3 0 0 0 0,-5 0 0 0 0,0-5 0 0 0,-2-2 0 0 0,-9 0 0 0 0,1 2 0 0 0,-1 1 0 0 0,-1 2 0 0 0,4 0 0 0 0,-4 2 0 0 0,-7 0 0 0 0,1 0 0 0 0,-3-5 0 0 0,-6-2 0 0 0,4 1 0 0 0,-1 1 0 0 0,-5-4 0 0 0,0 0 0 0 0,-2 1 0 0 0,-5 2 0 0 0,3 2 0 0 0,3-3 0 0 0,-5-1 0 0 0,0 1 0 0 0,-1-4 0 0 0,-8 1 0 0 0,-4 1 0 0 0,3 3 0 0 0,3 2 0 0 0,-1-3 0 0 0,0-1 0 0 0,0 1 0 0 0,-1 2 0 0 0,-6-4 0 0 0,-2 0 0 0 0,5 2 0 0 0,3 1 0 0 0,2 3 0 0 0,-1 0 0 0 0,0-3 0 0 0,-1-1 0 0 0,0 1 0 0 0,5 1 0 0 0,6 1 0 0 0,-4-3 0 0 0,-4-1 0 0 0,-2 1 0 0 0,3 2 0 0 0,2 1 0 0 0,9 2 0 0 0,2 1 0 0 0,-2 1 0 0 0,-4 0 0 0 0,1 0 0 0 0,-2-5 0 0 0,3-1 0 0 0,9-1 0 0 0,1 2 0 0 0,6 1 0 0 0,-1 2 0 0 0,-1 1 0 0 0,5 0 0 0 0,2 1 0 0 0,6 1 0 0 0,6-1 0 0 0,0 0 0 0 0,3 0 0 0 0,3 1 0 0 0,3-1 0 0 0,2 0 0 0 0,2 0 0 0 0,1 0 0 0 0,1 0 0 0 0,0 0 0 0 0,10 0 0 0 0,9 5 0 0 0,11 2 0 0 0,11 0 0 0 0,9-2 0 0 0,7-1 0 0 0,3 3 0 0 0,2 2 0 0 0,6-2 0 0 0,7-2 0 0 0,7-1 0 0 0,4-2 0 0 0,-1-1 0 0 0,0-1 0 0 0,6 0 0 0 0,-2-1 0 0 0,5 1 0 0 0,-3 0 0 0 0,-2 0 0 0 0,5 5 0 0 0,-3 1 0 0 0,4 1 0 0 0,6-2 0 0 0,2-1 0 0 0,-1-1 0 0 0,8 3 0 0 0,6 2 0 0 0,0-2 0 0 0,5-1 0 0 0,3-1 0 0 0,-4-2 0 0 0,4-1 0 0 0,-3-1 0 0 0,-2 6 0 0 0,5 0 0 0 0,2 1 0 0 0,6-2 0 0 0,-4-2 0 0 0,2-1 0 0 0,-5 0 0 0 0,-3 3 0 0 0,3 2 0 0 0,2 0 0 0 0,5-2 0 0 0,-4-2 0 0 0,2-1 0 0 0,-5 0 0 0 0,-4 3 0 0 0,0 2 0 0 0,4 0 0 0 0,2-2 0 0 0,0-2 0 0 0,0-1 0 0 0,-7 5 0 0 0,-8 0 0 0 0,4 0 0 0 0,-4-2 0 0 0,1-2 0 0 0,-3 5 0 0 0,0 0 0 0 0,-8-1 0 0 0,0-2 0 0 0,-3-2 0 0 0,-2-1 0 0 0,3-1 0 0 0,1 0 0 0 0,-8-1 0 0 0,-2-1 0 0 0,-8 6 0 0 0,-2 2 0 0 0,1-1 0 0 0,-3-1 0 0 0,0-1 0 0 0,-2-2 0 0 0,-5 0 0 0 0,2-2 0 0 0,3 0 0 0 0,-1 0 0 0 0,3 0 0 0 0,-3-1 0 0 0,-3 1 0 0 0,-4 0 0 0 0,-3 0 0 0 0,-3 0 0 0 0,-12 0 0 0 0,-14 0 0 0 0,-15 0 0 0 0,-10 0 0 0 0,-8 0 0 0 0,-5 0 0 0 0,4-5 0 0 0,0-2 0 0 0,0 0 0 0 0,-1 2 0 0 0,-6-4 0 0 0,-7-1 0 0 0,-3 2 0 0 0,1 3 0 0 0,-2 1 0 0 0,1 2 0 0 0,-3 1 0 0 0,-3 0 0 0 0,1-4 0 0 0,-1-1 0 0 0,-3 0 0 0 0,2 1 0 0 0,0 1 0 0 0,-8-3 0 0 0,2-2 0 0 0,-6 2 0 0 0,-13 2 0 0 0,1 1 0 0 0,3 2 0 0 0,-2-4 0 0 0,1-1 0 0 0,-2 0 0 0 0,5 2 0 0 0,5 2 0 0 0,-8 1 0 0 0,-1 1 0 0 0,0 0 0 0 0,-2 1 0 0 0,-4 1 0 0 0,6-1 0 0 0,0 0 0 0 0,3 1 0 0 0,-9-1 0 0 0,0 0 0 0 0,2 0 0 0 0,0 0 0 0 0,1 0 0 0 0,4 0 0 0 0,-1 0 0 0 0,-4 0 0 0 0,-4 0 0 0 0,1 0 0 0 0,-2 0 0 0 0,9 0 0 0 0,6 0 0 0 0,-1 0 0 0 0,0 0 0 0 0,3 0 0 0 0,-5 0 0 0 0,0 0 0 0 0,-3 0 0 0 0,5 0 0 0 0,4 0 0 0 0,2 0 0 0 0,7 0 0 0 0,-2 0 0 0 0,-3 5 0 0 0,5 2 0 0 0,5 0 0 0 0,3-2 0 0 0,2 4 0 0 0,0 0 0 0 0,2-1 0 0 0,3-2 0 0 0,4-2 0 0 0,-3-2 0 0 0,1-1 0 0 0,1 5 0 0 0,2 0 0 0 0,2 1 0 0 0,7 3 0 0 0,2 0 0 0 0,1-1 0 0 0,4 3 0 0 0,11-1 0 0 0,7 3 0 0 0,8-1 0 0 0,10-2 0 0 0,6-3 0 0 0,6-4 0 0 0,2-1 0 0 0,2-3 0 0 0,0 0 0 0 0,1 0 0 0 0,-1-1 0 0 0,5 1 0 0 0,7-1 0 0 0,1 1 0 0 0,-2 0 0 0 0,2 0 0 0 0,-1 0 0 0 0,-3 0 0 0 0,2 0 0 0 0,4-6 0 0 0,5-1 0 0 0,9 1 0 0 0,10 0 0 0 0,4-3 0 0 0,-2 0 0 0 0,-1 1 0 0 0,-9 2 0 0 0,-3 3 0 0 0,2 0 0 0 0,-3 2 0 0 0,4 1 0 0 0,2 0 0 0 0,0 1 0 0 0,-1-1 0 0 0,5 1 0 0 0,-4-1 0 0 0,3 0 0 0 0,-6 0 0 0 0,3 0 0 0 0,6 0 0 0 0,7 0 0 0 0,6 0 0 0 0,-7-5 0 0 0,0-2 0 0 0,-3 0 0 0 0,-8 2 0 0 0,-6 1 0 0 0,-7 2 0 0 0,3 0 0 0 0,2 2 0 0 0,-3 0 0 0 0,-1 0 0 0 0,1 0 0 0 0,-3 1 0 0 0,-1-1 0 0 0,-3 0 0 0 0,1 0 0 0 0,-4 0 0 0 0,2 0 0 0 0,4-5 0 0 0,-3-2 0 0 0,2 0 0 0 0,-3 2 0 0 0,-3 1 0 0 0,0 2 0 0 0,-1 1 0 0 0,-4 0 0 0 0,-2 1 0 0 0,-3 0 0 0 0,-1 1 0 0 0,-2-1 0 0 0,0 0 0 0 0,-1 0 0 0 0,0 0 0 0 0,0 0 0 0 0,1 0 0 0 0,-1 0 0 0 0,-9 0 0 0 0,-15 0 0 0 0,-13 0 0 0 0,-11 0 0 0 0,-7 0 0 0 0,-5 0 0 0 0,-2 0 0 0 0,-7 0 0 0 0,-1 0 0 0 0,0 0 0 0 0,2 0 0 0 0,2 0 0 0 0,3 0 0 0 0,-5 0 0 0 0,-6 0 0 0 0,-5 0 0 0 0,-6 0 0 0 0,2 0 0 0 0,-1 0 0 0 0,4 0 0 0 0,-6 0 0 0 0,-3 0 0 0 0,2 0 0 0 0,2 0 0 0 0,-2 0 0 0 0,-1 0 0 0 0,-6 0 0 0 0,2 0 0 0 0,-3 0 0 0 0,-3 0 0 0 0,2 0 0 0 0,-5 0 0 0 0,-6 0 0 0 0,0 0 0 0 0,-3 0 0 0 0,2 0 0 0 0,8 0 0 0 0,2 0 0 0 0,-5-5 0 0 0,1-2 0 0 0,-4 1 0 0 0,-5 0 0 0 0,2 2 0 0 0,2 2 0 0 0,6 1 0 0 0,-3 0 0 0 0,-3 1 0 0 0,1-5 0 0 0,2-1 0 0 0,-1-1 0 0 0,6 2 0 0 0,5 1 0 0 0,-3 2 0 0 0,0 1 0 0 0,0 1 0 0 0,-3-1 0 0 0,4 2 0 0 0,3-1 0 0 0,8 0 0 0 0,-4 0 0 0 0,-1 1 0 0 0,3-1 0 0 0,2 0 0 0 0,-1 0 0 0 0,-1 0 0 0 0,4 0 0 0 0,6 0 0 0 0,0 0 0 0 0,-3 0 0 0 0,3 0 0 0 0,4 0 0 0 0,3 0 0 0 0,4 0 0 0 0,3 0 0 0 0,1 0 0 0 0,7 5 0 0 0,12 2 0 0 0,9 5 0 0 0,10 0 0 0 0,9-1 0 0 0,3 2 0 0 0,2-1 0 0 0,10-3 0 0 0,4-2 0 0 0,1-3 0 0 0,1-2 0 0 0,4 4 0 0 0,6 1 0 0 0,6 4 0 0 0,-1 1 0 0 0,-4-2 0 0 0,0-3 0 0 0,-1-2 0 0 0,0 3 0 0 0,9 0 0 0 0,1-1 0 0 0,-5-2 0 0 0,5 4 0 0 0,4 0 0 0 0,1-2 0 0 0,7-1 0 0 0,2 2 0 0 0,0 1 0 0 0,3-1 0 0 0,-5-2 0 0 0,2-3 0 0 0,4-1 0 0 0,0-1 0 0 0,3-1 0 0 0,5 5 0 0 0,-7 2 0 0 0,5-1 0 0 0,-1 4 0 0 0,-3 1 0 0 0,2-2 0 0 0,7-3 0 0 0,6 4 0 0 0,-8-1 0 0 0,-1-1 0 0 0,10 3 0 0 0,1-1 0 0 0,-5-1 0 0 0,-2 2 0 0 0,0 0 0 0 0,1-2 0 0 0,-3-3 0 0 0,-1 3 0 0 0,-3 0 0 0 0,-1-1 0 0 0,3-3 0 0 0,-2 4 0 0 0,-10-1 0 0 0,0 0 0 0 0,-3 3 0 0 0,4-1 0 0 0,0-1 0 0 0,-2-3 0 0 0,4 3 0 0 0,-6 0 0 0 0,-4-1 0 0 0,4-3 0 0 0,-5-1 0 0 0,-2 3 0 0 0,4 1 0 0 0,-4-2 0 0 0,-1 0 0 0 0,0-3 0 0 0,-5-1 0 0 0,-7-1 0 0 0,-5-1 0 0 0,0 0 0 0 0,3 0 0 0 0,0 5 0 0 0,-3 1 0 0 0,2 1 0 0 0,4-2 0 0 0,4-1 0 0 0,-1 3 0 0 0,-4 1 0 0 0,-5 0 0 0 0,-5-3 0 0 0,-2-1 0 0 0,-3-2 0 0 0,-7 4 0 0 0,-2 1 0 0 0,-10 0 0 0 0,-13-2 0 0 0,-11-2 0 0 0,-9-1 0 0 0,-7-1 0 0 0,-4 0 0 0 0,-1-2 0 0 0,-2 1 0 0 0,-4 0 0 0 0,-2 0 0 0 0,-4-1 0 0 0,-5 1 0 0 0,0 0 0 0 0,-2 0 0 0 0,3 0 0 0 0,-1 0 0 0 0,2 0 0 0 0,4-5 0 0 0,0-2 0 0 0,0 0 0 0 0,-2 2 0 0 0,-3 1 0 0 0,0 2 0 0 0,-2 0 0 0 0,-3 2 0 0 0,-2 0 0 0 0,-4-5 0 0 0,5-2 0 0 0,-6 1 0 0 0,-7 1 0 0 0,2 1 0 0 0,-4-3 0 0 0,-6-2 0 0 0,5 2 0 0 0,4 2 0 0 0,-3 1 0 0 0,0 2 0 0 0,-4 1 0 0 0,-5 1 0 0 0,5-5 0 0 0,5-2 0 0 0,-3 1 0 0 0,2 1 0 0 0,-4-4 0 0 0,0 0 0 0 0,2 1 0 0 0,-3 2 0 0 0,1-3 0 0 0,2 0 0 0 0,3 2 0 0 0,-2 1 0 0 0,4-3 0 0 0,-1 0 0 0 0,-6 2 0 0 0,5 1 0 0 0,3-3 0 0 0,3 0 0 0 0,1 2 0 0 0,0 1 0 0 0,-5-2 0 0 0,3-1 0 0 0,8 1 0 0 0,2 2 0 0 0,0 3 0 0 0,-2-4 0 0 0,4-1 0 0 0,-1 1 0 0 0,4 2 0 0 0,5 1 0 0 0,-1 2 0 0 0,1 2 0 0 0,-1-1 0 0 0,0 1 0 0 0,4 1 0 0 0,2-1 0 0 0,3 0 0 0 0,-3 1 0 0 0,-1-1 0 0 0,2 0 0 0 0,1 0 0 0 0,2 0 0 0 0,7-5 0 0 0,13-2 0 0 0,14 0 0 0 0,12 2 0 0 0,10 1 0 0 0,6 1 0 0 0,3-3 0 0 0,2-2 0 0 0,1 2 0 0 0,-1 1 0 0 0,0 1 0 0 0,5 2 0 0 0,5 1 0 0 0,2 1 0 0 0,-2 0 0 0 0,-3 0 0 0 0,-3 0 0 0 0,3 1 0 0 0,-1-1 0 0 0,-1 0 0 0 0,8 0 0 0 0,3 0 0 0 0,2 0 0 0 0,-2 0 0 0 0,-4 0 0 0 0,6 0 0 0 0,5 0 0 0 0,-2 0 0 0 0,6 0 0 0 0,-3 0 0 0 0,1 0 0 0 0,-1 0 0 0 0,2 0 0 0 0,6 0 0 0 0,3 0 0 0 0,-1 0 0 0 0,0 0 0 0 0,-7 0 0 0 0,3 0 0 0 0,6 0 0 0 0,-4 0 0 0 0,3 0 0 0 0,6 0 0 0 0,-5 0 0 0 0,-3 0 0 0 0,-3 0 0 0 0,-1 0 0 0 0,4 0 0 0 0,2 0 0 0 0,0 0 0 0 0,3 0 0 0 0,-4 5 0 0 0,-4 2 0 0 0,-2 0 0 0 0,0-2 0 0 0,-1-1 0 0 0,-5-1 0 0 0,4-2 0 0 0,-3-1 0 0 0,0 6 0 0 0,0 0 0 0 0,-4 1 0 0 0,0-2 0 0 0,2-2 0 0 0,-4 0 0 0 0,-4-2 0 0 0,-6-1 0 0 0,2 0 0 0 0,3 0 0 0 0,1 0 0 0 0,1-1 0 0 0,-1 1 0 0 0,-3 0 0 0 0,-4 0 0 0 0,-3 0 0 0 0,-3 0 0 0 0,-1 0 0 0 0,-2 0 0 0 0,0 5 0 0 0,1 2 0 0 0,-1 0 0 0 0,0-2 0 0 0,0-1 0 0 0,1-2 0 0 0,0 0 0 0 0,0-2 0 0 0,-11 0 0 0 0,-14 0 0 0 0,-13 0 0 0 0,-10-1 0 0 0,-8 1 0 0 0,-5 0 0 0 0,-3 0 0 0 0,0 0 0 0 0,-1 0 0 0 0,1 0 0 0 0,1 0 0 0 0,0 0 0 0 0,0 0 0 0 0,1 0 0 0 0,0 0 0 0 0,1 0 0 0 0,-6 0 0 0 0,-7 0 0 0 0,-1 0 0 0 0,1 0 0 0 0,3 0 0 0 0,3 0 0 0 0,-3-6 0 0 0,-5-1 0 0 0,0 1 0 0 0,-2 0 0 0 0,0 3 0 0 0,4 0 0 0 0,-2 2 0 0 0,3 1 0 0 0,-4 0 0 0 0,-3 0 0 0 0,1 0 0 0 0,3 0 0 0 0,5 1 0 0 0,-2-1 0 0 0,-5 0 0 0 0,2 0 0 0 0,-3 0 0 0 0,1 0 0 0 0,-1 0 0 0 0,-3 0 0 0 0,2 0 0 0 0,-2 0 0 0 0,3 0 0 0 0,0 0 0 0 0,-4 0 0 0 0,-2 0 0 0 0,2 0 0 0 0,-1 0 0 0 0,-1 0 0 0 0,3 0 0 0 0,5 0 0 0 0,5 0 0 0 0,-1 0 0 0 0,-4 0 0 0 0,-4 0 0 0 0,0 0 0 0 0,-1 0 0 0 0,3 0 0 0 0,4 0 0 0 0,4 0 0 0 0,4 0 0 0 0,-2 0 0 0 0,-6 0 0 0 0,0 0 0 0 0,-3 0 0 0 0,-4 0 0 0 0,1 0 0 0 0,4 0 0 0 0,5 0 0 0 0,-2 0 0 0 0,2 0 0 0 0,2 0 0 0 0,-2 0 0 0 0,0 0 0 0 0,2 0 0 0 0,2 0 0 0 0,3 0 0 0 0,1 0 0 0 0,2 0 0 0 0,0 0 0 0 0,5-5 0 0 0,8-8 0 0 0,12 0 0 0 0,12 1 0 0 0,10 3 0 0 0,8-3 0 0 0,5 2 0 0 0,3-4 0 0 0,1 1 0 0 0,5 3 0 0 0,2 3 0 0 0,0 2 0 0 0,2 3 0 0 0,0 1 0 0 0,-2 1 0 0 0,-2 0 0 0 0,2 1 0 0 0,0 0 0 0 0,-1-1 0 0 0,2 0 0 0 0,1 1 0 0 0,2-1 0 0 0,5 0 0 0 0,0 0 0 0 0,1 0 0 0 0,-2 0 0 0 0,1 0 0 0 0,2 0 0 0 0,-1 0 0 0 0,0 0 0 0 0,9 0 0 0 0,3 0 0 0 0,-3 0 0 0 0,0 0 0 0 0,4 0 0 0 0,-3 0 0 0 0,0 0 0 0 0,-7 0 0 0 0,-5 0 0 0 0,-2 0 0 0 0,-3 0 0 0 0,2 0 0 0 0,3 0 0 0 0,0 0 0 0 0,-4 0 0 0 0,-4 0 0 0 0,1 0 0 0 0,5 0 0 0 0,5 0 0 0 0,-1 0 0 0 0,-4 0 0 0 0,-4 0 0 0 0,-5 0 0 0 0,-3 5 0 0 0,4 2 0 0 0,0-1 0 0 0,-1 0 0 0 0,3-2 0 0 0,1-2 0 0 0,-2-1 0 0 0,-2 0 0 0 0,-2-1 0 0 0,-2 0 0 0 0,-1-1 0 0 0,-12-4 0 0 0,-14-3 0 0 0,-13 2 0 0 0,-11-5 0 0 0,-8 0 0 0 0,-4 2 0 0 0,-2-3 0 0 0,-2 1 0 0 0,-5-3 0 0 0,-1 0 0 0 0,-4 4 0 0 0,-6-3 0 0 0,1 1 0 0 0,4 3 0 0 0,4-2 0 0 0,3 0 0 0 0,-1-3 0 0 0,-6 1 0 0 0,1 3 0 0 0,-4-3 0 0 0,2 2 0 0 0,-2 2 0 0 0,-3 3 0 0 0,1-3 0 0 0,-1 0 0 0 0,-7-4 0 0 0,1 1 0 0 0,-1 2 0 0 0,-1-2 0 0 0,0 0 0 0 0,-2 3 0 0 0,-5-3 0 0 0,3 1 0 0 0,-4-2 0 0 0,0-1 0 0 0,5 4 0 0 0,3-2 0 0 0,2 0 0 0 0,-1 3 0 0 0,-6 3 0 0 0,-3-3 0 0 0,5 0 0 0 0,3 2 0 0 0,6 1 0 0 0,-4 3 0 0 0,-3 1 0 0 0,4 1 0 0 0,1 1 0 0 0,-6 0 0 0 0,-3 1 0 0 0,-1-1 0 0 0,5 1 0 0 0,2-1 0 0 0,6 0 0 0 0,7 0 0 0 0,0 0 0 0 0,-3 0 0 0 0,-3 0 0 0 0,1 0 0 0 0,5 0 0 0 0,4 0 0 0 0,4 0 0 0 0,3 0 0 0 0,2 0 0 0 0,1 0 0 0 0,1 0 0 0 0,0 0 0 0 0,0 0 0 0 0,5 5 0 0 0,12 2 0 0 0,14 0 0 0 0,11 3 0 0 0,9 1 0 0 0,7-2 0 0 0,-2 3 0 0 0,0-1 0 0 0,1-2 0 0 0,1-2 0 0 0,1-3 0 0 0,0 3 0 0 0,2 1 0 0 0,0-1 0 0 0,0-2 0 0 0,5-2 0 0 0,2-1 0 0 0,5-1 0 0 0,5-1 0 0 0,1 0 0 0 0,1-1 0 0 0,4 6 0 0 0,-3 2 0 0 0,0-1 0 0 0,3 0 0 0 0,2-3 0 0 0,2 0 0 0 0,2-2 0 0 0,-4 5 0 0 0,-1 1 0 0 0,0-1 0 0 0,7-1 0 0 0,-2-1 0 0 0,4-2 0 0 0,8-1 0 0 0,7-1 0 0 0,0 0 0 0 0,-3 0 0 0 0,2 0 0 0 0,-2 5 0 0 0,2 1 0 0 0,3 1 0 0 0,4-2 0 0 0,-3-1 0 0 0,-4-2 0 0 0,0 0 0 0 0,-2-2 0 0 0,-4 0 0 0 0,-4 0 0 0 0,-8 0 0 0 0,1-1 0 0 0,7 1 0 0 0,-4 0 0 0 0,3 5 0 0 0,1 2 0 0 0,-6 0 0 0 0,-3-2 0 0 0,-1-1 0 0 0,0-2 0 0 0,1-1 0 0 0,0 0 0 0 0,2-1 0 0 0,-6 0 0 0 0,-5-1 0 0 0,3 1 0 0 0,-2 5 0 0 0,2 2 0 0 0,1-1 0 0 0,-3 0 0 0 0,-4-2 0 0 0,-1-2 0 0 0,3-1 0 0 0,-1 0 0 0 0,-5-1 0 0 0,2 0 0 0 0,-2-1 0 0 0,-3 1 0 0 0,2 0 0 0 0,5 0 0 0 0,-1-1 0 0 0,3 1 0 0 0,-3 0 0 0 0,-2 0 0 0 0,-5 0 0 0 0,-3 0 0 0 0,-3 0 0 0 0,-1 0 0 0 0,-12 0 0 0 0,-15 0 0 0 0,-12 0 0 0 0,-12 0 0 0 0,-6 0 0 0 0,-6 0 0 0 0,-1 0 0 0 0,-2 0 0 0 0,1-5 0 0 0,-1-2 0 0 0,2 1 0 0 0,0 0 0 0 0,-4-3 0 0 0,-8 0 0 0 0,0 1 0 0 0,1 2 0 0 0,-2 2 0 0 0,-4 2 0 0 0,1 1 0 0 0,-2-4 0 0 0,-3-2 0 0 0,3 1 0 0 0,-1 1 0 0 0,3 1 0 0 0,-1 2 0 0 0,-3 1 0 0 0,3-5 0 0 0,-6-1 0 0 0,-5 1 0 0 0,3 1 0 0 0,1 1 0 0 0,4 2 0 0 0,1 1 0 0 0,-6 1 0 0 0,0 0 0 0 0,-5 0 0 0 0,-3 0 0 0 0,5 1 0 0 0,-4-1 0 0 0,5 0 0 0 0,6 0 0 0 0,-3 0 0 0 0,2 0 0 0 0,-4 0 0 0 0,-4 0 0 0 0,-12 0 0 0 0,-4 0 0 0 0,1 0 0 0 0,3 0 0 0 0,4 0 0 0 0,8 0 0 0 0,4 0 0 0 0,7 0 0 0 0,2 0 0 0 0,-7 0 0 0 0,1 0 0 0 0,-1 0 0 0 0,-1 0 0 0 0,4 0 0 0 0,0 0 0 0 0,5 0 0 0 0,-1 0 0 0 0,-3 0 0 0 0,4 0 0 0 0,3 0 0 0 0,5 0 0 0 0,-2 0 0 0 0,-4 0 0 0 0,1 0 0 0 0,-3 0 0 0 0,2 0 0 0 0,3 0 0 0 0,-1 0 0 0 0,-4 0 0 0 0,1 0 0 0 0,4 0 0 0 0,3 0 0 0 0,-2 0 0 0 0,1 0 0 0 0,3 0 0 0 0,-4 0 0 0 0,1 0 0 0 0,8-5 0 0 0,3-2 0 0 0,2 0 0 0 0,0 2 0 0 0,1 1 0 0 0,-2 2 0 0 0,5-5 0 0 0,12 0 0 0 0,12 0 0 0 0,7-3 0 0 0,8-1 0 0 0,6 3 0 0 0,4 1 0 0 0,4 3 0 0 0,3 2 0 0 0,-1 1 0 0 0,2 1 0 0 0,-1 0 0 0 0,5 0 0 0 0,7 1 0 0 0,6-1 0 0 0,0 0 0 0 0,2 1 0 0 0,-3-1 0 0 0,7 0 0 0 0,-2 0 0 0 0,6 0 0 0 0,8 0 0 0 0,-1 0 0 0 0,3 0 0 0 0,5 0 0 0 0,11 0 0 0 0,2 0 0 0 0,1 5 0 0 0,6 2 0 0 0,-7 0 0 0 0,-3 3 0 0 0,5 1 0 0 0,2-2 0 0 0,2 3 0 0 0,6-1 0 0 0,2 3 0 0 0,-12 0 0 0 0,0-4 0 0 0,6-2 0 0 0,2 2 0 0 0,0-1 0 0 0,0-1 0 0 0,3 2 0 0 0,-10 0 0 0 0,-4-1 0 0 0,3-3 0 0 0,3-2 0 0 0,1-2 0 0 0,0 4 0 0 0,0 1 0 0 0,-11-1 0 0 0,2 4 0 0 0,1 1 0 0 0,-2-3 0 0 0,-1-1 0 0 0,2 2 0 0 0,2 0 0 0 0,-9-1 0 0 0,-1 3 0 0 0,1-1 0 0 0,-7-1 0 0 0,0-3 0 0 0,-1 3 0 0 0,-3 0 0 0 0,-6-1 0 0 0,-5-3 0 0 0,0-1 0 0 0,1-2 0 0 0,-5 4 0 0 0,0 1 0 0 0,-4-1 0 0 0,0-1 0 0 0,3 4 0 0 0,3 0 0 0 0,3-2 0 0 0,2-1 0 0 0,-3-2 0 0 0,-2-2 0 0 0,-4-1 0 0 0,-5-1 0 0 0,-5 0 0 0 0,-5 5 0 0 0,-2 1 0 0 0,-2 1 0 0 0,-12-2 0 0 0,-13-2 0 0 0,-14 0 0 0 0,-11-2 0 0 0,-7-1 0 0 0,-4 0 0 0 0,-3 0 0 0 0,0 0 0 0 0,-1 0 0 0 0,1-1 0 0 0,1 1 0 0 0,0 0 0 0 0,1 0 0 0 0,-6 0 0 0 0,-6 0 0 0 0,-1 0 0 0 0,-4 0 0 0 0,-4 0 0 0 0,-4 0 0 0 0,3-5 0 0 0,-6-2 0 0 0,-3 0 0 0 0,4 2 0 0 0,-5 1 0 0 0,4 2 0 0 0,2 1 0 0 0,-6-5 0 0 0,2-1 0 0 0,-3 0 0 0 0,-7 2 0 0 0,-2 2 0 0 0,1 1 0 0 0,3-5 0 0 0,1 0 0 0 0,-2 0 0 0 0,-5 2 0 0 0,-1 2 0 0 0,-3 1 0 0 0,2 1 0 0 0,3 0 0 0 0,3 1 0 0 0,-1 1 0 0 0,1-1 0 0 0,-3 0 0 0 0,-5 0 0 0 0,5 1 0 0 0,1-1 0 0 0,-4 0 0 0 0,1 0 0 0 0,-3 0 0 0 0,-3 0 0 0 0,7 0 0 0 0,6 0 0 0 0,4 0 0 0 0,-3 0 0 0 0,-5 0 0 0 0,-1 0 0 0 0,2 0 0 0 0,-3 0 0 0 0,6 0 0 0 0,5 0 0 0 0,-3 0 0 0 0,-1 0 0 0 0,2 0 0 0 0,-5 0 0 0 0,5 0 0 0 0,-2 0 0 0 0,6 0 0 0 0,2 0 0 0 0,1 0 0 0 0,5 0 0 0 0,-3 0 0 0 0,2 0 0 0 0,0 0 0 0 0,-1 0 0 0 0,4 0 0 0 0,0 5 0 0 0,-1 2 0 0 0,-3 0 0 0 0,4-2 0 0 0,4-1 0 0 0,6-2 0 0 0,5-1 0 0 0,3 0 0 0 0,3-1 0 0 0,0 0 0 0 0,-4-1 0 0 0,-2 1 0 0 0,1 0 0 0 0,0 0 0 0 0,2 0 0 0 0,12 0 0 0 0,14-1 0 0 0,15 1 0 0 0,10 1 0 0 0,14-1 0 0 0,6 0 0 0 0,3 0 0 0 0,4 0 0 0 0,0 0 0 0 0,4 0 0 0 0,-2 0 0 0 0,2 0 0 0 0,3-6 0 0 0,4-1 0 0 0,-2 1 0 0 0,-1 0 0 0 0,3-3 0 0 0,1 0 0 0 0,-2 1 0 0 0,-1 2 0 0 0,1 2 0 0 0,7 2 0 0 0,-1 1 0 0 0,5 1 0 0 0,1 0 0 0 0,-4 1 0 0 0,2-1 0 0 0,-5 0 0 0 0,5-5 0 0 0,6-1 0 0 0,7-1 0 0 0,-5 2 0 0 0,-3 1 0 0 0,-3 2 0 0 0,2 0 0 0 0,6-3 0 0 0,1-2 0 0 0,-2 0 0 0 0,2 2 0 0 0,-6 2 0 0 0,-5 0 0 0 0,4 2 0 0 0,-1 1 0 0 0,0 0 0 0 0,3-5 0 0 0,1-2 0 0 0,-6 1 0 0 0,-5 1 0 0 0,-1 1 0 0 0,5 2 0 0 0,-3 1 0 0 0,3 0 0 0 0,2 1 0 0 0,-5 0 0 0 0,-3 1 0 0 0,-6-1 0 0 0,-1 0 0 0 0,1 0 0 0 0,-3 0 0 0 0,6 0 0 0 0,-1 0 0 0 0,-5 0 0 0 0,0 0 0 0 0,-3 0 0 0 0,1 0 0 0 0,-2 0 0 0 0,-4-5 0 0 0,-3-2 0 0 0,-3 1 0 0 0,-2 0 0 0 0,3 2 0 0 0,2 2 0 0 0,-1 1 0 0 0,3 0 0 0 0,1 1 0 0 0,-1 0 0 0 0,-3 1 0 0 0,-2-1 0 0 0,-2 0 0 0 0,-1 0 0 0 0,-12 1 0 0 0,-13-1 0 0 0,-15 0 0 0 0,-10 0 0 0 0,-7 0 0 0 0,-6 0 0 0 0,-1 0 0 0 0,-7 0 0 0 0,-2 0 0 0 0,2 0 0 0 0,1 0 0 0 0,2 0 0 0 0,-3 0 0 0 0,0 0 0 0 0,1 0 0 0 0,2 0 0 0 0,1 0 0 0 0,-3 0 0 0 0,0 0 0 0 0,0 0 0 0 0,-3 5 0 0 0,-6 2 0 0 0,1-1 0 0 0,-3 0 0 0 0,2-2 0 0 0,3-2 0 0 0,-1-1 0 0 0,-3 0 0 0 0,-4 4 0 0 0,1 2 0 0 0,-1-1 0 0 0,4-1 0 0 0,4-1 0 0 0,4 3 0 0 0,4 1 0 0 0,3-1 0 0 0,-3-1 0 0 0,-7-3 0 0 0,-1 5 0 0 0,-3 0 0 0 0,1-1 0 0 0,3-2 0 0 0,3-2 0 0 0,4-1 0 0 0,3-1 0 0 0,-4-1 0 0 0,-1 6 0 0 0,1 0 0 0 0,1 1 0 0 0,2-2 0 0 0,2-2 0 0 0,5 5 0 0 0,3 0 0 0 0,0-1 0 0 0,-1-2 0 0 0,-2-1 0 0 0,4-7 0 0 0,11-3 0 0 0,13-1 0 0 0,12-3 0 0 0,3-7 0 0 0,4-4 0 0 0,4 0 0 0 0,4-1 0 0 0,1 4 0 0 0,-3-2 0 0 0,-2 4 0 0 0,1 4 0 0 0,1-1 0 0 0,2-3 0 0 0,1-5 0 0 0,1 1 0 0 0,6 0 0 0 0,1 2 0 0 0,1 0 0 0 0,4-3 0 0 0,0 2 0 0 0,-2 5 0 0 0,3-1 0 0 0,-1-3 0 0 0,-2-4 0 0 0,7 2 0 0 0,-3-1 0 0 0,0 4 0 0 0,-1 4 0 0 0,2-1 0 0 0,4-3 0 0 0,-1 1 0 0 0,2-2 0 0 0,2-3 0 0 0,-1 2 0 0 0,-6 4 0 0 0,2 5 0 0 0,2-1 0 0 0,4-4 0 0 0,3 0 0 0 0,-3-2 0 0 0,1 1 0 0 0,-5-1 0 0 0,-4-3 0 0 0,0 1 0 0 0,3 5 0 0 0,-2 4 0 0 0,3-1 0 0 0,2 1 0 0 0,-6-3 0 0 0,-2 1 0 0 0,-7-3 0 0 0,1 1 0 0 0,4-2 0 0 0,6 1 0 0 0,0 4 0 0 0,2-2 0 0 0,-1 1 0 0 0,-10-2 0 0 0,-5 1 0 0 0,2-2 0 0 0,0 0 0 0 0,-1 4 0 0 0,0 4 0 0 0,-1-3 0 0 0,-1 1 0 0 0,-1 1 0 0 0,-5-2 0 0 0,-3 0 0 0 0,1 1 0 0 0,2 3 0 0 0,-10 2 0 0 0,-12 2 0 0 0,-12 2 0 0 0,-10-1 0 0 0,-2 7 0 0 0,-3 1 0 0 0,-3 1 0 0 0,-2-3 0 0 0,4 5 0 0 0,1-1 0 0 0,-7 4 0 0 0,-3 5 0 0 0,-6 5 0 0 0,-8-2 0 0 0,0 1 0 0 0,2-3 0 0 0,3 0 0 0 0,10 2 0 0 0,-1-2 0 0 0,0-5 0 0 0,0 1 0 0 0,1 3 0 0 0,1-1 0 0 0,-1-5 0 0 0,1 2 0 0 0,1 4 0 0 0,-1 4 0 0 0,0-3 0 0 0,0-3 0 0 0,1 0 0 0 0,-1 3 0 0 0,0 3 0 0 0,0 4 0 0 0,-5 2 0 0 0,-2 1 0 0 0,1-3 0 0 0,6-2 0 0 0,3 1 0 0 0,2-4 0 0 0,-1 0 0 0 0,5 1 0 0 0,0-3 0 0 0,0-5 0 0 0,2 1 0 0 0,6 3 0 0 0,-1 3 0 0 0,-3-1 0 0 0,-3-4 0 0 0,1-1 0 0 0,5 4 0 0 0,-1-2 0 0 0,-3 1 0 0 0,2 4 0 0 0,-1 2 0 0 0,-3 3 0 0 0,-3 2 0 0 0,2 1 0 0 0,5 1 0 0 0,1-5 0 0 0,2-1 0 0 0,9-6 0 0 0,11-5 0 0 0,9-6 0 0 0,3-9 0 0 0,3-9 0 0 0,3-4 0 0 0,3 1 0 0 0,2-2 0 0 0,1-5 0 0 0,1 2 0 0 0,1-1 0 0 0,-1-4 0 0 0,1 3 0 0 0,-1 0 0 0 0,0-3 0 0 0,5 4 0 0 0,-3-2 0 0 0,-2 4 0 0 0,-2 5 0 0 0,-5-1 0 0 0,4-4 0 0 0,2-4 0 0 0,6 1 0 0 0,3 0 0 0 0,-5-3 0 0 0,-4 3 0 0 0,-1 4 0 0 0,-1 1 0 0 0,1-4 0 0 0,0-2 0 0 0,0 1 0 0 0,1 4 0 0 0,1 0 0 0 0,0-2 0 0 0,-1-4 0 0 0,1 2 0 0 0,0-1 0 0 0,5-2 0 0 0,2 3 0 0 0,0-1 0 0 0,3-1 0 0 0,-4-3 0 0 0,-5 3 0 0 0,5 5 0 0 0,-6 1 0 0 0,-2-3 0 0 0,-1-3 0 0 0,0 2 0 0 0,1 5 0 0 0,-5-1 0 0 0,-1 3 0 0 0,1-2 0 0 0,1 1 0 0 0,2 4 0 0 0,-4-2 0 0 0,0 1 0 0 0,-5-3 0 0 0,1 1 0 0 0,-9 3 0 0 0,-11 3 0 0 0,-11 2 0 0 0,-8 3 0 0 0,-6 1 0 0 0,-4 6 0 0 0,-2 3 0 0 0,-1-1 0 0 0,0-1 0 0 0,0 4 0 0 0,1 4 0 0 0,0 1 0 0 0,1-2 0 0 0,-5 2 0 0 0,-2-3 0 0 0,6 4 0 0 0,3-3 0 0 0,-5-2 0 0 0,5 2 0 0 0,-4-2 0 0 0,-2-2 0 0 0,6 2 0 0 0,-4 0 0 0 0,5 3 0 0 0,-4-1 0 0 0,-1 2 0 0 0,-1-1 0 0 0,0-2 0 0 0,-4 1 0 0 0,4 3 0 0 0,3 0 0 0 0,-4 3 0 0 0,-7-3 0 0 0,-1 1 0 0 0,1-2 0 0 0,3 2 0 0 0,-2 3 0 0 0,-1-2 0 0 0,-2 2 0 0 0,1-4 0 0 0,7 2 0 0 0,5-3 0 0 0,2 2 0 0 0,1-2 0 0 0,0-4 0 0 0,0 1 0 0 0,-2 0 0 0 0,6 1 0 0 0,1 0 0 0 0,-1-2 0 0 0,-2 1 0 0 0,-1-1 0 0 0,-1 3 0 0 0,3 5 0 0 0,2-2 0 0 0,-2-3 0 0 0,5 1 0 0 0,5 3 0 0 0,0-1 0 0 0,2 2 0 0 0,4 2 0 0 0,3 3 0 0 0,8-2 0 0 0,9-5 0 0 0,8 0 0 0 0,5-3 0 0 0,5-5 0 0 0,2-2 0 0 0,1 2 0 0 0,1-1 0 0 0,-1-1 0 0 0,0-2 0 0 0,0-2 0 0 0,5-1 0 0 0,1-2 0 0 0,4 0 0 0 0,7 0 0 0 0,-1 0 0 0 0,8-1 0 0 0,-1 1 0 0 0,1 0 0 0 0,-4 0 0 0 0,-6 0 0 0 0,-4-6 0 0 0,-1-1 0 0 0,5-5 0 0 0,-1 0 0 0 0,-3 2 0 0 0,3 2 0 0 0,3 3 0 0 0,4-3 0 0 0,-1 0 0 0 0,6 1 0 0 0,-1-4 0 0 0,-5 1 0 0 0,-6 2 0 0 0,-5-4 0 0 0,0 1 0 0 0,5-3 0 0 0,0 1 0 0 0,2-3 0 0 0,4 2 0 0 0,-1 2 0 0 0,-5 5 0 0 0,1-3 0 0 0,-1 0 0 0 0,-5-2 0 0 0,-2-1 0 0 0,-4-2 0 0 0,4 1 0 0 0,5 3 0 0 0,7 3 0 0 0,-6-2 0 0 0,-5 1 0 0 0,1-4 0 0 0,-1 1 0 0 0,-1-3 0 0 0,-3 1 0 0 0,-1 3 0 0 0,-2 3 0 0 0,-6-2 0 0 0,-2 1 0 0 0,0-4 0 0 0,1 1 0 0 0,1 2 0 0 0,3-3 0 0 0,-5-3 0 0 0,-6-6 0 0 0,-12 2 0 0 0,-11 5 0 0 0,-11 3 0 0 0,-7 6 0 0 0,-6 2 0 0 0,-8 3 0 0 0,-3 1 0 0 0,1 0 0 0 0,0 1 0 0 0,3 0 0 0 0,2 0 0 0 0,-4-1 0 0 0,-1 1 0 0 0,-4-1 0 0 0,0 0 0 0 0,-3 0 0 0 0,-4 0 0 0 0,1 0 0 0 0,-2 0 0 0 0,3 0 0 0 0,-1 0 0 0 0,2 5 0 0 0,-1 2 0 0 0,3 5 0 0 0,-2 0 0 0 0,2-1 0 0 0,3-4 0 0 0,9 4 0 0 0,5-2 0 0 0,2-1 0 0 0,-1 3 0 0 0,1 0 0 0 0,-2-3 0 0 0,4 4 0 0 0,2-2 0 0 0,-2 4 0 0 0,-2-1 0 0 0,5 3 0 0 0,-1-1 0 0 0,-1-4 0 0 0,3 2 0 0 0,0 4 0 0 0,-2-1 0 0 0,-3-3 0 0 0,3 1 0 0 0,6 4 0 0 0,0-2 0 0 0,2 3 0 0 0,10-3 0 0 0,10-4 0 0 0,9-4 0 0 0,8-3 0 0 0,5-2 0 0 0,2-3 0 0 0,3 0 0 0 0,0-1 0 0 0,-1 0 0 0 0,1-5 0 0 0,-1-1 0 0 0,-1-5 0 0 0,1-1 0 0 0,-2 3 0 0 0,1 2 0 0 0,-5-2 0 0 0,-2 0 0 0 0,0-3 0 0 0,6 0 0 0 0,4 3 0 0 0,1-3 0 0 0,0 2 0 0 0,-1-3 0 0 0,-6-5 0 0 0,3 2 0 0 0,1 3 0 0 0,0-1 0 0 0,1 2 0 0 0,-1-3 0 0 0,0-2 0 0 0,-1 0 0 0 0,0 4 0 0 0,0 0 0 0 0,0 1 0 0 0,-6-2 0 0 0,-1 1 0 0 0,6 4 0 0 0,-3-2 0 0 0,-1 0 0 0 0,2-2 0 0 0,-6-4 0 0 0,0 1 0 0 0,1 3 0 0 0,2-1 0 0 0,-3-3 0 0 0,-1 1 0 0 0,2 4 0 0 0,-3-2 0 0 0,-5-3 0 0 0,-10 2 0 0 0,-12 3 0 0 0,-9 4 0 0 0,-7 3 0 0 0,-6 4 0 0 0,-2 0 0 0 0,-2 3 0 0 0,0-1 0 0 0,0 1 0 0 0,1 0 0 0 0,0-1 0 0 0,1 1 0 0 0,-1 4 0 0 0,2 2 0 0 0,-1 0 0 0 0,0-2 0 0 0,0-1 0 0 0,1-2 0 0 0,-6 5 0 0 0,-2 0 0 0 0,-5 5 0 0 0,0 6 0 0 0,2-1 0 0 0,2-3 0 0 0,3-4 0 0 0,3 2 0 0 0,0-2 0 0 0,2 4 0 0 0,1-2 0 0 0,5 3 0 0 0,-4-1 0 0 0,-2-3 0 0 0,0 2 0 0 0,-1-1 0 0 0,5 2 0 0 0,2-1 0 0 0,0-3 0 0 0,-1-2 0 0 0,4 1 0 0 0,0 1 0 0 0,-1 2 0 0 0,4 6 0 0 0,-1-1 0 0 0,-2-4 0 0 0,-3-3 0 0 0,4 2 0 0 0,4 3 0 0 0,1 0 0 0 0,8-3 0 0 0,10-3 0 0 0,11-4 0 0 0,7-7 0 0 0,7-4 0 0 0,3-6 0 0 0,2 0 0 0 0,1-5 0 0 0,-5-3 0 0 0,-3 0 0 0 0,1 5 0 0 0,-5-1 0 0 0,-1 3 0 0 0,2-3 0 0 0,3 3 0 0 0,-4-3 0 0 0,0 2 0 0 0,2-2 0 0 0,-3-4 0 0 0,0 2 0 0 0,3 4 0 0 0,-4-1 0 0 0,1 2 0 0 0,2-2 0 0 0,3 2 0 0 0,-4-3 0 0 0,1 2 0 0 0,-4-2 0 0 0,1 2 0 0 0,-4-3 0 0 0,2 3 0 0 0,3 3 0 0 0,3-2 0 0 0,-3-4 0 0 0,2 1 0 0 0,1 4 0 0 0,-3-3 0 0 0,-4-2 0 0 0,-1 0 0 0 0,3-1 0 0 0,-1-4 0 0 0,1 3 0 0 0,-3-1 0 0 0,-8 3 0 0 0,-11 4 0 0 0,-5-1 0 0 0,-6 3 0 0 0,-6 2 0 0 0,-4 3 0 0 0,-4 3 0 0 0,-1 1 0 0 0,-2 2 0 0 0,0 0 0 0 0,0 0 0 0 0,0 1 0 0 0,1 0 0 0 0,0-1 0 0 0,-1 0 0 0 0,2 0 0 0 0,-1 0 0 0 0,0 0 0 0 0,0 0 0 0 0,0 0 0 0 0,1 0 0 0 0,-1 0 0 0 0,0 0 0 0 0,0 0 0 0 0,0 6 0 0 0,1 1 0 0 0,-1-1 0 0 0,0 5 0 0 0,0 0 0 0 0,0 3 0 0 0,0-1 0 0 0,1-2 0 0 0,-1-3 0 0 0,0 2 0 0 0,0 0 0 0 0,5 3 0 0 0,3-1 0 0 0,-2-2 0 0 0,0-3 0 0 0,3 3 0 0 0,6 4 0 0 0,0 1 0 0 0,-2-3 0 0 0,1 2 0 0 0,-1-1 0 0 0,3 2 0 0 0,-2-2 0 0 0,2 3 0 0 0,4 4 0 0 0,3 3 0 0 0,9-2 0 0 0,9-4 0 0 0,8-6 0 0 0,7-4 0 0 0,4-3 0 0 0,2-3 0 0 0,1-1 0 0 0,1-1 0 0 0,-1 0 0 0 0,0 0 0 0 0,0 0 0 0 0,-1 1 0 0 0,1-1 0 0 0,-1 1 0 0 0,-1 0 0 0 0,6-5 0 0 0,7-2 0 0 0,2 0 0 0 0,-3 2 0 0 0,4-4 0 0 0,-2 0 0 0 0,-9-5 0 0 0,-4 2 0 0 0,-2 1 0 0 0,-1-2 0 0 0,-1 2 0 0 0,2 1 0 0 0,0 4 0 0 0,0-3 0 0 0,2 0 0 0 0,-6-4 0 0 0,-1 1 0 0 0,0 2 0 0 0,2 3 0 0 0,1-3 0 0 0,1-5 0 0 0,2 1 0 0 0,0-4 0 0 0,1 3 0 0 0,0-3 0 0 0,0-2 0 0 0,1 1 0 0 0,-1 4 0 0 0,-6 0 0 0 0,-1-3 0 0 0,-5-4 0 0 0,0 2 0 0 0,-4-1 0 0 0,1 3 0 0 0,-2 0 0 0 0,-4-3 0 0 0,-3-3 0 0 0,-8 3 0 0 0,-9 5 0 0 0,-9 5 0 0 0,-5 4 0 0 0,0-2 0 0 0,0 2 0 0 0,-2 0 0 0 0,-1 3 0 0 0,-2 1 0 0 0,0 1 0 0 0,-2 2 0 0 0,0 0 0 0 0,0 0 0 0 0,0 1 0 0 0,0-1 0 0 0,-5 0 0 0 0,-2 0 0 0 0,0 6 0 0 0,2 1 0 0 0,1 5 0 0 0,-3 0 0 0 0,-1-2 0 0 0,1-2 0 0 0,-4 2 0 0 0,-4 0 0 0 0,-1 3 0 0 0,4 0 0 0 0,-3 2 0 0 0,2 0 0 0 0,3-4 0 0 0,4-3 0 0 0,2 2 0 0 0,2-1 0 0 0,2 4 0 0 0,-5-1 0 0 0,-1 3 0 0 0,0-1 0 0 0,-4-3 0 0 0,0-3 0 0 0,1-3 0 0 0,3-3 0 0 0,2 4 0 0 0,2 1 0 0 0,-4 5 0 0 0,-1-1 0 0 0,-5 4 0 0 0,1 0 0 0 0,-5 1 0 0 0,2-1 0 0 0,3-3 0 0 0,-2-4 0 0 0,1-3 0 0 0,8 2 0 0 0,5 1 0 0 0,2-2 0 0 0,1-1 0 0 0,-1 3 0 0 0,0 1 0 0 0,-6 4 0 0 0,-3-1 0 0 0,0-2 0 0 0,1-2 0 0 0,1-3 0 0 0,7 2 0 0 0,3 1 0 0 0,5 5 0 0 0,12-2 0 0 0,12-1 0 0 0,11-2 0 0 0,8-4 0 0 0,6-1 0 0 0,2-2 0 0 0,2-1 0 0 0,0 0 0 0 0,0-1 0 0 0,0 1 0 0 0,-1-1 0 0 0,-1 1 0 0 0,0 0 0 0 0,0 0 0 0 0,0-1 0 0 0,-5-4 0 0 0,3-2 0 0 0,2 1 0 0 0,1 0 0 0 0,0 3 0 0 0,0-5 0 0 0,0 0 0 0 0,0-5 0 0 0,4 1 0 0 0,2-3 0 0 0,5 0 0 0 0,0 4 0 0 0,-7-3 0 0 0,-4 3 0 0 0,2 1 0 0 0,-4-1 0 0 0,-2 0 0 0 0,0 3 0 0 0,-1 2 0 0 0,2-3 0 0 0,0 0 0 0 0,-5-4 0 0 0,0 1 0 0 0,0 2 0 0 0,-4-3 0 0 0,0 2 0 0 0,2 2 0 0 0,3 2 0 0 0,-4-2 0 0 0,0 0 0 0 0,3-3 0 0 0,1-1 0 0 0,2-2 0 0 0,2 1 0 0 0,-4-3 0 0 0,-1-3 0 0 0,0 2 0 0 0,-3-2 0 0 0,-6-2 0 0 0,0 2 0 0 0,-2 0 0 0 0,-4-3 0 0 0,-3-1 0 0 0,-8 2 0 0 0,-9 5 0 0 0,-8 0 0 0 0,-5 4 0 0 0,-5 3 0 0 0,3-1 0 0 0,1 0 0 0 0,-1 3 0 0 0,-1 3 0 0 0,-1 1 0 0 0,-2 3 0 0 0,0 0 0 0 0,-1 1 0 0 0,1 1 0 0 0,-1-1 0 0 0,-1 0 0 0 0,-4 1 0 0 0,-2-1 0 0 0,1 0 0 0 0,0 0 0 0 0,-3 0 0 0 0,-5 0 0 0 0,-6 0 0 0 0,1 0 0 0 0,3 0 0 0 0,0 0 0 0 0,-3 0 0 0 0,1 0 0 0 0,5 0 0 0 0,-1 0 0 0 0,1 0 0 0 0,4 0 0 0 0,-2 0 0 0 0,0 0 0 0 0,3 0 0 0 0,-3 0 0 0 0,-4 0 0 0 0,-1 0 0 0 0,-1 5 0 0 0,-4 2 0 0 0,-4 5 0 0 0,-2 1 0 0 0,3-3 0 0 0,6-2 0 0 0,6-3 0 0 0,-1-2 0 0 0,-2 3 0 0 0,-5 2 0 0 0,-3 3 0 0 0,-4 1 0 0 0,-2 3 0 0 0,4-1 0 0 0,0 3 0 0 0,6 3 0 0 0,5-1 0 0 0,5-5 0 0 0,5-3 0 0 0,2-5 0 0 0,7 2 0 0 0,3 0 0 0 0,0-1 0 0 0,4 3 0 0 0,0-1 0 0 0,3 5 0 0 0,4 4 0 0 0,5 5 0 0 0,3 3 0 0 0,7 3 0 0 0,9-4 0 0 0,8 0 0 0 0,5 0 0 0 0,3-4 0 0 0,4-5 0 0 0,5-1 0 0 0,-3 3 0 0 0,-2-2 0 0 0,-1-3 0 0 0,-6 0 0 0 0,3-1 0 0 0,8 3 0 0 0,2-2 0 0 0,6-3 0 0 0,0-3 0 0 0,-2-2 0 0 0,-2 2 0 0 0,1 1 0 0 0,5-2 0 0 0,5-1 0 0 0,5 4 0 0 0,-3-1 0 0 0,1 0 0 0 0,-4-3 0 0 0,0-1 0 0 0,-3-2 0 0 0,-5-1 0 0 0,2-1 0 0 0,3 0 0 0 0,5 0 0 0 0,3-1 0 0 0,-2 1 0 0 0,1 0 0 0 0,-5-1 0 0 0,1 1 0 0 0,2 0 0 0 0,-2 0 0 0 0,0 0 0 0 0,-3 0 0 0 0,2 0 0 0 0,-3 0 0 0 0,1 0 0 0 0,-2 0 0 0 0,-3 0 0 0 0,1 0 0 0 0,5 0 0 0 0,3-5 0 0 0,0-2 0 0 0,0 1 0 0 0,3 0 0 0 0,-3 2 0 0 0,1 2 0 0 0,-4 1 0 0 0,-10-5 0 0 0,0-1 0 0 0,3 1 0 0 0,-5-5 0 0 0,1 1 0 0 0,6-4 0 0 0,6 0 0 0 0,-1 4 0 0 0,-3 2 0 0 0,-9-2 0 0 0,0 0 0 0 0,-1 3 0 0 0,-7-4 0 0 0,-2 1 0 0 0,-1 1 0 0 0,1 3 0 0 0,-5-3 0 0 0,1 0 0 0 0,0 2 0 0 0,-2-4 0 0 0,0-5 0 0 0,2 1 0 0 0,-3-3 0 0 0,-5-4 0 0 0,-4-3 0 0 0,-4-2 0 0 0,-9-3 0 0 0,-8 5 0 0 0,-8 6 0 0 0,-1 1 0 0 0,-2-1 0 0 0,-3 2 0 0 0,-2 4 0 0 0,-7 4 0 0 0,-3-1 0 0 0,0 1 0 0 0,0 2 0 0 0,2-4 0 0 0,2 1 0 0 0,0 2 0 0 0,-4-3 0 0 0,-1 0 0 0 0,1 3 0 0 0,-4 1 0 0 0,-1 4 0 0 0,-2 0 0 0 0,-6 3 0 0 0,-4 0 0 0 0,2 0 0 0 0,4 0 0 0 0,6 1 0 0 0,4-1 0 0 0,-2 1 0 0 0,1-1 0 0 0,-4 0 0 0 0,1 0 0 0 0,2 0 0 0 0,2 0 0 0 0,3 0 0 0 0,2 0 0 0 0,-4 0 0 0 0,-1 0 0 0 0,1 0 0 0 0,1 0 0 0 0,2 0 0 0 0,1 0 0 0 0,1 0 0 0 0,1 0 0 0 0,1 5 0 0 0,-1 2 0 0 0,0 5 0 0 0,1 0 0 0 0,-1-1 0 0 0,1 2 0 0 0,4 4 0 0 0,2-1 0 0 0,0-2 0 0 0,-1-5 0 0 0,3 2 0 0 0,6 5 0 0 0,0-2 0 0 0,3 4 0 0 0,-2-3 0 0 0,2 3 0 0 0,3 2 0 0 0,-2-1 0 0 0,1 0 0 0 0,-3 4 0 0 0,1 1 0 0 0,3 4 0 0 0,3 1 0 0 0,-3-4 0 0 0,1-1 0 0 0,2 0 0 0 0,1 2 0 0 0,3 2 0 0 0,1 1 0 0 0,7-5 0 0 0,7-6 0 0 0,2 0 0 0 0,3-4 0 0 0,5-5 0 0 0,-2 3 0 0 0,1-2 0 0 0,3-2 0 0 0,1-3 0 0 0,-2 3 0 0 0,-1 1 0 0 0,2-2 0 0 0,1-2 0 0 0,3-1 0 0 0,1-2 0 0 0,1-2 0 0 0,0 1 0 0 0,1-2 0 0 0,1 1 0 0 0,-1 0 0 0 0,0-1 0 0 0,0 1 0 0 0,0 0 0 0 0,0 0 0 0 0,5 0 0 0 0,2 0 0 0 0,-1 0 0 0 0,-1 0 0 0 0,-1 0 0 0 0,-2 0 0 0 0,-1 0 0 0 0,0-5 0 0 0,-2-2 0 0 0,1 0 0 0 0,5 2 0 0 0,1 1 0 0 0,-5-4 0 0 0,-3 0 0 0 0,-1 1 0 0 0,0 1 0 0 0,0 3 0 0 0,1 1 0 0 0,1 1 0 0 0,0 1 0 0 0,0 0 0 0 0,6 0 0 0 0,2 0 0 0 0,-5-4 0 0 0,1-3 0 0 0,1 0 0 0 0,0 2 0 0 0,4-4 0 0 0,1 0 0 0 0,-2 1 0 0 0,-1-3 0 0 0,-2 0 0 0 0,-2 2 0 0 0,-1 3 0 0 0,-1 2 0 0 0,0 2 0 0 0,-1 1 0 0 0,-5-5 0 0 0,-1 0 0 0 0,0 0 0 0 0,-4-5 0 0 0,-6-4 0 0 0,-4-6 0 0 0,-5-4 0 0 0,-8 1 0 0 0,-8 1 0 0 0,-9-2 0 0 0,-5 4 0 0 0,-4 5 0 0 0,-2 0 0 0 0,-7 3 0 0 0,4-1 0 0 0,2 1 0 0 0,1-3 0 0 0,1 3 0 0 0,0 2 0 0 0,-5 4 0 0 0,-2 2 0 0 0,-6-2 0 0 0,-5-1 0 0 0,-5-3 0 0 0,-4-1 0 0 0,-4-3 0 0 0,0 1 0 0 0,3 2 0 0 0,3 5 0 0 0,4 2 0 0 0,1 2 0 0 0,3 2 0 0 0,0 1 0 0 0,2-5 0 0 0,3-1 0 0 0,0 0 0 0 0,0 1 0 0 0,-3 2 0 0 0,-3 1 0 0 0,0 0 0 0 0,3 2 0 0 0,5 0 0 0 0,3 0 0 0 0,3 6 0 0 0,2 1 0 0 0,1 5 0 0 0,1 1 0 0 0,-1-3 0 0 0,1-2 0 0 0,0 2 0 0 0,0 5 0 0 0,-1 0 0 0 0,1-3 0 0 0,4 3 0 0 0,2 2 0 0 0,0 0 0 0 0,4 2 0 0 0,0-3 0 0 0,-2 2 0 0 0,-2 2 0 0 0,2 4 0 0 0,1 2 0 0 0,-2 3 0 0 0,3 1 0 0 0,5 1 0 0 0,-1-5 0 0 0,3-1 0 0 0,4 0 0 0 0,3 0 0 0 0,3 3 0 0 0,1 0 0 0 0,7-3 0 0 0,8-7 0 0 0,1-1 0 0 0,4-3 0 0 0,4-4 0 0 0,3-4 0 0 0,-2 2 0 0 0,0 0 0 0 0,2-1 0 0 0,1-2 0 0 0,1-2 0 0 0,3-2 0 0 0,0 0 0 0 0,0-1 0 0 0,-4 5 0 0 0,-2 2 0 0 0,1-1 0 0 0,1-1 0 0 0,1-1 0 0 0,2-2 0 0 0,0-1 0 0 0,2 0 0 0 0,-1-1 0 0 0,1-1 0 0 0,1 1 0 0 0,-1 0 0 0 0,0 0 0 0 0,0-1 0 0 0,-6-4 0 0 0,-1-2 0 0 0,0-5 0 0 0,2 0 0 0 0,1 1 0 0 0,1 4 0 0 0,2-4 0 0 0,0-4 0 0 0,1 0 0 0 0,-5-2 0 0 0,-2 1 0 0 0,-5-1 0 0 0,-5-4 0 0 0,-6-3 0 0 0,-9-3 0 0 0,-9 4 0 0 0,-9 4 0 0 0,-1 2 0 0 0,-2 3 0 0 0,-3-1 0 0 0,-2 1 0 0 0,-2 4 0 0 0,4-2 0 0 0,1 1 0 0 0,-1 3 0 0 0,-1 2 0 0 0,-1 2 0 0 0,-2 3 0 0 0,-1-5 0 0 0,0-1 0 0 0,-1 1 0 0 0,0 1 0 0 0,0-4 0 0 0,-1 0 0 0 0,1 2 0 0 0,0 1 0 0 0,1 2 0 0 0,-7 2 0 0 0,-6-4 0 0 0,-6-1 0 0 0,-1 0 0 0 0,3 2 0 0 0,0-3 0 0 0,-4-1 0 0 0,3 1 0 0 0,3 2 0 0 0,5-3 0 0 0,3 0 0 0 0,4 2 0 0 0,1 1 0 0 0,1 3 0 0 0,1 1 0 0 0,0 1 0 0 0,0 1 0 0 0,0 0 0 0 0,-1 0 0 0 0,1 1 0 0 0,-1-1 0 0 0,-5 0 0 0 0,-7 0 0 0 0,-1 0 0 0 0,1 0 0 0 0,3 0 0 0 0,3 0 0 0 0,2 0 0 0 0,3 0 0 0 0,0 0 0 0 0,2 0 0 0 0,5 6 0 0 0,12 1 0 0 0,8 4 0 0 0,11 2 0 0 0,9 2 0 0 0,8 0 0 0 0,4-3 0 0 0,-2 1 0 0 0,1-1 0 0 0,0-2 0 0 0,1-4 0 0 0,2-2 0 0 0,0-2 0 0 0,-4 3 0 0 0,-1 2 0 0 0,0-1 0 0 0,7 4 0 0 0,4 1 0 0 0,0-3 0 0 0,0-1 0 0 0,-1 2 0 0 0,-1 0 0 0 0,0-1 0 0 0,-2-2 0 0 0,1-3 0 0 0,-2-1 0 0 0,1-1 0 0 0,0-1 0 0 0,5 0 0 0 0,1-1 0 0 0,6 1 0 0 0,0 0 0 0 0,-2 5 0 0 0,-2 1 0 0 0,-3 1 0 0 0,-3-2 0 0 0,-1-1 0 0 0,5-2 0 0 0,0 0 0 0 0,0-2 0 0 0,-1 0 0 0 0,-2 0 0 0 0,-1 0 0 0 0,-1-1 0 0 0,-1 1 0 0 0,0 0 0 0 0,-1 0 0 0 0,1 0 0 0 0,-1 0 0 0 0,1 0 0 0 0,0 0 0 0 0,-1 0 0 0 0,1 0 0 0 0,0 0 0 0 0,0 0 0 0 0,0 0 0 0 0,0 0 0 0 0,-1 0 0 0 0,1 0 0 0 0,0 0 0 0 0,0 0 0 0 0,0 0 0 0 0,-6-5 0 0 0,-6-8 0 0 0,-7-5 0 0 0,-11-1 0 0 0,-5-2 0 0 0,-7 2 0 0 0,-8 0 0 0 0,-5 2 0 0 0,-4 5 0 0 0,3 4 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17340 3872 16383 0 0,'0'-5'0'0'0,"-5"-2"0"0"0,-8 0 0 0 0,0-3 0 0 0,-4-1 0 0 0,0-3 0 0 0,-1 0 0 0 0,-3 3 0 0 0,2-2 0 0 0,-1 1 0 0 0,-3-2 0 0 0,-2 1 0 0 0,-2-3 0 0 0,-2 2 0 0 0,4-3 0 0 0,1 3 0 0 0,5-3 0 0 0,0 3 0 0 0,-2 2 0 0 0,8 5 0 0 0,11 2 0 0 0,12 3 0 0 0,9 1 0 0 0,6 2 0 0 0,5-1 0 0 0,2 1 0 0 0,1 0 0 0 0,0-1 0 0 0,0 0 0 0 0,-1 1 0 0 0,0-1 0 0 0,-1 0 0 0 0,0 0 0 0 0,0 0 0 0 0,5 0 0 0 0,2 0 0 0 0,-1 0 0 0 0,-1 5 0 0 0,-1 2 0 0 0,-2 0 0 0 0,-1-2 0 0 0,-1-1 0 0 0,0-2 0 0 0,5-1 0 0 0,-4 5 0 0 0,4 1 0 0 0,5-1 0 0 0,2 0 0 0 0,4-3 0 0 0,-2-1 0 0 0,-2-1 0 0 0,-3 0 0 0 0,-4-1 0 0 0,-3-1 0 0 0,-1 1 0 0 0,-1 0 0 0 0,0 0 0 0 0,-1-1 0 0 0,0 1 0 0 0,5 0 0 0 0,3 0 0 0 0,-1 0 0 0 0,-1 6 0 0 0,-1 0 0 0 0,-2 1 0 0 0,-1-1 0 0 0,-1-3 0 0 0,0 0 0 0 0,0-2 0 0 0,-11-1 0 0 0,-14-5 0 0 0,-13-2 0 0 0,-11-5 0 0 0,-7-1 0 0 0,-5-3 0 0 0,-3 1 0 0 0,-5 4 0 0 0,-3-3 0 0 0,1 2 0 0 0,-3-3 0 0 0,1 2 0 0 0,1-2 0 0 0,-2 0 0 0 0,1 4 0 0 0,-3-1 0 0 0,-4 0 0 0 0,-5-2 0 0 0,2 1 0 0 0,0-3 0 0 0,-8-3 0 0 0,-9-4 0 0 0,-3 1 0 0 0,-6 0 0 0 0,1 4 0 0 0,-3 4 0 0 0,2 0 0 0 0,4-3 0 0 0,-1 1 0 0 0,1-1 0 0 0,-2-4 0 0 0,-10-3 0 0 0,-5 2 0 0 0,2 0 0 0 0,1-2 0 0 0,-1 4 0 0 0,-1-1 0 0 0,-1-1 0 0 0,-5 2 0 0 0,-3 0 0 0 0,-5-2 0 0 0,9 3 0 0 0,1-1 0 0 0,-5 3 0 0 0,-7-1 0 0 0,-1 3 0 0 0,2 4 0 0 0,-2-2 0 0 0,1 2 0 0 0,4-3 0 0 0,2 2 0 0 0,3-4 0 0 0,-2 2 0 0 0,-7-2 0 0 0,5 2 0 0 0,10 2 0 0 0,-2-1 0 0 0,5 2 0 0 0,2 2 0 0 0,0-2 0 0 0,3 0 0 0 0,1 3 0 0 0,4 2 0 0 0,4-3 0 0 0,5 0 0 0 0,-2 2 0 0 0,6 1 0 0 0,3 3 0 0 0,2 1 0 0 0,6 1 0 0 0,2 1 0 0 0,-1 0 0 0 0,3 1 0 0 0,0-1 0 0 0,3 0 0 0 0,4 1 0 0 0,5-1 0 0 0,13 0 0 0 0,17 5 0 0 0,14 2 0 0 0,13 0 0 0 0,7-2 0 0 0,10 4 0 0 0,4 0 0 0 0,0-1 0 0 0,0-2 0 0 0,-3-2 0 0 0,-2-2 0 0 0,-2-1 0 0 0,-1-1 0 0 0,-1 0 0 0 0,5 0 0 0 0,1-1 0 0 0,0 1 0 0 0,-1 0 0 0 0,-2-1 0 0 0,5 1 0 0 0,-1 0 0 0 0,6 0 0 0 0,-1 0 0 0 0,-2 0 0 0 0,-3 0 0 0 0,-2 0 0 0 0,-3 0 0 0 0,-1 0 0 0 0,4 0 0 0 0,2 0 0 0 0,-1 0 0 0 0,-2 0 0 0 0,5 0 0 0 0,5 0 0 0 0,6 0 0 0 0,-1 0 0 0 0,-4 0 0 0 0,-3 0 0 0 0,-5 0 0 0 0,-4 0 0 0 0,-1 0 0 0 0,-2 0 0 0 0,-1-5 0 0 0,0-2 0 0 0,0 1 0 0 0,0 0 0 0 0,0 2 0 0 0,6 2 0 0 0,2-5 0 0 0,-1 0 0 0 0,-1 0 0 0 0,-1 2 0 0 0,-2 2 0 0 0,-1 1 0 0 0,0 1 0 0 0,-2-5 0 0 0,1-1 0 0 0,0 1 0 0 0,-1 1 0 0 0,1 1 0 0 0,-1 2 0 0 0,1 1 0 0 0,0 1 0 0 0,0 0 0 0 0,-6-5 0 0 0,-1-2 0 0 0,0 1 0 0 0,2 0 0 0 0,-4-2 0 0 0,-11-2 0 0 0,-13 2 0 0 0,-11 3 0 0 0,-3-4 0 0 0,-4-1 0 0 0,-5 3 0 0 0,-2 1 0 0 0,-2-3 0 0 0,-2 0 0 0 0,0 2 0 0 0,-1 1 0 0 0,0 3 0 0 0,1 1 0 0 0,10 1 0 0 0,14 1 0 0 0,9 5 0 0 0,8 3 0 0 0,9-1 0 0 0,6 4 0 0 0,3 0 0 0 0,3-2 0 0 0,-4 3 0 0 0,-1-1 0 0 0,0-2 0 0 0,1-3 0 0 0,1-2 0 0 0,1-1 0 0 0,0 3 0 0 0,2 1 0 0 0,0-1 0 0 0,0-1 0 0 0,0-2 0 0 0,0 4 0 0 0,5 1 0 0 0,2-1 0 0 0,5-2 0 0 0,0-1 0 0 0,-2-2 0 0 0,-2-1 0 0 0,-3-1 0 0 0,-3 0 0 0 0,-1 0 0 0 0,5 0 0 0 0,0-1 0 0 0,0 1 0 0 0,-1 0 0 0 0,-2 0 0 0 0,-1 0 0 0 0,-1 0 0 0 0,4 0 0 0 0,2 0 0 0 0,-1 0 0 0 0,-1 0 0 0 0,-2 0 0 0 0,-1 0 0 0 0,5 0 0 0 0,-5 0 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1515 16383 0 0,'13'-15'0'0'0,"7"-4"0"0"0,-5-2 0 0 0,1 3 0 0 0,-3-1 0 0 0,-3-2 0 0 0,2 2 0 0 0,-1-1 0 0 0,-3-1 0 0 0,-2-4 0 0 0,3 3 0 0 0,-1 0 0 0 0,5 4 0 0 0,-1-1 0 0 0,3 4 0 0 0,-1-2 0 0 0,-2-2 0 0 0,-5-4 0 0 0,4 2 0 0 0,-2 0 0 0 0,4-3 0 0 0,-1-1 0 0 0,-2-3 0 0 0,-3-1 0 0 0,3 4 0 0 0,-1 1 0 0 0,-7 17 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9886 958 16383 0 0,'-3'12'0'0'0,"-5"11"0"0"0,-4-2 0 0 0,-1-1 0 0 0,3 3 0 0 0,2 2 0 0 0,-3 3 0 0 0,-4 0 0 0 0,0 3 0 0 0,-3-6 0 0 0,3-1 0 0 0,2 1 0 0 0,0 1 0 0 0,1-9 0 0 0,2-13 0 0 0,9-7 0 0 0,5-8 0 0 0,6-7 0 0 0,7-1 0 0 0,1-3 0 0 0,-3-2 0 0 0,-4-3 0 0 0,-4-1 0 0 0,2 3 0 0 0,0 1 0 0 0,3 5 0 0 0,0 0 0 0 0,-2-2 0 0 0,-3-3 0 0 0,2-2 0 0 0,-1 4 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9909 958 16383 0 0,'-3'3'0'0'0,"-15"21"0"0"0,4 2 0 0 0,0-3 0 0 0,-4-6 0 0 0,2 0 0 0 0,-2 2 0 0 0,2 3 0 0 0,4 4 0 0 0,-1-4 0 0 0,1 0 0 0 0,-2-3 0 0 0,1 0 0 0 0,3 2 0 0 0,3 3 0 0 0,-3-3 0 0 0,-4 0 0 0 0,0 2 0 0 0,-3-3 0 0 0,1 1 0 0 0,-2-4 0 0 0,6-3 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9889 958 16383 0 0,'-12'24'0'0'0,"-3"8"0"0"0,3 0 0 0 0,3 0 0 0 0,-2-1 0 0 0,1 0 0 0 0,-4-5 0 0 0,2-3 0 0 0,-3-4 0 0 0,1 0 0 0 0,3 1 0 0 0,3 3 0 0 0,3 3 0 0 0,-2-3 0 0 0,-1-1 0 0 0,1 2 0 0 0,-3-3 0 0 0,0-1 0 0 0,2-8 0 0 0,1-12 0 0 0,9-5 0 0 0,3-8 0 0 0,0-7 0 0 0,0-4 0 0 0,5-5 0 0 0,0-2 0 0 0,-2 0 0 0 0,3 4 0 0 0,0 1 0 0 0,4 1 0 0 0,-2-1 0 0 0,-2-2 0 0 0,-4 0 0 0 0,-2-2 0 0 0,3 5 0 0 0,0 1 0 0 0,-2 0 0 0 0,4 3 0 0 0,0 1 0 0 0,-8 17 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9978 958 16383 0 0,'0'18'0'0'0,"-5"7"0"0"0,-3 0 0 0 0,1 1 0 0 0,1 2 0 0 0,2 1 0 0 0,-3-4 0 0 0,-2-2 0 0 0,2 1 0 0 0,-4-3 0 0 0,1-1 0 0 0,1 2 0 0 0,-2 3 0 0 0,0 1 0 0 0,2 3 0 0 0,-3-5 0 0 0,1 0 0 0 0,3 0 0 0 0,-4-3 0 0 0,1 0 0 0 0,3 1 0 0 0,2 2 0 0 0,-3-2 0 0 0,0-1 0 0 0,-4 3 0 0 0,1 1 0 0 0,-4-3 0 0 0,2 0 0 0 0,3 1 0 0 0,3 3 0 0 0,3 1 0 0 0,-3-4 0 0 0,1 0 0 0 0,-5-4 0 0 0,0 0 0 0 0,2 2 0 0 0,3 2 0 0 0,-3-2 0 0 0,1 0 0 0 0,-4-3 0 0 0,0 0 0 0 0,3 3 0 0 0,3 3 0 0 0,-3-3 0 0 0,-5-5 0 0 0,1 0 0 0 0,-3-2 0 0 0,1 1 0 0 0,-2-2 0 0 0,-2-3 0 0 0,-4-3 0 0 0,2 2 0 0 0,0 0 0 0 0,-1-2 0 0 0,20-5 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1509 16383 0 0,'6'-3'0'0'0,"19"-13"0"0"0,-2 3 0 0 0,1 2 0 0 0,-3-1 0 0 0,-1 1 0 0 0,-3-3 0 0 0,0 1 0 0 0,3 3 0 0 0,-2-2 0 0 0,1 0 0 0 0,3-2 0 0 0,2-4 0 0 0,3 0 0 0 0,2-1 0 0 0,1-3 0 0 0,1 2 0 0 0,-5 0 0 0 0,-1 3 0 0 0,-1 4 0 0 0,-3-1 0 0 0,-1-3 0 0 0,2 1 0 0 0,3-1 0 0 0,-4-4 0 0 0,0 2 0 0 0,3 4 0 0 0,-4 0 0 0 0,0 2 0 0 0,-3-2 0 0 0,-10 1 0 0 0,-11 4 0 0 0,-5 8 0 0 0,-6 5 0 0 0,-6 2 0 0 0,0 5 0 0 0,-1 6 0 0 0,-2 0 0 0 0,-2-2 0 0 0,3 2 0 0 0,6 3 0 0 0,0-2 0 0 0,3 2 0 0 0,-1-3 0 0 0,2 2 0 0 0,-2-3 0 0 0,1 2 0 0 0,-2-2 0 0 0,-3-4 0 0 0,1 1 0 0 0,4 5 0 0 0,-2 4 0 0 0,-2-2 0 0 0,2 2 0 0 0,-3 2 0 0 0,-2-2 0 0 0,-3-1 0 0 0,2 3 0 0 0,0-3 0 0 0,3 0 0 0 0,1-3 0 0 0,2 1 0 0 0,5 2 0 0 0,-2-2 0 0 0,2 1 0 0 0,2 3 0 0 0,-2-3 0 0 0,6-4 0 0 0,4-10 0 0 0,7-6 0 0 0,8-8 0 0 0,2-8 0 0 0,2-6 0 0 0,5-4 0 0 0,3-3 0 0 0,-3-2 0 0 0,0 0 0 0 0,1 4 0 0 0,-3 3 0 0 0,-5 0 0 0 0,-6-1 0 0 0,1 4 0 0 0,4 0 0 0 0,-1-1 0 0 0,3 4 0 0 0,-2-1 0 0 0,2-2 0 0 0,-2-3 0 0 0,2 4 0 0 0,-2-1 0 0 0,-4-1 0 0 0,2 3 0 0 0,-2-1 0 0 0,3 4 0 0 0,-1-1 0 0 0,3-2 0 0 0,-2-3 0 0 0,-3-3 0 0 0,2 3 0 0 0,-2 0 0 0 0,-2-1 0 0 0,2 3 0 0 0,0 0 0 0 0,-8 4 0 0 0,-9 5 0 0 0,-4 9 0 0 0,-5 5 0 0 0,-1 8 0 0 0,-2 2 0 0 0,2 5 0 0 0,-2-2 0 0 0,2 3 0 0 0,-1-2 0 0 0,2 2 0 0 0,-1 2 0 0 0,1 4 0 0 0,-1-3 0 0 0,11-15 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9984 979 16383 0 0,'-14'15'0'0'0,"-4"9"0"0"0,-1 1 0 0 0,2 3 0 0 0,-1-4 0 0 0,3-1 0 0 0,4 1 0 0 0,-2 2 0 0 0,-4-4 0 0 0,2 0 0 0 0,-3 1 0 0 0,2 2 0 0 0,-1 3 0 0 0,-4 0 0 0 0,3 2 0 0 0,-2 1 0 0 0,-2-5 0 0 0,2-2 0 0 0,0-5 0 0 0,3 0 0 0 0,4 2 0 0 0,0-3 0 0 0,11-15 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2013 16383 0 0,'15'-11'0'0'0,"5"-6"0"0"0,3-5 0 0 0,2-3 0 0 0,2-3 0 0 0,2 3 0 0 0,-4 1 0 0 0,-1-1 0 0 0,1-1 0 0 0,0-2 0 0 0,3 5 0 0 0,-4 0 0 0 0,-2 4 0 0 0,-3 0 0 0 0,0-1 0 0 0,-4-4 0 0 0,1 3 0 0 0,4 0 0 0 0,-3-2 0 0 0,2 3 0 0 0,3 5 0 0 0,-3 0 0 0 0,-4-3 0 0 0,0 1 0 0 0,4-1 0 0 0,-3-3 0 0 0,2 2 0 0 0,-2 0 0 0 0,1 2 0 0 0,4 4 0 0 0,-3-1 0 0 0,-4-3 0 0 0,1 1 0 0 0,3-1 0 0 0,-1-4 0 0 0,1 2 0 0 0,-2-1 0 0 0,1 3 0 0 0,-1-1 0 0 0,0 2 0 0 0,-1 0 0 0 0,1 1 0 0 0,-2-1 0 0 0,3 2 0 0 0,-3-3 0 0 0,-3-2 0 0 0,2 1 0 0 0,-2 9 0 0 0,-7 6 0 0 0,-10 4 0 0 0,-4 6 0 0 0,-6 3 0 0 0,1 5 0 0 0,2 4 0 0 0,-2 0 0 0 0,-3-4 0 0 0,1 1 0 0 0,3 3 0 0 0,-1-2 0 0 0,3 2 0 0 0,-3 3 0 0 0,1 2 0 0 0,-1-2 0 0 0,1 0 0 0 0,-2 1 0 0 0,-4-2 0 0 0,2-1 0 0 0,3 3 0 0 0,0 1 0 0 0,-3-2 0 0 0,1 0 0 0 0,4 1 0 0 0,-1-3 0 0 0,-4 1 0 0 0,-3 1 0 0 0,1 2 0 0 0,-1-2 0 0 0,3 0 0 0 0,-1 1 0 0 0,-2 3 0 0 0,3 1 0 0 0,-2-3 0 0 0,4-1 0 0 0,-2-5 0 0 0,3 1 0 0 0,-2 2 0 0 0,-2-3 0 0 0,1 1 0 0 0,-1 3 0 0 0,2 2 0 0 0,-1-2 0 0 0,-2-6 0 0 0,1 1 0 0 0,5 2 0 0 0,-1-2 0 0 0,2 1 0 0 0,-1-2 0 0 0,6-5 0 0 0,10-3 0 0 0,10-8 0 0 0,2-10 0 0 0,5-3 0 0 0,4-5 0 0 0,4-4 0 0 0,-3-4 0 0 0,-1 3 0 0 0,2 0 0 0 0,1-2 0 0 0,-4-1 0 0 0,1 3 0 0 0,0 1 0 0 0,-3-2 0 0 0,0-1 0 0 0,3-2 0 0 0,1 3 0 0 0,-2 1 0 0 0,-6-1 0 0 0,0-1 0 0 0,3 2 0 0 0,-2 2 0 0 0,1-3 0 0 0,3 4 0 0 0,-2 0 0 0 0,1-2 0 0 0,-3-3 0 0 0,0 4 0 0 0,4-1 0 0 0,-3-1 0 0 0,2 3 0 0 0,-4-1 0 0 0,2-1 0 0 0,-3-3 0 0 0,2 4 0 0 0,2-1 0 0 0,-1-1 0 0 0,2 3 0 0 0,-4-1 0 0 0,2 4 0 0 0,-3 0 0 0 0,2-4 0 0 0,-3-2 0 0 0,3-3 0 0 0,2 3 0 0 0,4 0 0 0 0,-2-1 0 0 0,1 3 0 0 0,-4 0 0 0 0,1 4 0 0 0,-3-1 0 0 0,-5-2 0 0 0,2 2 0 0 0,-2-1 0 0 0,-2-3 0 0 0,2 3 0 0 0,-6 4 0 0 0,-9 11 0 0 0,-9 5 0 0 0,-8 8 0 0 0,-5 7 0 0 0,-4 2 0 0 0,4 3 0 0 0,0 2 0 0 0,0-2 0 0 0,4 1 0 0 0,1-4 0 0 0,-1 0 0 0 0,-3 3 0 0 0,-2 3 0 0 0,-1 2 0 0 0,3 3 0 0 0,2-5 0 0 0,-2-5 0 0 0,5-1 0 0 0,4 1 0 0 0,1-2 0 0 0,-3-4 0 0 0,-3 1 0 0 0,2 3 0 0 0,-2 4 0 0 0,-2-1 0 0 0,3 1 0 0 0,0 2 0 0 0,-3-3 0 0 0,-1-5 0 0 0,2 1 0 0 0,5 2 0 0 0,-5-1 0 0 0,2 1 0 0 0,-2-3 0 0 0,-2 3 0 0 0,3 2 0 0 0,0-2 0 0 0,-1 2 0 0 0,-3-4 0 0 0,3 2 0 0 0,0 3 0 0 0,-2 2 0 0 0,-1-2 0 0 0,3 1 0 0 0,0-4 0 0 0,4 1 0 0 0,0-4 0 0 0,2 2 0 0 0,0 3 0 0 0,-4-3 0 0 0,3 3 0 0 0,3 1 0 0 0,10-7 0 0 0,10-6 0 0 0,5-9 0 0 0,5-6 0 0 0,0-6 0 0 0,3 0 0 0 0,-2-5 0 0 0,1 2 0 0 0,-2-2 0 0 0,1 3 0 0 0,-2-3 0 0 0,2 3 0 0 0,2 4 0 0 0,-1-2 0 0 0,2-4 0 0 0,2-4 0 0 0,2-4 0 0 0,3-2 0 0 0,3 2 0 0 0,-5 1 0 0 0,-1-1 0 0 0,0-1 0 0 0,2-2 0 0 0,-4-1 0 0 0,0 4 0 0 0,2 2 0 0 0,-5-2 0 0 0,2 0 0 0 0,1 3 0 0 0,-3 0 0 0 0,1-1 0 0 0,2 3 0 0 0,-3 0 0 0 0,1 3 0 0 0,-3-1 0 0 0,-5-2 0 0 0,2 2 0 0 0,2-1 0 0 0,0-3 0 0 0,2 3 0 0 0,-3-1 0 0 0,3 3 0 0 0,-3-1 0 0 0,2 3 0 0 0,-3-2 0 0 0,-8 3 0 0 0,-11 3 0 0 0,-4 9 0 0 0,-6 5 0 0 0,-6 7 0 0 0,-4 7 0 0 0,-4 0 0 0 0,4 4 0 0 0,1-3 0 0 0,-2 1 0 0 0,7-3 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9965 1064 16383 0 0,'-10'10'0'0'0,"-12"12"0"0"0,-2 0 0 0 0,-1 2 0 0 0,-2-4 0 0 0,4 0 0 0 0,0 3 0 0 0,-1 1 0 0 0,-2-2 0 0 0,-1-5 0 0 0,3-1 0 0 0,7 3 0 0 0,0-3 0 0 0,-2-3 0 0 0,2 1 0 0 0,-1-1 0 0 0,6-2 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9885 1109 16383 0 0,'4'-22'0'0'0,"3"-2"0"0"0,0 0 0 0 0,3 4 0 0 0,1 0 0 0 0,-2-2 0 0 0,-2-2 0 0 0,2 2 0 0 0,-5 6 0 0 0,-8 5 0 0 0,-9 5 0 0 0,-8 8 0 0 0,20-2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2023 16383 0 0,'3'7'0'0'0,"12"1"0"0"0,7-3 0 0 0,7-2 0 0 0,2-2 0 0 0,2-1 0 0 0,0 0 0 0 0,0-1 0 0 0,-1 1 0 0 0,0-1 0 0 0,0 1 0 0 0,4 0 0 0 0,2 0 0 0 0,0 0 0 0 0,-2 0 0 0 0,-2 0 0 0 0,5 0 0 0 0,5 0 0 0 0,6 0 0 0 0,5 0 0 0 0,4 0 0 0 0,-4 0 0 0 0,0 0 0 0 0,-4 0 0 0 0,0 0 0 0 0,1 0 0 0 0,-3 0 0 0 0,2 0 0 0 0,-4 0 0 0 0,1 0 0 0 0,3 0 0 0 0,-2 0 0 0 0,6 0 0 0 0,0 0 0 0 0,0 0 0 0 0,1 0 0 0 0,-3 0 0 0 0,0 0 0 0 0,-4 0 0 0 0,0 0 0 0 0,7 0 0 0 0,0 0 0 0 0,1 0 0 0 0,0 0 0 0 0,2 0 0 0 0,-4 0 0 0 0,-1 0 0 0 0,1 0 0 0 0,-4 0 0 0 0,0 0 0 0 0,2 0 0 0 0,-3 0 0 0 0,-5 0 0 0 0,-4 0 0 0 0,-5 0 0 0 0,-2 0 0 0 0,-3 0 0 0 0,0 0 0 0 0,-1 0 0 0 0,0 0 0 0 0,0 0 0 0 0,0 0 0 0 0,0 0 0 0 0,1 0 0 0 0,-1 0 0 0 0,1 0 0 0 0,0 0 0 0 0,-11 0 0 0 0,-13 0 0 0 0,-14 0 0 0 0,-10 0 0 0 0,-9 0 0 0 0,-4 0 0 0 0,-2 0 0 0 0,-2 0 0 0 0,1 0 0 0 0,-5 0 0 0 0,-2 0 0 0 0,2 0 0 0 0,1 0 0 0 0,2 0 0 0 0,2 0 0 0 0,1 0 0 0 0,0 0 0 0 0,2 0 0 0 0,-1 0 0 0 0,-4 0 0 0 0,-3 0 0 0 0,1 0 0 0 0,-4 0 0 0 0,4 5 0 0 0,-1 2 0 0 0,1-1 0 0 0,0 0 0 0 0,-3-2 0 0 0,0-2 0 0 0,-4-1 0 0 0,0 0 0 0 0,3-1 0 0 0,2 0 0 0 0,4-1 0 0 0,-4 6 0 0 0,-5 2 0 0 0,0-1 0 0 0,-4 0 0 0 0,2-3 0 0 0,-3 0 0 0 0,-2 3 0 0 0,1 2 0 0 0,-1-2 0 0 0,3 0 0 0 0,5-3 0 0 0,4-1 0 0 0,3 4 0 0 0,-2 2 0 0 0,-6-2 0 0 0,0-1 0 0 0,-3-1 0 0 0,1-2 0 0 0,3-1 0 0 0,-2-1 0 0 0,-3 0 0 0 0,-4 0 0 0 0,-4 5 0 0 0,2 2 0 0 0,6-1 0 0 0,5-1 0 0 0,5 4 0 0 0,3 0 0 0 0,3 5 0 0 0,12-2 0 0 0,15-1 0 0 0,13-4 0 0 0,10-2 0 0 0,8-2 0 0 0,10 3 0 0 0,4 1 0 0 0,0-1 0 0 0,-1-1 0 0 0,-2-2 0 0 0,-2-1 0 0 0,-2-1 0 0 0,-1 0 0 0 0,4-1 0 0 0,2-1 0 0 0,4 1 0 0 0,1 0 0 0 0,3-1 0 0 0,-1 1 0 0 0,3 5 0 0 0,3 2 0 0 0,-2 0 0 0 0,-3-2 0 0 0,0-1 0 0 0,3-1 0 0 0,4-2 0 0 0,-2-1 0 0 0,1 0 0 0 0,2 0 0 0 0,-3 0 0 0 0,5 0 0 0 0,4-1 0 0 0,-2 1 0 0 0,3 0 0 0 0,-2 0 0 0 0,-2 0 0 0 0,1 0 0 0 0,-5 0 0 0 0,0 0 0 0 0,6 0 0 0 0,-2 0 0 0 0,0 0 0 0 0,-4 0 0 0 0,-1 0 0 0 0,1 5 0 0 0,-3 2 0 0 0,1 0 0 0 0,-4-2 0 0 0,1-1 0 0 0,3-2 0 0 0,3 0 0 0 0,-2-2 0 0 0,0 0 0 0 0,2 0 0 0 0,2 0 0 0 0,-2-1 0 0 0,-2 1 0 0 0,3 5 0 0 0,-4 2 0 0 0,-5 0 0 0 0,-5-2 0 0 0,-5-1 0 0 0,-2-2 0 0 0,-3 0 0 0 0,-1-2 0 0 0,0 0 0 0 0,0 0 0 0 0,-5 5 0 0 0,-7 7 0 0 0,-12 1 0 0 0,-12-1 0 0 0,-10-3 0 0 0,-8-3 0 0 0,-5-2 0 0 0,-2-3 0 0 0,-2 0 0 0 0,0-1 0 0 0,0 5 0 0 0,0 1 0 0 0,1 0 0 0 0,1-1 0 0 0,-6-1 0 0 0,-1-2 0 0 0,1-1 0 0 0,1-1 0 0 0,1 0 0 0 0,2 0 0 0 0,1 5 0 0 0,1 2 0 0 0,0-1 0 0 0,1 0 0 0 0,-6-3 0 0 0,-2 0 0 0 0,1-2 0 0 0,-4-1 0 0 0,-1 6 0 0 0,2 0 0 0 0,-2 1 0 0 0,0-2 0 0 0,2-2 0 0 0,-3 0 0 0 0,-4-2 0 0 0,1-1 0 0 0,-3 0 0 0 0,-3 0 0 0 0,-4 0 0 0 0,3-1 0 0 0,5 1 0 0 0,1 5 0 0 0,2 2 0 0 0,-1 0 0 0 0,2-2 0 0 0,2-1 0 0 0,0 3 0 0 0,-5 2 0 0 0,-5-2 0 0 0,-4 3 0 0 0,-2 1 0 0 0,-3-2 0 0 0,-1 2 0 0 0,5 0 0 0 0,2-2 0 0 0,9 3 0 0 0,9-1 0 0 0,-1-3 0 0 0,1-1 0 0 0,1-4 0 0 0,2-1 0 0 0,2-1 0 0 0,0 4 0 0 0,1 2 0 0 0,1-1 0 0 0,-1-1 0 0 0,6 4 0 0 0,12 0 0 0 0,13-1 0 0 0,13-3 0 0 0,8-1 0 0 0,7-2 0 0 0,3-1 0 0 0,2-1 0 0 0,0 0 0 0 0,1 0 0 0 0,-2-1 0 0 0,1 1 0 0 0,-2 0 0 0 0,1 0 0 0 0,-1 0 0 0 0,5 0 0 0 0,7 0 0 0 0,1 0 0 0 0,4 0 0 0 0,-1 0 0 0 0,2 0 0 0 0,-3 0 0 0 0,-3 0 0 0 0,2 0 0 0 0,8 0 0 0 0,1 0 0 0 0,1 0 0 0 0,2 0 0 0 0,-3 0 0 0 0,-1 0 0 0 0,2 0 0 0 0,1 0 0 0 0,-3 0 0 0 0,0 0 0 0 0,1 0 0 0 0,-3 0 0 0 0,0 0 0 0 0,2 0 0 0 0,2 0 0 0 0,-3 0 0 0 0,1 0 0 0 0,-4 0 0 0 0,-5 0 0 0 0,-5 0 0 0 0,-3 0 0 0 0,2 0 0 0 0,0 0 0 0 0,-1 0 0 0 0,3 0 0 0 0,1 0 0 0 0,3 0 0 0 0,0 0 0 0 0,3 0 0 0 0,-2 0 0 0 0,-3 0 0 0 0,-3-6 0 0 0,-3-1 0 0 0,-3 1 0 0 0,-1 0 0 0 0,-2 3 0 0 0,1 0 0 0 0,-12 2 0 0 0,-13 0 0 0 0,-13 1 0 0 0,-11 1 0 0 0,-8-1 0 0 0,-4 0 0 0 0,-2 0 0 0 0,-2 1 0 0 0,1-1 0 0 0,0 0 0 0 0,-5 0 0 0 0,-1 0 0 0 0,1 0 0 0 0,2 0 0 0 0,1 0 0 0 0,-3 0 0 0 0,-7 0 0 0 0,1 0 0 0 0,-4 0 0 0 0,1 0 0 0 0,4 0 0 0 0,-2 0 0 0 0,2 0 0 0 0,3 0 0 0 0,2 0 0 0 0,4 5 0 0 0,-4 2 0 0 0,0 0 0 0 0,0-2 0 0 0,3-1 0 0 0,1-2 0 0 0,1-1 0 0 0,-4 0 0 0 0,-6-1 0 0 0,-7 5 0 0 0,1 2 0 0 0,-3-1 0 0 0,3 4 0 0 0,5 1 0 0 0,3-2 0 0 0,5 3 0 0 0,3-1 0 0 0,1-2 0 0 0,2-3 0 0 0,-1-2 0 0 0,2-1 0 0 0,-1-3 0 0 0,-1 6 0 0 0,1 0 0 0 0,-1 0 0 0 0,6 4 0 0 0,1 1 0 0 0,0-2 0 0 0,-2 2 0 0 0,-1 0 0 0 0,-1-2 0 0 0,-2-2 0 0 0,0-3 0 0 0,-1-2 0 0 0,5 4 0 0 0,2 1 0 0 0,0-1 0 0 0,3 4 0 0 0,1 1 0 0 0,-2-3 0 0 0,3 4 0 0 0,-1-1 0 0 0,4 3 0 0 0,9 0 0 0 0,11-4 0 0 0,11-2 0 0 0,7 1 0 0 0,5 1 0 0 0,4-3 0 0 0,2-1 0 0 0,0-3 0 0 0,0-1 0 0 0,-1-1 0 0 0,0-1 0 0 0,0-1 0 0 0,-1 1 0 0 0,0-1 0 0 0,0 1 0 0 0,-1 0 0 0 0,6 0 0 0 0,2 0 0 0 0,5 0 0 0 0,0 0 0 0 0,-2 0 0 0 0,3 0 0 0 0,9 0 0 0 0,2 0 0 0 0,1 0 0 0 0,1 0 0 0 0,-2 0 0 0 0,-2 0 0 0 0,-3 0 0 0 0,-1 0 0 0 0,2 0 0 0 0,4 0 0 0 0,2 0 0 0 0,-4 0 0 0 0,6 0 0 0 0,-2 0 0 0 0,-6 0 0 0 0,-1 0 0 0 0,7 0 0 0 0,-1 0 0 0 0,0 0 0 0 0,-4 0 0 0 0,0 0 0 0 0,1 0 0 0 0,-3 0 0 0 0,1 0 0 0 0,1 5 0 0 0,-2 2 0 0 0,-4 0 0 0 0,-6-2 0 0 0,-3-1 0 0 0,2-2 0 0 0,-1-1 0 0 0,-1 0 0 0 0,-1-1 0 0 0,-3 0 0 0 0,5-1 0 0 0,0 1 0 0 0,0 0 0 0 0,-7 5 0 0 0,-4 2 0 0 0,-1-1 0 0 0,1 0 0 0 0,0-3 0 0 0,1 0 0 0 0,2-2 0 0 0,0 0 0 0 0,-5 4 0 0 0,-1 2 0 0 0,-10-1 0 0 0,-13-1 0 0 0,-6 4 0 0 0,-8 0 0 0 0,-7-1 0 0 0,-5-2 0 0 0,-4-3 0 0 0,-2 0 0 0 0,-1-2 0 0 0,0-1 0 0 0,0 5 0 0 0,0 1 0 0 0,0 1 0 0 0,1-2 0 0 0,0-2 0 0 0,0-1 0 0 0,0 0 0 0 0,0-2 0 0 0,1 0 0 0 0,-1 0 0 0 0,0 0 0 0 0,0-1 0 0 0,1 1 0 0 0,-1 0 0 0 0,0 0 0 0 0,0 0 0 0 0,0 0 0 0 0,6 5 0 0 0,1 2 0 0 0,0 0 0 0 0,-2-2 0 0 0,-1-1 0 0 0,-1-2 0 0 0,3 5 0 0 0,2 0 0 0 0,-1 0 0 0 0,-2-2 0 0 0,-1-2 0 0 0,-2 0 0 0 0,-1 3 0 0 0,0 1 0 0 0,-1 0 0 0 0,-5-2 0 0 0,-8-2 0 0 0,-1-1 0 0 0,2-1 0 0 0,3 0 0 0 0,3-1 0 0 0,3-1 0 0 0,1 1 0 0 0,2 0 0 0 0,0 0 0 0 0,1-1 0 0 0,0 1 0 0 0,-1 5 0 0 0,1 2 0 0 0,-1 0 0 0 0,1-2 0 0 0,-1-1 0 0 0,0 4 0 0 0,0 0 0 0 0,0-1 0 0 0,1-1 0 0 0,-1-3 0 0 0,0 5 0 0 0,5 5 0 0 0,13 1 0 0 0,13 3 0 0 0,12-1 0 0 0,10-4 0 0 0,0 2 0 0 0,2-2 0 0 0,3-2 0 0 0,1 1 0 0 0,1 0 0 0 0,2-3 0 0 0,-6 3 0 0 0,0 0 0 0 0,-1-3 0 0 0,2 4 0 0 0,1-2 0 0 0,-3 4 0 0 0,-1-1 0 0 0,0-2 0 0 0,3-4 0 0 0,-4 3 0 0 0,-1-1 0 0 0,-3 4 0 0 0,1 0 0 0 0,1-3 0 0 0,4-3 0 0 0,-4 2 0 0 0,2 1 0 0 0,-4 3 0 0 0,0-1 0 0 0,-2 3 0 0 0,0 0 0 0 0,4-4 0 0 0,-2 2 0 0 0,-4 4 0 0 0,0-1 0 0 0,4-3 0 0 0,-1 1 0 0 0,-4 4 0 0 0,1-2 0 0 0,-7-2 0 0 0,-10-5 0 0 0,-9-4 0 0 0,-9-2 0 0 0,-5-2 0 0 0,-4-1 0 0 0,-2-5 0 0 0,0-3 0 0 0,-1 0 0 0 0,0 2 0 0 0,6-3 0 0 0,3-1 0 0 0,-1-3 0 0 0,-6 0 0 0 0,-3-2 0 0 0,-1-5 0 0 0,0 1 0 0 0,6 0 0 0 0,3 2 0 0 0,-5 4 0 0 0,4-1 0 0 0,0-3 0 0 0,-1 1 0 0 0,1 3 0 0 0,-2 4 0 0 0,-1-1 0 0 0,5-5 0 0 0,2 0 0 0 0,-1-2 0 0 0,-2 1 0 0 0,-1 4 0 0 0,-2-1 0 0 0,0-5 0 0 0,-2-3 0 0 0,0 1 0 0 0,0 5 0 0 0,0 4 0 0 0,0-1 0 0 0,5-4 0 0 0,2 1 0 0 0,0 3 0 0 0,-2-1 0 0 0,-1 0 0 0 0,4-1 0 0 0,0 0 0 0 0,0 4 0 0 0,-3-3 0 0 0,-1-3 0 0 0,-2-5 0 0 0,0 1 0 0 0,-2 4 0 0 0,0 0 0 0 0,0-3 0 0 0,0 2 0 0 0,5-2 0 0 0,2 3 0 0 0,-1-1 0 0 0,0-3 0 0 0,8 1 0 0 0,13 5 0 0 0,12 4 0 0 0,10 4 0 0 0,2 9 0 0 0,3 8 0 0 0,3 3 0 0 0,2-1 0 0 0,1 2 0 0 0,2-1 0 0 0,-6 2 0 0 0,0-2 0 0 0,0-2 0 0 0,1 1 0 0 0,1 3 0 0 0,2 0 0 0 0,-5 2 0 0 0,-1-2 0 0 0,2-4 0 0 0,-5 2 0 0 0,0 3 0 0 0,2-1 0 0 0,3-3 0 0 0,2 1 0 0 0,1 4 0 0 0,2-2 0 0 0,1-3 0 0 0,0 2 0 0 0,0 2 0 0 0,0 0 0 0 0,-5 1 0 0 0,-2-2 0 0 0,1-3 0 0 0,0-5 0 0 0,-3 2 0 0 0,0-1 0 0 0,-5 4 0 0 0,1-1 0 0 0,3-2 0 0 0,2 2 0 0 0,3-1 0 0 0,-3 3 0 0 0,0 0 0 0 0,-4 1 0 0 0,-1 0 0 0 0,3 1 0 0 0,3-1 0 0 0,2 1 0 0 0,-3 4 0 0 0,-10-7 0 0 0,-14-6 0 0 0,-5-9 0 0 0,-8-4 0 0 0,-7-7 0 0 0,1-6 0 0 0,-2-5 0 0 0,-2 2 0 0 0,-3 4 0 0 0,4 0 0 0 0,0-2 0 0 0,-1 2 0 0 0,4 0 0 0 0,-1 2 0 0 0,4-2 0 0 0,0-2 0 0 0,-3 2 0 0 0,-4-1 0 0 0,-2 2 0 0 0,3-1 0 0 0,0 3 0 0 0,-1-2 0 0 0,-2 3 0 0 0,4-2 0 0 0,0 1 0 0 0,4-1 0 0 0,-1 2 0 0 0,4-2 0 0 0,-2-4 0 0 0,-2 2 0 0 0,-4-2 0 0 0,-3-2 0 0 0,-2 3 0 0 0,-2-1 0 0 0,-1-3 0 0 0,5-2 0 0 0,1 3 0 0 0,1 6 0 0 0,-2-1 0 0 0,4-2 0 0 0,0 2 0 0 0,-1 5 0 0 0,3-2 0 0 0,0 1 0 0 0,-2-1 0 0 0,-2-4 0 0 0,-3 0 0 0 0,-2 5 0 0 0,4-2 0 0 0,2-3 0 0 0,-2 1 0 0 0,-1 4 0 0 0,9 4 0 0 0,13 3 0 0 0,6 8 0 0 0,9 4 0 0 0,8 1 0 0 0,0 4 0 0 0,2 1 0 0 0,-2 3 0 0 0,1-1 0 0 0,-3 3 0 0 0,0-2 0 0 0,4-4 0 0 0,2 3 0 0 0,4 3 0 0 0,1-1 0 0 0,2 2 0 0 0,1 3 0 0 0,0 3 0 0 0,1-2 0 0 0,-1 0 0 0 0,0 2 0 0 0,0-3 0 0 0,0-6 0 0 0,-5 0 0 0 0,-2 4 0 0 0,0-3 0 0 0,-4 2 0 0 0,0-3 0 0 0,2 3 0 0 0,2-3 0 0 0,-2 1 0 0 0,-1-1 0 0 0,2-4 0 0 0,-3 1 0 0 0,1 5 0 0 0,1-1 0 0 0,2 2 0 0 0,3 3 0 0 0,-3 3 0 0 0,-1-2 0 0 0,-4 0 0 0 0,0-3 0 0 0,-4-1 0 0 0,2-2 0 0 0,2-4 0 0 0,-1 0 0 0 0,-4 5 0 0 0,-5 3 0 0 0,2 0 0 0 0,-1 0 0 0 0,-3 3 0 0 0,-7-2 0 0 0,-9-6 0 0 0,-8-5 0 0 0,-7-9 0 0 0,-4-5 0 0 0,-3-2 0 0 0,-1-4 0 0 0,-1-2 0 0 0,6-3 0 0 0,2 0 0 0 0,0-2 0 0 0,-1 2 0 0 0,-2 3 0 0 0,0-1 0 0 0,-2 1 0 0 0,5-2 0 0 0,1 1 0 0 0,0 3 0 0 0,-2 2 0 0 0,-1-1 0 0 0,4-6 0 0 0,0 1 0 0 0,-1 2 0 0 0,4-2 0 0 0,0 2 0 0 0,-2 2 0 0 0,-3-2 0 0 0,-2-4 0 0 0,-1 0 0 0 0,-2 4 0 0 0,-1 3 0 0 0,5-2 0 0 0,2-5 0 0 0,-1 2 0 0 0,-1 2 0 0 0,-1 3 0 0 0,4-2 0 0 0,0 1 0 0 0,5-3 0 0 0,-1 1 0 0 0,-2-4 0 0 0,-2 2 0 0 0,2-2 0 0 0,5 7 0 0 0,6 10 0 0 0,3 10 0 0 0,9 3 0 0 0,9 5 0 0 0,3 4 0 0 0,-1 3 0 0 0,-3 3 0 0 0,3-4 0 0 0,-2 0 0 0 0,3-5 0 0 0,-1-1 0 0 0,-2 2 0 0 0,1 3 0 0 0,0 2 0 0 0,2-3 0 0 0,-1-1 0 0 0,3-3 0 0 0,-2 0 0 0 0,-3 2 0 0 0,2-3 0 0 0,-2 1 0 0 0,4-2 0 0 0,-2 0 0 0 0,2-2 0 0 0,0 1 0 0 0,1 4 0 0 0,4 3 0 0 0,-2 3 0 0 0,1-2 0 0 0,4-1 0 0 0,1 1 0 0 0,-2 2 0 0 0,1-4 0 0 0,-5 1 0 0 0,1-5 0 0 0,-4 0 0 0 0,-3 3 0 0 0,0-3 0 0 0,5-4 0 0 0,-2 0 0 0 0,-3 4 0 0 0,-3-7 0 0 0,-9-5 0 0 0,-4-9 0 0 0,-7-9 0 0 0,-6-8 0 0 0,-6-1 0 0 0,0-1 0 0 0,6-3 0 0 0,-1 3 0 0 0,-2 0 0 0 0,2-1 0 0 0,-1 3 0 0 0,3 0 0 0 0,-1 2 0 0 0,2 1 0 0 0,-2 2 0 0 0,3-2 0 0 0,-2 3 0 0 0,1-2 0 0 0,-1 2 0 0 0,2-2 0 0 0,-3 2 0 0 0,3-3 0 0 0,-2-2 0 0 0,-4-5 0 0 0,-3-2 0 0 0,2-3 0 0 0,-1 4 0 0 0,4 1 0 0 0,-1 5 0 0 0,3 0 0 0 0,-1 3 0 0 0,3-1 0 0 0,-2 3 0 0 0,1 9 0 0 0,10 5 0 0 0,5 7 0 0 0,7 4 0 0 0,3 4 0 0 0,0 6 0 0 0,4-2 0 0 0,-2 2 0 0 0,4 2 0 0 0,-2 3 0 0 0,-3 2 0 0 0,2 1 0 0 0,4-4 0 0 0,-1-1 0 0 0,-3 1 0 0 0,1-4 0 0 0,-1-1 0 0 0,-4 2 0 0 0,-2 3 0 0 0,2-4 0 0 0,0 1 0 0 0,3 1 0 0 0,0 2 0 0 0,-2 2 0 0 0,-3 2 0 0 0,3-4 0 0 0,0-1 0 0 0,-3 0 0 0 0,4-3 0 0 0,-1-1 0 0 0,-1-8 0 0 0,-3-12 0 0 0,-2-11 0 0 0,-7-4 0 0 0,-4-4 0 0 0,1-4 0 0 0,-5 1 0 0 0,0 0 0 0 0,-4-2 0 0 0,1-2 0 0 0,-2-2 0 0 0,-5-2 0 0 0,3 0 0 0 0,-2 4 0 0 0,3 2 0 0 0,-1 0 0 0 0,2-2 0 0 0,0 4 0 0 0,1 0 0 0 0,-1-1 0 0 0,1-2 0 0 0,-1 3 0 0 0,-3 6 0 0 0,1 0 0 0 0,4-3 0 0 0,-1 2 0 0 0,2-1 0 0 0,-2 3 0 0 0,1-2 0 0 0,4-4 0 0 0,3 8 0 0 0,3 11 0 0 0,2 12 0 0 0,1 8 0 0 0,1 7 0 0 0,1 4 0 0 0,-1 3 0 0 0,1 1 0 0 0,-1 0 0 0 0,1 0 0 0 0,-1-1 0 0 0,0 0 0 0 0,0-1 0 0 0,5 1 0 0 0,2-2 0 0 0,0 1 0 0 0,-2 0 0 0 0,4-6 0 0 0,1-1 0 0 0,3 0 0 0 0,5-4 0 0 0,-1-10 0 0 0,-8-7 0 0 0,-11-5 0 0 0,-5-6 0 0 0,-2-8 0 0 0,1-5 0 0 0,-3-1 0 0 0,-5 5 0 0 0,0-1 0 0 0,2-2 0 0 0,-1 2 0 0 0,2-1 0 0 0,-2 3 0 0 0,1-1 0 0 0,4-4 0 0 0,-3 3 0 0 0,2-1 0 0 0,2-3 0 0 0,-2 2 0 0 0,0 0 0 0 0,-2 3 0 0 0,0-1 0 0 0,2-2 0 0 0,-1 2 0 0 0,0-2 0 0 0,3-1 0 0 0,-2 1 0 0 0,0 11 0 0 0,8 6 0 0 0,4 8 0 0 0,1 10 0 0 0,7 2 0 0 0,1 3 0 0 0,4-2 0 0 0,0 1 0 0 0,-2 3 0 0 0,-4 3 0 0 0,3-3 0 0 0,-2 0 0 0 0,4-3 0 0 0,0-1 0 0 0,2-2 0 0 0,-1-10 0 0 0,-3-11 0 0 0,-8-9 0 0 0,-5-9 0 0 0,-8 1 0 0 0,-1-2 0 0 0,0-2 0 0 0,3-2 0 0 0,-3 5 0 0 0,0 0 0 0 0,-2 4 0 0 0,0 0 0 0 0,2-2 0 0 0,4-2 0 0 0,-3 2 0 0 0,1 0 0 0 0,-4 3 0 0 0,1 0 0 0 0,-4 2 0 0 0,2 0 0 0 0,3-4 0 0 0,3-3 0 0 0,-2 2 0 0 0,-4 5 0 0 0,-1 0 0 0 0,3-3 0 0 0,4-4 0 0 0,-3 3 0 0 0,1 0 0 0 0,-3 2 0 0 0,0 0 0 0 0,-2 2 0 0 0,1-1 0 0 0,3-3 0 0 0,-2-3 0 0 0,-4 2 0 0 0,1 0 0 0 0,3-2 0 0 0,-1 2 0 0 0,-4 1 0 0 0,1-3 0 0 0,4-1 0 0 0,-1 2 0 0 0,1 0 0 0 0,-2 4 0 0 0,2-1 0 0 0,3 9 0 0 0,8 6 0 0 0,4 8 0 0 0,8 5 0 0 0,2 5 0 0 0,-2 5 0 0 0,4 0 0 0 0,-1 2 0 0 0,2-3 0 0 0,-1 1 0 0 0,2-2 0 0 0,-1 0 0 0 0,-4 3 0 0 0,2-2 0 0 0,-1 1 0 0 0,2-2 0 0 0,4 1 0 0 0,-1 2 0 0 0,2-2 0 0 0,-2 2 0 0 0,1-4 0 0 0,-2 2 0 0 0,-5 3 0 0 0,2-3 0 0 0,-1 1 0 0 0,2-2 0 0 0,-2 1 0 0 0,4-3 0 0 0,-2 1 0 0 0,2 4 0 0 0,4-2 0 0 0,-2 1 0 0 0,1 3 0 0 0,4-2 0 0 0,-4 0 0 0 0,2-3 0 0 0,-4 1 0 0 0,1-3 0 0 0,-3 2 0 0 0,2-3 0 0 0,-3 2 0 0 0,-3-7 0 0 0,-4-10 0 0 0,-8-5 0 0 0,-4-7 0 0 0,-1-7 0 0 0,-5-4 0 0 0,-5 1 0 0 0,-1 0 0 0 0,-2 3 0 0 0,2 0 0 0 0,3-1 0 0 0,0-4 0 0 0,-3 4 0 0 0,0 0 0 0 0,5-3 0 0 0,3-1 0 0 0,-2 3 0 0 0,-4 0 0 0 0,0-1 0 0 0,-2 3 0 0 0,2-1 0 0 0,3-1 0 0 0,3-3 0 0 0,-1 4 0 0 0,1-1 0 0 0,-4 4 0 0 0,1 0 0 0 0,2-3 0 0 0,3-3 0 0 0,-3-2 0 0 0,1-2 0 0 0,-4-2 0 0 0,-4-1 0 0 0,0 0 0 0 0,3 0 0 0 0,4-1 0 0 0,4 1 0 0 0,-3 5 0 0 0,1 2 0 0 0,1 0 0 0 0,2-2 0 0 0,-3-1 0 0 0,-1-1 0 0 0,2-2 0 0 0,1 0 0 0 0,3-1 0 0 0,1 0 0 0 0,1 0 0 0 0,-4 5 0 0 0,-2 2 0 0 0,1 0 0 0 0,1-2 0 0 0,1-1 0 0 0,2-1 0 0 0,1 9 0 0 0,0 13 0 0 0,1 13 0 0 0,1 10 0 0 0,-1 8 0 0 0,0 5 0 0 0,0 2 0 0 0,1 1 0 0 0,-1 1 0 0 0,5-7 0 0 0,2-1 0 0 0,0-1 0 0 0,3-4 0 0 0,1-1 0 0 0,-2 2 0 0 0,-2 2 0 0 0,2-3 0 0 0,0 1 0 0 0,-1 1 0 0 0,3-3 0 0 0,-1 0 0 0 0,4-3 0 0 0,-1 1 0 0 0,-2 2 0 0 0,-4 3 0 0 0,3-2 0 0 0,0-10 0 0 0,-3-12 0 0 0,-1-11 0 0 0,-3-9 0 0 0,-1-6 0 0 0,-1-4 0 0 0,-1-1 0 0 0,-1-2 0 0 0,1 1 0 0 0,-1 1 0 0 0,1 0 0 0 0,0 0 0 0 0,0 1 0 0 0,0 0 0 0 0,0 0 0 0 0,0 0 0 0 0,0 0 0 0 0,0 1 0 0 0,0-1 0 0 0,0 0 0 0 0,-6 5 0 0 0,-1 3 0 0 0,1-2 0 0 0,0 0 0 0 0,-3-2 0 0 0,0-1 0 0 0,1-2 0 0 0,2 0 0 0 0,-3 4 0 0 0,0 2 0 0 0,1 0 0 0 0,3-2 0 0 0,1-2 0 0 0,2 0 0 0 0,-4 3 0 0 0,-1 2 0 0 0,-5-1 0 0 0,1-2 0 0 0,1-1 0 0 0,2-2 0 0 0,-2 5 0 0 0,0 0 0 0 0,3 0 0 0 0,-4-2 0 0 0,0-1 0 0 0,-3-2 0 0 0,-4 4 0 0 0,1 2 0 0 0,-3 4 0 0 0,3 0 0 0 0,-1 4 0 0 0,-3 4 0 0 0,3 9 0 0 0,3 10 0 0 0,5 9 0 0 0,-1 2 0 0 0,1 3 0 0 0,-2 2 0 0 0,-1 3 0 0 0,4 2 0 0 0,-3-4 0 0 0,1-1 0 0 0,2 1 0 0 0,2 1 0 0 0,4 2 0 0 0,-5-5 0 0 0,1 0 0 0 0,0 1 0 0 0,-3-4 0 0 0,0 1 0 0 0,1 1 0 0 0,3-8 0 0 0,2-12 0 0 0,2-11 0 0 0,6-5 0 0 0,3-4 0 0 0,0-5 0 0 0,4-4 0 0 0,5 3 0 0 0,1 1 0 0 0,1-2 0 0 0,4-2 0 0 0,-2-1 0 0 0,1 4 0 0 0,-3 1 0 0 0,0-1 0 0 0,3-1 0 0 0,2 2 0 0 0,-1 2 0 0 0,-6-2 0 0 0,0 3 0 0 0,3-1 0 0 0,-2-1 0 0 0,1 3 0 0 0,-2-1 0 0 0,1 3 0 0 0,-2 0 0 0 0,-4-3 0 0 0,2 1 0 0 0,4 0 0 0 0,-2-3 0 0 0,3-2 0 0 0,-2-3 0 0 0,-4-2 0 0 0,2 4 0 0 0,-3 1 0 0 0,-7 5 0 0 0,-5 10 0 0 0,-7 7 0 0 0,-3 10 0 0 0,-4 2 0 0 0,0 6 0 0 0,-2-1 0 0 0,1 3 0 0 0,-1 4 0 0 0,-4 2 0 0 0,-3 4 0 0 0,3 1 0 0 0,-1 2 0 0 0,-2-5 0 0 0,-2-2 0 0 0,4 1 0 0 0,0 1 0 0 0,-2 2 0 0 0,4 0 0 0 0,0-3 0 0 0,-2-7 0 0 0,2-1 0 0 0,0 2 0 0 0,4 3 0 0 0,-2 3 0 0 0,-2 3 0 0 0,2 1 0 0 0,-2-4 0 0 0,4-1 0 0 0,-2-5 0 0 0,3 1 0 0 0,-1-5 0 0 0,1 2 0 0 0,-1 2 0 0 0,-4-1 0 0 0,2 0 0 0 0,4 4 0 0 0,-1-3 0 0 0,3 1 0 0 0,-3-3 0 0 0,1 1 0 0 0,-1-2 0 0 0,6-5 0 0 0,10-4 0 0 0,5-8 0 0 0,2-9 0 0 0,4-3 0 0 0,1-5 0 0 0,2 1 0 0 0,0-1 0 0 0,2 1 0 0 0,-2-1 0 0 0,2 2 0 0 0,3 5 0 0 0,-2-2 0 0 0,-3-4 0 0 0,0 1 0 0 0,3-2 0 0 0,4-3 0 0 0,3-3 0 0 0,3 2 0 0 0,-3 0 0 0 0,-2-2 0 0 0,2-1 0 0 0,1-3 0 0 0,2-1 0 0 0,1 4 0 0 0,-4 1 0 0 0,-7 0 0 0 0,-1 3 0 0 0,2 1 0 0 0,-2-2 0 0 0,1-3 0 0 0,3 4 0 0 0,-3-1 0 0 0,2-1 0 0 0,2 3 0 0 0,-2 0 0 0 0,0-3 0 0 0,-3-1 0 0 0,1-3 0 0 0,2-2 0 0 0,-2-1 0 0 0,2-1 0 0 0,-4 0 0 0 0,2 5 0 0 0,-3 2 0 0 0,-4-1 0 0 0,2 5 0 0 0,-2 0 0 0 0,-2-2 0 0 0,-3-2 0 0 0,-8 2 0 0 0,-8 6 0 0 0,-4 10 0 0 0,-3 7 0 0 0,-5 8 0 0 0,-3 7 0 0 0,-4 8 0 0 0,-1-2 0 0 0,4 1 0 0 0,1-3 0 0 0,6 0 0 0 0,-1-3 0 0 0,5 0 0 0 0,-2-2 0 0 0,-7 1 0 0 0,-1 4 0 0 0,0-2 0 0 0,6-9 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9950 1191 16383 0 0,'-2'1'0'0'0,"-21"14"0"0"0,0-3 0 0 0,5 3 0 0 0,0 4 0 0 0,-3-2 0 0 0,-2 2 0 0 0,-3 3 0 0 0,-2-3 0 0 0,-2-4 0 0 0,4 1 0 0 0,2 2 0 0 0,-1 4 0 0 0,-1-2 0 0 0,-1-4 0 0 0,27-16 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1733 16383 0 0,'16'-8'0'0'0,"9"-8"0"0"0,0 2 0 0 0,-6-1 0 0 0,0 2 0 0 0,1-2 0 0 0,4-4 0 0 0,1-4 0 0 0,3 2 0 0 0,-3-1 0 0 0,-2-1 0 0 0,2 2 0 0 0,-4 1 0 0 0,-1 2 0 0 0,2 6 0 0 0,-2-2 0 0 0,-1-3 0 0 0,3 2 0 0 0,-2-3 0 0 0,-1 3 0 0 0,-2-3 0 0 0,1-2 0 0 0,2 2 0 0 0,-2-2 0 0 0,2 3 0 0 0,-4 0 0 0 0,2 1 0 0 0,-5 2 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9975 1322 16383 0 0,'2'-2'0'0'0,"15"-13"0"0"0,2-1 0 0 0,-1-3 0 0 0,2 1 0 0 0,1-2 0 0 0,-1-1 0 0 0,0 1 0 0 0,-3 0 0 0 0,1 3 0 0 0,-3-1 0 0 0,-3-3 0 0 0,0 3 0 0 0,0-2 0 0 0,-9 9 0 0 0,-9 11 0 0 0,-5 11 0 0 0,-4 8 0 0 0,-6 7 0 0 0,-4 4 0 0 0,1 2 0 0 0,1-4 0 0 0,-2-2 0 0 0,4 0 0 0 0,0 1 0 0 0,-2-5 0 0 0,4 0 0 0 0,4 1 0 0 0,0-3 0 0 0,2 0 0 0 0,-1-3 0 0 0,-5 0 0 0 0,2 3 0 0 0,-1-2 0 0 0,-4 2 0 0 0,3 1 0 0 0,-2 4 0 0 0,-1-3 0 0 0,-3-6 0 0 0,3 1 0 0 0,5 2 0 0 0,1-2 0 0 0,-3 1 0 0 0,2 3 0 0 0,-1 3 0 0 0,-3-2 0 0 0,-3-1 0 0 0,2 3 0 0 0,0-4 0 0 0,-1-4 0 0 0,2-1 0 0 0,6 3 0 0 0,0 4 0 0 0,-3-3 0 0 0,-4-3 0 0 0,2 0 0 0 0,3-1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9608 1381 16383 0 0,'-6'9'0'0'0,"-7"16"0"0"0,3 1 0 0 0,3-7 0 0 0,3-14 0 0 0,7-12 0 0 0,3-10 0 0 0,6-7 0 0 0,1-6 0 0 0,-9 24 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9659 1381 16383 0 0,'-13'14'0'0'0,"-4"3"0"0"0,-2-4 0 0 0,-3 1 0 0 0,3 4 0 0 0,-2-2 0 0 0,-2 2 0 0 0,-2-2 0 0 0,-2 1 0 0 0,-2 4 0 0 0,4 2 0 0 0,4-4 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9503 1381 16383 0 0,'-16'14'0'0'0,"-8"8"0"0"0,-1-2 0 0 0,3 1 0 0 0,4-7 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1504 16383 0 0,'5'-2'0'0'0,"18"-14"0"0"0,2 1 0 0 0,-3-4 0 0 0,0 2 0 0 0,1 5 0 0 0,-3-3 0 0 0,6-2 0 0 0,-16 7 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9572 1381 16383 0 0,'-12'14'0'0'0,"-4"1"0"0"0,1 1 0 0 0,-1-1 0 0 0,1 1 0 0 0,4 3 0 0 0,-2-1 0 0 0,-4 2 0 0 0,2 2 0 0 0,-3-3 0 0 0,-3 1 0 0 0,16-16 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20141 4197 16383 0 0,'-6'0'0'0'0,"-6"0"0"0"0,-2-6 0 0 0,-3-1 0 0 0,-4 1 0 0 0,-4 0 0 0 0,-3 3 0 0 0,-2 0 0 0 0,-1 2 0 0 0,0 1 0 0 0,-1-1 0 0 0,1 2 0 0 0,4-6 0 0 0,3-2 0 0 0,0 1 0 0 0,-2-5 0 0 0,-1 1 0 0 0,-1 1 0 0 0,3-3 0 0 0,2 1 0 0 0,-1 1 0 0 0,-2 4 0 0 0,-1 2 0 0 0,-2 2 0 0 0,5-4 0 0 0,0-1 0 0 0,0 1 0 0 0,-2 1 0 0 0,-1 1 0 0 0,3-3 0 0 0,1-1 0 0 0,0 1 0 0 0,-3 2 0 0 0,-1 1 0 0 0,-2 2 0 0 0,-1 1 0 0 0,0 1 0 0 0,-1 0 0 0 0,-1 1 0 0 0,1-1 0 0 0,0 0 0 0 0,0 0 0 0 0,0 1 0 0 0,0-1 0 0 0,0 0 0 0 0,0 0 0 0 0,1 0 0 0 0,-1 0 0 0 0,0 0 0 0 0,0 0 0 0 0,0 0 0 0 0,1 0 0 0 0,-1 0 0 0 0,0 0 0 0 0,0 0 0 0 0,0 0 0 0 0,0 0 0 0 0,-5 0 0 0 0,-7 0 0 0 0,-1 0 0 0 0,-4 0 0 0 0,-4 0 0 0 0,1 0 0 0 0,5 0 0 0 0,4 0 0 0 0,4 0 0 0 0,4 0 0 0 0,2 0 0 0 0,1 0 0 0 0,-4 0 0 0 0,-2 0 0 0 0,0 0 0 0 0,-3 0 0 0 0,-1 5 0 0 0,-4 2 0 0 0,-5 0 0 0 0,2-2 0 0 0,2-1 0 0 0,0-2 0 0 0,-3-1 0 0 0,1 0 0 0 0,4-1 0 0 0,-2 0 0 0 0,3 5 0 0 0,3 1 0 0 0,2 1 0 0 0,4-2 0 0 0,1-1 0 0 0,2-2 0 0 0,-5 4 0 0 0,-6 2 0 0 0,-2-1 0 0 0,2-2 0 0 0,-3-2 0 0 0,1-1 0 0 0,3 5 0 0 0,3 0 0 0 0,3-1 0 0 0,2-1 0 0 0,2-1 0 0 0,0-2 0 0 0,-5-1 0 0 0,-6 5 0 0 0,-2 1 0 0 0,2-1 0 0 0,2-1 0 0 0,3-1 0 0 0,3-2 0 0 0,1-1 0 0 0,2-1 0 0 0,0 0 0 0 0,1 0 0 0 0,-5 0 0 0 0,-3-1 0 0 0,1 1 0 0 0,1 0 0 0 0,2 0 0 0 0,1 0 0 0 0,-5 0 0 0 0,0 0 0 0 0,1 0 0 0 0,1 0 0 0 0,1 0 0 0 0,2 0 0 0 0,1 0 0 0 0,1 0 0 0 0,0 0 0 0 0,1 0 0 0 0,-1 0 0 0 0,1 0 0 0 0,-1 0 0 0 0,1 0 0 0 0,-1 0 0 0 0,0 0 0 0 0,6 5 0 0 0,11 2 0 0 0,14 5 0 0 0,13 0 0 0 0,8-1 0 0 0,7 2 0 0 0,3-1 0 0 0,2-3 0 0 0,-5 3 0 0 0,-2-1 0 0 0,6 3 0 0 0,2-1 0 0 0,0-2 0 0 0,0-4 0 0 0,0 3 0 0 0,4-1 0 0 0,6 4 0 0 0,6 4 0 0 0,0 0 0 0 0,2 2 0 0 0,3-2 0 0 0,-4-4 0 0 0,7 1 0 0 0,2-2 0 0 0,-2-3 0 0 0,-2-3 0 0 0,1 3 0 0 0,-4 0 0 0 0,4 3 0 0 0,4 0 0 0 0,1 3 0 0 0,6 5 0 0 0,2-2 0 0 0,-6 1 0 0 0,3-1 0 0 0,4 0 0 0 0,2-3 0 0 0,-2 2 0 0 0,4-2 0 0 0,-2-4 0 0 0,-7 2 0 0 0,1-2 0 0 0,4 3 0 0 0,-4-1 0 0 0,2-3 0 0 0,5-3 0 0 0,6 2 0 0 0,-1 1 0 0 0,-3 2 0 0 0,-3 1 0 0 0,-5-3 0 0 0,-3 2 0 0 0,-1-1 0 0 0,-8-2 0 0 0,4-2 0 0 0,1 2 0 0 0,-4 0 0 0 0,-2-2 0 0 0,6 4 0 0 0,4-1 0 0 0,0-1 0 0 0,-6 2 0 0 0,-1 0 0 0 0,-6-2 0 0 0,-2-3 0 0 0,-3-2 0 0 0,-5-2 0 0 0,1-1 0 0 0,3 4 0 0 0,6 2 0 0 0,-3-1 0 0 0,-3-1 0 0 0,1 3 0 0 0,-3 1 0 0 0,3-1 0 0 0,-3 3 0 0 0,2 0 0 0 0,-1-2 0 0 0,-3-3 0 0 0,-4 3 0 0 0,-3 0 0 0 0,-2-1 0 0 0,-1-3 0 0 0,-1-1 0 0 0,-1-2 0 0 0,0-1 0 0 0,0-1 0 0 0,-5 5 0 0 0,-12 1 0 0 0,-13 0 0 0 0,-12-1 0 0 0,-10-1 0 0 0,-5-2 0 0 0,-5-1 0 0 0,-1 0 0 0 0,-5-1 0 0 0,-3 0 0 0 0,2-1 0 0 0,2 1 0 0 0,1 0 0 0 0,2 0 0 0 0,-3 0 0 0 0,-7 0 0 0 0,0 0 0 0 0,2 0 0 0 0,2 0 0 0 0,-2-6 0 0 0,-4-1 0 0 0,-5 1 0 0 0,-5 0 0 0 0,-8 3 0 0 0,-9 0 0 0 0,3 2 0 0 0,3 0 0 0 0,-4 1 0 0 0,1 1 0 0 0,1-1 0 0 0,2 0 0 0 0,2 0 0 0 0,2 1 0 0 0,-5-1 0 0 0,-1 0 0 0 0,-4 0 0 0 0,5 0 0 0 0,3 0 0 0 0,-3 0 0 0 0,0 0 0 0 0,1 0 0 0 0,-4 0 0 0 0,0 0 0 0 0,-5 0 0 0 0,2 0 0 0 0,7 0 0 0 0,-1 0 0 0 0,-4 0 0 0 0,0 0 0 0 0,-5 0 0 0 0,7 0 0 0 0,4 0 0 0 0,3 0 0 0 0,2 0 0 0 0,1 0 0 0 0,-6 0 0 0 0,4 0 0 0 0,2 0 0 0 0,0 0 0 0 0,0 0 0 0 0,0 5 0 0 0,5 2 0 0 0,1 0 0 0 0,-1-2 0 0 0,-1-1 0 0 0,4 3 0 0 0,-1 2 0 0 0,5-2 0 0 0,-1-2 0 0 0,3-1 0 0 0,-1 3 0 0 0,-4 1 0 0 0,3-1 0 0 0,-2-2 0 0 0,3-1 0 0 0,4-2 0 0 0,3-1 0 0 0,5-1 0 0 0,2 0 0 0 0,1-1 0 0 0,-3 1 0 0 0,-2 5 0 0 0,0 2 0 0 0,2-1 0 0 0,1-1 0 0 0,1-1 0 0 0,1-1 0 0 0,1-2 0 0 0,10-1 0 0 0,15 0 0 0 0,13 0 0 0 0,11 0 0 0 0,7 0 0 0 0,6-1 0 0 0,1 1 0 0 0,2 0 0 0 0,-1 0 0 0 0,0 0 0 0 0,0 0 0 0 0,4 0 0 0 0,7 0 0 0 0,0 0 0 0 0,-1 0 0 0 0,2 0 0 0 0,-1 0 0 0 0,2 0 0 0 0,-1 0 0 0 0,-3 0 0 0 0,7 0 0 0 0,0 0 0 0 0,3 0 0 0 0,2 0 0 0 0,3 0 0 0 0,2 0 0 0 0,-3 0 0 0 0,-1 0 0 0 0,5 0 0 0 0,-1 0 0 0 0,4 0 0 0 0,-3 0 0 0 0,-1 0 0 0 0,5 0 0 0 0,2 0 0 0 0,0 0 0 0 0,5 0 0 0 0,1 0 0 0 0,-2 0 0 0 0,-1 0 0 0 0,-3 0 0 0 0,-2 0 0 0 0,-1 0 0 0 0,4 0 0 0 0,1 0 0 0 0,0 0 0 0 0,-1 0 0 0 0,-2 0 0 0 0,-2 0 0 0 0,0 0 0 0 0,-1 0 0 0 0,0 0 0 0 0,-1 0 0 0 0,-5 0 0 0 0,-1 0 0 0 0,0 0 0 0 0,1 0 0 0 0,1 0 0 0 0,3 0 0 0 0,-5 0 0 0 0,-6 0 0 0 0,-6 0 0 0 0,-1 0 0 0 0,5 0 0 0 0,-2 5 0 0 0,-3 2 0 0 0,2 0 0 0 0,4-2 0 0 0,-1-1 0 0 0,-3-2 0 0 0,-4 0 0 0 0,-4-2 0 0 0,-2 5 0 0 0,-2 2 0 0 0,-1 0 0 0 0,-1-2 0 0 0,0-2 0 0 0,0-1 0 0 0,1 0 0 0 0,-6 3 0 0 0,-2 2 0 0 0,1 0 0 0 0,2-2 0 0 0,-10-2 0 0 0,-12-1 0 0 0,-12-1 0 0 0,-10 0 0 0 0,-7-1 0 0 0,-5 0 0 0 0,-2-1 0 0 0,-1 1 0 0 0,0 0 0 0 0,0 0 0 0 0,-5 0 0 0 0,-1 0 0 0 0,1-1 0 0 0,2 1 0 0 0,-4 0 0 0 0,0 1 0 0 0,1-1 0 0 0,3 0 0 0 0,-4 0 0 0 0,-5 0 0 0 0,-6 0 0 0 0,1 0 0 0 0,-2 0 0 0 0,4 0 0 0 0,3 0 0 0 0,0 0 0 0 0,2 0 0 0 0,-3 0 0 0 0,3 5 0 0 0,2 2 0 0 0,-2-1 0 0 0,1 0 0 0 0,-3-2 0 0 0,-4-2 0 0 0,1-1 0 0 0,-2 0 0 0 0,-3-1 0 0 0,-8-1 0 0 0,-4 1 0 0 0,3 0 0 0 0,3 0 0 0 0,5 0 0 0 0,7 5 0 0 0,1 2 0 0 0,-2-1 0 0 0,1 0 0 0 0,-1-3 0 0 0,2 0 0 0 0,4-2 0 0 0,-2 0 0 0 0,-4-1 0 0 0,2-1 0 0 0,2 1 0 0 0,-1 0 0 0 0,2-1 0 0 0,-3 1 0 0 0,2 0 0 0 0,3 0 0 0 0,3 0 0 0 0,3 0 0 0 0,2 0 0 0 0,1 0 0 0 0,2 0 0 0 0,10 0 0 0 0,14 0 0 0 0,13 0 0 0 0,11 0 0 0 0,8 0 0 0 0,9 0 0 0 0,5 0 0 0 0,0 0 0 0 0,-1 0 0 0 0,3 0 0 0 0,5 0 0 0 0,0 0 0 0 0,-3 0 0 0 0,1 0 0 0 0,-1 0 0 0 0,2 0 0 0 0,4 0 0 0 0,3 0 0 0 0,-1 0 0 0 0,-5 0 0 0 0,1 0 0 0 0,7 0 0 0 0,0 0 0 0 0,1 0 0 0 0,6 0 0 0 0,-1 0 0 0 0,4 0 0 0 0,2 0 0 0 0,-1-5 0 0 0,5-2 0 0 0,1 0 0 0 0,-2-3 0 0 0,3-1 0 0 0,0 2 0 0 0,3-3 0 0 0,-1 1 0 0 0,3-3 0 0 0,-2 0 0 0 0,-3-2 0 0 0,-4 2 0 0 0,3-3 0 0 0,-1 3 0 0 0,-2 2 0 0 0,3-1 0 0 0,0 2 0 0 0,3-3 0 0 0,0 1 0 0 0,-8 2 0 0 0,0 4 0 0 0,0 3 0 0 0,-2 2 0 0 0,-1-4 0 0 0,5-1 0 0 0,-5 1 0 0 0,-3-4 0 0 0,-1-1 0 0 0,-5 3 0 0 0,3-4 0 0 0,-2 1 0 0 0,-1 2 0 0 0,1-2 0 0 0,-4 0 0 0 0,-5 2 0 0 0,4 3 0 0 0,-5-3 0 0 0,-1 0 0 0 0,2 1 0 0 0,-1-2 0 0 0,-3-1 0 0 0,-4 3 0 0 0,-3 2 0 0 0,3 2 0 0 0,4 2 0 0 0,2-5 0 0 0,-3 0 0 0 0,-3 1 0 0 0,-2-4 0 0 0,-4 0 0 0 0,0 1 0 0 0,-2 3 0 0 0,-1 1 0 0 0,1 3 0 0 0,-6-4 0 0 0,-13-1 0 0 0,-12 0 0 0 0,-13 2 0 0 0,-8 2 0 0 0,-7 1 0 0 0,-3 1 0 0 0,-2 1 0 0 0,-1 0 0 0 0,1 5 0 0 0,0 8 0 0 0,-4 1 0 0 0,-2 3 0 0 0,2 0 0 0 0,0 1 0 0 0,8 3 0 0 0,3-2 0 0 0,0 1 0 0 0,-5 3 0 0 0,-3 2 0 0 0,5 2 0 0 0,1-3 0 0 0,1-1 0 0 0,-1 1 0 0 0,5 2 0 0 0,1 2 0 0 0,-1-5 0 0 0,-2 0 0 0 0,3 1 0 0 0,1 2 0 0 0,-2 1 0 0 0,3 2 0 0 0,5 1 0 0 0,0 0 0 0 0,-3-4 0 0 0,2-2 0 0 0,3 1 0 0 0,-1-5 0 0 0,2 0 0 0 0,2 2 0 0 0,4 3 0 0 0,-3-4 0 0 0,1 1 0 0 0,0 1 0 0 0,-2-3 0 0 0,0-10 0 0 0,1-13 0 0 0,9-4 0 0 0,3-8 0 0 0,1-6 0 0 0,6-4 0 0 0,1-4 0 0 0,3 4 0 0 0,0 0 0 0 0,3-1 0 0 0,-2 0 0 0 0,2-3 0 0 0,-2 0 0 0 0,2 5 0 0 0,-2 0 0 0 0,-4 0 0 0 0,2 3 0 0 0,-2 1 0 0 0,3-2 0 0 0,4-2 0 0 0,5-3 0 0 0,-3-2 0 0 0,2 0 0 0 0,2 3 0 0 0,-4 2 0 0 0,-4-1 0 0 0,-1 5 0 0 0,4-6 0 0 0,2-8 0 0 0,4-4 0 0 0,3-1 0 0 0,-4 1 0 0 0,0 2 0 0 0,1 2 0 0 0,1 1 0 0 0,-4 2 0 0 0,0 5 0 0 0,1 7 0 0 0,-3 2 0 0 0,-5-1 0 0 0,1-3 0 0 0,1 1 0 0 0,5 0 0 0 0,3-2 0 0 0,2-3 0 0 0,-3-2 0 0 0,0 3 0 0 0,-5 1 0 0 0,1 4 0 0 0,1 5 0 0 0,-3 0 0 0 0,-4-3 0 0 0,1 2 0 0 0,2 3 0 0 0,0-2 0 0 0,-5-3 0 0 0,2 0 0 0 0,-1-1 0 0 0,1 2 0 0 0,5-1 0 0 0,-2-4 0 0 0,-8 3 0 0 0,-12 9 0 0 0,-10 11 0 0 0,-8 6 0 0 0,-1 6 0 0 0,4 6 0 0 0,0 0 0 0 0,-3-3 0 0 0,2 0 0 0 0,0 3 0 0 0,-3 2 0 0 0,-3 4 0 0 0,4 3 0 0 0,-1-5 0 0 0,4 0 0 0 0,-1-5 0 0 0,4 0 0 0 0,-2-3 0 0 0,3 1 0 0 0,3 2 0 0 0,4 4 0 0 0,-3-2 0 0 0,-4 0 0 0 0,0 2 0 0 0,-3 3 0 0 0,2 1 0 0 0,-3-3 0 0 0,3-1 0 0 0,-2 1 0 0 0,2 2 0 0 0,4 2 0 0 0,-2 0 0 0 0,1 2 0 0 0,-2 1 0 0 0,1 0 0 0 0,3 0 0 0 0,-2 0 0 0 0,-5 0 0 0 0,2 0 0 0 0,-3-5 0 0 0,1-2 0 0 0,5 0 0 0 0,4 2 0 0 0,-2-4 0 0 0,0-1 0 0 0,3 2 0 0 0,2 2 0 0 0,-4-3 0 0 0,6-6 0 0 0,3-10 0 0 0,1-12 0 0 0,6-5 0 0 0,7-5 0 0 0,1-6 0 0 0,4 1 0 0 0,-2-1 0 0 0,-4-2 0 0 0,-4-2 0 0 0,2 3 0 0 0,4 1 0 0 0,5-7 0 0 0,-2-4 0 0 0,-2-1 0 0 0,0 5 0 0 0,-3-3 0 0 0,3-1 0 0 0,-3-1 0 0 0,3-4 0 0 0,-2-2 0 0 0,2 1 0 0 0,4 2 0 0 0,-2 2 0 0 0,1-3 0 0 0,-2-1 0 0 0,-4 1 0 0 0,1 2 0 0 0,-3-4 0 0 0,4 6 0 0 0,3-3 0 0 0,-1 0 0 0 0,-4-4 0 0 0,2-5 0 0 0,3-6 0 0 0,-1 1 0 0 0,1 3 0 0 0,-1 6 0 0 0,-5 4 0 0 0,-4-2 0 0 0,2 1 0 0 0,5 1 0 0 0,-1 3 0 0 0,3-4 0 0 0,3-6 0 0 0,-1 0 0 0 0,-4 2 0 0 0,-4-2 0 0 0,0 7 0 0 0,0-1 0 0 0,-4 1 0 0 0,4 7 0 0 0,-1 4 0 0 0,-2-5 0 0 0,3-7 0 0 0,0-1 0 0 0,2 4 0 0 0,1 0 0 0 0,-4-1 0 0 0,3 7 0 0 0,-2-2 0 0 0,-2-1 0 0 0,-2-1 0 0 0,-4 1 0 0 0,5 6 0 0 0,-1 3 0 0 0,0-6 0 0 0,3-3 0 0 0,0-1 0 0 0,-1 1 0 0 0,-3-1 0 0 0,-2 2 0 0 0,-2 0 0 0 0,-1 0 0 0 0,4 6 0 0 0,2 3 0 0 0,-1 9 0 0 0,-1 13 0 0 0,-6 7 0 0 0,-4 7 0 0 0,-1 7 0 0 0,-4 5 0 0 0,-1 3 0 0 0,2 3 0 0 0,-3-4 0 0 0,-5-2 0 0 0,1 1 0 0 0,-3 1 0 0 0,3 0 0 0 0,3 2 0 0 0,5 1 0 0 0,-3 1 0 0 0,2-1 0 0 0,-4 1 0 0 0,1 0 0 0 0,2 0 0 0 0,3 0 0 0 0,-2 6 0 0 0,0 1 0 0 0,-4-6 0 0 0,0 2 0 0 0,-2 7 0 0 0,-4 5 0 0 0,1 7 0 0 0,3-2 0 0 0,5-3 0 0 0,-2 0 0 0 0,2 3 0 0 0,-3-8 0 0 0,1 0 0 0 0,-3 3 0 0 0,-4 3 0 0 0,1 0 0 0 0,4-4 0 0 0,4 1 0 0 0,3-2 0 0 0,-1-3 0 0 0,0-3 0 0 0,-4-4 0 0 0,0-1 0 0 0,-3 3 0 0 0,-4 7 0 0 0,1 6 0 0 0,-2 0 0 0 0,3 2 0 0 0,-1-2 0 0 0,3-4 0 0 0,3-5 0 0 0,-1-4 0 0 0,1-2 0 0 0,-2-8 0 0 0,2-2 0 0 0,-4-1 0 0 0,2 2 0 0 0,3 1 0 0 0,-1-3 0 0 0,0-1 0 0 0,-2-4 0 0 0,1 0 0 0 0,2 3 0 0 0,-1-3 0 0 0,1-9 0 0 0,2-12 0 0 0,3-10 0 0 0,2-9 0 0 0,2-10 0 0 0,1-6 0 0 0,1-1 0 0 0,1 0 0 0 0,5 3 0 0 0,1 1 0 0 0,5-4 0 0 0,1 0 0 0 0,-2 1 0 0 0,-4 2 0 0 0,4 2 0 0 0,-1-4 0 0 0,-2-1 0 0 0,-3-4 0 0 0,-1 0 0 0 0,-3 2 0 0 0,0-2 0 0 0,4 5 0 0 0,2 0 0 0 0,-1-5 0 0 0,4 0 0 0 0,1-3 0 0 0,-2 0 0 0 0,2 4 0 0 0,1-2 0 0 0,-3-4 0 0 0,-3-5 0 0 0,3 3 0 0 0,0-2 0 0 0,-1 3 0 0 0,2 0 0 0 0,1 2 0 0 0,3 4 0 0 0,-1 0 0 0 0,2 0 0 0 0,0 4 0 0 0,-4-3 0 0 0,-3-4 0 0 0,2-5 0 0 0,-1 0 0 0 0,4 0 0 0 0,-1-3 0 0 0,4 2 0 0 0,-2 0 0 0 0,-3 4 0 0 0,2 4 0 0 0,-2 5 0 0 0,-2-1 0 0 0,3 0 0 0 0,-1-3 0 0 0,-3 0 0 0 0,-2 3 0 0 0,-2 2 0 0 0,-2 3 0 0 0,-2-4 0 0 0,6 1 0 0 0,0 0 0 0 0,0 2 0 0 0,-1 2 0 0 0,-1 2 0 0 0,-2-5 0 0 0,4 4 0 0 0,1 3 0 0 0,0-5 0 0 0,-2-6 0 0 0,-1-2 0 0 0,-2 2 0 0 0,-1 2 0 0 0,-1 2 0 0 0,0-2 0 0 0,0-1 0 0 0,0 2 0 0 0,-1 2 0 0 0,-4 2 0 0 0,-2 2 0 0 0,0 0 0 0 0,2 1 0 0 0,-5 6 0 0 0,1 1 0 0 0,-4 6 0 0 0,-5 5 0 0 0,-5 5 0 0 0,-3 9 0 0 0,2 10 0 0 0,6 8 0 0 0,0 6 0 0 0,3 4 0 0 0,5 2 0 0 0,-2-4 0 0 0,2 4 0 0 0,-4 2 0 0 0,2 6 0 0 0,2 1 0 0 0,3 5 0 0 0,3-1 0 0 0,-4-2 0 0 0,1 3 0 0 0,0 3 0 0 0,-3-1 0 0 0,0-3 0 0 0,1 2 0 0 0,3-3 0 0 0,-3 3 0 0 0,0 4 0 0 0,1 3 0 0 0,2-1 0 0 0,3 0 0 0 0,1 2 0 0 0,1-2 0 0 0,1-1 0 0 0,0 3 0 0 0,1-4 0 0 0,-6 1 0 0 0,-2-3 0 0 0,1 0 0 0 0,1 3 0 0 0,-4-2 0 0 0,-1 2 0 0 0,2 1 0 0 0,3-2 0 0 0,1 1 0 0 0,2-3 0 0 0,1 1 0 0 0,-5 2 0 0 0,-1-2 0 0 0,1-4 0 0 0,1 1 0 0 0,2-3 0 0 0,-5-3 0 0 0,0-3 0 0 0,1 3 0 0 0,2 0 0 0 0,1 3 0 0 0,2-1 0 0 0,1-1 0 0 0,1-3 0 0 0,-5-3 0 0 0,-2-1 0 0 0,1-3 0 0 0,1 0 0 0 0,-4-5 0 0 0,0-3 0 0 0,1 1 0 0 0,2 1 0 0 0,2 1 0 0 0,-3 3 0 0 0,-1 0 0 0 0,1 1 0 0 0,2 1 0 0 0,2 0 0 0 0,1-10 0 0 0,1-14 0 0 0,1-14 0 0 0,0-10 0 0 0,0-9 0 0 0,6-3 0 0 0,1-9 0 0 0,0-3 0 0 0,-2 1 0 0 0,4-3 0 0 0,6-6 0 0 0,5 1 0 0 0,0 3 0 0 0,1-1 0 0 0,-3-3 0 0 0,-4 1 0 0 0,0 4 0 0 0,4 4 0 0 0,-2 4 0 0 0,-4 2 0 0 0,2-3 0 0 0,-1-6 0 0 0,-4-1 0 0 0,3 2 0 0 0,-2 3 0 0 0,-1 2 0 0 0,2 3 0 0 0,-1-3 0 0 0,4-1 0 0 0,-1 0 0 0 0,-2 3 0 0 0,-4 1 0 0 0,3-4 0 0 0,-1-1 0 0 0,4 1 0 0 0,-1-3 0 0 0,-2 0 0 0 0,3 1 0 0 0,-2 3 0 0 0,3 2 0 0 0,0 2 0 0 0,-4-4 0 0 0,-2-1 0 0 0,-4 1 0 0 0,-2-4 0 0 0,4 5 0 0 0,1 3 0 0 0,0-2 0 0 0,3 3 0 0 0,0-2 0 0 0,-2-6 0 0 0,-1-2 0 0 0,2 7 0 0 0,0 3 0 0 0,-1-2 0 0 0,-3-2 0 0 0,-1 1 0 0 0,-2 1 0 0 0,-1-5 0 0 0,-1 0 0 0 0,0 1 0 0 0,-1 1 0 0 0,6 8 0 0 0,2 3 0 0 0,-1 0 0 0 0,-1 1 0 0 0,-1-2 0 0 0,-2-1 0 0 0,0-2 0 0 0,-2 11 0 0 0,0 13 0 0 0,0 13 0 0 0,-6 10 0 0 0,-1 8 0 0 0,-5 5 0 0 0,-1 2 0 0 0,3 1 0 0 0,-3 1 0 0 0,1-1 0 0 0,2-1 0 0 0,4 0 0 0 0,2 0 0 0 0,2-1 0 0 0,-4 5 0 0 0,-1 2 0 0 0,0-1 0 0 0,3-1 0 0 0,-5-1 0 0 0,0-2 0 0 0,2 4 0 0 0,-4 7 0 0 0,0 0 0 0 0,2-1 0 0 0,3 1 0 0 0,2 5 0 0 0,2-1 0 0 0,1 2 0 0 0,-5 3 0 0 0,0-3 0 0 0,0-4 0 0 0,1 0 0 0 0,-4-7 0 0 0,0 0 0 0 0,1-2 0 0 0,3 4 0 0 0,-5 5 0 0 0,1 6 0 0 0,2-2 0 0 0,-4-3 0 0 0,0 0 0 0 0,3-2 0 0 0,1-3 0 0 0,4-5 0 0 0,0-2 0 0 0,2-2 0 0 0,1-2 0 0 0,1-1 0 0 0,-1 0 0 0 0,1 0 0 0 0,-6 1 0 0 0,-2-1 0 0 0,1 1 0 0 0,0-1 0 0 0,3 1 0 0 0,0 0 0 0 0,-3-6 0 0 0,-2-1 0 0 0,2 0 0 0 0,0 2 0 0 0,3 1 0 0 0,1 1 0 0 0,1 2 0 0 0,0 0 0 0 0,2 1 0 0 0,-1 0 0 0 0,0-10 0 0 0,0-14 0 0 0,1-19 0 0 0,-1-13 0 0 0,5-7 0 0 0,2-3 0 0 0,0-1 0 0 0,-2-5 0 0 0,4 4 0 0 0,1-1 0 0 0,3 5 0 0 0,-1 3 0 0 0,4-4 0 0 0,-1-6 0 0 0,-4-2 0 0 0,2 1 0 0 0,-1 2 0 0 0,2 3 0 0 0,0 2 0 0 0,1 1 0 0 0,-1 2 0 0 0,-3 0 0 0 0,-3-4 0 0 0,2-3 0 0 0,4-4 0 0 0,6-1 0 0 0,-1 2 0 0 0,-4 3 0 0 0,-4-3 0 0 0,1 5 0 0 0,-1 5 0 0 0,2-5 0 0 0,5-5 0 0 0,4-7 0 0 0,-2 0 0 0 0,-4 3 0 0 0,1-2 0 0 0,2 2 0 0 0,-2-1 0 0 0,-3 1 0 0 0,0 3 0 0 0,-2 4 0 0 0,3 8 0 0 0,-2-1 0 0 0,3-1 0 0 0,-2 0 0 0 0,-3 0 0 0 0,-4 1 0 0 0,-2 0 0 0 0,2 5 0 0 0,1 2 0 0 0,-2-1 0 0 0,4 0 0 0 0,0-2 0 0 0,-1-1 0 0 0,-3-2 0 0 0,-2 0 0 0 0,-2-1 0 0 0,-1 10 0 0 0,-1 15 0 0 0,0 12 0 0 0,0 12 0 0 0,-6 2 0 0 0,-1 2 0 0 0,0 4 0 0 0,1 2 0 0 0,2 2 0 0 0,-4 1 0 0 0,0 0 0 0 0,1 0 0 0 0,-3 1 0 0 0,-1-1 0 0 0,2 0 0 0 0,-2-5 0 0 0,0-2 0 0 0,2 0 0 0 0,3 2 0 0 0,2 1 0 0 0,2 1 0 0 0,-5-4 0 0 0,0 0 0 0 0,1 0 0 0 0,1 2 0 0 0,2 1 0 0 0,1 2 0 0 0,-4-5 0 0 0,-1 0 0 0 0,0 0 0 0 0,2 2 0 0 0,1 1 0 0 0,2 2 0 0 0,1 1 0 0 0,1 0 0 0 0,0 1 0 0 0,0 0 0 0 0,0 0 0 0 0,1 0 0 0 0,-1 0 0 0 0,0-10 0 0 0,0-15 0 0 0,0-12 0 0 0,0-12 0 0 0,0-7 0 0 0,0-5 0 0 0,0-3 0 0 0,6 0 0 0 0,0-1 0 0 0,1-4 0 0 0,-2-7 0 0 0,-1 0 0 0 0,4 1 0 0 0,0 4 0 0 0,-1 3 0 0 0,4-3 0 0 0,-1 1 0 0 0,-1 1 0 0 0,-3 2 0 0 0,4 7 0 0 0,-1 4 0 0 0,-1-5 0 0 0,-3-3 0 0 0,-1 0 0 0 0,-3-1 0 0 0,0 1 0 0 0,-1 1 0 0 0,0 0 0 0 0,0 1 0 0 0,-1 0 0 0 0,6 0 0 0 0,2 0 0 0 0,-1 0 0 0 0,0 1 0 0 0,-2-1 0 0 0,-2 0 0 0 0,-1-5 0 0 0,0-2 0 0 0,-1 1 0 0 0,-1 1 0 0 0,1 1 0 0 0,0 2 0 0 0,0 1 0 0 0,0 0 0 0 0,-1 2 0 0 0,1-1 0 0 0,0 0 0 0 0,0 1 0 0 0,0-1 0 0 0,0 11 0 0 0,0 14 0 0 0,-5 8 0 0 0,-2 8 0 0 0,-5 9 0 0 0,0 5 0 0 0,-4 5 0 0 0,2 2 0 0 0,2 1 0 0 0,4 1 0 0 0,-3-6 0 0 0,2-2 0 0 0,-4 0 0 0 0,1 1 0 0 0,2 2 0 0 0,3 0 0 0 0,-3-3 0 0 0,1-2 0 0 0,-4 1 0 0 0,0 2 0 0 0,3 1 0 0 0,3 2 0 0 0,-3-5 0 0 0,1 0 0 0 0,1 0 0 0 0,-2-4 0 0 0,-1 1 0 0 0,3 1 0 0 0,-4 2 0 0 0,2 3 0 0 0,1 2 0 0 0,-3 0 0 0 0,2 2 0 0 0,1 0 0 0 0,-2-5 0 0 0,0-2 0 0 0,2 1 0 0 0,3 1 0 0 0,2 1 0 0 0,-3-4 0 0 0,-1 0 0 0 0,1 1 0 0 0,2 1 0 0 0,-3-3 0 0 0,-1 0 0 0 0,1 1 0 0 0,3 2 0 0 0,-4-3 0 0 0,0 0 0 0 0,1 1 0 0 0,3 2 0 0 0,1 3 0 0 0,2 1 0 0 0,1 0 0 0 0,6-3 0 0 0,8-12 0 0 0,1-14 0 0 0,4-12 0 0 0,3-4 0 0 0,-1-4 0 0 0,-4-5 0 0 0,0-2 0 0 0,-2-3 0 0 0,1 4 0 0 0,-1 2 0 0 0,2 4 0 0 0,-3 1 0 0 0,-2-2 0 0 0,2-3 0 0 0,3-2 0 0 0,0-2 0 0 0,-3-2 0 0 0,1 0 0 0 0,-1-1 0 0 0,2-1 0 0 0,-2 1 0 0 0,-2 0 0 0 0,-4 0 0 0 0,2 5 0 0 0,0 2 0 0 0,-1 0 0 0 0,2-2 0 0 0,1-1 0 0 0,-3-1 0 0 0,3 3 0 0 0,0 2 0 0 0,-2-1 0 0 0,-3-2 0 0 0,-2-1 0 0 0,-2-2 0 0 0,4 5 0 0 0,1 0 0 0 0,-1 0 0 0 0,4-2 0 0 0,1-1 0 0 0,-3-2 0 0 0,-1-1 0 0 0,-3 0 0 0 0,-2-1 0 0 0,-1 10 0 0 0,-1 14 0 0 0,0 14 0 0 0,0 10 0 0 0,-1 8 0 0 0,1 5 0 0 0,-6-2 0 0 0,-1-2 0 0 0,0 1 0 0 0,2 1 0 0 0,1 0 0 0 0,-4 2 0 0 0,0 0 0 0 0,1 1 0 0 0,-3 5 0 0 0,-1 2 0 0 0,2-1 0 0 0,-2-6 0 0 0,0 3 0 0 0,2-1 0 0 0,3 6 0 0 0,-4-5 0 0 0,1-2 0 0 0,2-1 0 0 0,-4 4 0 0 0,1 7 0 0 0,1 1 0 0 0,3 4 0 0 0,-3-1 0 0 0,0-2 0 0 0,1-5 0 0 0,-2-2 0 0 0,-1-4 0 0 0,-3-1 0 0 0,1-1 0 0 0,3 0 0 0 0,2-1 0 0 0,4 0 0 0 0,-4 5 0 0 0,0 3 0 0 0,-4-6 0 0 0,0 2 0 0 0,-3 1 0 0 0,1-1 0 0 0,3 0 0 0 0,3-1 0 0 0,-2 4 0 0 0,-5 7 0 0 0,-5 6 0 0 0,1-1 0 0 0,-1-7 0 0 0,2-2 0 0 0,4-2 0 0 0,0-1 0 0 0,2-3 0 0 0,-2-2 0 0 0,1 0 0 0 0,2-2 0 0 0,5 1 0 0 0,-4-1 0 0 0,1 1 0 0 0,-4-6 0 0 0,1-2 0 0 0,-3 2 0 0 0,1 0 0 0 0,3 2 0 0 0,3 1 0 0 0,-2-3 0 0 0,-5-2 0 0 0,1 1 0 0 0,2-9 0 0 0,3-12 0 0 0,4-12 0 0 0,2-9 0 0 0,1-13 0 0 0,2-6 0 0 0,1-7 0 0 0,-1-1 0 0 0,1-4 0 0 0,0-4 0 0 0,4 2 0 0 0,2 4 0 0 0,0 0 0 0 0,4 3 0 0 0,0-3 0 0 0,-2 3 0 0 0,-3-2 0 0 0,-2 1 0 0 0,-1-2 0 0 0,-2 2 0 0 0,-1 3 0 0 0,0-1 0 0 0,-1 0 0 0 0,1-2 0 0 0,-1-4 0 0 0,1 1 0 0 0,0-2 0 0 0,5-2 0 0 0,2 1 0 0 0,0 0 0 0 0,-2 3 0 0 0,-1-6 0 0 0,-2 0 0 0 0,0 6 0 0 0,-2-1 0 0 0,0-8 0 0 0,0 2 0 0 0,5-2 0 0 0,1 5 0 0 0,1 0 0 0 0,-2-2 0 0 0,-1 4 0 0 0,-2-1 0 0 0,-1 4 0 0 0,0-1 0 0 0,-1-3 0 0 0,0 2 0 0 0,-1-1 0 0 0,1 3 0 0 0,0-2 0 0 0,0-2 0 0 0,0 2 0 0 0,0-1 0 0 0,-1 2 0 0 0,1 5 0 0 0,6-1 0 0 0,1 1 0 0 0,-1 3 0 0 0,0-2 0 0 0,-2 1 0 0 0,-2 2 0 0 0,-1 3 0 0 0,0 1 0 0 0,-1-3 0 0 0,-1-5 0 0 0,1-2 0 0 0,0 3 0 0 0,0 2 0 0 0,-1 4 0 0 0,1 1 0 0 0,0 3 0 0 0,0 1 0 0 0,0 0 0 0 0,0 1 0 0 0,0 0 0 0 0,0 0 0 0 0,0-1 0 0 0,0 1 0 0 0,0 9 0 0 0,-5 10 0 0 0,-2 11 0 0 0,0 11 0 0 0,2 9 0 0 0,-4 6 0 0 0,0 4 0 0 0,-4 2 0 0 0,0 6 0 0 0,-3-3 0 0 0,2 3 0 0 0,2 0 0 0 0,-1 4 0 0 0,1 5 0 0 0,-2-5 0 0 0,1 1 0 0 0,-3 3 0 0 0,2 5 0 0 0,3 4 0 0 0,-2 2 0 0 0,1-2 0 0 0,3 0 0 0 0,-2-5 0 0 0,0 0 0 0 0,-2 2 0 0 0,0-2 0 0 0,3 0 0 0 0,-3 2 0 0 0,2-2 0 0 0,-4 1 0 0 0,2 2 0 0 0,3-3 0 0 0,2 1 0 0 0,4 7 0 0 0,2 0 0 0 0,-5-1 0 0 0,1-4 0 0 0,-1 0 0 0 0,-3 5 0 0 0,0 0 0 0 0,2-1 0 0 0,-4 6 0 0 0,-4-7 0 0 0,0 2 0 0 0,3-4 0 0 0,-2 0 0 0 0,2 1 0 0 0,4-3 0 0 0,2-1 0 0 0,3 2 0 0 0,-3-3 0 0 0,-1 1 0 0 0,2 2 0 0 0,-4-3 0 0 0,0 1 0 0 0,-4 1 0 0 0,1-1 0 0 0,2 0 0 0 0,-2 1 0 0 0,2-1 0 0 0,1-6 0 0 0,-1-4 0 0 0,0 1 0 0 0,2-1 0 0 0,3-3 0 0 0,3-2 0 0 0,-5-2 0 0 0,1-2 0 0 0,0 4 0 0 0,-3 2 0 0 0,0-1 0 0 0,1-1 0 0 0,3-2 0 0 0,-3-1 0 0 0,-1-1 0 0 0,3-1 0 0 0,1 0 0 0 0,3-1 0 0 0,1 1 0 0 0,1-1 0 0 0,1-10 0 0 0,0-13 0 0 0,1-14 0 0 0,-1-11 0 0 0,0-7 0 0 0,6-5 0 0 0,1-3 0 0 0,5 5 0 0 0,0 2 0 0 0,-1-1 0 0 0,-4 0 0 0 0,4-1 0 0 0,-1-1 0 0 0,3-1 0 0 0,-1 0 0 0 0,4-6 0 0 0,-2-2 0 0 0,-3 0 0 0 0,2 2 0 0 0,-1 1 0 0 0,2 2 0 0 0,-1 0 0 0 0,-2 2 0 0 0,1 0 0 0 0,-1 1 0 0 0,-2-1 0 0 0,-3 1 0 0 0,-2-1 0 0 0,3-5 0 0 0,6 4 0 0 0,1 1 0 0 0,-3-3 0 0 0,3-3 0 0 0,-1 1 0 0 0,-3-4 0 0 0,-3-1 0 0 0,2-4 0 0 0,0 1 0 0 0,4 3 0 0 0,-1 2 0 0 0,-2 3 0 0 0,2-2 0 0 0,0-1 0 0 0,-3-4 0 0 0,-3 0 0 0 0,3 2 0 0 0,0-2 0 0 0,4 1 0 0 0,-1 2 0 0 0,-2 3 0 0 0,-3 2 0 0 0,3 2 0 0 0,0 1 0 0 0,-3 2 0 0 0,-1-1 0 0 0,-3-4 0 0 0,-1-3 0 0 0,4 7 0 0 0,1-4 0 0 0,-1 1 0 0 0,-1-1 0 0 0,4 2 0 0 0,0 0 0 0 0,-2-4 0 0 0,-1-2 0 0 0,-2 2 0 0 0,-2 0 0 0 0,-1 3 0 0 0,-1 1 0 0 0,0 1 0 0 0,0 1 0 0 0,-1 0 0 0 0,1 0 0 0 0,0 1 0 0 0,-1-1 0 0 0,1 1 0 0 0,0 10 0 0 0,0 13 0 0 0,0 14 0 0 0,0 11 0 0 0,0 7 0 0 0,0 5 0 0 0,-5 8 0 0 0,-2 2 0 0 0,-5 0 0 0 0,0 4 0 0 0,2 5 0 0 0,2-2 0 0 0,-3-2 0 0 0,2-4 0 0 0,1-4 0 0 0,2-3 0 0 0,-3 4 0 0 0,0 5 0 0 0,-3 6 0 0 0,-6 5 0 0 0,1-1 0 0 0,3-5 0 0 0,4 1 0 0 0,4-4 0 0 0,-3 2 0 0 0,1-2 0 0 0,-4-4 0 0 0,0 2 0 0 0,-3 4 0 0 0,1-1 0 0 0,-2 3 0 0 0,1 3 0 0 0,-2 3 0 0 0,3 3 0 0 0,2-3 0 0 0,-1-1 0 0 0,-3 1 0 0 0,0-3 0 0 0,-2 0 0 0 0,2-4 0 0 0,-2-5 0 0 0,3 1 0 0 0,4-2 0 0 0,-2 3 0 0 0,1 3 0 0 0,-2-5 0 0 0,1-1 0 0 0,-2 4 0 0 0,-5 4 0 0 0,3 5 0 0 0,-3 2 0 0 0,3-2 0 0 0,-1-6 0 0 0,3-5 0 0 0,-2-6 0 0 0,2-4 0 0 0,4-2 0 0 0,4-1 0 0 0,-3 4 0 0 0,1 2 0 0 0,-3-6 0 0 0,0-3 0 0 0,2 0 0 0 0,-2-1 0 0 0,0 1 0 0 0,3 1 0 0 0,-2 1 0 0 0,0 0 0 0 0,2 0 0 0 0,-2-4 0 0 0,0-13 0 0 0,3-13 0 0 0,2-12 0 0 0,2-9 0 0 0,7-12 0 0 0,3-5 0 0 0,1-2 0 0 0,-1-4 0 0 0,3 6 0 0 0,1-3 0 0 0,3 2 0 0 0,0-3 0 0 0,3 0 0 0 0,-1 2 0 0 0,-4 2 0 0 0,-3 3 0 0 0,2-3 0 0 0,0-1 0 0 0,3-4 0 0 0,-1-5 0 0 0,3 0 0 0 0,-1 4 0 0 0,2-2 0 0 0,-1-4 0 0 0,-4 2 0 0 0,2-1 0 0 0,-1-4 0 0 0,2 3 0 0 0,5-1 0 0 0,-2-2 0 0 0,-3 3 0 0 0,1-2 0 0 0,-2-1 0 0 0,2 3 0 0 0,-2-1 0 0 0,-2-7 0 0 0,1 1 0 0 0,-1 4 0 0 0,-2 2 0 0 0,2 3 0 0 0,0 1 0 0 0,3-4 0 0 0,4-2 0 0 0,-1 1 0 0 0,2 0 0 0 0,-2 4 0 0 0,-4-2 0 0 0,1-1 0 0 0,-2 1 0 0 0,-3 0 0 0 0,-3-2 0 0 0,3 7 0 0 0,-1 1 0 0 0,-1 3 0 0 0,4-3 0 0 0,4-3 0 0 0,1 0 0 0 0,-4 4 0 0 0,3-3 0 0 0,-2 3 0 0 0,-3-3 0 0 0,-4 2 0 0 0,-2 3 0 0 0,4-3 0 0 0,-1 2 0 0 0,5-3 0 0 0,0-4 0 0 0,3 1 0 0 0,-1 3 0 0 0,-3 5 0 0 0,-3 3 0 0 0,-3 3 0 0 0,-2 2 0 0 0,-3 1 0 0 0,6 1 0 0 0,0 0 0 0 0,0 0 0 0 0,-1 10 0 0 0,-2 14 0 0 0,-1 13 0 0 0,-1 11 0 0 0,0 7 0 0 0,-1 5 0 0 0,-6-3 0 0 0,-1 0 0 0 0,-5 5 0 0 0,-6 8 0 0 0,0 2 0 0 0,4-1 0 0 0,-2-1 0 0 0,3-3 0 0 0,-3-3 0 0 0,2 4 0 0 0,-2 1 0 0 0,2-2 0 0 0,3-1 0 0 0,-2 3 0 0 0,-3 1 0 0 0,0-2 0 0 0,-2 4 0 0 0,-3 5 0 0 0,-4 4 0 0 0,3 0 0 0 0,6 1 0 0 0,-1 2 0 0 0,3-2 0 0 0,-1 0 0 0 0,-4 1 0 0 0,-3-2 0 0 0,1 5 0 0 0,0 4 0 0 0,-2 8 0 0 0,-3 2 0 0 0,4-5 0 0 0,-1 2 0 0 0,0 0 0 0 0,-3-7 0 0 0,4-2 0 0 0,0 0 0 0 0,-1-6 0 0 0,3 4 0 0 0,0 4 0 0 0,-8 2 0 0 0,2-5 0 0 0,-1-1 0 0 0,0 0 0 0 0,4-4 0 0 0,6 0 0 0 0,0 6 0 0 0,-1-1 0 0 0,-4 0 0 0 0,-3-4 0 0 0,-2-7 0 0 0,3 6 0 0 0,0 4 0 0 0,-5 3 0 0 0,1 1 0 0 0,1-3 0 0 0,4-7 0 0 0,2-1 0 0 0,-2-3 0 0 0,-1 0 0 0 0,2 3 0 0 0,1-7 0 0 0,3 1 0 0 0,5-3 0 0 0,0-2 0 0 0,-4-3 0 0 0,2-2 0 0 0,-3-1 0 0 0,2-1 0 0 0,5-1 0 0 0,2 1 0 0 0,-1-1 0 0 0,1 0 0 0 0,-3-4 0 0 0,-1-3 0 0 0,4 1 0 0 0,2 2 0 0 0,-3-4 0 0 0,1-1 0 0 0,-4-3 0 0 0,1 0 0 0 0,2 2 0 0 0,2-7 0 0 0,4-11 0 0 0,7-12 0 0 0,3-8 0 0 0,0-8 0 0 0,5-3 0 0 0,0-3 0 0 0,4-1 0 0 0,5 0 0 0 0,-2 0 0 0 0,-4-5 0 0 0,2 5 0 0 0,-3 2 0 0 0,3 1 0 0 0,2 1 0 0 0,0-1 0 0 0,-4-4 0 0 0,0 2 0 0 0,-1 2 0 0 0,2-5 0 0 0,-1-1 0 0 0,-4 0 0 0 0,2-4 0 0 0,5-6 0 0 0,4-6 0 0 0,4-4 0 0 0,3 2 0 0 0,-4 5 0 0 0,-5 0 0 0 0,-1 4 0 0 0,-4-2 0 0 0,2 3 0 0 0,-3 2 0 0 0,3 0 0 0 0,2-5 0 0 0,0 0 0 0 0,-4-1 0 0 0,-5-4 0 0 0,2 7 0 0 0,-1 1 0 0 0,3-8 0 0 0,5-5 0 0 0,4-5 0 0 0,-2 5 0 0 0,-3 0 0 0 0,-1 5 0 0 0,-2 1 0 0 0,-3-1 0 0 0,-5 3 0 0 0,3-1 0 0 0,0-3 0 0 0,3 9 0 0 0,0 0 0 0 0,-2-2 0 0 0,2 1 0 0 0,0-2 0 0 0,2 2 0 0 0,-1 3 0 0 0,-2-2 0 0 0,-4-4 0 0 0,3-4 0 0 0,-1 2 0 0 0,4 3 0 0 0,-1 5 0 0 0,-2 5 0 0 0,3-3 0 0 0,-2-4 0 0 0,-2 0 0 0 0,-3 1 0 0 0,-2 4 0 0 0,-2 3 0 0 0,4 2 0 0 0,1 2 0 0 0,-1 1 0 0 0,-1 1 0 0 0,4 0 0 0 0,0-1 0 0 0,-2 1 0 0 0,-1 0 0 0 0,3 4 0 0 0,0 3 0 0 0,-1-2 0 0 0,-3 0 0 0 0,-1-2 0 0 0,-2 9 0 0 0,-7 13 0 0 0,-1 12 0 0 0,-6 11 0 0 0,-1 7 0 0 0,2 4 0 0 0,-2-2 0 0 0,-5 5 0 0 0,-4 2 0 0 0,2 5 0 0 0,-1 2 0 0 0,-3-1 0 0 0,3 3 0 0 0,1-6 0 0 0,2 2 0 0 0,0-1 0 0 0,-2-2 0 0 0,-4 4 0 0 0,3 6 0 0 0,5-1 0 0 0,0 4 0 0 0,-3 3 0 0 0,-3-7 0 0 0,-3-1 0 0 0,-3 3 0 0 0,4-1 0 0 0,0 1 0 0 0,0 10 0 0 0,-3 4 0 0 0,0-7 0 0 0,-2-3 0 0 0,4 6 0 0 0,1-2 0 0 0,0 1 0 0 0,-2 6 0 0 0,-1-2 0 0 0,-2-1 0 0 0,0 0 0 0 0,3 1 0 0 0,2 0 0 0 0,0 1 0 0 0,-2 0 0 0 0,-1 5 0 0 0,-2-7 0 0 0,0-5 0 0 0,3 0 0 0 0,2 1 0 0 0,0 1 0 0 0,-2 2 0 0 0,-1-3 0 0 0,-2-2 0 0 0,0 2 0 0 0,3-4 0 0 0,8 1 0 0 0,0 1 0 0 0,-1 2 0 0 0,-3-3 0 0 0,3 1 0 0 0,-2-5 0 0 0,4-4 0 0 0,-1 1 0 0 0,-3 3 0 0 0,3-2 0 0 0,-1-3 0 0 0,-3-3 0 0 0,2-4 0 0 0,6 3 0 0 0,4 5 0 0 0,-2 0 0 0 0,-3 3 0 0 0,1 0 0 0 0,-3-4 0 0 0,2-4 0 0 0,3-3 0 0 0,4-3 0 0 0,3-1 0 0 0,2-1 0 0 0,8-11 0 0 0,7-15 0 0 0,2-12 0 0 0,10-11 0 0 0,-1-8 0 0 0,3-4 0 0 0,0-3 0 0 0,3 0 0 0 0,1-1 0 0 0,-5 1 0 0 0,-1 1 0 0 0,5 0 0 0 0,-1 0 0 0 0,-1-4 0 0 0,5 3 0 0 0,4-2 0 0 0,-6-2 0 0 0,-2 2 0 0 0,5 0 0 0 0,1 2 0 0 0,1-5 0 0 0,5-1 0 0 0,1 2 0 0 0,-2 1 0 0 0,-2 1 0 0 0,-2 2 0 0 0,4 1 0 0 0,0-4 0 0 0,-1-2 0 0 0,3-4 0 0 0,0 4 0 0 0,-1-1 0 0 0,-3 0 0 0 0,-3 2 0 0 0,5 2 0 0 0,5-4 0 0 0,0 0 0 0 0,-1-4 0 0 0,-4 5 0 0 0,-2 4 0 0 0,2-3 0 0 0,6 0 0 0 0,0-4 0 0 0,-3 4 0 0 0,-3 4 0 0 0,3-3 0 0 0,-1-1 0 0 0,-2 6 0 0 0,3-3 0 0 0,4 0 0 0 0,0 1 0 0 0,-2 5 0 0 0,-4-3 0 0 0,-4-1 0 0 0,4-1 0 0 0,-1 1 0 0 0,4-1 0 0 0,-6 2 0 0 0,2-1 0 0 0,-1 6 0 0 0,-6 2 0 0 0,1 0 0 0 0,0-1 0 0 0,1 3 0 0 0,-2 0 0 0 0,1 0 0 0 0,3-3 0 0 0,3 3 0 0 0,-7 0 0 0 0,-3-1 0 0 0,-1 3 0 0 0,-5 0 0 0 0,-2 3 0 0 0,1-1 0 0 0,2 3 0 0 0,3-1 0 0 0,1 2 0 0 0,-4-3 0 0 0,-1-2 0 0 0,2 1 0 0 0,-5 9 0 0 0,-10 12 0 0 0,-7 10 0 0 0,-9 8 0 0 0,-9 1 0 0 0,-2 1 0 0 0,2 3 0 0 0,-2 2 0 0 0,-3-4 0 0 0,2-1 0 0 0,-1 6 0 0 0,-3 4 0 0 0,2 1 0 0 0,0 0 0 0 0,-8 5 0 0 0,2 1 0 0 0,4-1 0 0 0,1-2 0 0 0,0-2 0 0 0,-4-2 0 0 0,4-1 0 0 0,0 5 0 0 0,-7 6 0 0 0,-4 6 0 0 0,3 0 0 0 0,2-8 0 0 0,0 0 0 0 0,-6 2 0 0 0,-2 1 0 0 0,4 1 0 0 0,2 0 0 0 0,2-3 0 0 0,-1-3 0 0 0,5 2 0 0 0,1-1 0 0 0,-1 3 0 0 0,-2 6 0 0 0,-2-2 0 0 0,-2-2 0 0 0,5 1 0 0 0,1-2 0 0 0,-2-3 0 0 0,-1 1 0 0 0,-1 0 0 0 0,4 3 0 0 0,0-2 0 0 0,-1-2 0 0 0,-2-3 0 0 0,4 3 0 0 0,0-1 0 0 0,-1-2 0 0 0,-2 4 0 0 0,-2 4 0 0 0,-2 0 0 0 0,-1-2 0 0 0,5-4 0 0 0,1-4 0 0 0,4-2 0 0 0,2-1 0 0 0,-3-2 0 0 0,3-1 0 0 0,-1 0 0 0 0,3 0 0 0 0,-2-5 0 0 0,-2-1 0 0 0,2 0 0 0 0,-1 1 0 0 0,2 2 0 0 0,0 1 0 0 0,-4 2 0 0 0,3 0 0 0 0,-2-4 0 0 0,4-2 0 0 0,-2-5 0 0 0,3 0 0 0 0,3-9 0 0 0,10-11 0 0 0,10-11 0 0 0,4-8 0 0 0,4-1 0 0 0,6-3 0 0 0,-1-1 0 0 0,0 2 0 0 0,-2 1 0 0 0,0-1 0 0 0,2 2 0 0 0,-2 1 0 0 0,1-2 0 0 0,2-3 0 0 0,2-2 0 0 0,9-1 0 0 0,2-2 0 0 0,2-1 0 0 0,-1 0 0 0 0,-1-1 0 0 0,-1 6 0 0 0,-7 2 0 0 0,-2 5 0 0 0,0 0 0 0 0,0-1 0 0 0,2-3 0 0 0,1 2 0 0 0,1 0 0 0 0,2-2 0 0 0,-1-2 0 0 0,1 3 0 0 0,0 0 0 0 0,0-1 0 0 0,0 3 0 0 0,0-1 0 0 0,0-1 0 0 0,-5-3 0 0 0,-2 4 0 0 0,0-1 0 0 0,-4-1 0 0 0,0 2 0 0 0,2 6 0 0 0,2 0 0 0 0,-2-3 0 0 0,-1-3 0 0 0,2 1 0 0 0,2-1 0 0 0,3-2 0 0 0,1 3 0 0 0,1 0 0 0 0,0-3 0 0 0,-4-1 0 0 0,-1 2 0 0 0,-1 0 0 0 0,2 4 0 0 0,-4-1 0 0 0,-6-2 0 0 0,-10 3 0 0 0,-12 4 0 0 0,-10 5 0 0 0,-8 3 0 0 0,-4 3 0 0 0,-4 3 0 0 0,-1 0 0 0 0,0 1 0 0 0,-5 5 0 0 0,-1 7 0 0 0,0 1 0 0 0,2 4 0 0 0,2-2 0 0 0,2-3 0 0 0,1 1 0 0 0,1-1 0 0 0,0 2 0 0 0,0-2 0 0 0,-4 3 0 0 0,-8 3 0 0 0,4 4 0 0 0,-2 3 0 0 0,1-2 0 0 0,2-6 0 0 0,-3 0 0 0 0,5 1 0 0 0,4 3 0 0 0,-4-1 0 0 0,0-6 0 0 0,0 1 0 0 0,-3 2 0 0 0,-2 4 0 0 0,2 3 0 0 0,2-2 0 0 0,2-6 0 0 0,2 0 0 0 0,-4 3 0 0 0,-6 2 0 0 0,-2 3 0 0 0,8 3 0 0 0,-1-4 0 0 0,1-5 0 0 0,2-2 0 0 0,1 3 0 0 0,1 2 0 0 0,2-2 0 0 0,0 0 0 0 0,5 3 0 0 0,2-3 0 0 0,1 0 0 0 0,-3-3 0 0 0,5 1 0 0 0,-1 2 0 0 0,0-1 0 0 0,2 0 0 0 0,0 3 0 0 0,-2-3 0 0 0,3 1 0 0 0,9-3 0 0 0,7-10 0 0 0,10-5 0 0 0,7-10 0 0 0,8-2 0 0 0,5-5 0 0 0,3-5 0 0 0,-3-5 0 0 0,-1 2 0 0 0,-1 0 0 0 0,8-2 0 0 0,2 4 0 0 0,-5 0 0 0 0,4-2 0 0 0,1-1 0 0 0,-1 2 0 0 0,0 0 0 0 0,-1 4 0 0 0,-1 0 0 0 0,0-3 0 0 0,-1 3 0 0 0,0-1 0 0 0,4-3 0 0 0,3-2 0 0 0,-1 2 0 0 0,-1 0 0 0 0,4-1 0 0 0,-5-3 0 0 0,2 4 0 0 0,0 5 0 0 0,-6 1 0 0 0,2-3 0 0 0,5-8 0 0 0,3 0 0 0 0,4 0 0 0 0,-6-1 0 0 0,2-1 0 0 0,-2 4 0 0 0,-7 2 0 0 0,2-1 0 0 0,-1-2 0 0 0,6 4 0 0 0,1 1 0 0 0,-7-3 0 0 0,-3 5 0 0 0,-1-2 0 0 0,-2 5 0 0 0,-4-2 0 0 0,-1-2 0 0 0,1 2 0 0 0,2 4 0 0 0,1-1 0 0 0,-3-3 0 0 0,0 2 0 0 0,-4-2 0 0 0,-1 2 0 0 0,3 4 0 0 0,-3-2 0 0 0,1-3 0 0 0,3 2 0 0 0,-3-3 0 0 0,-10 2 0 0 0,-11 4 0 0 0,-11 3 0 0 0,-8 5 0 0 0,-6 1 0 0 0,-4 3 0 0 0,-2 0 0 0 0,0 0 0 0 0,0 1 0 0 0,1 0 0 0 0,0 5 0 0 0,0 1 0 0 0,1 5 0 0 0,0 1 0 0 0,0 2 0 0 0,0 0 0 0 0,0-3 0 0 0,1-4 0 0 0,-1 2 0 0 0,0 0 0 0 0,0 3 0 0 0,-5-1 0 0 0,-7-2 0 0 0,-1 2 0 0 0,1 5 0 0 0,-2 4 0 0 0,1-1 0 0 0,3 1 0 0 0,3-3 0 0 0,3 1 0 0 0,-4 2 0 0 0,1 3 0 0 0,1-3 0 0 0,-4-4 0 0 0,-6-1 0 0 0,1 3 0 0 0,3 3 0 0 0,2-2 0 0 0,5 1 0 0 0,-4-4 0 0 0,-4 2 0 0 0,4 1 0 0 0,0 4 0 0 0,-5 2 0 0 0,-5-2 0 0 0,-4-1 0 0 0,6 1 0 0 0,2 2 0 0 0,3 1 0 0 0,3-3 0 0 0,-1-6 0 0 0,0-1 0 0 0,3 2 0 0 0,2-2 0 0 0,2 1 0 0 0,-4-3 0 0 0,0 2 0 0 0,0 3 0 0 0,-3-2 0 0 0,0 2 0 0 0,2-4 0 0 0,7 2 0 0 0,4-3 0 0 0,1-3 0 0 0,6 1 0 0 0,1-2 0 0 0,9-2 0 0 0,6-9 0 0 0,10-9 0 0 0,9-3 0 0 0,7 1 0 0 0,0-4 0 0 0,2-4 0 0 0,2 2 0 0 0,8-8 0 0 0,3 1 0 0 0,0-1 0 0 0,6-1 0 0 0,-1-2 0 0 0,0-1 0 0 0,-3 5 0 0 0,-3 0 0 0 0,-2 0 0 0 0,5-2 0 0 0,0 4 0 0 0,-1 0 0 0 0,4-1 0 0 0,0-2 0 0 0,4-2 0 0 0,4-2 0 0 0,5-1 0 0 0,3 0 0 0 0,-2-1 0 0 0,-1-1 0 0 0,2 6 0 0 0,-4 2 0 0 0,-6-5 0 0 0,1 1 0 0 0,2 1 0 0 0,8 0 0 0 0,-5-1 0 0 0,-1-1 0 0 0,2 0 0 0 0,1-2 0 0 0,-2 1 0 0 0,-6-1 0 0 0,-4 5 0 0 0,0 2 0 0 0,-1 0 0 0 0,2 3 0 0 0,-5 1 0 0 0,-5-2 0 0 0,-2-2 0 0 0,-1 3 0 0 0,-1-1 0 0 0,0 5 0 0 0,-4-2 0 0 0,-2 4 0 0 0,0 3 0 0 0,-3 0 0 0 0,0-4 0 0 0,-3-5 0 0 0,0 2 0 0 0,3 3 0 0 0,-2 0 0 0 0,-5-3 0 0 0,-8 2 0 0 0,-12 4 0 0 0,-9 4 0 0 0,-7 3 0 0 0,-6 4 0 0 0,-2 1 0 0 0,-6 1 0 0 0,-3 1 0 0 0,-5-1 0 0 0,0 1 0 0 0,3 0 0 0 0,-3-1 0 0 0,-3 0 0 0 0,1 0 0 0 0,3 6 0 0 0,-2 1 0 0 0,-3-1 0 0 0,-3 5 0 0 0,1 0 0 0 0,-1 3 0 0 0,3-1 0 0 0,0 4 0 0 0,2-3 0 0 0,5 3 0 0 0,-2 3 0 0 0,-4-1 0 0 0,-8-5 0 0 0,-2 1 0 0 0,0-2 0 0 0,4 2 0 0 0,7 4 0 0 0,-1-2 0 0 0,-1 2 0 0 0,-4 3 0 0 0,-2-3 0 0 0,2-4 0 0 0,5 1 0 0 0,-5 2 0 0 0,1 4 0 0 0,0-2 0 0 0,-3 1 0 0 0,3 2 0 0 0,0-3 0 0 0,-2-5 0 0 0,9 1 0 0 0,1-3 0 0 0,-2 1 0 0 0,1 5 0 0 0,-2 3 0 0 0,-4-2 0 0 0,2-3 0 0 0,-1-1 0 0 0,2-2 0 0 0,5 1 0 0 0,-2 4 0 0 0,3-2 0 0 0,2 2 0 0 0,-2-3 0 0 0,1-3 0 0 0,2 0 0 0 0,2-1 0 0 0,3-3 0 0 0,1 2 0 0 0,-4 5 0 0 0,-1-1 0 0 0,1-2 0 0 0,2-4 0 0 0,0 2 0 0 0,3-1 0 0 0,0 3 0 0 0,1-1 0 0 0,0-2 0 0 0,6 2 0 0 0,12 0 0 0 0,13-3 0 0 0,12-3 0 0 0,10-2 0 0 0,6-2 0 0 0,3-2 0 0 0,2 0 0 0 0,6 0 0 0 0,1-1 0 0 0,-1-4 0 0 0,4-3 0 0 0,5-4 0 0 0,-1 0 0 0 0,-3 1 0 0 0,2 3 0 0 0,3-2 0 0 0,-1 0 0 0 0,7 2 0 0 0,4 3 0 0 0,8 1 0 0 0,-2 2 0 0 0,-1-4 0 0 0,3-1 0 0 0,-4 1 0 0 0,-2-4 0 0 0,-1 0 0 0 0,-5 1 0 0 0,3 3 0 0 0,-3-4 0 0 0,5 1 0 0 0,3 1 0 0 0,-4-3 0 0 0,-2 1 0 0 0,1 1 0 0 0,-6 3 0 0 0,6-3 0 0 0,2 0 0 0 0,2 1 0 0 0,1-2 0 0 0,-6-1 0 0 0,-1 3 0 0 0,0 2 0 0 0,1 2 0 0 0,-4 2 0 0 0,-6 1 0 0 0,-5-5 0 0 0,-5 0 0 0 0,-4-1 0 0 0,-1 3 0 0 0,-2-5 0 0 0,0 0 0 0 0,0 1 0 0 0,-1 2 0 0 0,-9 3 0 0 0,-14 0 0 0 0,-13 2 0 0 0,-11 1 0 0 0,-7 0 0 0 0,-5 1 0 0 0,-3-1 0 0 0,0 1 0 0 0,0-1 0 0 0,-1 0 0 0 0,2 0 0 0 0,0 0 0 0 0,1 0 0 0 0,-6 0 0 0 0,0 0 0 0 0,-6 0 0 0 0,0 0 0 0 0,2 0 0 0 0,-3 0 0 0 0,1 0 0 0 0,-8 5 0 0 0,-5 2 0 0 0,1 0 0 0 0,-6-2 0 0 0,-3 4 0 0 0,5 1 0 0 0,-5-2 0 0 0,0-3 0 0 0,-1-1 0 0 0,0 4 0 0 0,-4 0 0 0 0,5-2 0 0 0,-9 0 0 0 0,-2-3 0 0 0,2-1 0 0 0,-3-1 0 0 0,-5-1 0 0 0,8 5 0 0 0,4 2 0 0 0,-1-1 0 0 0,-5-1 0 0 0,1 4 0 0 0,-4 0 0 0 0,1-1 0 0 0,-1-2 0 0 0,1 3 0 0 0,-1 0 0 0 0,6-1 0 0 0,-4 2 0 0 0,-1 1 0 0 0,3-2 0 0 0,3 2 0 0 0,-2 0 0 0 0,7-2 0 0 0,3-3 0 0 0,-3 3 0 0 0,0 0 0 0 0,5-1 0 0 0,2-3 0 0 0,2-2 0 0 0,4 5 0 0 0,7-1 0 0 0,0 0 0 0 0,3 3 0 0 0,-2 1 0 0 0,-4 3 0 0 0,2-1 0 0 0,-2-2 0 0 0,7 2 0 0 0,6-2 0 0 0,3-2 0 0 0,3-2 0 0 0,0 2 0 0 0,1 0 0 0 0,11-2 0 0 0,12-2 0 0 0,14-1 0 0 0,10-2 0 0 0,8-2 0 0 0,9 0 0 0 0,10 0 0 0 0,2 0 0 0 0,-2-6 0 0 0,2-1 0 0 0,4 0 0 0 0,4-4 0 0 0,-3 0 0 0 0,0-3 0 0 0,3-5 0 0 0,1 1 0 0 0,-2-1 0 0 0,-1 1 0 0 0,1 5 0 0 0,8 0 0 0 0,3-5 0 0 0,1 2 0 0 0,5-2 0 0 0,2-3 0 0 0,3 2 0 0 0,-1-1 0 0 0,4-2 0 0 0,2 2 0 0 0,0 0 0 0 0,0-3 0 0 0,-2 4 0 0 0,1 4 0 0 0,-3 0 0 0 0,7 2 0 0 0,4-2 0 0 0,-1-3 0 0 0,-6-5 0 0 0,-1 3 0 0 0,-3-1 0 0 0,-5 3 0 0 0,2-1 0 0 0,4-2 0 0 0,-2 2 0 0 0,3 0 0 0 0,-7 2 0 0 0,-5 5 0 0 0,-4 4 0 0 0,-2-2 0 0 0,-1-5 0 0 0,1 1 0 0 0,-1-3 0 0 0,-5 2 0 0 0,-6 3 0 0 0,-2-1 0 0 0,-3 1 0 0 0,2-3 0 0 0,-3 2 0 0 0,3-2 0 0 0,4 0 0 0 0,3 4 0 0 0,-1 4 0 0 0,-10-3 0 0 0,-7 1 0 0 0,-4 1 0 0 0,-7-2 0 0 0,-3 0 0 0 0,1 1 0 0 0,-10 3 0 0 0,-10 3 0 0 0,-13 1 0 0 0,-8 1 0 0 0,-7 1 0 0 0,-4 0 0 0 0,-7 0 0 0 0,-9 1 0 0 0,0-1 0 0 0,-4 0 0 0 0,1 1 0 0 0,-1-1 0 0 0,3 0 0 0 0,4 0 0 0 0,-7 5 0 0 0,-5 2 0 0 0,2 0 0 0 0,-1 3 0 0 0,-2 1 0 0 0,4 3 0 0 0,0 0 0 0 0,-7-3 0 0 0,-4 2 0 0 0,-1-2 0 0 0,-6 4 0 0 0,-2 3 0 0 0,7 0 0 0 0,-2-4 0 0 0,6-4 0 0 0,-3 1 0 0 0,-12-1 0 0 0,3 3 0 0 0,2 5 0 0 0,-2-1 0 0 0,1 1 0 0 0,2-1 0 0 0,3 1 0 0 0,-3 3 0 0 0,4-3 0 0 0,-1 2 0 0 0,0-3 0 0 0,6-4 0 0 0,-3 0 0 0 0,0 4 0 0 0,0 4 0 0 0,0-1 0 0 0,1 0 0 0 0,6-2 0 0 0,1 0 0 0 0,1 3 0 0 0,-1-2 0 0 0,-2 1 0 0 0,-1-4 0 0 0,-1 2 0 0 0,-1 2 0 0 0,4-2 0 0 0,8 2 0 0 0,0-4 0 0 0,5 2 0 0 0,3-3 0 0 0,4-3 0 0 0,3-5 0 0 0,3 3 0 0 0,0 4 0 0 0,1 0 0 0 0,0-2 0 0 0,-1-4 0 0 0,7 3 0 0 0,0 4 0 0 0,0 5 0 0 0,4 4 0 0 0,11-1 0 0 0,11 0 0 0 0,12-4 0 0 0,8-5 0 0 0,5-5 0 0 0,4-4 0 0 0,2-3 0 0 0,0-1 0 0 0,0-2 0 0 0,0 0 0 0 0,-1 0 0 0 0,-1 0 0 0 0,6 1 0 0 0,6-1 0 0 0,7 1 0 0 0,5 0 0 0 0,-2 0 0 0 0,1 0 0 0 0,2 0 0 0 0,-4 0 0 0 0,1 0 0 0 0,0 0 0 0 0,3 0 0 0 0,-3 0 0 0 0,5 0 0 0 0,-3 0 0 0 0,1 0 0 0 0,1 0 0 0 0,-4 0 0 0 0,5 0 0 0 0,2 0 0 0 0,-3-5 0 0 0,0-2 0 0 0,-6 0 0 0 0,0 2 0 0 0,1 1 0 0 0,-3 2 0 0 0,1-5 0 0 0,3 0 0 0 0,-4 0 0 0 0,2 2 0 0 0,-3 2 0 0 0,0-5 0 0 0,3 0 0 0 0,4 1 0 0 0,2 2 0 0 0,-3 1 0 0 0,-6 2 0 0 0,0 1 0 0 0,-3 1 0 0 0,-9-5 0 0 0,-1-2 0 0 0,0 1 0 0 0,-2 1 0 0 0,0 1 0 0 0,-1-3 0 0 0,-1-1 0 0 0,0 1 0 0 0,-1 1 0 0 0,1-2 0 0 0,0-1 0 0 0,-11 1 0 0 0,-14 2 0 0 0,-13 3 0 0 0,-11 1 0 0 0,-7 1 0 0 0,-5 0 0 0 0,-2 2 0 0 0,-2-1 0 0 0,1 0 0 0 0,0 1 0 0 0,-5-1 0 0 0,-1 0 0 0 0,1 0 0 0 0,-4 0 0 0 0,1 0 0 0 0,1 0 0 0 0,3 0 0 0 0,2 6 0 0 0,-4 0 0 0 0,0 1 0 0 0,-3-2 0 0 0,-7-1 0 0 0,2 4 0 0 0,-3 0 0 0 0,-3-1 0 0 0,2 4 0 0 0,-1-1 0 0 0,4-1 0 0 0,-1-2 0 0 0,-8 2 0 0 0,1 0 0 0 0,4-1 0 0 0,1-3 0 0 0,4-1 0 0 0,-1-2 0 0 0,-3-2 0 0 0,3 0 0 0 0,4 5 0 0 0,3 2 0 0 0,0-1 0 0 0,-5-1 0 0 0,6 4 0 0 0,-1 0 0 0 0,1-1 0 0 0,3 3 0 0 0,2 0 0 0 0,1-2 0 0 0,2-3 0 0 0,-4-2 0 0 0,-2-2 0 0 0,1-1 0 0 0,7 4 0 0 0,2 2 0 0 0,2-1 0 0 0,0 4 0 0 0,-2 1 0 0 0,5 3 0 0 0,1-1 0 0 0,9-2 0 0 0,12 2 0 0 0,12-1 0 0 0,9-3 0 0 0,6-3 0 0 0,4-2 0 0 0,3-2 0 0 0,0-1 0 0 0,0-1 0 0 0,0-1 0 0 0,-1 1 0 0 0,0-1 0 0 0,-1 1 0 0 0,0 0 0 0 0,0-1 0 0 0,5 1 0 0 0,1 0 0 0 0,1 0 0 0 0,3 0 0 0 0,11 0 0 0 0,2 0 0 0 0,-3-5 0 0 0,5-2 0 0 0,-1 0 0 0 0,-5 2 0 0 0,-1 1 0 0 0,2 2 0 0 0,4-5 0 0 0,1 0 0 0 0,3 0 0 0 0,1-3 0 0 0,2-1 0 0 0,-6 3 0 0 0,0-4 0 0 0,4 1 0 0 0,-1 2 0 0 0,-1-3 0 0 0,5 2 0 0 0,8-4 0 0 0,-2 0 0 0 0,-4 4 0 0 0,-1-3 0 0 0,-7 2 0 0 0,-3 2 0 0 0,-4 2 0 0 0,-7 4 0 0 0,1 1 0 0 0,-8-4 0 0 0,1-1 0 0 0,5 1 0 0 0,5-4 0 0 0,0-1 0 0 0,3-2 0 0 0,-2-1 0 0 0,-5 4 0 0 0,-3 2 0 0 0,-4 3 0 0 0,-2-3 0 0 0,-3 0 0 0 0,-5-4 0 0 0,-3 0 0 0 0,-5-3 0 0 0,-11 1 0 0 0,-11-2 0 0 0,-11 1 0 0 0,-8 3 0 0 0,-5 4 0 0 0,-4 4 0 0 0,-1-4 0 0 0,0 0 0 0 0,0 2 0 0 0,1 1 0 0 0,0 2 0 0 0,0 1 0 0 0,1 2 0 0 0,0-1 0 0 0,0 2 0 0 0,1-1 0 0 0,-1 0 0 0 0,-5 1 0 0 0,-2-1 0 0 0,1 0 0 0 0,-5 0 0 0 0,1 0 0 0 0,-4 0 0 0 0,-5 0 0 0 0,-4 0 0 0 0,2 0 0 0 0,-1 0 0 0 0,3 0 0 0 0,1 0 0 0 0,-4 0 0 0 0,4 0 0 0 0,-1 0 0 0 0,2 0 0 0 0,0 0 0 0 0,-3 5 0 0 0,2 2 0 0 0,-2 0 0 0 0,4-2 0 0 0,-1 4 0 0 0,-4 1 0 0 0,3-3 0 0 0,-1-1 0 0 0,-3 3 0 0 0,-2 1 0 0 0,-8 2 0 0 0,1 1 0 0 0,1-3 0 0 0,6 3 0 0 0,2-2 0 0 0,4-1 0 0 0,5-4 0 0 0,1-2 0 0 0,-5-2 0 0 0,3-1 0 0 0,-3-2 0 0 0,-4 6 0 0 0,-3 2 0 0 0,3 4 0 0 0,4 1 0 0 0,6-2 0 0 0,4-2 0 0 0,-1 2 0 0 0,0 0 0 0 0,2-2 0 0 0,1-3 0 0 0,3-1 0 0 0,6 3 0 0 0,2 1 0 0 0,-4-2 0 0 0,-3-1 0 0 0,-2-1 0 0 0,1-2 0 0 0,0-1 0 0 0,0-1 0 0 0,12 0 0 0 0,14-1 0 0 0,14 1 0 0 0,10 0 0 0 0,8 0 0 0 0,5-1 0 0 0,-2-4 0 0 0,-2-2 0 0 0,7 0 0 0 0,1 2 0 0 0,2-4 0 0 0,-1 0 0 0 0,-1 1 0 0 0,4-3 0 0 0,1 0 0 0 0,-1-3 0 0 0,-2 1 0 0 0,-1 2 0 0 0,3 3 0 0 0,6-1 0 0 0,1-1 0 0 0,3-3 0 0 0,-1 1 0 0 0,6-3 0 0 0,1 1 0 0 0,-5-3 0 0 0,6 3 0 0 0,9-3 0 0 0,4-3 0 0 0,1 2 0 0 0,-1 3 0 0 0,4 0 0 0 0,-5 2 0 0 0,-4-2 0 0 0,4-3 0 0 0,0-5 0 0 0,0 2 0 0 0,-1 0 0 0 0,3-2 0 0 0,7-3 0 0 0,-5 3 0 0 0,1 1 0 0 0,-6 4 0 0 0,-4-1 0 0 0,-2 4 0 0 0,-6-2 0 0 0,3-2 0 0 0,8-4 0 0 0,9-3 0 0 0,2-3 0 0 0,4 5 0 0 0,-7 0 0 0 0,-4-1 0 0 0,-5-1 0 0 0,-2-2 0 0 0,-6-1 0 0 0,-8 5 0 0 0,-1 5 0 0 0,-4 2 0 0 0,-3 3 0 0 0,1-1 0 0 0,0-3 0 0 0,-3-4 0 0 0,-2 2 0 0 0,-2 4 0 0 0,4 0 0 0 0,-5-3 0 0 0,-3 2 0 0 0,5-1 0 0 0,1 2 0 0 0,-6-2 0 0 0,3 3 0 0 0,1-1 0 0 0,-5-4 0 0 0,-3 2 0 0 0,0 4 0 0 0,-5-1 0 0 0,-5-3 0 0 0,-1 1 0 0 0,-3-1 0 0 0,-3-3 0 0 0,-3-3 0 0 0,-3-3 0 0 0,-7 3 0 0 0,-8 0 0 0 0,-8 5 0 0 0,-5 6 0 0 0,-3 4 0 0 0,-3 4 0 0 0,-1 3 0 0 0,-1 2 0 0 0,1-5 0 0 0,0-1 0 0 0,0 1 0 0 0,1 0 0 0 0,0 2 0 0 0,-5 1 0 0 0,-2 1 0 0 0,-5-5 0 0 0,0-1 0 0 0,2 1 0 0 0,-8 1 0 0 0,-6 1 0 0 0,1 2 0 0 0,-6 1 0 0 0,-3 0 0 0 0,4 1 0 0 0,1 1 0 0 0,5-1 0 0 0,-3 0 0 0 0,-4 1 0 0 0,-1-1 0 0 0,-2 0 0 0 0,1 0 0 0 0,-1 0 0 0 0,1 0 0 0 0,-1 5 0 0 0,1 2 0 0 0,0 0 0 0 0,-5 3 0 0 0,4 1 0 0 0,2-2 0 0 0,-5 3 0 0 0,4-1 0 0 0,3-2 0 0 0,-6-2 0 0 0,4-3 0 0 0,2 3 0 0 0,5 1 0 0 0,2 4 0 0 0,-2 0 0 0 0,5 3 0 0 0,-1-1 0 0 0,-3 3 0 0 0,4-3 0 0 0,-2-2 0 0 0,-1 1 0 0 0,1-1 0 0 0,1 2 0 0 0,2-1 0 0 0,5-3 0 0 0,4-2 0 0 0,-2 1 0 0 0,-4 6 0 0 0,0-1 0 0 0,3-2 0 0 0,2 2 0 0 0,4-2 0 0 0,3-2 0 0 0,1 2 0 0 0,1-1 0 0 0,0 3 0 0 0,1-1 0 0 0,0 2 0 0 0,-1 0 0 0 0,11-4 0 0 0,14-4 0 0 0,13-2 0 0 0,11-3 0 0 0,7-1 0 0 0,5-1 0 0 0,3 0 0 0 0,0-1 0 0 0,1 0 0 0 0,4 1 0 0 0,7-1 0 0 0,0-4 0 0 0,-2-2 0 0 0,-2 0 0 0 0,-4-3 0 0 0,2-1 0 0 0,6 2 0 0 0,0-3 0 0 0,3 1 0 0 0,-2 2 0 0 0,-3 2 0 0 0,7 3 0 0 0,5 2 0 0 0,-1-4 0 0 0,0-1 0 0 0,-3 1 0 0 0,5 1 0 0 0,3-3 0 0 0,3-1 0 0 0,1 1 0 0 0,5-3 0 0 0,-3 0 0 0 0,-3 3 0 0 0,5 1 0 0 0,-5-2 0 0 0,3 0 0 0 0,2 1 0 0 0,-1-2 0 0 0,-7-1 0 0 0,4 3 0 0 0,-5 1 0 0 0,-1-2 0 0 0,-6 0 0 0 0,5 2 0 0 0,3 1 0 0 0,2 3 0 0 0,2 1 0 0 0,-6 1 0 0 0,-1-4 0 0 0,-6-2 0 0 0,0 1 0 0 0,-3 1 0 0 0,-5-4 0 0 0,1 0 0 0 0,-2 1 0 0 0,4 2 0 0 0,-2 3 0 0 0,-8-5 0 0 0,1 0 0 0 0,0 1 0 0 0,-2 2 0 0 0,-1 2 0 0 0,-1 1 0 0 0,0 1 0 0 0,-1 1 0 0 0,-11 0 0 0 0,-14 0 0 0 0,-13 0 0 0 0,-11 1 0 0 0,-7-1 0 0 0,-5 0 0 0 0,-3 0 0 0 0,-5 0 0 0 0,-3 0 0 0 0,2 0 0 0 0,1 0 0 0 0,2 0 0 0 0,-3 0 0 0 0,0 0 0 0 0,1 0 0 0 0,-4 0 0 0 0,1 0 0 0 0,-4 0 0 0 0,-9 0 0 0 0,-2 0 0 0 0,0 0 0 0 0,-3 0 0 0 0,5 0 0 0 0,-5 0 0 0 0,2 0 0 0 0,-4 0 0 0 0,-8 0 0 0 0,2 5 0 0 0,3 2 0 0 0,-4 0 0 0 0,-1-2 0 0 0,-4-1 0 0 0,-6-1 0 0 0,1-2 0 0 0,-3-1 0 0 0,2 0 0 0 0,4 0 0 0 0,0 0 0 0 0,1 0 0 0 0,3-1 0 0 0,-2 1 0 0 0,-5 5 0 0 0,7 2 0 0 0,-2 0 0 0 0,2-2 0 0 0,3-1 0 0 0,-4-2 0 0 0,6 0 0 0 0,4-2 0 0 0,1 0 0 0 0,7 0 0 0 0,-4 0 0 0 0,-3-1 0 0 0,5 1 0 0 0,0 0 0 0 0,5 5 0 0 0,1 2 0 0 0,3 0 0 0 0,5-2 0 0 0,4-1 0 0 0,3-2 0 0 0,-2 0 0 0 0,-1 3 0 0 0,1 2 0 0 0,2 0 0 0 0,1-2 0 0 0,1-2 0 0 0,2-1 0 0 0,10 0 0 0 0,15-2 0 0 0,13 0 0 0 0,11 0 0 0 0,8-1 0 0 0,4 1 0 0 0,8 0 0 0 0,2 0 0 0 0,0 0 0 0 0,-1 0 0 0 0,-3-1 0 0 0,4 1 0 0 0,10 1 0 0 0,2-1 0 0 0,8 0 0 0 0,4 0 0 0 0,-3 0 0 0 0,-2 0 0 0 0,0 0 0 0 0,5 0 0 0 0,8 0 0 0 0,7 0 0 0 0,0 0 0 0 0,-1 0 0 0 0,5 0 0 0 0,0 0 0 0 0,2 0 0 0 0,6 0 0 0 0,0 0 0 0 0,4 0 0 0 0,-3 0 0 0 0,-2 0 0 0 0,0 0 0 0 0,5 0 0 0 0,8 0 0 0 0,-3 0 0 0 0,2 0 0 0 0,5-6 0 0 0,-11-1 0 0 0,0 1 0 0 0,4 0 0 0 0,1 3 0 0 0,-2-5 0 0 0,0 0 0 0 0,-3 1 0 0 0,-7 1 0 0 0,-2 3 0 0 0,4-5 0 0 0,3 0 0 0 0,-4 1 0 0 0,-2 2 0 0 0,0-4 0 0 0,-9 1 0 0 0,-4 0 0 0 0,-2 2 0 0 0,-5-3 0 0 0,-2 0 0 0 0,2 2 0 0 0,-4 1 0 0 0,-3-3 0 0 0,-1 0 0 0 0,-6 2 0 0 0,-1 1 0 0 0,-5 3 0 0 0,0-4 0 0 0,3-1 0 0 0,2 1 0 0 0,-2-3 0 0 0,-4-1 0 0 0,-5 3 0 0 0,-5 1 0 0 0,-3 3 0 0 0,-2 2 0 0 0,-2 1 0 0 0,0 1 0 0 0,-5-5 0 0 0,-7-7 0 0 0,-12-1 0 0 0,-12 1 0 0 0,-11 3 0 0 0,-7 3 0 0 0,-5 3 0 0 0,-2 1 0 0 0,-2 2 0 0 0,-6 0 0 0 0,-1 0 0 0 0,-4 1 0 0 0,0-6 0 0 0,-4-1 0 0 0,-3-1 0 0 0,2 2 0 0 0,-2 1 0 0 0,-8 2 0 0 0,2 1 0 0 0,-1 0 0 0 0,-6 1 0 0 0,-3 0 0 0 0,5 1 0 0 0,-2-1 0 0 0,-2 0 0 0 0,1 0 0 0 0,0 0 0 0 0,-4 1 0 0 0,-6-1 0 0 0,4 0 0 0 0,-1 0 0 0 0,-9 0 0 0 0,3 0 0 0 0,0-1 0 0 0,-9 1 0 0 0,7 0 0 0 0,0 0 0 0 0,-2 0 0 0 0,3 0 0 0 0,-7 0 0 0 0,2 0 0 0 0,4 0 0 0 0,-1 0 0 0 0,-1 0 0 0 0,8 0 0 0 0,0 6 0 0 0,-2 1 0 0 0,-5-1 0 0 0,2 0 0 0 0,-2 3 0 0 0,2 0 0 0 0,5-1 0 0 0,-2-2 0 0 0,8-2 0 0 0,-1-2 0 0 0,-4-1 0 0 0,4 4 0 0 0,0 2 0 0 0,5-1 0 0 0,3-1 0 0 0,2-1 0 0 0,-5 3 0 0 0,-2 1 0 0 0,5-1 0 0 0,2-2 0 0 0,6-1 0 0 0,2 3 0 0 0,-2 1 0 0 0,-1-1 0 0 0,2-2 0 0 0,6-1 0 0 0,-1 3 0 0 0,-2 1 0 0 0,2-1 0 0 0,3-2 0 0 0,5-1 0 0 0,3-2 0 0 0,2-1 0 0 0,8 4 0 0 0,2 2 0 0 0,0-1 0 0 0,0-1 0 0 0,8-1 0 0 0,13-2 0 0 0,11-6 0 0 0,10-8 0 0 0,13-2 0 0 0,6 2 0 0 0,7-2 0 0 0,1 0 0 0 0,-1-2 0 0 0,-3 2 0 0 0,1-2 0 0 0,5 1 0 0 0,5 4 0 0 0,-2-2 0 0 0,-4 2 0 0 0,7-3 0 0 0,-2 1 0 0 0,2-3 0 0 0,8 2 0 0 0,-2-2 0 0 0,5 1 0 0 0,-4 4 0 0 0,0 3 0 0 0,-1-2 0 0 0,0 1 0 0 0,7-3 0 0 0,6-1 0 0 0,8-2 0 0 0,-5 1 0 0 0,1-2 0 0 0,2-4 0 0 0,0 2 0 0 0,1-2 0 0 0,4-2 0 0 0,3 2 0 0 0,-8 0 0 0 0,-2 2 0 0 0,8 0 0 0 0,-5 3 0 0 0,4 4 0 0 0,5-2 0 0 0,-3-3 0 0 0,-11 0 0 0 0,-1-1 0 0 0,1-4 0 0 0,0 1 0 0 0,2 0 0 0 0,0-2 0 0 0,1 2 0 0 0,-6 0 0 0 0,-5 3 0 0 0,-4-1 0 0 0,-1 2 0 0 0,0 5 0 0 0,-1-1 0 0 0,-5-5 0 0 0,-7 2 0 0 0,-1-3 0 0 0,-3 2 0 0 0,2-1 0 0 0,2-4 0 0 0,5 3 0 0 0,-2 4 0 0 0,-10-2 0 0 0,-6 3 0 0 0,1-1 0 0 0,0-5 0 0 0,-1 2 0 0 0,-1 3 0 0 0,-7-1 0 0 0,-2 3 0 0 0,-1-3 0 0 0,-3-4 0 0 0,-7-4 0 0 0,-10 3 0 0 0,-11 3 0 0 0,-4 1 0 0 0,-6 2 0 0 0,-5 4 0 0 0,-4 3 0 0 0,-3 4 0 0 0,-2 1 0 0 0,0 2 0 0 0,-7 0 0 0 0,-6-4 0 0 0,-6-3 0 0 0,-6 1 0 0 0,2 1 0 0 0,0 2 0 0 0,-7 1 0 0 0,-9 1 0 0 0,2 0 0 0 0,3 1 0 0 0,-4 0 0 0 0,-1 0 0 0 0,2 1 0 0 0,-4-1 0 0 0,0 0 0 0 0,2 0 0 0 0,2 0 0 0 0,-3 0 0 0 0,-5 0 0 0 0,0 0 0 0 0,-9 0 0 0 0,-4 0 0 0 0,6 0 0 0 0,3 0 0 0 0,-7 0 0 0 0,-4 0 0 0 0,3 0 0 0 0,-4 0 0 0 0,-3 0 0 0 0,10 0 0 0 0,-2 0 0 0 0,-2 0 0 0 0,5 0 0 0 0,-1 0 0 0 0,-5 0 0 0 0,-4 5 0 0 0,8 2 0 0 0,5 0 0 0 0,4-2 0 0 0,0 5 0 0 0,-3-1 0 0 0,-3 4 0 0 0,7 0 0 0 0,6-3 0 0 0,-1-2 0 0 0,1-3 0 0 0,3-3 0 0 0,-4-1 0 0 0,0 5 0 0 0,1 0 0 0 0,8 0 0 0 0,4 4 0 0 0,-4 1 0 0 0,-3 2 0 0 0,6 1 0 0 0,2-3 0 0 0,5 2 0 0 0,6-2 0 0 0,1-1 0 0 0,3 1 0 0 0,2 0 0 0 0,-1-2 0 0 0,0 2 0 0 0,3 0 0 0 0,2-3 0 0 0,1-2 0 0 0,8 3 0 0 0,3 0 0 0 0,-1-1 0 0 0,5 2 0 0 0,1 1 0 0 0,8-3 0 0 0,6 4 0 0 0,10-1 0 0 0,8-3 0 0 0,8-1 0 0 0,6-4 0 0 0,3 0 0 0 0,1-3 0 0 0,2 0 0 0 0,-1 0 0 0 0,1-1 0 0 0,-1 1 0 0 0,-1 0 0 0 0,1-1 0 0 0,-1 1 0 0 0,5 0 0 0 0,2 0 0 0 0,-1 0 0 0 0,10 0 0 0 0,1 0 0 0 0,-1 0 0 0 0,-5 0 0 0 0,8 0 0 0 0,4-5 0 0 0,5-2 0 0 0,2 0 0 0 0,7 2 0 0 0,-4-4 0 0 0,4 0 0 0 0,6 1 0 0 0,1 2 0 0 0,3 2 0 0 0,4 2 0 0 0,-1-4 0 0 0,-5-2 0 0 0,2 2 0 0 0,-3 1 0 0 0,2 2 0 0 0,4 1 0 0 0,3-5 0 0 0,3 0 0 0 0,3 0 0 0 0,-3 2 0 0 0,-7 2 0 0 0,5 1 0 0 0,3 1 0 0 0,-2 0 0 0 0,-1-4 0 0 0,-4-1 0 0 0,0-1 0 0 0,2 2 0 0 0,2 2 0 0 0,-2 0 0 0 0,0 2 0 0 0,2 1 0 0 0,-9 0 0 0 0,-1 0 0 0 0,3-5 0 0 0,-8-2 0 0 0,1 1 0 0 0,4 1 0 0 0,-6 1 0 0 0,-4 2 0 0 0,-8 0 0 0 0,3 2 0 0 0,6-5 0 0 0,-3-2 0 0 0,-7 1 0 0 0,4 0 0 0 0,1 3 0 0 0,0 1 0 0 0,-3 1 0 0 0,-8 0 0 0 0,-7 1 0 0 0,-5 0 0 0 0,-4 1 0 0 0,-2-1 0 0 0,-2 0 0 0 0,0 0 0 0 0,-1 0 0 0 0,-4-5 0 0 0,-2-2 0 0 0,0 1 0 0 0,-8 0 0 0 0,-13 2 0 0 0,-11 2 0 0 0,-10 1 0 0 0,-7 0 0 0 0,-3 1 0 0 0,-4 0 0 0 0,0 1 0 0 0,0-1 0 0 0,0 0 0 0 0,-4 0 0 0 0,-2 1 0 0 0,1-1 0 0 0,-4 0 0 0 0,1 0 0 0 0,-5 0 0 0 0,2 0 0 0 0,-8 0 0 0 0,0 0 0 0 0,-3 0 0 0 0,-1 0 0 0 0,-7 0 0 0 0,1 0 0 0 0,-4 0 0 0 0,-1 0 0 0 0,0 0 0 0 0,-4 0 0 0 0,-6 0 0 0 0,-6 0 0 0 0,-4 0 0 0 0,-3 0 0 0 0,-2 0 0 0 0,-1 0 0 0 0,5 0 0 0 0,1 0 0 0 0,0 5 0 0 0,-6 2 0 0 0,3-1 0 0 0,0 5 0 0 0,0 0 0 0 0,-1-2 0 0 0,5-3 0 0 0,-3 4 0 0 0,-4-1 0 0 0,5-1 0 0 0,1 3 0 0 0,0-1 0 0 0,9-1 0 0 0,2-3 0 0 0,-6-2 0 0 0,-6 3 0 0 0,7 1 0 0 0,2-1 0 0 0,-2 3 0 0 0,8 0 0 0 0,1 4 0 0 0,2-1 0 0 0,2 3 0 0 0,2-1 0 0 0,-2 2 0 0 0,3-3 0 0 0,4-2 0 0 0,-4 1 0 0 0,3-2 0 0 0,3 4 0 0 0,0-2 0 0 0,5 2 0 0 0,2-1 0 0 0,3-3 0 0 0,1-3 0 0 0,2-4 0 0 0,5 4 0 0 0,-2 0 0 0 0,1-2 0 0 0,-2 4 0 0 0,1 0 0 0 0,2-1 0 0 0,3 2 0 0 0,3 0 0 0 0,2-2 0 0 0,12-3 0 0 0,14-2 0 0 0,15-2 0 0 0,10-6 0 0 0,8-3 0 0 0,4 0 0 0 0,3 1 0 0 0,0-3 0 0 0,1-1 0 0 0,-1-4 0 0 0,0 1 0 0 0,-1-2 0 0 0,-1 0 0 0 0,0 4 0 0 0,5-3 0 0 0,2 3 0 0 0,4-4 0 0 0,7 2 0 0 0,-1-2 0 0 0,2-5 0 0 0,4 2 0 0 0,2 4 0 0 0,3 4 0 0 0,1-1 0 0 0,1 1 0 0 0,1-4 0 0 0,1-3 0 0 0,-1 0 0 0 0,0-2 0 0 0,5 3 0 0 0,7-2 0 0 0,-3 2 0 0 0,-5-1 0 0 0,4 3 0 0 0,-6-3 0 0 0,2 3 0 0 0,1 3 0 0 0,-1-2 0 0 0,4 2 0 0 0,-4-3 0 0 0,-4 1 0 0 0,4-3 0 0 0,-4 2 0 0 0,3 3 0 0 0,1-1 0 0 0,-5 0 0 0 0,-3 3 0 0 0,-1-2 0 0 0,-4 0 0 0 0,-2-3 0 0 0,7 1 0 0 0,-1 3 0 0 0,0 3 0 0 0,-5 2 0 0 0,-5 3 0 0 0,-6 1 0 0 0,-4-4 0 0 0,1-2 0 0 0,0 1 0 0 0,-1 1 0 0 0,-2 2 0 0 0,-1 1 0 0 0,-2-4 0 0 0,-1-2 0 0 0,0 2 0 0 0,0 1 0 0 0,-1 1 0 0 0,1 2 0 0 0,-1 1 0 0 0,1 1 0 0 0,-6 5 0 0 0,-11 2 0 0 0,-9 5 0 0 0,-5 6 0 0 0,-8 0 0 0 0,-8-4 0 0 0,-6 2 0 0 0,1 3 0 0 0,-2-2 0 0 0,-7 2 0 0 0,-4 3 0 0 0,-1 2 0 0 0,-1 3 0 0 0,2-3 0 0 0,1-1 0 0 0,0 2 0 0 0,1 1 0 0 0,1-4 0 0 0,0 0 0 0 0,-5 1 0 0 0,-1 3 0 0 0,0-4 0 0 0,-5 5 0 0 0,1 3 0 0 0,1 2 0 0 0,3-5 0 0 0,-4 4 0 0 0,1 2 0 0 0,-4 0 0 0 0,-4 0 0 0 0,0 0 0 0 0,3-1 0 0 0,-1 4 0 0 0,2-3 0 0 0,3 3 0 0 0,-2 1 0 0 0,-4 4 0 0 0,1-5 0 0 0,3-3 0 0 0,3 4 0 0 0,-2 0 0 0 0,2-1 0 0 0,-4-1 0 0 0,1-1 0 0 0,2 3 0 0 0,3-3 0 0 0,-3-4 0 0 0,1 5 0 0 0,2 1 0 0 0,2-5 0 0 0,-4 2 0 0 0,6 1 0 0 0,3-6 0 0 0,-4-1 0 0 0,4 4 0 0 0,2 3 0 0 0,-4-5 0 0 0,3-2 0 0 0,2 5 0 0 0,0-3 0 0 0,0-7 0 0 0,4 4 0 0 0,1 3 0 0 0,0-4 0 0 0,-2-1 0 0 0,3 1 0 0 0,1 1 0 0 0,-2 2 0 0 0,3 1 0 0 0,0 1 0 0 0,-2 0 0 0 0,2 1 0 0 0,6 0 0 0 0,4 0 0 0 0,9-5 0 0 0,11-7 0 0 0,8-7 0 0 0,6-5 0 0 0,5-4 0 0 0,3-3 0 0 0,0-6 0 0 0,1-2 0 0 0,0 0 0 0 0,4-4 0 0 0,-3-5 0 0 0,2-5 0 0 0,1 2 0 0 0,-7-2 0 0 0,3-2 0 0 0,1-2 0 0 0,0 4 0 0 0,-1-1 0 0 0,5-1 0 0 0,-5-1 0 0 0,4 3 0 0 0,4 0 0 0 0,-3-7 0 0 0,2-3 0 0 0,4-2 0 0 0,0 0 0 0 0,4 5 0 0 0,3-2 0 0 0,4-2 0 0 0,-2-5 0 0 0,0-2 0 0 0,-4 7 0 0 0,-4-3 0 0 0,0 1 0 0 0,8-5 0 0 0,6-1 0 0 0,-2 1 0 0 0,0 3 0 0 0,5-3 0 0 0,-2-6 0 0 0,0 1 0 0 0,-6 7 0 0 0,-2 0 0 0 0,-3 1 0 0 0,-6 2 0 0 0,0-4 0 0 0,4 4 0 0 0,4-1 0 0 0,-1-6 0 0 0,1-1 0 0 0,3 2 0 0 0,-3 8 0 0 0,0-1 0 0 0,-2 0 0 0 0,-1-5 0 0 0,-2 4 0 0 0,2 4 0 0 0,-3 0 0 0 0,-3-3 0 0 0,1 2 0 0 0,4 3 0 0 0,0 1 0 0 0,1-1 0 0 0,4-5 0 0 0,-2-3 0 0 0,-4 6 0 0 0,0 2 0 0 0,-2 1 0 0 0,-3 0 0 0 0,-4 5 0 0 0,-2 1 0 0 0,-3-1 0 0 0,-1 4 0 0 0,0-1 0 0 0,-1 3 0 0 0,0 0 0 0 0,0-3 0 0 0,1 2 0 0 0,-6-1 0 0 0,-1 2 0 0 0,0 5 0 0 0,-4-1 0 0 0,0 1 0 0 0,2-2 0 0 0,2 1 0 0 0,3 3 0 0 0,-4-2 0 0 0,0 1 0 0 0,-10 2 0 0 0,-11 3 0 0 0,-8 7 0 0 0,-1 10 0 0 0,-5 2 0 0 0,-6 4 0 0 0,0 5 0 0 0,-2 3 0 0 0,-3-2 0 0 0,-3 1 0 0 0,3 0 0 0 0,1-3 0 0 0,-2-5 0 0 0,3 5 0 0 0,6 4 0 0 0,-6-2 0 0 0,-4 0 0 0 0,2 2 0 0 0,0 1 0 0 0,-2 2 0 0 0,-1 1 0 0 0,3 2 0 0 0,-4-6 0 0 0,-4 5 0 0 0,4 1 0 0 0,1-4 0 0 0,1 4 0 0 0,-8 2 0 0 0,4 6 0 0 0,0-4 0 0 0,-5 2 0 0 0,-2 1 0 0 0,-5 4 0 0 0,-1 0 0 0 0,6-1 0 0 0,-1-4 0 0 0,1 4 0 0 0,-4-1 0 0 0,-1 4 0 0 0,2-1 0 0 0,2-2 0 0 0,2-3 0 0 0,2-2 0 0 0,1-3 0 0 0,6-1 0 0 0,-3-1 0 0 0,-1-6 0 0 0,3-2 0 0 0,-3 6 0 0 0,-3-2 0 0 0,6-1 0 0 0,1 1 0 0 0,0 1 0 0 0,-1-4 0 0 0,4-2 0 0 0,-4 2 0 0 0,2 1 0 0 0,0-3 0 0 0,5 0 0 0 0,-5 1 0 0 0,-4-3 0 0 0,4 0 0 0 0,0 2 0 0 0,-1 3 0 0 0,0-4 0 0 0,3 1 0 0 0,1 1 0 0 0,-2-2 0 0 0,4-1 0 0 0,5 2 0 0 0,5-8 0 0 0,10-6 0 0 0,5-10 0 0 0,6-5 0 0 0,7-5 0 0 0,5-2 0 0 0,0-4 0 0 0,0 2 0 0 0,2-2 0 0 0,-4-3 0 0 0,1 2 0 0 0,1 4 0 0 0,2 0 0 0 0,-3-3 0 0 0,0 1 0 0 0,6-1 0 0 0,-1-4 0 0 0,0 3 0 0 0,1-1 0 0 0,0 3 0 0 0,1-1 0 0 0,1-2 0 0 0,1 2 0 0 0,-1-2 0 0 0,1 3 0 0 0,0 0 0 0 0,0-4 0 0 0,0-2 0 0 0,0 2 0 0 0,5-1 0 0 0,2-1 0 0 0,0-3 0 0 0,-2 4 0 0 0,-2 0 0 0 0,0-1 0 0 0,-2 2 0 0 0,-6 1 0 0 0,3 3 0 0 0,2-1 0 0 0,1-2 0 0 0,0 2 0 0 0,-5-1 0 0 0,-3-3 0 0 0,1 3 0 0 0,1-1 0 0 0,1 3 0 0 0,2-1 0 0 0,0 3 0 0 0,2-2 0 0 0,-6-2 0 0 0,-1-4 0 0 0,1 2 0 0 0,0 4 0 0 0,-3 1 0 0 0,0-3 0 0 0,1 2 0 0 0,2 4 0 0 0,-3-1 0 0 0,-11 2 0 0 0,-12 2 0 0 0,-12 4 0 0 0,-8 2 0 0 0,-6 8 0 0 0,-4 8 0 0 0,-1 2 0 0 0,-2-2 0 0 0,1 3 0 0 0,0 4 0 0 0,1-1 0 0 0,1 1 0 0 0,-1-2 0 0 0,1 1 0 0 0,1-3 0 0 0,-1 2 0 0 0,0 3 0 0 0,-5-2 0 0 0,4 1 0 0 0,-4 3 0 0 0,-6 3 0 0 0,-6-3 0 0 0,5 0 0 0 0,-1 1 0 0 0,-3 3 0 0 0,1 2 0 0 0,3-5 0 0 0,-1 6 0 0 0,-5 2 0 0 0,-3 1 0 0 0,-4 1 0 0 0,8-1 0 0 0,1 1 0 0 0,-2-1 0 0 0,-2-1 0 0 0,1 0 0 0 0,5 0 0 0 0,-1 0 0 0 0,-3 0 0 0 0,1-1 0 0 0,4 1 0 0 0,4-5 0 0 0,4-3 0 0 0,3 2 0 0 0,1-5 0 0 0,-4 0 0 0 0,4 2 0 0 0,2-3 0 0 0,2 0 0 0 0,-1-2 0 0 0,5 0 0 0 0,2 3 0 0 0,-2 4 0 0 0,-1-3 0 0 0,-1 0 0 0 0,-3-3 0 0 0,5 1 0 0 0,0-4 0 0 0,5 2 0 0 0,1-2 0 0 0,2 1 0 0 0,10-2 0 0 0,11-3 0 0 0,10-4 0 0 0,8-3 0 0 0,-1-7 0 0 0,2-3 0 0 0,2-1 0 0 0,2-4 0 0 0,1-1 0 0 0,1-3 0 0 0,6-4 0 0 0,2 1 0 0 0,0 3 0 0 0,3 0 0 0 0,1-4 0 0 0,4-3 0 0 0,-2 1 0 0 0,3 6 0 0 0,4-1 0 0 0,4-3 0 0 0,-3-3 0 0 0,1-4 0 0 0,1 4 0 0 0,-2-1 0 0 0,-1-1 0 0 0,3 3 0 0 0,-4 0 0 0 0,1 4 0 0 0,2 0 0 0 0,-3-4 0 0 0,1 3 0 0 0,7-1 0 0 0,-1-3 0 0 0,1-2 0 0 0,0-3 0 0 0,1 3 0 0 0,2 1 0 0 0,-6 4 0 0 0,0 0 0 0 0,0-2 0 0 0,1-2 0 0 0,-3 2 0 0 0,-6 5 0 0 0,-5 0 0 0 0,-5 2 0 0 0,2-1 0 0 0,-1-3 0 0 0,-1 1 0 0 0,4-2 0 0 0,-1 2 0 0 0,-1 5 0 0 0,-2-1 0 0 0,-3 1 0 0 0,-1-2 0 0 0,-1 1 0 0 0,-6-3 0 0 0,-3 2 0 0 0,1 3 0 0 0,1-1 0 0 0,2 0 0 0 0,-4-2 0 0 0,-1 1 0 0 0,-9 2 0 0 0,-12 4 0 0 0,-11 3 0 0 0,-10 7 0 0 0,-6 3 0 0 0,-4 1 0 0 0,-3-1 0 0 0,5 3 0 0 0,2 1 0 0 0,-5 4 0 0 0,-3 4 0 0 0,0 0 0 0 0,-6-4 0 0 0,-1 1 0 0 0,7 4 0 0 0,-1-2 0 0 0,-1 2 0 0 0,1-3 0 0 0,2-4 0 0 0,0 2 0 0 0,1 3 0 0 0,-4 4 0 0 0,-2-2 0 0 0,1-3 0 0 0,-5 0 0 0 0,-4 3 0 0 0,-6 3 0 0 0,-4 3 0 0 0,-3 3 0 0 0,3-3 0 0 0,6-1 0 0 0,6-5 0 0 0,5 0 0 0 0,-1 2 0 0 0,2-3 0 0 0,0 2 0 0 0,3 1 0 0 0,2-2 0 0 0,1-4 0 0 0,1 0 0 0 0,0 3 0 0 0,0 4 0 0 0,-4-2 0 0 0,-3 0 0 0 0,-4-2 0 0 0,4 0 0 0 0,4-2 0 0 0,2-4 0 0 0,2 0 0 0 0,0 0 0 0 0,0 1 0 0 0,0 5 0 0 0,0-1 0 0 0,0-3 0 0 0,4 1 0 0 0,3-2 0 0 0,-1 2 0 0 0,-2-2 0 0 0,-1-2 0 0 0,9-4 0 0 0,8-8 0 0 0,10-4 0 0 0,11-1 0 0 0,3-4 0 0 0,5-7 0 0 0,4 0 0 0 0,4 4 0 0 0,-3-3 0 0 0,-1 3 0 0 0,2-3 0 0 0,-4-3 0 0 0,0 1 0 0 0,2 4 0 0 0,1-1 0 0 0,3-3 0 0 0,2 2 0 0 0,6-3 0 0 0,3-2 0 0 0,-6-3 0 0 0,-2 2 0 0 0,3 5 0 0 0,8 0 0 0 0,1-2 0 0 0,4-3 0 0 0,0 2 0 0 0,-3-1 0 0 0,2-1 0 0 0,-2-4 0 0 0,-2 4 0 0 0,-4 0 0 0 0,-2 4 0 0 0,-3-1 0 0 0,0 4 0 0 0,-2-2 0 0 0,1-2 0 0 0,-1 1 0 0 0,0-1 0 0 0,1 2 0 0 0,-6 0 0 0 0,-1 2 0 0 0,-6-2 0 0 0,1 3 0 0 0,1 2 0 0 0,-7 5 0 0 0,-12 3 0 0 0,-10 2 0 0 0,-10 1 0 0 0,-7 7 0 0 0,-3 1 0 0 0,-3 1 0 0 0,-1-2 0 0 0,5 3 0 0 0,-3 1 0 0 0,-2 3 0 0 0,5 5 0 0 0,-3 0 0 0 0,-2-4 0 0 0,-5 1 0 0 0,3 4 0 0 0,-2-2 0 0 0,-1-4 0 0 0,1 2 0 0 0,-3 3 0 0 0,-1-2 0 0 0,7 2 0 0 0,-1 4 0 0 0,0-3 0 0 0,1 1 0 0 0,-5-3 0 0 0,0 1 0 0 0,0 3 0 0 0,-2 2 0 0 0,-1 4 0 0 0,2 1 0 0 0,-2-3 0 0 0,5-1 0 0 0,4-5 0 0 0,-2 0 0 0 0,3 2 0 0 0,-2-3 0 0 0,-1 2 0 0 0,1 1 0 0 0,0 3 0 0 0,1-2 0 0 0,1-6 0 0 0,-5 1 0 0 0,4 2 0 0 0,3 3 0 0 0,-5-2 0 0 0,4 0 0 0 0,2-2 0 0 0,1 0 0 0 0,0 3 0 0 0,-1-3 0 0 0,-1 2 0 0 0,0-4 0 0 0,5 2 0 0 0,2-3 0 0 0,-2-3 0 0 0,5 0 0 0 0,0 5 0 0 0,-2 4 0 0 0,-2-2 0 0 0,-3 2 0 0 0,-1 2 0 0 0,-2-3 0 0 0,4 1 0 0 0,13-4 0 0 0,13-4 0 0 0,6-10 0 0 0,8-5 0 0 0,2-8 0 0 0,2-2 0 0 0,5 1 0 0 0,-3-3 0 0 0,1 1 0 0 0,3-2 0 0 0,-4-5 0 0 0,1 2 0 0 0,6 4 0 0 0,0-1 0 0 0,0 1 0 0 0,0-1 0 0 0,2 2 0 0 0,0-3 0 0 0,1 2 0 0 0,1 3 0 0 0,-1-1 0 0 0,1-5 0 0 0,0 1 0 0 0,0-2 0 0 0,0 2 0 0 0,0-1 0 0 0,0 1 0 0 0,0 0 0 0 0,0 1 0 0 0,0 4 0 0 0,5-2 0 0 0,-4-4 0 0 0,-1 2 0 0 0,-2-3 0 0 0,1 2 0 0 0,-1 4 0 0 0,6-2 0 0 0,2-3 0 0 0,0-4 0 0 0,4 1 0 0 0,1 5 0 0 0,-8-1 0 0 0,-3 2 0 0 0,-3-1 0 0 0,0 1 0 0 0,0 4 0 0 0,1 3 0 0 0,-5-3 0 0 0,4 1 0 0 0,3-3 0 0 0,-4-6 0 0 0,-2 2 0 0 0,1 2 0 0 0,0 4 0 0 0,2 4 0 0 0,-4-3 0 0 0,-1 1 0 0 0,1 1 0 0 0,-9 2 0 0 0,-12 2 0 0 0,-12 7 0 0 0,-10 7 0 0 0,-7 3 0 0 0,-3 3 0 0 0,-9 0 0 0 0,3 1 0 0 0,-3 4 0 0 0,0 3 0 0 0,0 2 0 0 0,3-3 0 0 0,0-1 0 0 0,3-4 0 0 0,0 0 0 0 0,1 2 0 0 0,0 3 0 0 0,1-3 0 0 0,-1 0 0 0 0,1 2 0 0 0,-1 3 0 0 0,1 1 0 0 0,-1-3 0 0 0,5-1 0 0 0,2-4 0 0 0,0-1 0 0 0,4 3 0 0 0,0-3 0 0 0,-2 2 0 0 0,-2 1 0 0 0,-3 3 0 0 0,-1-2 0 0 0,3 0 0 0 0,2 1 0 0 0,-2-2 0 0 0,5-1 0 0 0,-1 2 0 0 0,-1-2 0 0 0,-3 0 0 0 0,4 2 0 0 0,-1 2 0 0 0,-1-2 0 0 0,3 0 0 0 0,0-4 0 0 0,3 1 0 0 0,-1-4 0 0 0,3 2 0 0 0,-1-3 0 0 0,1 2 0 0 0,5 3 0 0 0,-3-1 0 0 0,2 1 0 0 0,-3-2 0 0 0,7-5 0 0 0,9-3 0 0 0,9-4 0 0 0,9-3 0 0 0,6-2 0 0 0,4-5 0 0 0,1-8 0 0 0,2-7 0 0 0,0 0 0 0 0,-1 4 0 0 0,6-1 0 0 0,-5-3 0 0 0,3-3 0 0 0,1 2 0 0 0,-1 0 0 0 0,-1-2 0 0 0,-2-3 0 0 0,5 4 0 0 0,5 0 0 0 0,7-2 0 0 0,0-1 0 0 0,-4-2 0 0 0,2 3 0 0 0,-3 1 0 0 0,1-1 0 0 0,4-2 0 0 0,-6-1 0 0 0,-1-2 0 0 0,3-1 0 0 0,4-1 0 0 0,4 1 0 0 0,-2-7 0 0 0,-4 4 0 0 0,0 2 0 0 0,-4 2 0 0 0,-2-1 0 0 0,0 1 0 0 0,5-1 0 0 0,4 0 0 0 0,-6 0 0 0 0,-1 4 0 0 0,-2 3 0 0 0,-8-2 0 0 0,0 0 0 0 0,0 3 0 0 0,-1 0 0 0 0,0-1 0 0 0,-1-2 0 0 0,4-2 0 0 0,2 4 0 0 0,-6 0 0 0 0,-3 4 0 0 0,-1 1 0 0 0,0 2 0 0 0,-5 0 0 0 0,-6-4 0 0 0,-1 3 0 0 0,2 3 0 0 0,-2-1 0 0 0,1 3 0 0 0,-1-3 0 0 0,1 2 0 0 0,-8 2 0 0 0,-10 4 0 0 0,-10 3 0 0 0,-9 2 0 0 0,-6 1 0 0 0,-4 1 0 0 0,-2 6 0 0 0,-1 2 0 0 0,0 4 0 0 0,1 1 0 0 0,0-2 0 0 0,0 2 0 0 0,1 4 0 0 0,-6 5 0 0 0,0-2 0 0 0,-1 2 0 0 0,-3-4 0 0 0,5 1 0 0 0,-3 2 0 0 0,-3-2 0 0 0,-2 0 0 0 0,-2 3 0 0 0,-5 3 0 0 0,-4 2 0 0 0,7 1 0 0 0,-3-3 0 0 0,1-1 0 0 0,-1 1 0 0 0,3 1 0 0 0,-2 1 0 0 0,-1 2 0 0 0,1-4 0 0 0,5-2 0 0 0,-1 1 0 0 0,-2 2 0 0 0,0 2 0 0 0,-1-5 0 0 0,-3 0 0 0 0,3 1 0 0 0,3 1 0 0 0,0 2 0 0 0,2-3 0 0 0,4-1 0 0 0,-3 1 0 0 0,2 1 0 0 0,2 3 0 0 0,2-5 0 0 0,3 0 0 0 0,-4 1 0 0 0,0-4 0 0 0,0 1 0 0 0,2-4 0 0 0,2 0 0 0 0,2-2 0 0 0,0 1 0 0 0,1 4 0 0 0,0-2 0 0 0,1 1 0 0 0,-1-3 0 0 0,6 2 0 0 0,1-3 0 0 0,0-4 0 0 0,-1-3 0 0 0,3 2 0 0 0,11-1 0 0 0,13-2 0 0 0,10-2 0 0 0,10-2 0 0 0,5-1 0 0 0,4-2 0 0 0,2-5 0 0 0,0-2 0 0 0,0-6 0 0 0,0 1 0 0 0,-1 1 0 0 0,5 3 0 0 0,-4-3 0 0 0,3 2 0 0 0,0-5 0 0 0,5-4 0 0 0,6 1 0 0 0,0-2 0 0 0,3 2 0 0 0,-3 5 0 0 0,-3 3 0 0 0,6-1 0 0 0,6-5 0 0 0,-2 1 0 0 0,0-3 0 0 0,2-4 0 0 0,-4 2 0 0 0,0-1 0 0 0,2 3 0 0 0,2-2 0 0 0,1-1 0 0 0,3 1 0 0 0,-4 5 0 0 0,-7-1 0 0 0,-1 2 0 0 0,2-2 0 0 0,3-3 0 0 0,3 1 0 0 0,-3-2 0 0 0,0-3 0 0 0,-4 3 0 0 0,-4 4 0 0 0,-1 4 0 0 0,4 0 0 0 0,-1-4 0 0 0,-4 0 0 0 0,2-2 0 0 0,-8-3 0 0 0,2 1 0 0 0,-2 4 0 0 0,-1-1 0 0 0,-2 3 0 0 0,-1-2 0 0 0,-1 2 0 0 0,-1-3 0 0 0,-1 2 0 0 0,1-2 0 0 0,-1 2 0 0 0,-4-3 0 0 0,-3 3 0 0 0,1 3 0 0 0,2 3 0 0 0,-4-2 0 0 0,-1-4 0 0 0,2 0 0 0 0,-3-3 0 0 0,0 1 0 0 0,-4-1 0 0 0,2 2 0 0 0,-3-2 0 0 0,-4-4 0 0 0,-4-2 0 0 0,-8 2 0 0 0,-4-1 0 0 0,-6 4 0 0 0,-2-1 0 0 0,-3 3 0 0 0,-5 5 0 0 0,-4 3 0 0 0,-2 4 0 0 0,2-3 0 0 0,1 0 0 0 0,0 0 0 0 0,-3 3 0 0 0,0 1 0 0 0,-3 1 0 0 0,0 1 0 0 0,0 1 0 0 0,-6 0 0 0 0,-2 1 0 0 0,0-1 0 0 0,-4 0 0 0 0,-5 1 0 0 0,-5-1 0 0 0,-5 0 0 0 0,-2 0 0 0 0,-2 0 0 0 0,4 0 0 0 0,1 0 0 0 0,5 0 0 0 0,6 0 0 0 0,6 0 0 0 0,3 0 0 0 0,-2 0 0 0 0,-5 0 0 0 0,0 0 0 0 0,-4 0 0 0 0,-4 5 0 0 0,-4 7 0 0 0,2 2 0 0 0,5 3 0 0 0,0-1 0 0 0,3-3 0 0 0,-1-4 0 0 0,1 2 0 0 0,4-1 0 0 0,4 3 0 0 0,2 4 0 0 0,-3 0 0 0 0,-6-3 0 0 0,5 1 0 0 0,-1-2 0 0 0,0 2 0 0 0,2 4 0 0 0,-2 3 0 0 0,-1-1 0 0 0,2-4 0 0 0,-3-1 0 0 0,6 3 0 0 0,3 4 0 0 0,3-3 0 0 0,-5-5 0 0 0,4 1 0 0 0,2 3 0 0 0,1-2 0 0 0,0 1 0 0 0,4 3 0 0 0,2-2 0 0 0,-2 1 0 0 0,-1 2 0 0 0,4 3 0 0 0,-1-3 0 0 0,4 0 0 0 0,0 2 0 0 0,-2 1 0 0 0,-4 3 0 0 0,4 1 0 0 0,3 1 0 0 0,6 0 0 0 0,5 2 0 0 0,3-1 0 0 0,2 0 0 0 0,6-5 0 0 0,8-7 0 0 0,2-2 0 0 0,3-3 0 0 0,4-5 0 0 0,4-3 0 0 0,2-3 0 0 0,2-2 0 0 0,1-1 0 0 0,0-1 0 0 0,1 0 0 0 0,5 1 0 0 0,1-1 0 0 0,0 1 0 0 0,4-1 0 0 0,-1 1 0 0 0,-1 0 0 0 0,-2 0 0 0 0,-3 0 0 0 0,-2 0 0 0 0,-1-5 0 0 0,-1-2 0 0 0,-1-5 0 0 0,6 0 0 0 0,1-4 0 0 0,0 2 0 0 0,4 2 0 0 0,1 4 0 0 0,3-3 0 0 0,-6-4 0 0 0,1 1 0 0 0,4-3 0 0 0,5 1 0 0 0,0-1 0 0 0,-4 1 0 0 0,-4-1 0 0 0,-3-3 0 0 0,-4 2 0 0 0,3 4 0 0 0,-4-1 0 0 0,-3 2 0 0 0,4-2 0 0 0,-4-4 0 0 0,4 2 0 0 0,1 3 0 0 0,-6 0 0 0 0,-1 1 0 0 0,3-2 0 0 0,3 1 0 0 0,1-1 0 0 0,-6-4 0 0 0,-3-5 0 0 0,5 3 0 0 0,3 5 0 0 0,-5-1 0 0 0,3-2 0 0 0,-4-3 0 0 0,-1 2 0 0 0,0 4 0 0 0,1 0 0 0 0,-5-3 0 0 0,-1 2 0 0 0,1 4 0 0 0,-3-1 0 0 0,-5-3 0 0 0,0 0 0 0 0,-3-1 0 0 0,3 2 0 0 0,3 4 0 0 0,-1-1 0 0 0,-4-4 0 0 0,2 1 0 0 0,-2-2 0 0 0,-4-3 0 0 0,-2-4 0 0 0,-9-2 0 0 0,-8 4 0 0 0,-9 4 0 0 0,0 2 0 0 0,-3 3 0 0 0,-2 4 0 0 0,-3 3 0 0 0,-2 4 0 0 0,-1 2 0 0 0,0 0 0 0 0,-7 2 0 0 0,-1 0 0 0 0,0 0 0 0 0,1-1 0 0 0,2 1 0 0 0,2-1 0 0 0,1 0 0 0 0,-5 0 0 0 0,-6 0 0 0 0,-6 0 0 0 0,-1 0 0 0 0,4 0 0 0 0,4 0 0 0 0,-2 0 0 0 0,-3 0 0 0 0,1 0 0 0 0,-2 0 0 0 0,1 0 0 0 0,4 0 0 0 0,-1 0 0 0 0,2 0 0 0 0,-4 0 0 0 0,-3 0 0 0 0,1 5 0 0 0,-1 2 0 0 0,1 0 0 0 0,5 3 0 0 0,-2 1 0 0 0,8 3 0 0 0,-2 0 0 0 0,-3 2 0 0 0,-6-1 0 0 0,1-4 0 0 0,2 3 0 0 0,4-3 0 0 0,-2 4 0 0 0,7 3 0 0 0,-1-1 0 0 0,1-3 0 0 0,0 1 0 0 0,2-2 0 0 0,6 2 0 0 0,4-1 0 0 0,-1-4 0 0 0,5 2 0 0 0,0 0 0 0 0,-1 2 0 0 0,-3-1 0 0 0,3 2 0 0 0,-1-1 0 0 0,-1 3 0 0 0,3 3 0 0 0,0-2 0 0 0,3 1 0 0 0,10-2 0 0 0,11-4 0 0 0,10-5 0 0 0,8-8 0 0 0,6-5 0 0 0,-2-6 0 0 0,-1-2 0 0 0,7-3 0 0 0,2-5 0 0 0,2-4 0 0 0,4-2 0 0 0,1 2 0 0 0,-6 1 0 0 0,0 0 0 0 0,1 3 0 0 0,-1 0 0 0 0,-2-2 0 0 0,5-1 0 0 0,6-3 0 0 0,-4-2 0 0 0,1-1 0 0 0,4 5 0 0 0,0 1 0 0 0,3-1 0 0 0,-2-1 0 0 0,-3-1 0 0 0,-4 4 0 0 0,2 0 0 0 0,-1-1 0 0 0,4-7 0 0 0,-1-3 0 0 0,-2 4 0 0 0,2 2 0 0 0,-1 0 0 0 0,-2 0 0 0 0,-3 5 0 0 0,3 0 0 0 0,0 0 0 0 0,-2-2 0 0 0,-2 3 0 0 0,-2-4 0 0 0,-1-4 0 0 0,-2 3 0 0 0,0 2 0 0 0,0-1 0 0 0,-1-1 0 0 0,1 4 0 0 0,-1 1 0 0 0,1-2 0 0 0,-1-1 0 0 0,1-2 0 0 0,0-1 0 0 0,0-2 0 0 0,0-1 0 0 0,-6 0 0 0 0,-1 5 0 0 0,0 2 0 0 0,2 0 0 0 0,-4-2 0 0 0,-1 4 0 0 0,-3 0 0 0 0,0 5 0 0 0,-3-1 0 0 0,-4-3 0 0 0,-4-2 0 0 0,-3-3 0 0 0,-7 3 0 0 0,-9 5 0 0 0,-8 6 0 0 0,-4 6 0 0 0,-5 2 0 0 0,-2 3 0 0 0,-2 2 0 0 0,1 0 0 0 0,0 0 0 0 0,0 0 0 0 0,-5-1 0 0 0,4 6 0 0 0,2 7 0 0 0,1 0 0 0 0,1 0 0 0 0,-6 1 0 0 0,-6 4 0 0 0,-3 5 0 0 0,2 3 0 0 0,-3-3 0 0 0,1 0 0 0 0,3 7 0 0 0,-3-2 0 0 0,-3-1 0 0 0,6 1 0 0 0,-1 1 0 0 0,-4 0 0 0 0,-4 1 0 0 0,1 6 0 0 0,4-4 0 0 0,-2-2 0 0 0,-2 0 0 0 0,1 5 0 0 0,-7 1 0 0 0,1 1 0 0 0,-6-2 0 0 0,7-1 0 0 0,2-1 0 0 0,0 5 0 0 0,2-5 0 0 0,0 3 0 0 0,-3 0 0 0 0,-8 5 0 0 0,1 0 0 0 0,6-6 0 0 0,0 1 0 0 0,5 0 0 0 0,0 3 0 0 0,-8 7 0 0 0,0-5 0 0 0,0-4 0 0 0,4-3 0 0 0,5-3 0 0 0,1 0 0 0 0,-3-1 0 0 0,-4 5 0 0 0,3 2 0 0 0,4-6 0 0 0,0-2 0 0 0,1 4 0 0 0,-1 2 0 0 0,-3 0 0 0 0,1-6 0 0 0,9-3 0 0 0,0 0 0 0 0,2 0 0 0 0,2-3 0 0 0,2-2 0 0 0,0 2 0 0 0,-3 2 0 0 0,-2 2 0 0 0,1-4 0 0 0,6 0 0 0 0,4-5 0 0 0,1 1 0 0 0,-1-3 0 0 0,5 0 0 0 0,11-2 0 0 0,13-3 0 0 0,11-4 0 0 0,14-8 0 0 0,2-9 0 0 0,2-4 0 0 0,0-3 0 0 0,1 0 0 0 0,0-2 0 0 0,-1-3 0 0 0,1 3 0 0 0,4-2 0 0 0,2 4 0 0 0,0-1 0 0 0,3-3 0 0 0,1-2 0 0 0,-2 1 0 0 0,2 1 0 0 0,11-2 0 0 0,6-3 0 0 0,-2-7 0 0 0,1-3 0 0 0,-5 5 0 0 0,-7 2 0 0 0,6 0 0 0 0,4 1 0 0 0,-3 0 0 0 0,1-2 0 0 0,1-5 0 0 0,2 3 0 0 0,-3 7 0 0 0,-1-3 0 0 0,7-1 0 0 0,3-2 0 0 0,-9 0 0 0 0,-3 4 0 0 0,6-3 0 0 0,3-7 0 0 0,2-2 0 0 0,-4 0 0 0 0,-2 6 0 0 0,-5 4 0 0 0,-5 2 0 0 0,-1 0 0 0 0,-3-1 0 0 0,-3 0 0 0 0,3 4 0 0 0,-2 1 0 0 0,-1-1 0 0 0,-3-2 0 0 0,4 4 0 0 0,-1 1 0 0 0,-6-2 0 0 0,2-2 0 0 0,-1 3 0 0 0,-5 0 0 0 0,-3-1 0 0 0,0-2 0 0 0,1 3 0 0 0,-5 0 0 0 0,-1 4 0 0 0,2-1 0 0 0,2-1 0 0 0,2-4 0 0 0,-4-2 0 0 0,0 3 0 0 0,-4 0 0 0 0,-6-1 0 0 0,1 3 0 0 0,-3 1 0 0 0,3 3 0 0 0,-1-1 0 0 0,-4-2 0 0 0,-7 2 0 0 0,-10 4 0 0 0,-9 4 0 0 0,-7 5 0 0 0,-4 2 0 0 0,-3 2 0 0 0,-1 2 0 0 0,-1-1 0 0 0,1 1 0 0 0,0 0 0 0 0,0 5 0 0 0,0 1 0 0 0,1 5 0 0 0,0 1 0 0 0,0-3 0 0 0,1-2 0 0 0,-1 2 0 0 0,5 5 0 0 0,-3 0 0 0 0,3 3 0 0 0,-4-3 0 0 0,-3 3 0 0 0,0 3 0 0 0,-6 3 0 0 0,-6-3 0 0 0,-1 1 0 0 0,2 2 0 0 0,3 1 0 0 0,4-2 0 0 0,8-1 0 0 0,-2-4 0 0 0,0 1 0 0 0,-1 1 0 0 0,0-2 0 0 0,-5 2 0 0 0,4 1 0 0 0,2-2 0 0 0,-4 1 0 0 0,4 2 0 0 0,-3 3 0 0 0,-1-3 0 0 0,0 0 0 0 0,0-4 0 0 0,2 1 0 0 0,1 1 0 0 0,0-1 0 0 0,1 0 0 0 0,0-2 0 0 0,0 0 0 0 0,1 3 0 0 0,-1-1 0 0 0,1 0 0 0 0,-1 3 0 0 0,0-3 0 0 0,0 1 0 0 0,0-3 0 0 0,6 1 0 0 0,-4-3 0 0 0,-8 2 0 0 0,4 3 0 0 0,-5-3 0 0 0,0 3 0 0 0,1 1 0 0 0,2 4 0 0 0,1-3 0 0 0,1-5 0 0 0,1-1 0 0 0,7 3 0 0 0,1-2 0 0 0,0-4 0 0 0,4 1 0 0 0,0-2 0 0 0,4 3 0 0 0,-1-2 0 0 0,2 2 0 0 0,10-1 0 0 0,4-8 0 0 0,9-5 0 0 0,8-9 0 0 0,6-2 0 0 0,5-5 0 0 0,3-5 0 0 0,7-4 0 0 0,2 1 0 0 0,6 0 0 0 0,-6-1 0 0 0,2 3 0 0 0,-2 0 0 0 0,-7-2 0 0 0,2-2 0 0 0,5-2 0 0 0,7-2 0 0 0,6-1 0 0 0,-6 0 0 0 0,-6 4 0 0 0,1 7 0 0 0,-1 1 0 0 0,3-1 0 0 0,5-8 0 0 0,4-5 0 0 0,-1-2 0 0 0,-4 5 0 0 0,-5 7 0 0 0,-4 2 0 0 0,2-6 0 0 0,4-3 0 0 0,6-3 0 0 0,-1 4 0 0 0,-3 2 0 0 0,-5 1 0 0 0,2-2 0 0 0,4-1 0 0 0,-1 4 0 0 0,-3 1 0 0 0,1 0 0 0 0,0-3 0 0 0,-4 4 0 0 0,-3 1 0 0 0,-2-3 0 0 0,-2-1 0 0 0,3 3 0 0 0,2 1 0 0 0,-1-3 0 0 0,-2-1 0 0 0,-1 3 0 0 0,-1 0 0 0 0,-1-1 0 0 0,-1 3 0 0 0,-5 0 0 0 0,-3 3 0 0 0,1 4 0 0 0,-4 0 0 0 0,0-4 0 0 0,2 2 0 0 0,2 2 0 0 0,-3 0 0 0 0,0-5 0 0 0,3-4 0 0 0,1 2 0 0 0,-3-1 0 0 0,-11 3 0 0 0,-12 5 0 0 0,-16 4 0 0 0,-17 9 0 0 0,-1 10 0 0 0,-1 4 0 0 0,1 3 0 0 0,1 0 0 0 0,1-3 0 0 0,1 1 0 0 0,0 3 0 0 0,1 4 0 0 0,-5-1 0 0 0,-1 0 0 0 0,-6 2 0 0 0,0 3 0 0 0,2 1 0 0 0,3-3 0 0 0,-3-1 0 0 0,0 2 0 0 0,-3 6 0 0 0,-5 3 0 0 0,1-4 0 0 0,4-1 0 0 0,-2-2 0 0 0,-4 7 0 0 0,3 1 0 0 0,-3-4 0 0 0,-2 2 0 0 0,7 2 0 0 0,-4-1 0 0 0,1 0 0 0 0,3-1 0 0 0,-1 4 0 0 0,-3 1 0 0 0,-4 5 0 0 0,-4 1 0 0 0,-1 2 0 0 0,-3-1 0 0 0,5 3 0 0 0,0-7 0 0 0,1-1 0 0 0,3 0 0 0 0,6-4 0 0 0,0 4 0 0 0,-3-5 0 0 0,2 2 0 0 0,-1-1 0 0 0,-4 5 0 0 0,2 1 0 0 0,5-8 0 0 0,-1 2 0 0 0,-3-1 0 0 0,1 5 0 0 0,-1 1 0 0 0,3-8 0 0 0,3-2 0 0 0,4-3 0 0 0,-2 0 0 0 0,1 0 0 0 0,2 1 0 0 0,-3 0 0 0 0,0 1 0 0 0,-3 0 0 0 0,5 1 0 0 0,5-5 0 0 0,-3-2 0 0 0,5 0 0 0 0,3 1 0 0 0,1-3 0 0 0,0 0 0 0 0,-1 1 0 0 0,0-3 0 0 0,5 0 0 0 0,1 2 0 0 0,-1 2 0 0 0,9-2 0 0 0,7-11 0 0 0,10-7 0 0 0,5-9 0 0 0,6-5 0 0 0,7 1 0 0 0,-1-4 0 0 0,2-6 0 0 0,3 2 0 0 0,-3-3 0 0 0,5-2 0 0 0,4-3 0 0 0,2-3 0 0 0,1-1 0 0 0,-6-2 0 0 0,4 0 0 0 0,1 0 0 0 0,1-1 0 0 0,5 1 0 0 0,2 0 0 0 0,-2-5 0 0 0,4-2 0 0 0,-5 0 0 0 0,-4 7 0 0 0,-2 3 0 0 0,-1-3 0 0 0,-1 2 0 0 0,6 2 0 0 0,1-5 0 0 0,-4-3 0 0 0,-4 5 0 0 0,5-3 0 0 0,-3-1 0 0 0,-2 0 0 0 0,5 0 0 0 0,2-4 0 0 0,0-1 0 0 0,5 1 0 0 0,1-4 0 0 0,-1 5 0 0 0,-3-1 0 0 0,3-4 0 0 0,1-2 0 0 0,2-2 0 0 0,1-5 0 0 0,2 2 0 0 0,-1-2 0 0 0,-2 2 0 0 0,0 5 0 0 0,0 5 0 0 0,-8 3 0 0 0,0-2 0 0 0,5-6 0 0 0,-4 0 0 0 0,-3 2 0 0 0,-3 8 0 0 0,-5 0 0 0 0,-2-1 0 0 0,0 7 0 0 0,1-3 0 0 0,3-1 0 0 0,1-1 0 0 0,-4 1 0 0 0,-1 5 0 0 0,-4 2 0 0 0,0 0 0 0 0,1 4 0 0 0,-1 1 0 0 0,-6-1 0 0 0,2-4 0 0 0,3 4 0 0 0,-2 0 0 0 0,-3-2 0 0 0,1 3 0 0 0,-2-1 0 0 0,3 4 0 0 0,-2 0 0 0 0,-3 7 0 0 0,-8 6 0 0 0,-5 8 0 0 0,-6 10 0 0 0,-8 1 0 0 0,-1 4 0 0 0,-2 5 0 0 0,-8 2 0 0 0,0 2 0 0 0,0 3 0 0 0,-1 0 0 0 0,0-5 0 0 0,4 4 0 0 0,2 2 0 0 0,-1-5 0 0 0,-1-1 0 0 0,-3 5 0 0 0,0-3 0 0 0,-2 5 0 0 0,0 2 0 0 0,-1-1 0 0 0,0-4 0 0 0,0 1 0 0 0,0 7 0 0 0,-1-3 0 0 0,-4 3 0 0 0,4 0 0 0 0,1-6 0 0 0,1 1 0 0 0,-4 7 0 0 0,-8 6 0 0 0,-1 6 0 0 0,-4 4 0 0 0,0 4 0 0 0,-1-3 0 0 0,-4-7 0 0 0,7-1 0 0 0,1 2 0 0 0,2-2 0 0 0,4-5 0 0 0,3-5 0 0 0,-4 2 0 0 0,0 5 0 0 0,-3-1 0 0 0,-1-3 0 0 0,2 3 0 0 0,3-7 0 0 0,3 0 0 0 0,1 5 0 0 0,-3-5 0 0 0,-1 1 0 0 0,-4 0 0 0 0,-1 3 0 0 0,3 0 0 0 0,1-2 0 0 0,-1-3 0 0 0,4-2 0 0 0,0-1 0 0 0,-1-3 0 0 0,1 6 0 0 0,2-5 0 0 0,1-2 0 0 0,6-1 0 0 0,-2 0 0 0 0,-3 0 0 0 0,6 0 0 0 0,-5 1 0 0 0,-1 1 0 0 0,4-1 0 0 0,2 1 0 0 0,0-5 0 0 0,-1-3 0 0 0,5 2 0 0 0,0-5 0 0 0,-1 0 0 0 0,3 2 0 0 0,0 2 0 0 0,-2-2 0 0 0,-2-1 0 0 0,2 2 0 0 0,1-3 0 0 0,3 0 0 0 0,-1 3 0 0 0,4 1 0 0 0,-2-2 0 0 0,3-11 0 0 0,8-12 0 0 0,11-6 0 0 0,5-7 0 0 0,5-6 0 0 0,6-6 0 0 0,4 3 0 0 0,-1-1 0 0 0,-1-7 0 0 0,2 3 0 0 0,2 0 0 0 0,1-1 0 0 0,1 1 0 0 0,1-2 0 0 0,-4 0 0 0 0,-2 0 0 0 0,6-1 0 0 0,-3 1 0 0 0,0-1 0 0 0,1 0 0 0 0,0 0 0 0 0,1 0 0 0 0,0 5 0 0 0,2-3 0 0 0,-1-7 0 0 0,1 2 0 0 0,5-4 0 0 0,-3 1 0 0 0,-2 5 0 0 0,4-2 0 0 0,1-6 0 0 0,0-6 0 0 0,-1 5 0 0 0,4-2 0 0 0,-4 2 0 0 0,1 2 0 0 0,1 3 0 0 0,-1 2 0 0 0,4-4 0 0 0,0 0 0 0 0,-1-5 0 0 0,3 1 0 0 0,0 1 0 0 0,-2 3 0 0 0,-3 2 0 0 0,3-2 0 0 0,0-1 0 0 0,-2 1 0 0 0,-1-3 0 0 0,-3 0 0 0 0,-1 1 0 0 0,-2 3 0 0 0,5-3 0 0 0,2 0 0 0 0,-1 2 0 0 0,-1 2 0 0 0,-2-4 0 0 0,4 0 0 0 0,-4 2 0 0 0,-3 2 0 0 0,4-4 0 0 0,1 0 0 0 0,-1 2 0 0 0,0 2 0 0 0,-6 1 0 0 0,-4 2 0 0 0,0 2 0 0 0,1 0 0 0 0,-4 0 0 0 0,-1 6 0 0 0,2 1 0 0 0,-4 1 0 0 0,-4-3 0 0 0,0 5 0 0 0,-3-1 0 0 0,3-1 0 0 0,3 4 0 0 0,-1-1 0 0 0,-3-2 0 0 0,0-3 0 0 0,-6 9 0 0 0,-6 12 0 0 0,-7 6 0 0 0,-9 4 0 0 0,-1 5 0 0 0,-5 6 0 0 0,-2 1 0 0 0,1 2 0 0 0,-1 8 0 0 0,-1 0 0 0 0,-3-1 0 0 0,4 2 0 0 0,-1 0 0 0 0,-5 1 0 0 0,-5 0 0 0 0,4 1 0 0 0,2-1 0 0 0,-5 1 0 0 0,-3 5 0 0 0,0 8 0 0 0,0-5 0 0 0,1-3 0 0 0,2 3 0 0 0,0-1 0 0 0,0-1 0 0 0,1 4 0 0 0,-5 5 0 0 0,-1 0 0 0 0,5-2 0 0 0,-3 1 0 0 0,0-6 0 0 0,1 0 0 0 0,0 4 0 0 0,2 0 0 0 0,-5 3 0 0 0,-2 0 0 0 0,7 1 0 0 0,-3-1 0 0 0,1 1 0 0 0,-6 4 0 0 0,0 4 0 0 0,-5-3 0 0 0,6 1 0 0 0,4 1 0 0 0,-2-3 0 0 0,0-4 0 0 0,0 4 0 0 0,-3 0 0 0 0,0-4 0 0 0,1 0 0 0 0,2 3 0 0 0,2-1 0 0 0,2 0 0 0 0,-4 4 0 0 0,-1-3 0 0 0,1-5 0 0 0,1 1 0 0 0,2-2 0 0 0,1-4 0 0 0,1 3 0 0 0,6-2 0 0 0,2-2 0 0 0,-5 3 0 0 0,-3-1 0 0 0,-1 4 0 0 0,-1-2 0 0 0,1-7 0 0 0,5 1 0 0 0,3-2 0 0 0,1-5 0 0 0,3-4 0 0 0,6 0 0 0 0,0 0 0 0 0,-2 1 0 0 0,-4 1 0 0 0,2 2 0 0 0,-2 0 0 0 0,4 0 0 0 0,-1-4 0 0 0,2-2 0 0 0,4 1 0 0 0,5-10 0 0 0,8-7 0 0 0,4-10 0 0 0,1-11 0 0 0,5-7 0 0 0,6-6 0 0 0,5-4 0 0 0,4-2 0 0 0,3-1 0 0 0,-4 0 0 0 0,0 6 0 0 0,0 2 0 0 0,2-5 0 0 0,1-3 0 0 0,1-1 0 0 0,-4 0 0 0 0,-2 6 0 0 0,1-3 0 0 0,2-1 0 0 0,-4-1 0 0 0,0 1 0 0 0,1-1 0 0 0,2 1 0 0 0,-3 1 0 0 0,0 0 0 0 0,1 5 0 0 0,2-3 0 0 0,2-7 0 0 0,2 2 0 0 0,1 2 0 0 0,-4-4 0 0 0,-2 4 0 0 0,0 2 0 0 0,2-4 0 0 0,2-2 0 0 0,-5 0 0 0 0,5-4 0 0 0,3 5 0 0 0,-4-3 0 0 0,3-5 0 0 0,3 0 0 0 0,-4 2 0 0 0,-3-3 0 0 0,0 1 0 0 0,1 8 0 0 0,-4-1 0 0 0,-1 0 0 0 0,1 2 0 0 0,2-4 0 0 0,-3-1 0 0 0,-1 1 0 0 0,2 1 0 0 0,2 3 0 0 0,-3 1 0 0 0,0 1 0 0 0,-4-5 0 0 0,1 5 0 0 0,1 2 0 0 0,-2 1 0 0 0,-4 0 0 0 0,1 0 0 0 0,3-1 0 0 0,3 0 0 0 0,-1 0 0 0 0,-4-1 0 0 0,0 6 0 0 0,-3 1 0 0 0,2-1 0 0 0,-1 0 0 0 0,-4-2 0 0 0,-3-2 0 0 0,3 5 0 0 0,-1 1 0 0 0,3-2 0 0 0,0 0 0 0 0,-2-3 0 0 0,-3 0 0 0 0,3 3 0 0 0,-1 2 0 0 0,-1 9 0 0 0,-8 7 0 0 0,-3 11 0 0 0,-8 9 0 0 0,0 8 0 0 0,-5 5 0 0 0,-4-1 0 0 0,1 0 0 0 0,4 1 0 0 0,-1-4 0 0 0,-3 5 0 0 0,-4 3 0 0 0,3 2 0 0 0,-1 0 0 0 0,-2 0 0 0 0,-3-5 0 0 0,4 4 0 0 0,0 0 0 0 0,-2 7 0 0 0,-1 2 0 0 0,-2-1 0 0 0,3-2 0 0 0,1-2 0 0 0,-1 4 0 0 0,-2 0 0 0 0,-1-1 0 0 0,-2 4 0 0 0,4 4 0 0 0,2-5 0 0 0,-2 1 0 0 0,0 4 0 0 0,-3-1 0 0 0,5-2 0 0 0,0 1 0 0 0,-1-1 0 0 0,-1-3 0 0 0,3 2 0 0 0,0 0 0 0 0,-1 3 0 0 0,-3 4 0 0 0,-1-1 0 0 0,-7 2 0 0 0,3-3 0 0 0,5-3 0 0 0,-2 1 0 0 0,-2 3 0 0 0,-1 4 0 0 0,0-2 0 0 0,-1 2 0 0 0,6-3 0 0 0,1-5 0 0 0,1-5 0 0 0,-2 2 0 0 0,4-1 0 0 0,0 4 0 0 0,0-2 0 0 0,-3-1 0 0 0,3-4 0 0 0,0 4 0 0 0,-1-1 0 0 0,-2 3 0 0 0,-2 6 0 0 0,-2 4 0 0 0,-1-7 0 0 0,4-5 0 0 0,2-5 0 0 0,5-4 0 0 0,0-1 0 0 0,3-1 0 0 0,0-6 0 0 0,2-1 0 0 0,4 0 0 0 0,-3-4 0 0 0,3 1 0 0 0,1 2 0 0 0,-2-4 0 0 0,1-8 0 0 0,6-8 0 0 0,6-13 0 0 0,6-6 0 0 0,2-5 0 0 0,5-3 0 0 0,5-4 0 0 0,-1-1 0 0 0,2-2 0 0 0,2 1 0 0 0,-3-1 0 0 0,-4 0 0 0 0,0 1 0 0 0,2-1 0 0 0,4 1 0 0 0,-2 0 0 0 0,-5 1 0 0 0,1-1 0 0 0,3 0 0 0 0,3 0 0 0 0,-2 0 0 0 0,-4 1 0 0 0,0-1 0 0 0,2 0 0 0 0,4 0 0 0 0,-1-5 0 0 0,-6-2 0 0 0,1 1 0 0 0,3-5 0 0 0,-2 1 0 0 0,1 6 0 0 0,-2 0 0 0 0,1-6 0 0 0,4 5 0 0 0,2-3 0 0 0,-2-4 0 0 0,1-6 0 0 0,1-5 0 0 0,3-4 0 0 0,1 3 0 0 0,3 0 0 0 0,-6 5 0 0 0,-5 5 0 0 0,-1 5 0 0 0,1-2 0 0 0,3 3 0 0 0,-2-4 0 0 0,-5 0 0 0 0,0-2 0 0 0,4-5 0 0 0,3-4 0 0 0,-2-3 0 0 0,0-3 0 0 0,-2 4 0 0 0,0 11 0 0 0,-2 3 0 0 0,1 4 0 0 0,-3 2 0 0 0,3-2 0 0 0,-3-1 0 0 0,-3 1 0 0 0,-4 3 0 0 0,3 1 0 0 0,-1 1 0 0 0,3 2 0 0 0,0 0 0 0 0,-2 0 0 0 0,-3 0 0 0 0,3 1 0 0 0,-1-1 0 0 0,4 6 0 0 0,-1 1 0 0 0,-2 0 0 0 0,3-1 0 0 0,-2-2 0 0 0,-2-2 0 0 0,-2 10 0 0 0,-3 13 0 0 0,-8 13 0 0 0,-2 11 0 0 0,-6 7 0 0 0,-1 4 0 0 0,2 3 0 0 0,3 2 0 0 0,-3-1 0 0 0,-4 0 0 0 0,0 5 0 0 0,-3 1 0 0 0,3 4 0 0 0,-3-5 0 0 0,3-3 0 0 0,-2-3 0 0 0,2-2 0 0 0,3 0 0 0 0,5-1 0 0 0,-3 1 0 0 0,-4 5 0 0 0,-6 8 0 0 0,2 1 0 0 0,3-1 0 0 0,4-3 0 0 0,-1 2 0 0 0,-4-1 0 0 0,1-1 0 0 0,-2-4 0 0 0,1-1 0 0 0,-1 3 0 0 0,2 5 0 0 0,-2 7 0 0 0,-3 0 0 0 0,2-4 0 0 0,-2 1 0 0 0,4-2 0 0 0,-2-4 0 0 0,2-3 0 0 0,5-3 0 0 0,3 3 0 0 0,-1 0 0 0 0,0-1 0 0 0,-4-2 0 0 0,1-1 0 0 0,3 4 0 0 0,-3 1 0 0 0,0-2 0 0 0,-2-1 0 0 0,1-1 0 0 0,-3-2 0 0 0,2-2 0 0 0,2 1 0 0 0,5-2 0 0 0,-3 6 0 0 0,-5 2 0 0 0,1-1 0 0 0,-3-1 0 0 0,1 3 0 0 0,4 1 0 0 0,4-1 0 0 0,-3-7 0 0 0,2-5 0 0 0,-4 0 0 0 0,1-1 0 0 0,2 1 0 0 0,3 2 0 0 0,3 0 0 0 0,-4-5 0 0 0,0 0 0 0 0,1-10 0 0 0,3-13 0 0 0,0-12 0 0 0,8-9 0 0 0,2-6 0 0 0,0-4 0 0 0,5-3 0 0 0,0 0 0 0 0,-1 0 0 0 0,-4 0 0 0 0,-1 1 0 0 0,3-5 0 0 0,0-1 0 0 0,4 0 0 0 0,0 2 0 0 0,-2 1 0 0 0,2 2 0 0 0,0 1 0 0 0,-3 1 0 0 0,-2 0 0 0 0,-3 0 0 0 0,3 1 0 0 0,1-1 0 0 0,-2 1 0 0 0,4-6 0 0 0,1-7 0 0 0,-3-1 0 0 0,-2 1 0 0 0,4-2 0 0 0,-1 1 0 0 0,-2 2 0 0 0,4 5 0 0 0,0 1 0 0 0,3 3 0 0 0,-1-3 0 0 0,3-7 0 0 0,-2-1 0 0 0,-3 1 0 0 0,-3 4 0 0 0,-3 3 0 0 0,3 1 0 0 0,-1-2 0 0 0,5-1 0 0 0,0 0 0 0 0,-2 3 0 0 0,-3 1 0 0 0,-3-4 0 0 0,4-6 0 0 0,0-1 0 0 0,-1 2 0 0 0,3-2 0 0 0,0 2 0 0 0,-1 2 0 0 0,2 3 0 0 0,0-2 0 0 0,-2 0 0 0 0,-3 2 0 0 0,-2 2 0 0 0,-1 2 0 0 0,-3 1 0 0 0,0 2 0 0 0,0 0 0 0 0,0 0 0 0 0,-1 1 0 0 0,1-1 0 0 0,-1 11 0 0 0,1 14 0 0 0,0 13 0 0 0,0 11 0 0 0,0 7 0 0 0,-5 5 0 0 0,-2 3 0 0 0,0 0 0 0 0,2 1 0 0 0,-4-1 0 0 0,0-1 0 0 0,-5 0 0 0 0,2-1 0 0 0,1 0 0 0 0,-2 0 0 0 0,2 0 0 0 0,1 0 0 0 0,4-1 0 0 0,-3 1 0 0 0,0 5 0 0 0,-4-3 0 0 0,1-3 0 0 0,2 5 0 0 0,-2 1 0 0 0,0 0 0 0 0,3 5 0 0 0,3-1 0 0 0,-4 0 0 0 0,2-3 0 0 0,-5-2 0 0 0,1 3 0 0 0,-4 1 0 0 0,2 4 0 0 0,-2 6 0 0 0,1 4 0 0 0,3-2 0 0 0,-1-3 0 0 0,2 0 0 0 0,-3-3 0 0 0,0 1 0 0 0,-1-1 0 0 0,1-4 0 0 0,3-3 0 0 0,3-3 0 0 0,-2 3 0 0 0,1 5 0 0 0,-3 2 0 0 0,-1-3 0 0 0,3 2 0 0 0,-2-5 0 0 0,1 0 0 0 0,-4 4 0 0 0,2 5 0 0 0,3 5 0 0 0,-3-1 0 0 0,2-4 0 0 0,-4-5 0 0 0,2 0 0 0 0,3 4 0 0 0,-3-1 0 0 0,2-3 0 0 0,2 1 0 0 0,3-1 0 0 0,2-3 0 0 0,-3-8 0 0 0,-1-4 0 0 0,2-2 0 0 0,1 0 0 0 0,1 1 0 0 0,3 1 0 0 0,-6-4 0 0 0,0-2 0 0 0,1 2 0 0 0,1 1 0 0 0,1-8 0 0 0,2-13 0 0 0,1-12 0 0 0,1-9 0 0 0,5-3 0 0 0,2-3 0 0 0,0-8 0 0 0,4-4 0 0 0,0-6 0 0 0,4 3 0 0 0,-2 4 0 0 0,4-4 0 0 0,-3-5 0 0 0,-2-1 0 0 0,1 2 0 0 0,-1 3 0 0 0,2 2 0 0 0,-1 3 0 0 0,3-3 0 0 0,3-7 0 0 0,-1 0 0 0 0,-4 2 0 0 0,-4-3 0 0 0,1 2 0 0 0,0 2 0 0 0,2 3 0 0 0,4 3 0 0 0,0-8 0 0 0,-4-3 0 0 0,-3 2 0 0 0,1-2 0 0 0,5-4 0 0 0,4-4 0 0 0,-1-3 0 0 0,1 3 0 0 0,-2 0 0 0 0,-4-2 0 0 0,0 10 0 0 0,-2 1 0 0 0,2-2 0 0 0,4 3 0 0 0,-1 2 0 0 0,2 4 0 0 0,3-3 0 0 0,-3-4 0 0 0,-4 0 0 0 0,-4 2 0 0 0,0-1 0 0 0,4 0 0 0 0,0-1 0 0 0,2-5 0 0 0,4 1 0 0 0,-3 5 0 0 0,-3-2 0 0 0,-5 2 0 0 0,2-2 0 0 0,-2 2 0 0 0,3 3 0 0 0,-1-3 0 0 0,3 2 0 0 0,-1 3 0 0 0,2 2 0 0 0,-1 2 0 0 0,-4 3 0 0 0,-3-5 0 0 0,-4-1 0 0 0,4 1 0 0 0,0 2 0 0 0,3 6 0 0 0,1-2 0 0 0,-2-1 0 0 0,-3-6 0 0 0,3-7 0 0 0,-1 0 0 0 0,-1 1 0 0 0,3 9 0 0 0,-1 5 0 0 0,-1 2 0 0 0,2 0 0 0 0,0 1 0 0 0,-2-1 0 0 0,-3 9 0 0 0,-2 14 0 0 0,-2 12 0 0 0,-1 11 0 0 0,-7 2 0 0 0,-1 3 0 0 0,0 3 0 0 0,1 2 0 0 0,-3 1 0 0 0,-1 2 0 0 0,-3 0 0 0 0,0 1 0 0 0,2-1 0 0 0,-1 0 0 0 0,0 0 0 0 0,3 0 0 0 0,-3 0 0 0 0,1 6 0 0 0,-3-5 0 0 0,1 4 0 0 0,-2 6 0 0 0,0 6 0 0 0,-1 5 0 0 0,-4 0 0 0 0,2-5 0 0 0,-2-5 0 0 0,3 1 0 0 0,-1 3 0 0 0,-2 4 0 0 0,1-1 0 0 0,5 1 0 0 0,-1-2 0 0 0,2-5 0 0 0,-2 0 0 0 0,-3 4 0 0 0,1 4 0 0 0,-2 4 0 0 0,-3 2 0 0 0,3 3 0 0 0,-2 6 0 0 0,-1-3 0 0 0,2-2 0 0 0,0-1 0 0 0,-3-6 0 0 0,-1-1 0 0 0,2 0 0 0 0,0-3 0 0 0,4-1 0 0 0,5 2 0 0 0,-1-2 0 0 0,2 0 0 0 0,-2 3 0 0 0,-4 2 0 0 0,2-2 0 0 0,-3-1 0 0 0,-3 3 0 0 0,3-4 0 0 0,4 0 0 0 0,4-3 0 0 0,5-5 0 0 0,-2 1 0 0 0,0-1 0 0 0,-4-4 0 0 0,1 3 0 0 0,1-1 0 0 0,-2-2 0 0 0,1-3 0 0 0,-4-1 0 0 0,2-3 0 0 0,2 0 0 0 0,4-1 0 0 0,3-1 0 0 0,1 1 0 0 0,2-1 0 0 0,-4 0 0 0 0,-1 1 0 0 0,0 0 0 0 0,1-1 0 0 0,1 1 0 0 0,-3 0 0 0 0,-1 0 0 0 0,1-11 0 0 0,2-13 0 0 0,1-14 0 0 0,2-11 0 0 0,6-7 0 0 0,3-10 0 0 0,0-10 0 0 0,-2-7 0 0 0,0-6 0 0 0,3-3 0 0 0,0 3 0 0 0,-1 7 0 0 0,-1 6 0 0 0,3 11 0 0 0,0 1 0 0 0,-2 1 0 0 0,-1 0 0 0 0,-2 1 0 0 0,-2 0 0 0 0,4-5 0 0 0,1-2 0 0 0,-1 1 0 0 0,-1 1 0 0 0,4-4 0 0 0,0 0 0 0 0,-1-4 0 0 0,-3 1 0 0 0,-1 1 0 0 0,-2-1 0 0 0,-1 0 0 0 0,-1-2 0 0 0,0-5 0 0 0,0-3 0 0 0,-1 1 0 0 0,1 5 0 0 0,0-1 0 0 0,5 3 0 0 0,2-1 0 0 0,-1-4 0 0 0,0 2 0 0 0,-3 4 0 0 0,0 4 0 0 0,-2-2 0 0 0,0-4 0 0 0,-1 0 0 0 0,5 4 0 0 0,1 2 0 0 0,1-1 0 0 0,-2 0 0 0 0,-2 3 0 0 0,0-4 0 0 0,-2 1 0 0 0,-1-3 0 0 0,0-5 0 0 0,0-5 0 0 0,0 2 0 0 0,0 5 0 0 0,-1-1 0 0 0,1-2 0 0 0,0 2 0 0 0,0 4 0 0 0,0 4 0 0 0,0 4 0 0 0,0-3 0 0 0,0 0 0 0 0,0-3 0 0 0,0-1 0 0 0,0 3 0 0 0,0-3 0 0 0,0 1 0 0 0,0 2 0 0 0,0 2 0 0 0,0 4 0 0 0,0 1 0 0 0,0 1 0 0 0,0 1 0 0 0,0 1 0 0 0,0 0 0 0 0,0 10 0 0 0,0 14 0 0 0,0 13 0 0 0,0 11 0 0 0,0 12 0 0 0,-5 2 0 0 0,-2 0 0 0 0,0 0 0 0 0,-3 0 0 0 0,-1 0 0 0 0,-3 4 0 0 0,0 3 0 0 0,-2 3 0 0 0,1 7 0 0 0,4 4 0 0 0,3-1 0 0 0,-2-4 0 0 0,0-5 0 0 0,3-5 0 0 0,-4 2 0 0 0,1-1 0 0 0,-3 4 0 0 0,0 5 0 0 0,2-1 0 0 0,-1 3 0 0 0,0-3 0 0 0,3-3 0 0 0,3 0 0 0 0,-4 5 0 0 0,2-2 0 0 0,-5 7 0 0 0,1-1 0 0 0,2-3 0 0 0,-3 5 0 0 0,2-2 0 0 0,-4 1 0 0 0,2 2 0 0 0,3-4 0 0 0,-3 0 0 0 0,1 2 0 0 0,-2-3 0 0 0,1 0 0 0 0,3 2 0 0 0,-3 2 0 0 0,2 3 0 0 0,2 1 0 0 0,3 7 0 0 0,2-2 0 0 0,2-3 0 0 0,1-5 0 0 0,-4-3 0 0 0,-1 1 0 0 0,0-3 0 0 0,1-1 0 0 0,1 2 0 0 0,2-2 0 0 0,1 0 0 0 0,1 3 0 0 0,0 2 0 0 0,-5-8 0 0 0,-2-1 0 0 0,1-4 0 0 0,0 2 0 0 0,3-1 0 0 0,1-4 0 0 0,0-2 0 0 0,2-2 0 0 0,0-3 0 0 0,0 0 0 0 0,0-1 0 0 0,1 4 0 0 0,-1 2 0 0 0,0 0 0 0 0,0-1 0 0 0,0-2 0 0 0,0-1 0 0 0,0-1 0 0 0,5-5 0 0 0,2-14 0 0 0,0-14 0 0 0,4-6 0 0 0,-1-8 0 0 0,5-6 0 0 0,-2-5 0 0 0,-2-3 0 0 0,-3-2 0 0 0,2-1 0 0 0,0 0 0 0 0,2-6 0 0 0,6 5 0 0 0,-1 1 0 0 0,-3 2 0 0 0,-4 1 0 0 0,1-1 0 0 0,-1 1 0 0 0,3-1 0 0 0,0-1 0 0 0,2-4 0 0 0,-1-3 0 0 0,-3 0 0 0 0,-3 2 0 0 0,-4-4 0 0 0,4 0 0 0 0,5 1 0 0 0,0-3 0 0 0,4 1 0 0 0,-1 1 0 0 0,-4-2 0 0 0,-4 0 0 0 0,-2-3 0 0 0,2-4 0 0 0,-1 0 0 0 0,0-1 0 0 0,3-8 0 0 0,5-5 0 0 0,1-7 0 0 0,2-2 0 0 0,-2 5 0 0 0,-4-1 0 0 0,-3 1 0 0 0,2 6 0 0 0,-2-3 0 0 0,4 0 0 0 0,-1-5 0 0 0,-2-2 0 0 0,-3 7 0 0 0,-3 3 0 0 0,-2 2 0 0 0,5 5 0 0 0,0 2 0 0 0,-1 4 0 0 0,4-5 0 0 0,0-5 0 0 0,-1 4 0 0 0,-3-1 0 0 0,3 4 0 0 0,1 0 0 0 0,-3-1 0 0 0,4 3 0 0 0,0-7 0 0 0,-3-3 0 0 0,-2 2 0 0 0,-2 6 0 0 0,-2 1 0 0 0,-1 4 0 0 0,-1 0 0 0 0,5-4 0 0 0,2 2 0 0 0,-1-1 0 0 0,-1 2 0 0 0,-1 4 0 0 0,3-2 0 0 0,1 3 0 0 0,-1-3 0 0 0,-1 1 0 0 0,2 3 0 0 0,1 3 0 0 0,-1-2 0 0 0,-2 0 0 0 0,3-3 0 0 0,0 0 0 0 0,-2 2 0 0 0,-1 3 0 0 0,-3 3 0 0 0,-1 1 0 0 0,-1 3 0 0 0,-1 0 0 0 0,0 0 0 0 0,5 6 0 0 0,2 12 0 0 0,-1 14 0 0 0,-1 12 0 0 0,-1 8 0 0 0,-2 12 0 0 0,-1 5 0 0 0,0 2 0 0 0,-7-1 0 0 0,-1-2 0 0 0,0 3 0 0 0,-4-5 0 0 0,0 3 0 0 0,2-2 0 0 0,3 0 0 0 0,-4 4 0 0 0,1 5 0 0 0,1 6 0 0 0,2 0 0 0 0,-2 1 0 0 0,-1-3 0 0 0,1-5 0 0 0,-2 2 0 0 0,-1-3 0 0 0,2 2 0 0 0,-2 4 0 0 0,0-1 0 0 0,-3 2 0 0 0,1-3 0 0 0,2-4 0 0 0,-1 2 0 0 0,0 3 0 0 0,3-2 0 0 0,3 8 0 0 0,-3 0 0 0 0,0-4 0 0 0,1-1 0 0 0,3-2 0 0 0,2 5 0 0 0,1 6 0 0 0,1-3 0 0 0,-4 0 0 0 0,-2 1 0 0 0,1-3 0 0 0,1-1 0 0 0,-4-4 0 0 0,0 1 0 0 0,1 2 0 0 0,3-2 0 0 0,1 1 0 0 0,-4 2 0 0 0,1-2 0 0 0,0 1 0 0 0,1-3 0 0 0,3 0 0 0 0,-4 4 0 0 0,-1-3 0 0 0,1-4 0 0 0,2 0 0 0 0,1-1 0 0 0,2 1 0 0 0,-4 5 0 0 0,-1-2 0 0 0,0 1 0 0 0,2-1 0 0 0,2-5 0 0 0,1-4 0 0 0,1-3 0 0 0,0-3 0 0 0,2-1 0 0 0,-1-2 0 0 0,0 0 0 0 0,0 0 0 0 0,1 0 0 0 0,-1 1 0 0 0,0-1 0 0 0,0 1 0 0 0,0-1 0 0 0,0 1 0 0 0,0 0 0 0 0,0 0 0 0 0,0 0 0 0 0,0 0 0 0 0,0-11 0 0 0,5-8 0 0 0,2-12 0 0 0,5-11 0 0 0,0-9 0 0 0,-1-11 0 0 0,2-7 0 0 0,-1 0 0 0 0,-3-6 0 0 0,3 5 0 0 0,-1 5 0 0 0,3-4 0 0 0,-1 1 0 0 0,-2-5 0 0 0,-4 0 0 0 0,3-4 0 0 0,4-4 0 0 0,1 1 0 0 0,2-1 0 0 0,-1 2 0 0 0,1 4 0 0 0,-2-1 0 0 0,-3 2 0 0 0,-4-2 0 0 0,-3 1 0 0 0,2 3 0 0 0,1 4 0 0 0,4-4 0 0 0,-1-4 0 0 0,4-5 0 0 0,-1-5 0 0 0,-3-3 0 0 0,-3-3 0 0 0,2 4 0 0 0,0 7 0 0 0,-3 6 0 0 0,-1 0 0 0 0,2-2 0 0 0,1 1 0 0 0,4 2 0 0 0,-1-1 0 0 0,-2-4 0 0 0,3-4 0 0 0,-2 1 0 0 0,-2 0 0 0 0,3 2 0 0 0,-1 5 0 0 0,-2-1 0 0 0,-3-3 0 0 0,-3-4 0 0 0,-1 1 0 0 0,4 5 0 0 0,1 4 0 0 0,0 5 0 0 0,-3-2 0 0 0,5 5 0 0 0,0-2 0 0 0,-1 1 0 0 0,-3 0 0 0 0,-1 1 0 0 0,-2-4 0 0 0,-1-1 0 0 0,5 1 0 0 0,0-4 0 0 0,1-5 0 0 0,3 1 0 0 0,0 2 0 0 0,-1 4 0 0 0,3 8 0 0 0,-1 5 0 0 0,-2 1 0 0 0,-3 1 0 0 0,-2 8 0 0 0,-2 14 0 0 0,-1 12 0 0 0,-1 10 0 0 0,0 6 0 0 0,-1 5 0 0 0,1 3 0 0 0,0 5 0 0 0,-1 2 0 0 0,-4 0 0 0 0,-2-2 0 0 0,0-3 0 0 0,2-1 0 0 0,-4-2 0 0 0,-1 0 0 0 0,2 4 0 0 0,3 1 0 0 0,1 0 0 0 0,2 4 0 0 0,-5 6 0 0 0,0 5 0 0 0,1 4 0 0 0,1-2 0 0 0,-4 0 0 0 0,0-4 0 0 0,2-4 0 0 0,-4-1 0 0 0,0 3 0 0 0,2-1 0 0 0,3 1 0 0 0,2 4 0 0 0,-4-3 0 0 0,1-3 0 0 0,0-5 0 0 0,2 1 0 0 0,-4 4 0 0 0,0-1 0 0 0,2 3 0 0 0,1 4 0 0 0,3 3 0 0 0,1-3 0 0 0,1-4 0 0 0,0 0 0 0 0,2-4 0 0 0,-1 3 0 0 0,-5-3 0 0 0,-1-3 0 0 0,-1 2 0 0 0,2-1 0 0 0,1 2 0 0 0,2 0 0 0 0,1-3 0 0 0,0-3 0 0 0,1-3 0 0 0,-5-2 0 0 0,-2 4 0 0 0,1 1 0 0 0,1-1 0 0 0,1-1 0 0 0,2-2 0 0 0,1-2 0 0 0,0 0 0 0 0,1-1 0 0 0,0 0 0 0 0,1 5 0 0 0,-1 7 0 0 0,0 1 0 0 0,0-2 0 0 0,1-2 0 0 0,-1-3 0 0 0,0-2 0 0 0,0-3 0 0 0,0-1 0 0 0,0-10 0 0 0,0-15 0 0 0,0-14 0 0 0,0-10 0 0 0,5-2 0 0 0,2-9 0 0 0,-1-4 0 0 0,0-7 0 0 0,-2-7 0 0 0,-2-1 0 0 0,-1-3 0 0 0,5 2 0 0 0,1 4 0 0 0,-1 5 0 0 0,-1 4 0 0 0,-1 2 0 0 0,-2 2 0 0 0,-1 2 0 0 0,0-1 0 0 0,4-4 0 0 0,1-2 0 0 0,1 0 0 0 0,-2 2 0 0 0,-1-5 0 0 0,-2 0 0 0 0,-1 1 0 0 0,-1-3 0 0 0,0 1 0 0 0,0-4 0 0 0,5 1 0 0 0,2 2 0 0 0,-1-1 0 0 0,-1 0 0 0 0,-1-2 0 0 0,-2-4 0 0 0,0-5 0 0 0,-2 2 0 0 0,0 0 0 0 0,0-3 0 0 0,0-1 0 0 0,-1-3 0 0 0,1-1 0 0 0,0 4 0 0 0,0 1 0 0 0,0 0 0 0 0,0 3 0 0 0,0 1 0 0 0,0 3 0 0 0,0 5 0 0 0,0 5 0 0 0,0 3 0 0 0,0-3 0 0 0,0 0 0 0 0,0 1 0 0 0,0 2 0 0 0,0 1 0 0 0,0-4 0 0 0,0 0 0 0 0,0 0 0 0 0,0 2 0 0 0,0 2 0 0 0,0 1 0 0 0,0 1 0 0 0,0 1 0 0 0,0 0 0 0 0,0 1 0 0 0,0-1 0 0 0,0 1 0 0 0,0-1 0 0 0,0 0 0 0 0,0 1 0 0 0,-5 4 0 0 0,-2 2 0 0 0,0 0 0 0 0,2-1 0 0 0,-4 3 0 0 0,-6 6 0 0 0,-5 5 0 0 0,0 10 0 0 0,5 10 0 0 0,-2 10 0 0 0,3 5 0 0 0,-2 0 0 0 0,2 1 0 0 0,4 6 0 0 0,-3-2 0 0 0,2 0 0 0 0,-3-1 0 0 0,-4 1 0 0 0,1 1 0 0 0,3 5 0 0 0,-1-3 0 0 0,2 3 0 0 0,-2-3 0 0 0,2-3 0 0 0,-3 4 0 0 0,2 2 0 0 0,3 6 0 0 0,-2 1 0 0 0,2-2 0 0 0,-3 3 0 0 0,-5 0 0 0 0,2-3 0 0 0,-2 3 0 0 0,2 4 0 0 0,-1 5 0 0 0,-2 4 0 0 0,-4 3 0 0 0,2-4 0 0 0,1 0 0 0 0,-3 1 0 0 0,4 1 0 0 0,5-3 0 0 0,4-1 0 0 0,5-4 0 0 0,-2 0 0 0 0,1 2 0 0 0,-5-2 0 0 0,1 1 0 0 0,-4 2 0 0 0,-4 4 0 0 0,1 1 0 0 0,4-2 0 0 0,-2-1 0 0 0,3 1 0 0 0,3-4 0 0 0,3-5 0 0 0,-2 1 0 0 0,1-4 0 0 0,1 2 0 0 0,-4-6 0 0 0,1 0 0 0 0,2 4 0 0 0,2 5 0 0 0,-3-5 0 0 0,-1 0 0 0 0,3 4 0 0 0,2 3 0 0 0,1 0 0 0 0,2-4 0 0 0,1-5 0 0 0,1-4 0 0 0,0-3 0 0 0,1-2 0 0 0,-1-1 0 0 0,0-1 0 0 0,1 0 0 0 0,-1 0 0 0 0,0 1 0 0 0,0-1 0 0 0,0 0 0 0 0,0-9 0 0 0,0-15 0 0 0,0-13 0 0 0,0-11 0 0 0,0-7 0 0 0,0-5 0 0 0,0-2 0 0 0,5-2 0 0 0,2 1 0 0 0,0-5 0 0 0,-2-2 0 0 0,-1 2 0 0 0,-2 1 0 0 0,5 2 0 0 0,0-4 0 0 0,0 0 0 0 0,-2 2 0 0 0,4 1 0 0 0,0 1 0 0 0,-1 2 0 0 0,3-4 0 0 0,-1-6 0 0 0,-1-1 0 0 0,-3 1 0 0 0,3-1 0 0 0,1 0 0 0 0,-3-2 0 0 0,-1 1 0 0 0,-3 3 0 0 0,-1-1 0 0 0,-1 0 0 0 0,-1-2 0 0 0,0 1 0 0 0,-1 3 0 0 0,6-2 0 0 0,2-4 0 0 0,-1-5 0 0 0,-1 1 0 0 0,-1-1 0 0 0,4-2 0 0 0,0-2 0 0 0,-1-3 0 0 0,-2 4 0 0 0,-1 1 0 0 0,-2 4 0 0 0,4 0 0 0 0,2 4 0 0 0,-2 4 0 0 0,-1-2 0 0 0,-1 3 0 0 0,3 1 0 0 0,1-1 0 0 0,-1 0 0 0 0,-2 2 0 0 0,-1-3 0 0 0,-2 0 0 0 0,-1-2 0 0 0,-1-5 0 0 0,0-5 0 0 0,-1 2 0 0 0,1 0 0 0 0,0 2 0 0 0,0 6 0 0 0,-1 4 0 0 0,1 4 0 0 0,0 3 0 0 0,0 2 0 0 0,0 0 0 0 0,0 1 0 0 0,0 0 0 0 0,0 0 0 0 0,6 0 0 0 0,1 0 0 0 0,-1-1 0 0 0,0 0 0 0 0,-3 1 0 0 0,0-1 0 0 0,-2 0 0 0 0,0 11 0 0 0,-1 13 0 0 0,-1 14 0 0 0,1 11 0 0 0,0 7 0 0 0,-1 5 0 0 0,1 8 0 0 0,0 2 0 0 0,0 5 0 0 0,-5-4 0 0 0,-2 0 0 0 0,0-1 0 0 0,-3-3 0 0 0,-1-1 0 0 0,2-2 0 0 0,2 3 0 0 0,3 1 0 0 0,2-1 0 0 0,1 4 0 0 0,0 1 0 0 0,-4-3 0 0 0,-1 3 0 0 0,-6 6 0 0 0,1-2 0 0 0,0 3 0 0 0,4 4 0 0 0,-3-3 0 0 0,0 1 0 0 0,2 3 0 0 0,2-3 0 0 0,3 0 0 0 0,-4-3 0 0 0,-1 1 0 0 0,1-3 0 0 0,2-4 0 0 0,2 1 0 0 0,-4 4 0 0 0,-1 0 0 0 0,1 1 0 0 0,2-1 0 0 0,1 1 0 0 0,2 3 0 0 0,1 4 0 0 0,1 2 0 0 0,0-3 0 0 0,0 0 0 0 0,-5-4 0 0 0,-1 0 0 0 0,-1-3 0 0 0,2-5 0 0 0,1 2 0 0 0,2-3 0 0 0,1 4 0 0 0,0 4 0 0 0,1 4 0 0 0,0 3 0 0 0,-4-7 0 0 0,-3-2 0 0 0,0 2 0 0 0,2-3 0 0 0,2 2 0 0 0,0-2 0 0 0,2-4 0 0 0,0-4 0 0 0,1-2 0 0 0,1-3 0 0 0,-1-2 0 0 0,0-1 0 0 0,0 1 0 0 0,1-1 0 0 0,-1 0 0 0 0,0 0 0 0 0,0 1 0 0 0,0-1 0 0 0,0-9 0 0 0,0-15 0 0 0,0-13 0 0 0,0-11 0 0 0,0-7 0 0 0,0-5 0 0 0,0-2 0 0 0,0-7 0 0 0,0-7 0 0 0,0 0 0 0 0,0-4 0 0 0,0 2 0 0 0,0 4 0 0 0,0 4 0 0 0,0 3 0 0 0,0 4 0 0 0,0 1 0 0 0,0 1 0 0 0,0 1 0 0 0,0 0 0 0 0,0-5 0 0 0,0-2 0 0 0,5-1 0 0 0,2 3 0 0 0,0-5 0 0 0,-2 0 0 0 0,-1-4 0 0 0,-2 0 0 0 0,-1-3 0 0 0,0-3 0 0 0,-1-5 0 0 0,0 3 0 0 0,-1-1 0 0 0,1-2 0 0 0,0 4 0 0 0,0 4 0 0 0,0 1 0 0 0,0 2 0 0 0,0-1 0 0 0,0 1 0 0 0,0-2 0 0 0,0 1 0 0 0,0 4 0 0 0,0-3 0 0 0,0-3 0 0 0,0 0 0 0 0,0 4 0 0 0,0-2 0 0 0,0-4 0 0 0,0-4 0 0 0,0 2 0 0 0,0-1 0 0 0,0 4 0 0 0,0 3 0 0 0,0 1 0 0 0,0 1 0 0 0,0 3 0 0 0,0 3 0 0 0,0 3 0 0 0,0-3 0 0 0,0-2 0 0 0,5 2 0 0 0,2 2 0 0 0,-1 1 0 0 0,0 1 0 0 0,-2 1 0 0 0,-2 1 0 0 0,-1 0 0 0 0,0 1 0 0 0,-1-1 0 0 0,0 1 0 0 0,-1-6 0 0 0,1-2 0 0 0,0 1 0 0 0,0 1 0 0 0,-1 1 0 0 0,1 2 0 0 0,0 1 0 0 0,0 1 0 0 0,0 10 0 0 0,0 15 0 0 0,0 13 0 0 0,0 11 0 0 0,-5 13 0 0 0,-2 11 0 0 0,-5-1 0 0 0,0-2 0 0 0,2-3 0 0 0,2-2 0 0 0,3 3 0 0 0,-3-4 0 0 0,-1-3 0 0 0,2 5 0 0 0,-3 1 0 0 0,0-1 0 0 0,1 5 0 0 0,-2 1 0 0 0,0-2 0 0 0,2-2 0 0 0,-2-2 0 0 0,0 4 0 0 0,2 0 0 0 0,3 3 0 0 0,2 7 0 0 0,-3-1 0 0 0,-1-4 0 0 0,1 2 0 0 0,-3-1 0 0 0,0 1 0 0 0,1-2 0 0 0,-2 3 0 0 0,0 3 0 0 0,-3 4 0 0 0,0 4 0 0 0,-1-4 0 0 0,0 0 0 0 0,4 1 0 0 0,-2-3 0 0 0,1-6 0 0 0,3-5 0 0 0,3 1 0 0 0,2 4 0 0 0,3-1 0 0 0,-5 3 0 0 0,-1 3 0 0 0,1-2 0 0 0,-4-3 0 0 0,-1 0 0 0 0,3-2 0 0 0,1-3 0 0 0,-2-4 0 0 0,0 3 0 0 0,1 5 0 0 0,3 5 0 0 0,1-1 0 0 0,2-3 0 0 0,1 1 0 0 0,1 3 0 0 0,0-2 0 0 0,-4-4 0 0 0,-3-4 0 0 0,1-3 0 0 0,1-3 0 0 0,1-3 0 0 0,2 0 0 0 0,0-1 0 0 0,2 0 0 0 0,0 0 0 0 0,0 0 0 0 0,0 1 0 0 0,1-1 0 0 0,-1 1 0 0 0,0-16 0 0 0,0-15 0 0 0,0-14 0 0 0,0-9 0 0 0,0-6 0 0 0,0-3 0 0 0,0-7 0 0 0,0-7 0 0 0,5 4 0 0 0,2-1 0 0 0,0 1 0 0 0,4-2 0 0 0,-1-5 0 0 0,-1 1 0 0 0,3 4 0 0 0,0 4 0 0 0,-3-2 0 0 0,-3 1 0 0 0,-2 2 0 0 0,-2 3 0 0 0,-1-4 0 0 0,-1-4 0 0 0,0-7 0 0 0,-1-3 0 0 0,6 0 0 0 0,1 1 0 0 0,1 2 0 0 0,-2-4 0 0 0,-1 1 0 0 0,3 5 0 0 0,1-1 0 0 0,0 5 0 0 0,-3-2 0 0 0,-1-9 0 0 0,3 1 0 0 0,1 4 0 0 0,-1 0 0 0 0,-2-1 0 0 0,-1-3 0 0 0,-2-2 0 0 0,-2 3 0 0 0,1 0 0 0 0,-1-6 0 0 0,5-3 0 0 0,1 3 0 0 0,0 2 0 0 0,0 5 0 0 0,-3 2 0 0 0,0-2 0 0 0,-2-2 0 0 0,-1 4 0 0 0,0-1 0 0 0,0-2 0 0 0,0 3 0 0 0,0 0 0 0 0,-1 4 0 0 0,1-2 0 0 0,0 3 0 0 0,0 4 0 0 0,0-1 0 0 0,0 1 0 0 0,0-3 0 0 0,0-3 0 0 0,0 0 0 0 0,0 3 0 0 0,0 5 0 0 0,0 3 0 0 0,0 3 0 0 0,0 2 0 0 0,0 1 0 0 0,0 1 0 0 0,0 0 0 0 0,0 10 0 0 0,0 14 0 0 0,0 14 0 0 0,0 9 0 0 0,0 9 0 0 0,0 4 0 0 0,0 2 0 0 0,0 7 0 0 0,-5 2 0 0 0,-7 3 0 0 0,-2 1 0 0 0,2-2 0 0 0,3-4 0 0 0,3-3 0 0 0,2-2 0 0 0,2 3 0 0 0,-4 6 0 0 0,0 6 0 0 0,0 6 0 0 0,-4-2 0 0 0,-1-5 0 0 0,3 1 0 0 0,1-4 0 0 0,-2-3 0 0 0,0-5 0 0 0,1-2 0 0 0,2 8 0 0 0,3 7 0 0 0,1 1 0 0 0,1 1 0 0 0,-4 4 0 0 0,-2 1 0 0 0,1 3 0 0 0,-4-5 0 0 0,-1-5 0 0 0,2-2 0 0 0,3-3 0 0 0,-4-4 0 0 0,1-4 0 0 0,1 2 0 0 0,3 5 0 0 0,-4 1 0 0 0,0 2 0 0 0,2-1 0 0 0,1-3 0 0 0,3 2 0 0 0,1 3 0 0 0,1 4 0 0 0,1-1 0 0 0,-5-5 0 0 0,-2-4 0 0 0,1-4 0 0 0,1 1 0 0 0,1 0 0 0 0,-3-1 0 0 0,-1-3 0 0 0,1-1 0 0 0,1-2 0 0 0,3 0 0 0 0,1-2 0 0 0,-5 6 0 0 0,0 2 0 0 0,1 4 0 0 0,1 1 0 0 0,1-2 0 0 0,2-3 0 0 0,1-2 0 0 0,1-2 0 0 0,0-2 0 0 0,0-1 0 0 0,0 0 0 0 0,1-1 0 0 0,-1 0 0 0 0,0 1 0 0 0,0-11 0 0 0,0-14 0 0 0,0-13 0 0 0,0-11 0 0 0,0-7 0 0 0,0-5 0 0 0,0-3 0 0 0,0 0 0 0 0,0 0 0 0 0,0-6 0 0 0,0 0 0 0 0,0 0 0 0 0,0 2 0 0 0,0 3 0 0 0,0 0 0 0 0,0-3 0 0 0,0-1 0 0 0,5-5 0 0 0,2 0 0 0 0,0-3 0 0 0,-2 1 0 0 0,-1 3 0 0 0,-2 3 0 0 0,0 3 0 0 0,3 3 0 0 0,2 1 0 0 0,0 1 0 0 0,-2-4 0 0 0,-2-3 0 0 0,0 2 0 0 0,-2-5 0 0 0,-1-1 0 0 0,0-2 0 0 0,0-1 0 0 0,0 4 0 0 0,-1-3 0 0 0,1 1 0 0 0,0 3 0 0 0,0 3 0 0 0,0 2 0 0 0,0-3 0 0 0,0 0 0 0 0,0 0 0 0 0,0 3 0 0 0,0-5 0 0 0,0 1 0 0 0,0 0 0 0 0,0 3 0 0 0,0-4 0 0 0,0 0 0 0 0,0 2 0 0 0,0 2 0 0 0,0 1 0 0 0,0-3 0 0 0,0-6 0 0 0,0-1 0 0 0,0-2 0 0 0,0 0 0 0 0,0-1 0 0 0,0 1 0 0 0,0 4 0 0 0,0 4 0 0 0,0 4 0 0 0,0 2 0 0 0,0 1 0 0 0,0 2 0 0 0,0-1 0 0 0,0 1 0 0 0,0 0 0 0 0,0 0 0 0 0,0-1 0 0 0,0 1 0 0 0,0-1 0 0 0,0 0 0 0 0,0 1 0 0 0,-6 4 0 0 0,0 13 0 0 0,-1 13 0 0 0,2 12 0 0 0,1 9 0 0 0,1 7 0 0 0,2 3 0 0 0,-5 2 0 0 0,-1 1 0 0 0,1-1 0 0 0,1 0 0 0 0,-4 4 0 0 0,0 7 0 0 0,1 1 0 0 0,3-2 0 0 0,1 2 0 0 0,-4-6 0 0 0,0 0 0 0 0,2-1 0 0 0,0 4 0 0 0,-2 4 0 0 0,-1 1 0 0 0,1-3 0 0 0,3 1 0 0 0,1-1 0 0 0,2 2 0 0 0,1 4 0 0 0,1-2 0 0 0,0-3 0 0 0,0-4 0 0 0,1 1 0 0 0,-1 4 0 0 0,-5-1 0 0 0,-2 9 0 0 0,1 4 0 0 0,0 4 0 0 0,-3 6 0 0 0,0-2 0 0 0,1-3 0 0 0,2-6 0 0 0,2-3 0 0 0,2 1 0 0 0,1-5 0 0 0,-4 0 0 0 0,-2-3 0 0 0,1 1 0 0 0,1 8 0 0 0,1-1 0 0 0,2-4 0 0 0,-4 0 0 0 0,-1-4 0 0 0,0 1 0 0 0,2-2 0 0 0,1 1 0 0 0,2 3 0 0 0,-4-2 0 0 0,-1 2 0 0 0,0-3 0 0 0,2 2 0 0 0,2 2 0 0 0,0 4 0 0 0,2-3 0 0 0,1-5 0 0 0,0 0 0 0 0,0 3 0 0 0,1 3 0 0 0,-1 3 0 0 0,0-3 0 0 0,0-5 0 0 0,0 0 0 0 0,1-3 0 0 0,-1-4 0 0 0,0-4 0 0 0,0-3 0 0 0,0-1 0 0 0,0-2 0 0 0,-1-1 0 0 0,1 0 0 0 0,6-5 0 0 0,1-18 0 0 0,5-19 0 0 0,0-15 0 0 0,-2-11 0 0 0,-2-6 0 0 0,-3 0 0 0 0,3-3 0 0 0,1-5 0 0 0,3 3 0 0 0,0 3 0 0 0,-2 4 0 0 0,-3 5 0 0 0,3-2 0 0 0,-1 0 0 0 0,-1 1 0 0 0,-3 3 0 0 0,-1 1 0 0 0,-2 2 0 0 0,-2-5 0 0 0,1-6 0 0 0,-2-1 0 0 0,1-4 0 0 0,-1-4 0 0 0,1-3 0 0 0,5-4 0 0 0,2 4 0 0 0,-1 6 0 0 0,0 5 0 0 0,-2 1 0 0 0,-2-4 0 0 0,-1-4 0 0 0,0 2 0 0 0,-1-2 0 0 0,0-2 0 0 0,-1 2 0 0 0,1 5 0 0 0,0 5 0 0 0,0 4 0 0 0,-1-2 0 0 0,1 0 0 0 0,0-3 0 0 0,0-1 0 0 0,0-2 0 0 0,0 0 0 0 0,0 3 0 0 0,0 4 0 0 0,0 2 0 0 0,0-3 0 0 0,0-5 0 0 0,0-5 0 0 0,0-1 0 0 0,0 4 0 0 0,0 5 0 0 0,0 3 0 0 0,0 3 0 0 0,0-2 0 0 0,0-7 0 0 0,0 1 0 0 0,0-5 0 0 0,0-3 0 0 0,0 1 0 0 0,0 4 0 0 0,0 5 0 0 0,0 3 0 0 0,0 4 0 0 0,0 2 0 0 0,0 1 0 0 0,0 1 0 0 0,0 0 0 0 0,0 0 0 0 0,-5 5 0 0 0,-2 2 0 0 0,1-1 0 0 0,0-1 0 0 0,-3-2 0 0 0,0 9 0 0 0,1 13 0 0 0,2 12 0 0 0,2 10 0 0 0,-3 8 0 0 0,-1 5 0 0 0,1 2 0 0 0,-3 1 0 0 0,-1 6 0 0 0,3 1 0 0 0,-4-1 0 0 0,1-2 0 0 0,2-1 0 0 0,3-3 0 0 0,2-1 0 0 0,2 5 0 0 0,1 0 0 0 0,1 1 0 0 0,-5-3 0 0 0,-1 0 0 0 0,0-3 0 0 0,1 0 0 0 0,1 0 0 0 0,2 9 0 0 0,-5 9 0 0 0,0 0 0 0 0,0-2 0 0 0,2 1 0 0 0,2-3 0 0 0,-5 2 0 0 0,0 8 0 0 0,1 5 0 0 0,-3 2 0 0 0,-1 2 0 0 0,3 0 0 0 0,1-1 0 0 0,3-1 0 0 0,2-5 0 0 0,1-8 0 0 0,1-2 0 0 0,0-3 0 0 0,-5 0 0 0 0,-1 4 0 0 0,0-2 0 0 0,1 2 0 0 0,-4-2 0 0 0,-1-4 0 0 0,3 1 0 0 0,1-1 0 0 0,2 2 0 0 0,2-2 0 0 0,-5 4 0 0 0,0 3 0 0 0,1 4 0 0 0,1-2 0 0 0,1-5 0 0 0,2 1 0 0 0,1-4 0 0 0,-4-3 0 0 0,-2-3 0 0 0,1-4 0 0 0,1-2 0 0 0,1 5 0 0 0,2 0 0 0 0,1 0 0 0 0,0-2 0 0 0,1-1 0 0 0,1-1 0 0 0,-1-1 0 0 0,0-1 0 0 0,0 0 0 0 0,1-1 0 0 0,-1 1 0 0 0,0 0 0 0 0,0-1 0 0 0,0 1 0 0 0,0 0 0 0 0,0-11 0 0 0,0-14 0 0 0,0-13 0 0 0,5-10 0 0 0,2-8 0 0 0,0-5 0 0 0,-2-8 0 0 0,-1-3 0 0 0,3 7 0 0 0,2 2 0 0 0,-2 2 0 0 0,3 2 0 0 0,1-7 0 0 0,-2-6 0 0 0,2-2 0 0 0,0-5 0 0 0,-2 2 0 0 0,-3-3 0 0 0,-2 3 0 0 0,-2 2 0 0 0,-1 0 0 0 0,4-4 0 0 0,2-4 0 0 0,-1 1 0 0 0,-1 5 0 0 0,-1 4 0 0 0,3 5 0 0 0,1-3 0 0 0,-1 1 0 0 0,-2-3 0 0 0,-1-1 0 0 0,3-2 0 0 0,1 0 0 0 0,-1 3 0 0 0,-2-2 0 0 0,-1-4 0 0 0,-2 2 0 0 0,-1-3 0 0 0,4 2 0 0 0,2 3 0 0 0,-1-5 0 0 0,-1-1 0 0 0,-1-2 0 0 0,-2 3 0 0 0,-1-1 0 0 0,0-2 0 0 0,-1-4 0 0 0,-1 4 0 0 0,1-1 0 0 0,0-1 0 0 0,0 3 0 0 0,-1 0 0 0 0,1 3 0 0 0,0-1 0 0 0,0-2 0 0 0,0 2 0 0 0,0-1 0 0 0,0 3 0 0 0,0 4 0 0 0,0-2 0 0 0,0 3 0 0 0,0-3 0 0 0,0-4 0 0 0,0-4 0 0 0,0 2 0 0 0,0 4 0 0 0,0 5 0 0 0,0-1 0 0 0,0 1 0 0 0,0-2 0 0 0,0 1 0 0 0,0 3 0 0 0,0 2 0 0 0,0 3 0 0 0,0 2 0 0 0,-5 1 0 0 0,-2 2 0 0 0,0-1 0 0 0,2 1 0 0 0,1 0 0 0 0,2-1 0 0 0,1 1 0 0 0,-5 4 0 0 0,-1 3 0 0 0,0-1 0 0 0,2-2 0 0 0,2-1 0 0 0,1-1 0 0 0,-5 3 0 0 0,-5 12 0 0 0,-2 14 0 0 0,3 11 0 0 0,2 9 0 0 0,-2 11 0 0 0,0 6 0 0 0,3 2 0 0 0,-3-2 0 0 0,0-1 0 0 0,3-1 0 0 0,-3-3 0 0 0,0-1 0 0 0,2-1 0 0 0,3 0 0 0 0,2 0 0 0 0,2-1 0 0 0,1 6 0 0 0,1 7 0 0 0,-5 6 0 0 0,-1 6 0 0 0,0 4 0 0 0,1-3 0 0 0,1-1 0 0 0,-3-4 0 0 0,-1-5 0 0 0,1-6 0 0 0,1-4 0 0 0,-3 2 0 0 0,0 5 0 0 0,2 1 0 0 0,1-2 0 0 0,2 2 0 0 0,2-1 0 0 0,1-2 0 0 0,1-4 0 0 0,0 3 0 0 0,1 5 0 0 0,-6 6 0 0 0,-2-2 0 0 0,1-2 0 0 0,1 0 0 0 0,1-3 0 0 0,2-2 0 0 0,-5 0 0 0 0,0 5 0 0 0,0 0 0 0 0,2-4 0 0 0,1 2 0 0 0,-3-7 0 0 0,-1-5 0 0 0,1 3 0 0 0,2 0 0 0 0,1 0 0 0 0,2-2 0 0 0,1 0 0 0 0,1-2 0 0 0,0-1 0 0 0,0 0 0 0 0,1 0 0 0 0,-1 0 0 0 0,0-1 0 0 0,0 1 0 0 0,1-1 0 0 0,-1 1 0 0 0,0 0 0 0 0,0 0 0 0 0,0 0 0 0 0,0-1 0 0 0,0 1 0 0 0,0 0 0 0 0,0 0 0 0 0,0 0 0 0 0,0 0 0 0 0,0-1 0 0 0,0-9 0 0 0,0-15 0 0 0,0-13 0 0 0,0-16 0 0 0,0-9 0 0 0,0-4 0 0 0,0-8 0 0 0,0 0 0 0 0,0 2 0 0 0,0-3 0 0 0,0 1 0 0 0,0 3 0 0 0,0-2 0 0 0,0 1 0 0 0,0 2 0 0 0,0 3 0 0 0,0 3 0 0 0,0-4 0 0 0,0-1 0 0 0,0 2 0 0 0,0 1 0 0 0,0 2 0 0 0,0 1 0 0 0,0-3 0 0 0,0-2 0 0 0,0-5 0 0 0,0 0 0 0 0,0 2 0 0 0,0 3 0 0 0,0 2 0 0 0,0 3 0 0 0,5 1 0 0 0,2 1 0 0 0,-1 0 0 0 0,0-4 0 0 0,-2-8 0 0 0,-2-6 0 0 0,-1-1 0 0 0,0-1 0 0 0,-1 1 0 0 0,0 6 0 0 0,-1 3 0 0 0,1 5 0 0 0,0-3 0 0 0,0 1 0 0 0,-1-5 0 0 0,1 1 0 0 0,0 1 0 0 0,0 4 0 0 0,0 1 0 0 0,0 3 0 0 0,0 1 0 0 0,0-4 0 0 0,0-7 0 0 0,0-1 0 0 0,0 2 0 0 0,0 2 0 0 0,0 4 0 0 0,0 1 0 0 0,0 3 0 0 0,0 1 0 0 0,0 0 0 0 0,0 1 0 0 0,0 0 0 0 0,0-1 0 0 0,0 1 0 0 0,0 10 0 0 0,0 19 0 0 0,0 15 0 0 0,0 10 0 0 0,0 6 0 0 0,0 4 0 0 0,-5 1 0 0 0,-2 0 0 0 0,1-1 0 0 0,0-1 0 0 0,2 4 0 0 0,2 2 0 0 0,1 4 0 0 0,0 5 0 0 0,1 0 0 0 0,0-3 0 0 0,-4-3 0 0 0,-3-5 0 0 0,0-3 0 0 0,2 4 0 0 0,2 0 0 0 0,-5-1 0 0 0,0 3 0 0 0,1 7 0 0 0,1-1 0 0 0,3 3 0 0 0,-5 3 0 0 0,0-2 0 0 0,1 2 0 0 0,2-4 0 0 0,-3-4 0 0 0,-1 1 0 0 0,1-2 0 0 0,2 1 0 0 0,3 5 0 0 0,1-1 0 0 0,1 2 0 0 0,0-3 0 0 0,2-4 0 0 0,-1 2 0 0 0,0-2 0 0 0,-4 2 0 0 0,-3 4 0 0 0,0-1 0 0 0,2-4 0 0 0,1-3 0 0 0,2 1 0 0 0,1 4 0 0 0,0 0 0 0 0,1 2 0 0 0,-5 3 0 0 0,-2 4 0 0 0,1-2 0 0 0,1-5 0 0 0,1-1 0 0 0,2-2 0 0 0,-4 1 0 0 0,-2-1 0 0 0,1 1 0 0 0,2-1 0 0 0,2-4 0 0 0,1 2 0 0 0,1 0 0 0 0,-5 1 0 0 0,-1 0 0 0 0,1-3 0 0 0,1-3 0 0 0,1-2 0 0 0,2-3 0 0 0,1-2 0 0 0,1 0 0 0 0,0-1 0 0 0,0 1 0 0 0,0-1 0 0 0,0 0 0 0 0,1 1 0 0 0,-1-1 0 0 0,0-9 0 0 0,0-15 0 0 0,0-13 0 0 0,0-11 0 0 0,0-7 0 0 0,0-5 0 0 0,0-2 0 0 0,5-2 0 0 0,2-4 0 0 0,0-2 0 0 0,-2 0 0 0 0,-1 3 0 0 0,-2-3 0 0 0,0-1 0 0 0,-2-3 0 0 0,0 1 0 0 0,5-4 0 0 0,2-3 0 0 0,-1 1 0 0 0,-1 3 0 0 0,-1 0 0 0 0,-2-3 0 0 0,-1 1 0 0 0,0 4 0 0 0,-1 4 0 0 0,0 4 0 0 0,5-3 0 0 0,1-5 0 0 0,1 0 0 0 0,-2 2 0 0 0,-1 2 0 0 0,-2 4 0 0 0,-1-3 0 0 0,0 0 0 0 0,-1-4 0 0 0,5-5 0 0 0,1-5 0 0 0,1 1 0 0 0,-2 5 0 0 0,-1-1 0 0 0,-2 3 0 0 0,-1-1 0 0 0,0 1 0 0 0,-1 4 0 0 0,-1-2 0 0 0,1 1 0 0 0,0-3 0 0 0,0 1 0 0 0,-1 3 0 0 0,1-2 0 0 0,0-4 0 0 0,0 0 0 0 0,0-2 0 0 0,0-3 0 0 0,0-3 0 0 0,0 2 0 0 0,0 5 0 0 0,0 0 0 0 0,0 4 0 0 0,0 3 0 0 0,0-2 0 0 0,0 2 0 0 0,0 2 0 0 0,0-3 0 0 0,0 1 0 0 0,0 2 0 0 0,0 2 0 0 0,0-2 0 0 0,0-1 0 0 0,0 2 0 0 0,0 1 0 0 0,0 3 0 0 0,0 1 0 0 0,0 2 0 0 0,0 0 0 0 0,0 0 0 0 0,0 1 0 0 0,0-1 0 0 0,0 1 0 0 0,0-1 0 0 0,0 1 0 0 0,0-1 0 0 0,0 11 0 0 0,0 13 0 0 0,0 14 0 0 0,0 11 0 0 0,0 7 0 0 0,-5 0 0 0 0,-2 0 0 0 0,0 2 0 0 0,2 1 0 0 0,1 1 0 0 0,2 1 0 0 0,1 1 0 0 0,0 0 0 0 0,1 0 0 0 0,0 0 0 0 0,1 0 0 0 0,-1 0 0 0 0,0 5 0 0 0,0 7 0 0 0,0 2 0 0 0,-5-2 0 0 0,-2 2 0 0 0,1 4 0 0 0,0-1 0 0 0,-3 2 0 0 0,0-2 0 0 0,1-5 0 0 0,2 2 0 0 0,2 3 0 0 0,2-2 0 0 0,1 3 0 0 0,-4-2 0 0 0,-2-4 0 0 0,1 1 0 0 0,1-1 0 0 0,1 2 0 0 0,2 4 0 0 0,1-1 0 0 0,1-4 0 0 0,0-3 0 0 0,0-5 0 0 0,0-2 0 0 0,0-2 0 0 0,1-1 0 0 0,-1-1 0 0 0,0 0 0 0 0,0 1 0 0 0,0 4 0 0 0,0 2 0 0 0,0 1 0 0 0,0-2 0 0 0,0-2 0 0 0,0 5 0 0 0,0 0 0 0 0,0-1 0 0 0,0-2 0 0 0,0-2 0 0 0,0-1 0 0 0,0-1 0 0 0,0-1 0 0 0,0 0 0 0 0,0-1 0 0 0,0 1 0 0 0,0-1 0 0 0,0 1 0 0 0,0 0 0 0 0,0-1 0 0 0,0 1 0 0 0,0 0 0 0 0,0-11 0 0 0,0-13 0 0 0,0-14 0 0 0,0-11 0 0 0,0-7 0 0 0,5-5 0 0 0,2-2 0 0 0,0-2 0 0 0,-2 1 0 0 0,-1 0 0 0 0,-2 0 0 0 0,0 1 0 0 0,-2 1 0 0 0,0 0 0 0 0,0 0 0 0 0,0 0 0 0 0,-1 0 0 0 0,1 1 0 0 0,0-1 0 0 0,0 0 0 0 0,0 0 0 0 0,5 1 0 0 0,2-1 0 0 0,0 0 0 0 0,-2 0 0 0 0,-1-5 0 0 0,-2-7 0 0 0,-1-1 0 0 0,0 1 0 0 0,-1-3 0 0 0,0-3 0 0 0,-1-4 0 0 0,1-4 0 0 0,0-2 0 0 0,0-2 0 0 0,0 4 0 0 0,0 7 0 0 0,0 6 0 0 0,0 1 0 0 0,0 2 0 0 0,0 2 0 0 0,-6-1 0 0 0,-1-6 0 0 0,1 0 0 0 0,0-2 0 0 0,3 2 0 0 0,-5-3 0 0 0,0-2 0 0 0,1 1 0 0 0,1 0 0 0 0,3-3 0 0 0,-5-3 0 0 0,0 3 0 0 0,1 0 0 0 0,-3-1 0 0 0,0-3 0 0 0,1 4 0 0 0,3 1 0 0 0,2 3 0 0 0,1-1 0 0 0,2 4 0 0 0,1 4 0 0 0,-5-1 0 0 0,-1 1 0 0 0,0 3 0 0 0,1-3 0 0 0,-4 6 0 0 0,0-1 0 0 0,1 0 0 0 0,2 1 0 0 0,2 2 0 0 0,-3 1 0 0 0,-1-4 0 0 0,1-2 0 0 0,2 2 0 0 0,1 1 0 0 0,2 2 0 0 0,2 1 0 0 0,-1 1 0 0 0,1 1 0 0 0,1 0 0 0 0,-1 0 0 0 0,0 1 0 0 0,1-1 0 0 0,-1 1 0 0 0,-5 4 0 0 0,-2 13 0 0 0,0 13 0 0 0,2 13 0 0 0,-4 8 0 0 0,-1 7 0 0 0,2 3 0 0 0,2 2 0 0 0,3 0 0 0 0,1 0 0 0 0,1 5 0 0 0,0 2 0 0 0,2-2 0 0 0,-1-1 0 0 0,-5-3 0 0 0,-2 0 0 0 0,1 3 0 0 0,1 1 0 0 0,1 5 0 0 0,2-1 0 0 0,1-1 0 0 0,0-2 0 0 0,1-4 0 0 0,0-1 0 0 0,1-2 0 0 0,-1-1 0 0 0,0-1 0 0 0,0 6 0 0 0,0 1 0 0 0,0 0 0 0 0,0-1 0 0 0,0 4 0 0 0,0 5 0 0 0,0 1 0 0 0,0 2 0 0 0,0-1 0 0 0,0-3 0 0 0,0-5 0 0 0,0 2 0 0 0,0 0 0 0 0,0-3 0 0 0,0 4 0 0 0,0-1 0 0 0,0-2 0 0 0,0-3 0 0 0,0 4 0 0 0,0 0 0 0 0,0-2 0 0 0,0-1 0 0 0,0-3 0 0 0,0-1 0 0 0,0-2 0 0 0,0 0 0 0 0,0 0 0 0 0,0-1 0 0 0,0 1 0 0 0,0-1 0 0 0,0 1 0 0 0,0-1 0 0 0,0 1 0 0 0,0 0 0 0 0,0 0 0 0 0,0 0 0 0 0,6-6 0 0 0,6-6 0 0 0,7-12 0 0 0,5-8 0 0 0,-1-8 0 0 0,-5-8 0 0 0,0-6 0 0 0,2-5 0 0 0,-2-3 0 0 0,1 4 0 0 0,-3 2 0 0 0,-4-1 0 0 0,1 4 0 0 0,-1 1 0 0 0,1-1 0 0 0,0-3 0 0 0,-3-1 0 0 0,3-3 0 0 0,-2-1 0 0 0,3 0 0 0 0,-1-1 0 0 0,3 5 0 0 0,-2 2 0 0 0,-3-1 0 0 0,-3-1 0 0 0,1-1 0 0 0,1-1 0 0 0,2-2 0 0 0,1 0 0 0 0,-3-1 0 0 0,-3 0 0 0 0,2 0 0 0 0,6-6 0 0 0,-1-1 0 0 0,4 6 0 0 0,-3 3 0 0 0,-2 1 0 0 0,-5 0 0 0 0,-3-1 0 0 0,3 0 0 0 0,0 0 0 0 0,4-1 0 0 0,-1-1 0 0 0,4 1 0 0 0,-1-1 0 0 0,-2 0 0 0 0,-5-5 0 0 0,4 3 0 0 0,-2 2 0 0 0,-1 2 0 0 0,2-1 0 0 0,0 1 0 0 0,-1-1 0 0 0,-3 0 0 0 0,-2 0 0 0 0,-2-1 0 0 0,4 1 0 0 0,1-1 0 0 0,4 0 0 0 0,1 0 0 0 0,-2 0 0 0 0,3 5 0 0 0,-7 8 0 0 0,-3 11 0 0 0,-9 7 0 0 0,-2 9 0 0 0,-5 9 0 0 0,-1 5 0 0 0,-3 0 0 0 0,1 0 0 0 0,4 3 0 0 0,-2-4 0 0 0,2-1 0 0 0,-3-3 0 0 0,-3 1 0 0 0,0 1 0 0 0,-1-2 0 0 0,3 1 0 0 0,-2-2 0 0 0,-3 0 0 0 0,3 3 0 0 0,-2-1 0 0 0,-2-5 0 0 0,2 1 0 0 0,0-3 0 0 0,3 3 0 0 0,-1-2 0 0 0,-2 3 0 0 0,-4-2 0 0 0,3 2 0 0 0,0-2 0 0 0,3 3 0 0 0,-1-3 0 0 0,-1-3 0 0 0,1 2 0 0 0,5 4 0 0 0,-1-1 0 0 0,8-4 0 0 0,10-3 0 0 0,9-3 0 0 0,9-3 0 0 0,5-2 0 0 0,5-1 0 0 0,0-1 0 0 0,2 1 0 0 0,0-1 0 0 0,0 0 0 0 0,-1 1 0 0 0,-1 0 0 0 0,-5-6 0 0 0,4-1 0 0 0,1 1 0 0 0,1 0 0 0 0,0 3 0 0 0,0 0 0 0 0,0 2 0 0 0,0 1 0 0 0,-1 0 0 0 0,0 0 0 0 0,0 0 0 0 0,5 0 0 0 0,2 1 0 0 0,-1-1 0 0 0,-1 0 0 0 0,-1 0 0 0 0,-2 0 0 0 0,-1 0 0 0 0,-6-5 0 0 0,-2-2 0 0 0,0 0 0 0 0,1 2 0 0 0,2 1 0 0 0,1 2 0 0 0,-4-5 0 0 0,-6-6 0 0 0,-11 0 0 0 0,-12 1 0 0 0,-11 3 0 0 0,-8 3 0 0 0,-4 3 0 0 0,-4 1 0 0 0,4-3 0 0 0,2-2 0 0 0,0 1 0 0 0,-1 1 0 0 0,-1 2 0 0 0,-1-5 0 0 0,-1 1 0 0 0,-1 0 0 0 0,0 1 0 0 0,0 3 0 0 0,-5 1 0 0 0,-7 1 0 0 0,4-5 0 0 0,3-1 0 0 0,2 1 0 0 0,2 1 0 0 0,2 1 0 0 0,0 2 0 0 0,0-4 0 0 0,-1-2 0 0 0,-4 2 0 0 0,-3-4 0 0 0,1-1 0 0 0,-4 2 0 0 0,-1 3 0 0 0,3 2 0 0 0,1 1 0 0 0,3 2 0 0 0,2 1 0 0 0,1 1 0 0 0,1-1 0 0 0,0 0 0 0 0,-4-4 0 0 0,-3-3 0 0 0,-4 0 0 0 0,-1 2 0 0 0,2 1 0 0 0,3 2 0 0 0,2 1 0 0 0,2 0 0 0 0,7-4 0 0 0,3-2 0 0 0,0 1 0 0 0,10 1 0 0 0,11 1 0 0 0,13 2 0 0 0,9 1 0 0 0,7 0 0 0 0,4 1 0 0 0,3 1 0 0 0,0-1 0 0 0,0 0 0 0 0,-5 6 0 0 0,-3 1 0 0 0,0 0 0 0 0,1-2 0 0 0,1-1 0 0 0,2-2 0 0 0,0-1 0 0 0,2 0 0 0 0,-1-1 0 0 0,1 0 0 0 0,0-1 0 0 0,0 1 0 0 0,0 0 0 0 0,0 0 0 0 0,0 0 0 0 0,0 0 0 0 0,-10-1 0 0 0,-15 1 0 0 0,-13 0 0 0 0,-10 1 0 0 0,-9-1 0 0 0,-4 0 0 0 0,-2 0 0 0 0,-2 0 0 0 0,1 0 0 0 0,0 0 0 0 0,0 0 0 0 0,1 0 0 0 0,1 0 0 0 0,0 0 0 0 0,0 0 0 0 0,0 0 0 0 0,1 0 0 0 0,-1 0 0 0 0,0 0 0 0 0,0 0 0 0 0,1 0 0 0 0,-1 0 0 0 0,0 0 0 0 0,0 0 0 0 0,6 5 0 0 0,1 2 0 0 0,0-1 0 0 0,-2 0 0 0 0,-1-2 0 0 0,4 3 0 0 0,0 1 0 0 0,0 0 0 0 0,-3 2 0 0 0,-1 1 0 0 0,9-3 0 0 0,12-1 0 0 0,13-3 0 0 0,11-2 0 0 0,7-1 0 0 0,4-1 0 0 0,3 0 0 0 0,2-1 0 0 0,-1 1 0 0 0,0 0 0 0 0,-1-1 0 0 0,0 1 0 0 0,0 0 0 0 0,-1 0 0 0 0,0 0 0 0 0,0 0 0 0 0,-1 0 0 0 0,1 0 0 0 0,0 0 0 0 0,-1 0 0 0 0,1 0 0 0 0,0 0 0 0 0,0 0 0 0 0,0 0 0 0 0,-1 0 0 0 0,1 0 0 0 0,0 0 0 0 0,-11 0 0 0 0,-13 0 0 0 0,-14 0 0 0 0,-11 0 0 0 0,-7 0 0 0 0,-5 0 0 0 0,-2 0 0 0 0,-2-5 0 0 0,1-2 0 0 0,0 0 0 0 0,-5 2 0 0 0,4-4 0 0 0,3-1 0 0 0,1 3 0 0 0,1 1 0 0 0,0 2 0 0 0,-1 2 0 0 0,0 1 0 0 0,0-5 0 0 0,-1 0 0 0 0,-4-1 0 0 0,2-3 0 0 0,2 0 0 0 0,-3 1 0 0 0,-3 2 0 0 0,1 3 0 0 0,-4 2 0 0 0,-6 1 0 0 0,-1-5 0 0 0,4 0 0 0 0,-8-1 0 0 0,-6-3 0 0 0,3 0 0 0 0,4 1 0 0 0,1-2 0 0 0,3-1 0 0 0,-6 3 0 0 0,0 3 0 0 0,4-3 0 0 0,5 0 0 0 0,-1 1 0 0 0,2 3 0 0 0,-2 1 0 0 0,0 2 0 0 0,4 2 0 0 0,2 0 0 0 0,3 0 0 0 0,-3 0 0 0 0,-1 1 0 0 0,2-1 0 0 0,1 0 0 0 0,2 0 0 0 0,2 0 0 0 0,0-5 0 0 0,1-2 0 0 0,0 1 0 0 0,1 0 0 0 0,-1 2 0 0 0,1 2 0 0 0,-1 1 0 0 0,1 0 0 0 0,-1 1 0 0 0,0 0 0 0 0,0 1 0 0 0,0-6 0 0 0,0-2 0 0 0,1 1 0 0 0,-1 0 0 0 0,0 3 0 0 0,0 0 0 0 0,0 2 0 0 0,0-5 0 0 0,11-1 0 0 0,14 1 0 0 0,13 1 0 0 0,10 1 0 0 0,3-3 0 0 0,3-1 0 0 0,3 1 0 0 0,2 1 0 0 0,2 3 0 0 0,1 1 0 0 0,0 1 0 0 0,0 1 0 0 0,1 0 0 0 0,-1 0 0 0 0,0 0 0 0 0,5 1 0 0 0,2-1 0 0 0,5 0 0 0 0,5 0 0 0 0,1 0 0 0 0,1 0 0 0 0,-2 0 0 0 0,-4 0 0 0 0,-4 0 0 0 0,-4 0 0 0 0,-2 0 0 0 0,3 0 0 0 0,5 5 0 0 0,2 2 0 0 0,-2 0 0 0 0,-3-2 0 0 0,-2-1 0 0 0,-3-1 0 0 0,-2-2 0 0 0,-1 5 0 0 0,0 0 0 0 0,5 1 0 0 0,1-2 0 0 0,0-2 0 0 0,-1 0 0 0 0,-2-2 0 0 0,-1 4 0 0 0,-1 2 0 0 0,-1 0 0 0 0,0-2 0 0 0,0-2 0 0 0,5 5 0 0 0,1 0 0 0 0,0-1 0 0 0,-1-2 0 0 0,-1-1 0 0 0,-2-2 0 0 0,-1-1 0 0 0,-1-1 0 0 0,0 0 0 0 0,0 0 0 0 0,-1-1 0 0 0,-4 6 0 0 0,-3 2 0 0 0,1-1 0 0 0,-9 0 0 0 0,-12-3 0 0 0,-12 0 0 0 0,-10-2 0 0 0,-7 0 0 0 0,-4-1 0 0 0,-2-1 0 0 0,-1 1 0 0 0,-1 0 0 0 0,1 0 0 0 0,1-1 0 0 0,-5 1 0 0 0,-1 0 0 0 0,-5 0 0 0 0,0 0 0 0 0,1 0 0 0 0,4 0 0 0 0,2 0 0 0 0,-3 0 0 0 0,-5 0 0 0 0,-1 0 0 0 0,-2 0 0 0 0,0 0 0 0 0,4 0 0 0 0,-1-5 0 0 0,1-2 0 0 0,2 0 0 0 0,4 2 0 0 0,3 1 0 0 0,-4 2 0 0 0,-6 1 0 0 0,-5 0 0 0 0,0 1 0 0 0,2 0 0 0 0,6 1 0 0 0,3-1 0 0 0,-2 0 0 0 0,0 0 0 0 0,-2 0 0 0 0,-6 0 0 0 0,-5 0 0 0 0,-4 0 0 0 0,-2 0 0 0 0,3 0 0 0 0,1 0 0 0 0,-1 0 0 0 0,4 0 0 0 0,5 0 0 0 0,1-5 0 0 0,3-2 0 0 0,-3 1 0 0 0,3 0 0 0 0,2 2 0 0 0,3 2 0 0 0,-2 1 0 0 0,-5 0 0 0 0,0 1 0 0 0,3 0 0 0 0,2 1 0 0 0,4-1 0 0 0,2 0 0 0 0,2 0 0 0 0,1 1 0 0 0,0-1 0 0 0,1 0 0 0 0,0-6 0 0 0,0-1 0 0 0,-1 1 0 0 0,1 0 0 0 0,-1 3 0 0 0,0 0 0 0 0,0 2 0 0 0,0 0 0 0 0,1 1 0 0 0,4-5 0 0 0,13-1 0 0 0,13-1 0 0 0,12 2 0 0 0,10 2 0 0 0,5-5 0 0 0,4 0 0 0 0,2 1 0 0 0,1 1 0 0 0,4 3 0 0 0,2 1 0 0 0,-1 1 0 0 0,3 1 0 0 0,0 0 0 0 0,-2 0 0 0 0,-2 0 0 0 0,-3 1 0 0 0,-2-1 0 0 0,-1 0 0 0 0,4 0 0 0 0,1 0 0 0 0,5 0 0 0 0,1 0 0 0 0,3 0 0 0 0,-1 0 0 0 0,-2 0 0 0 0,-4 0 0 0 0,-3 0 0 0 0,2 0 0 0 0,6 0 0 0 0,6 0 0 0 0,-1 0 0 0 0,-3 0 0 0 0,1 0 0 0 0,-2 0 0 0 0,1 0 0 0 0,-1 0 0 0 0,-3 0 0 0 0,1 0 0 0 0,4 0 0 0 0,0 0 0 0 0,1 0 0 0 0,4 0 0 0 0,-2 0 0 0 0,1 0 0 0 0,-2 0 0 0 0,-1 0 0 0 0,-1 0 0 0 0,0 5 0 0 0,-1 2 0 0 0,-5 0 0 0 0,-2-2 0 0 0,-4-1 0 0 0,-3-1 0 0 0,0-2 0 0 0,-2-1 0 0 0,0 0 0 0 0,1 0 0 0 0,-1 0 0 0 0,0-1 0 0 0,1 1 0 0 0,-1 0 0 0 0,1 5 0 0 0,0 2 0 0 0,0 0 0 0 0,-1-2 0 0 0,1-1 0 0 0,-5 4 0 0 0,-13 0 0 0 0,-13-1 0 0 0,-12-2 0 0 0,-10-1 0 0 0,-5-2 0 0 0,-4-1 0 0 0,-2-1 0 0 0,-1 0 0 0 0,1 0 0 0 0,0-1 0 0 0,1 1 0 0 0,0 0 0 0 0,-4 0 0 0 0,-2 0 0 0 0,0 0 0 0 0,2 0 0 0 0,2 0 0 0 0,1 0 0 0 0,-5 0 0 0 0,0 0 0 0 0,1 0 0 0 0,1 0 0 0 0,-4 0 0 0 0,-5-6 0 0 0,0-1 0 0 0,-4 1 0 0 0,2 0 0 0 0,-1 3 0 0 0,-4-5 0 0 0,2 0 0 0 0,5 1 0 0 0,-1 1 0 0 0,2 3 0 0 0,-7 1 0 0 0,0 1 0 0 0,-2 0 0 0 0,3 1 0 0 0,-6 1 0 0 0,1-1 0 0 0,5-5 0 0 0,1-2 0 0 0,-8 1 0 0 0,1 1 0 0 0,0 1 0 0 0,4 2 0 0 0,0-5 0 0 0,-1 0 0 0 0,2 0 0 0 0,1 2 0 0 0,-3 1 0 0 0,3 2 0 0 0,-1 1 0 0 0,-1 1 0 0 0,-4 0 0 0 0,4 0 0 0 0,-1-5 0 0 0,4-1 0 0 0,5-1 0 0 0,4 2 0 0 0,5 1 0 0 0,-3 2 0 0 0,0 1 0 0 0,-4 0 0 0 0,-1 1 0 0 0,3 0 0 0 0,2 1 0 0 0,3-1 0 0 0,2 0 0 0 0,1 0 0 0 0,1 0 0 0 0,0 1 0 0 0,6-7 0 0 0,2-1 0 0 0,-1 1 0 0 0,9 0 0 0 0,13 2 0 0 0,11 2 0 0 0,10 1 0 0 0,7 0 0 0 0,4 1 0 0 0,7 1 0 0 0,4-1 0 0 0,-2 0 0 0 0,0 0 0 0 0,-3 1 0 0 0,-2-1 0 0 0,-2 0 0 0 0,0 0 0 0 0,4 0 0 0 0,2 0 0 0 0,-1 0 0 0 0,4 0 0 0 0,0 0 0 0 0,-1 0 0 0 0,2 0 0 0 0,0 0 0 0 0,-2 0 0 0 0,-3 0 0 0 0,-2 0 0 0 0,-2 0 0 0 0,4 0 0 0 0,1 0 0 0 0,-1 0 0 0 0,-1 0 0 0 0,-2 0 0 0 0,-2 0 0 0 0,0 0 0 0 0,-1 0 0 0 0,5 0 0 0 0,2 0 0 0 0,-1 0 0 0 0,-1 0 0 0 0,4 0 0 0 0,5 0 0 0 0,1 0 0 0 0,-3 0 0 0 0,2 0 0 0 0,-1 0 0 0 0,-3 0 0 0 0,-4 0 0 0 0,-2 0 0 0 0,-2 0 0 0 0,-1 0 0 0 0,3 0 0 0 0,3 0 0 0 0,-1 0 0 0 0,-2 0 0 0 0,-1 0 0 0 0,-1 0 0 0 0,-1 0 0 0 0,-1 0 0 0 0,0 0 0 0 0,-11 0 0 0 0,-14 0 0 0 0,-13 0 0 0 0,-11 0 0 0 0,-7 0 0 0 0,-5 0 0 0 0,-2 0 0 0 0,-2 0 0 0 0,0 0 0 0 0,1 0 0 0 0,1 5 0 0 0,0 2 0 0 0,1 0 0 0 0,0-2 0 0 0,0-1 0 0 0,-5-2 0 0 0,-2-1 0 0 0,1 0 0 0 0,1 4 0 0 0,1 2 0 0 0,2-1 0 0 0,1-1 0 0 0,1-1 0 0 0,0-2 0 0 0,0-1 0 0 0,1 0 0 0 0,-1-1 0 0 0,0-1 0 0 0,1 1 0 0 0,-1 5 0 0 0,0 2 0 0 0,0-1 0 0 0,1 0 0 0 0,-1-3 0 0 0,0 0 0 0 0,0 3 0 0 0,0 2 0 0 0,0-2 0 0 0,1-1 0 0 0,-1-1 0 0 0,0-2 0 0 0,0-1 0 0 0,0-1 0 0 0,1 0 0 0 0,-1 5 0 0 0,0 2 0 0 0,0-1 0 0 0,11-1 0 0 0,13-1 0 0 0,14-2 0 0 0,11 0 0 0 0,7-2 0 0 0,5 0 0 0 0,2 0 0 0 0,2 0 0 0 0,-1-1 0 0 0,1 1 0 0 0,-2 0 0 0 0,0 0 0 0 0,-1 0 0 0 0,0 0 0 0 0,0 0 0 0 0,5 0 0 0 0,2 5 0 0 0,-1 2 0 0 0,-1 0 0 0 0,-1-2 0 0 0,-2-1 0 0 0,-1-2 0 0 0,5-1 0 0 0,1 0 0 0 0,-1-1 0 0 0,-1 0 0 0 0,-2-1 0 0 0,-1 1 0 0 0,-1 0 0 0 0,-1 0 0 0 0,0 0 0 0 0,-1 0 0 0 0,1 0 0 0 0,-6 5 0 0 0,-1 2 0 0 0,0-1 0 0 0,1 0 0 0 0,2-2 0 0 0,2-2 0 0 0,0-1 0 0 0,2 0 0 0 0,-11-1 0 0 0,-13 0 0 0 0,-14-1 0 0 0,-10 1 0 0 0,-8 0 0 0 0,-5 0 0 0 0,-2-1 0 0 0,-2 1 0 0 0,1 0 0 0 0,0 0 0 0 0,0 0 0 0 0,-4 0 0 0 0,-1 0 0 0 0,0 0 0 0 0,2 0 0 0 0,1 0 0 0 0,-3 0 0 0 0,-1 0 0 0 0,-4 0 0 0 0,0 0 0 0 0,2 0 0 0 0,2 0 0 0 0,4 0 0 0 0,1 0 0 0 0,-3 0 0 0 0,-1 0 0 0 0,1 0 0 0 0,1 0 0 0 0,2 0 0 0 0,-4 0 0 0 0,-1 0 0 0 0,2 0 0 0 0,-5 0 0 0 0,1 0 0 0 0,2 0 0 0 0,-4 0 0 0 0,1 0 0 0 0,3 0 0 0 0,-4 0 0 0 0,1 0 0 0 0,3 0 0 0 0,2 0 0 0 0,2 0 0 0 0,2 0 0 0 0,2 0 0 0 0,5-5 0 0 0,-3-2 0 0 0,-1 1 0 0 0,-2 0 0 0 0,0 2 0 0 0,0 2 0 0 0,0 1 0 0 0,1 0 0 0 0,10 1 0 0 0,14 0 0 0 0,14 1 0 0 0,11-1 0 0 0,7 0 0 0 0,5-5 0 0 0,3-2 0 0 0,0 1 0 0 0,1 0 0 0 0,-1 3 0 0 0,-1 0 0 0 0,5 2 0 0 0,2 0 0 0 0,-1 1 0 0 0,-2 1 0 0 0,4-1 0 0 0,5 0 0 0 0,1 0 0 0 0,-3 1 0 0 0,-3-1 0 0 0,-4 0 0 0 0,-1 0 0 0 0,-3 0 0 0 0,-1 0 0 0 0,-1 0 0 0 0,1 0 0 0 0,-1 0 0 0 0,0 0 0 0 0,0 0 0 0 0,1 0 0 0 0,0 0 0 0 0,-1 0 0 0 0,1 0 0 0 0,0 0 0 0 0,0 0 0 0 0,0 0 0 0 0,0 0 0 0 0,0 0 0 0 0,-1 0 0 0 0,1 0 0 0 0,0 0 0 0 0,0 0 0 0 0,0 0 0 0 0,-1 0 0 0 0,1 0 0 0 0,-5 5 0 0 0,-2 2 0 0 0,0 0 0 0 0,1-2 0 0 0,2-1 0 0 0,-3 3 0 0 0,-2 2 0 0 0,-9-2 0 0 0,-12-2 0 0 0,-11-1 0 0 0,-10-2 0 0 0,-6-1 0 0 0,-4-1 0 0 0,-2 0 0 0 0,-2 0 0 0 0,1-1 0 0 0,0 1 0 0 0,1 0 0 0 0,0 0 0 0 0,1-1 0 0 0,0 1 0 0 0,0 6 0 0 0,0 1 0 0 0,1-1 0 0 0,-1 0 0 0 0,-5-3 0 0 0,-2 0 0 0 0,1-2 0 0 0,1 0 0 0 0,1-1 0 0 0,-3-1 0 0 0,-1 1 0 0 0,1 0 0 0 0,1 0 0 0 0,3-1 0 0 0,1 1 0 0 0,7 5 0 0 0,1 2 0 0 0,1 0 0 0 0,-1-2 0 0 0,-1-1 0 0 0,-3-1 0 0 0,0-2 0 0 0,-1-1 0 0 0,-1 0 0 0 0,0 0 0 0 0,0 0 0 0 0,0 0 0 0 0,0 5 0 0 0,0 1 0 0 0,0 1 0 0 0,0-2 0 0 0,11-1 0 0 0,13-2 0 0 0,14 0 0 0 0,11-2 0 0 0,7 0 0 0 0,5 0 0 0 0,3 0 0 0 0,0-1 0 0 0,1 1 0 0 0,-1 0 0 0 0,-1 0 0 0 0,5 0 0 0 0,2 0 0 0 0,-2 0 0 0 0,0 0 0 0 0,-3 0 0 0 0,-1 0 0 0 0,4 0 0 0 0,7 0 0 0 0,0 0 0 0 0,4 0 0 0 0,-1 0 0 0 0,1 0 0 0 0,-1 0 0 0 0,-4 0 0 0 0,-4 0 0 0 0,-4 0 0 0 0,4 0 0 0 0,4 0 0 0 0,2 0 0 0 0,-3 0 0 0 0,-3 0 0 0 0,3 0 0 0 0,-2 0 0 0 0,-1 0 0 0 0,3 0 0 0 0,-1 0 0 0 0,4 0 0 0 0,4 0 0 0 0,-1 0 0 0 0,-3 0 0 0 0,-4 0 0 0 0,1 0 0 0 0,-1 0 0 0 0,8 0 0 0 0,2 0 0 0 0,-4 0 0 0 0,1 5 0 0 0,4 2 0 0 0,2 0 0 0 0,-2-2 0 0 0,-5-1 0 0 0,-5 4 0 0 0,1 0 0 0 0,-2-1 0 0 0,-3-2 0 0 0,-2-1 0 0 0,-2-2 0 0 0,-2-1 0 0 0,-1-1 0 0 0,0 0 0 0 0,-1 0 0 0 0,0-1 0 0 0,1 1 0 0 0,-6 5 0 0 0,-7 7 0 0 0,-11 2 0 0 0,-13-2 0 0 0,-10-3 0 0 0,-7-3 0 0 0,-6-2 0 0 0,-3-3 0 0 0,-1 0 0 0 0,0-1 0 0 0,0-1 0 0 0,0 1 0 0 0,1-1 0 0 0,1 1 0 0 0,-6-1 0 0 0,0 1 0 0 0,-1 0 0 0 0,2 0 0 0 0,2 0 0 0 0,0 0 0 0 0,2 0 0 0 0,-4 0 0 0 0,-7 0 0 0 0,-1 0 0 0 0,1 0 0 0 0,3 0 0 0 0,4 0 0 0 0,-4 0 0 0 0,1 0 0 0 0,-5 0 0 0 0,2 0 0 0 0,1 0 0 0 0,-2 0 0 0 0,0 0 0 0 0,3 5 0 0 0,3 2 0 0 0,-3 0 0 0 0,-5-2 0 0 0,-5-1 0 0 0,0 4 0 0 0,-2 0 0 0 0,-2-1 0 0 0,3-1 0 0 0,4-3 0 0 0,6-1 0 0 0,4-1 0 0 0,3 5 0 0 0,2 1 0 0 0,2-1 0 0 0,0-1 0 0 0,0-2 0 0 0,0-1 0 0 0,-5 0 0 0 0,-3-2 0 0 0,1 0 0 0 0,-4 0 0 0 0,-1 5 0 0 0,2 1 0 0 0,3 1 0 0 0,2 3 0 0 0,2 1 0 0 0,1-2 0 0 0,1 3 0 0 0,11-1 0 0 0,14-2 0 0 0,13-3 0 0 0,11-2 0 0 0,7-1 0 0 0,6-3 0 0 0,6 0 0 0 0,4 0 0 0 0,-1 0 0 0 0,-1-1 0 0 0,-3 1 0 0 0,-2-1 0 0 0,-1 1 0 0 0,4 0 0 0 0,0 0 0 0 0,1 0 0 0 0,-3 0 0 0 0,0 0 0 0 0,-3 0 0 0 0,5 0 0 0 0,2 0 0 0 0,-2 0 0 0 0,-1 0 0 0 0,-2 0 0 0 0,4 0 0 0 0,1 0 0 0 0,-1 0 0 0 0,-2 0 0 0 0,4 0 0 0 0,0 0 0 0 0,-2 0 0 0 0,-1 0 0 0 0,-3 0 0 0 0,-1 0 0 0 0,4 0 0 0 0,1 0 0 0 0,-1 0 0 0 0,4 0 0 0 0,0 0 0 0 0,-1 0 0 0 0,-3 0 0 0 0,-2 0 0 0 0,-2 0 0 0 0,-1 0 0 0 0,-1 0 0 0 0,0 0 0 0 0,4 0 0 0 0,3 0 0 0 0,-1 0 0 0 0,-1 0 0 0 0,-2 0 0 0 0,4 0 0 0 0,1 0 0 0 0,-1 0 0 0 0,-1 0 0 0 0,-3 0 0 0 0,-1 0 0 0 0,-1 0 0 0 0,-1 0 0 0 0,-1 0 0 0 0,1 0 0 0 0,-11 0 0 0 0,-14 0 0 0 0,-13 0 0 0 0,-11 0 0 0 0,-7 0 0 0 0,-5 0 0 0 0,-3 0 0 0 0,0 0 0 0 0,-1 0 0 0 0,1 0 0 0 0,1 0 0 0 0,-5 0 0 0 0,-2 0 0 0 0,2 0 0 0 0,0 0 0 0 0,3 0 0 0 0,1 0 0 0 0,-4 0 0 0 0,-2 0 0 0 0,-3 0 0 0 0,-1 0 0 0 0,2 0 0 0 0,-3 0 0 0 0,-4 0 0 0 0,1 0 0 0 0,3 0 0 0 0,-1 0 0 0 0,1 0 0 0 0,-2 0 0 0 0,-3 0 0 0 0,-10 0 0 0 0,-5 0 0 0 0,3 0 0 0 0,2 0 0 0 0,0 0 0 0 0,5 0 0 0 0,1 0 0 0 0,-6 0 0 0 0,-4 0 0 0 0,-1 0 0 0 0,0 0 0 0 0,-1 0 0 0 0,7 0 0 0 0,2 0 0 0 0,-10 0 0 0 0,-10 0 0 0 0,3 0 0 0 0,3 0 0 0 0,9 0 0 0 0,3 0 0 0 0,-3 0 0 0 0,-2 0 0 0 0,-1 0 0 0 0,0 0 0 0 0,6 0 0 0 0,7 0 0 0 0,2 0 0 0 0,4 0 0 0 0,-1 0 0 0 0,3 0 0 0 0,-3 0 0 0 0,2 0 0 0 0,3 0 0 0 0,3 0 0 0 0,3 0 0 0 0,2 0 0 0 0,2 0 0 0 0,0 0 0 0 0,1 0 0 0 0,-1 0 0 0 0,1 0 0 0 0,0 5 0 0 0,5 8 0 0 0,11 0 0 0 0,10 4 0 0 0,9 0 0 0 0,10-5 0 0 0,7-3 0 0 0,5-3 0 0 0,4-3 0 0 0,1-2 0 0 0,1-1 0 0 0,0-1 0 0 0,-1 1 0 0 0,0-1 0 0 0,-1 6 0 0 0,6 1 0 0 0,1 1 0 0 0,-1-2 0 0 0,5-1 0 0 0,-1-2 0 0 0,-1 4 0 0 0,3 2 0 0 0,-1-1 0 0 0,8-2 0 0 0,6-2 0 0 0,-1-1 0 0 0,-4-1 0 0 0,-1 0 0 0 0,1-1 0 0 0,3 5 0 0 0,3 1 0 0 0,2 1 0 0 0,-4-2 0 0 0,5-2 0 0 0,-3 0 0 0 0,-1-2 0 0 0,1-1 0 0 0,2 0 0 0 0,0 0 0 0 0,1 0 0 0 0,1 0 0 0 0,-5-1 0 0 0,-1 1 0 0 0,0 0 0 0 0,2 0 0 0 0,-4 0 0 0 0,-1 0 0 0 0,-3 0 0 0 0,-6 0 0 0 0,2 0 0 0 0,-3 0 0 0 0,2 0 0 0 0,0 0 0 0 0,-4 0 0 0 0,3 0 0 0 0,4 0 0 0 0,0 0 0 0 0,-4 0 0 0 0,-3 0 0 0 0,-3 0 0 0 0,-3 0 0 0 0,-2 0 0 0 0,-1 0 0 0 0,4 0 0 0 0,2 0 0 0 0,0 0 0 0 0,-1 0 0 0 0,-2 0 0 0 0,-1 0 0 0 0,-1 0 0 0 0,-1 0 0 0 0,-11 0 0 0 0,-13 0 0 0 0,-14 0 0 0 0,-11 0 0 0 0,-8 0 0 0 0,-4 0 0 0 0,-2 0 0 0 0,-2 0 0 0 0,0 0 0 0 0,1 0 0 0 0,1 0 0 0 0,0 0 0 0 0,1 0 0 0 0,0 0 0 0 0,0 0 0 0 0,0 0 0 0 0,0 0 0 0 0,1 0 0 0 0,-1 0 0 0 0,0 0 0 0 0,0 0 0 0 0,0 0 0 0 0,1 0 0 0 0,-1 5 0 0 0,0 2 0 0 0,0 0 0 0 0,0-2 0 0 0,1-1 0 0 0,4 4 0 0 0,2 0 0 0 0,-5-1 0 0 0,-4-2 0 0 0,0-1 0 0 0,-7-2 0 0 0,0 4 0 0 0,1 2 0 0 0,1-2 0 0 0,8 4 0 0 0,4 1 0 0 0,0-3 0 0 0,0-1 0 0 0,-1 2 0 0 0,-1 1 0 0 0,-1-3 0 0 0,-1-1 0 0 0,0-3 0 0 0,4 4 0 0 0,2 1 0 0 0,0-1 0 0 0,3 3 0 0 0,1 1 0 0 0,-2-3 0 0 0,-2-1 0 0 0,2 2 0 0 0,1 5 0 0 0,8 1 0 0 0,12-3 0 0 0,12 2 0 0 0,8-1 0 0 0,7-3 0 0 0,5-4 0 0 0,1-2 0 0 0,1-2 0 0 0,0-1 0 0 0,0-1 0 0 0,-1-1 0 0 0,0 1 0 0 0,-1-1 0 0 0,0 1 0 0 0,0 0 0 0 0,0-1 0 0 0,-1 1 0 0 0,1 0 0 0 0,0 0 0 0 0,0 0 0 0 0,5 0 0 0 0,7 0 0 0 0,6 0 0 0 0,6 0 0 0 0,4 0 0 0 0,-3 0 0 0 0,0 6 0 0 0,-5 1 0 0 0,-6-1 0 0 0,-5 0 0 0 0,1-3 0 0 0,5 0 0 0 0,-2-2 0 0 0,-2 0 0 0 0,-3-1 0 0 0,-3-1 0 0 0,-2 1 0 0 0,3 0 0 0 0,1-1 0 0 0,-1 1 0 0 0,-2 0 0 0 0,5 0 0 0 0,-6 5 0 0 0,-2 2 0 0 0,3 0 0 0 0,1-2 0 0 0,-1-1 0 0 0,0-1 0 0 0,-1-2 0 0 0,-2-1 0 0 0,0 0 0 0 0,-1 0 0 0 0,-10 0 0 0 0,-15 0 0 0 0,-13-1 0 0 0,-11 1 0 0 0,-8 0 0 0 0,-4 0 0 0 0,-2 0 0 0 0,-2 0 0 0 0,1 0 0 0 0,0 0 0 0 0,0 0 0 0 0,1 0 0 0 0,1 0 0 0 0,0 0 0 0 0,-5 0 0 0 0,-7 0 0 0 0,-7 0 0 0 0,0 0 0 0 0,4 0 0 0 0,4 0 0 0 0,3 0 0 0 0,-1-5 0 0 0,-5-2 0 0 0,1 0 0 0 0,1 2 0 0 0,4 1 0 0 0,3 2 0 0 0,-3 0 0 0 0,0 2 0 0 0,-4 0 0 0 0,0 0 0 0 0,-3 0 0 0 0,1 1 0 0 0,3-1 0 0 0,4 0 0 0 0,-3 0 0 0 0,1 0 0 0 0,-4 0 0 0 0,1 0 0 0 0,-3 0 0 0 0,-4 0 0 0 0,6-5 0 0 0,1-2 0 0 0,1 0 0 0 0,-1 2 0 0 0,-5 1 0 0 0,1 2 0 0 0,-2 1 0 0 0,-4 0 0 0 0,-2 1 0 0 0,2-5 0 0 0,0-2 0 0 0,3 1 0 0 0,1 1 0 0 0,2 1 0 0 0,5 2 0 0 0,4 1 0 0 0,-3 0 0 0 0,2 1 0 0 0,1 0 0 0 0,2 1 0 0 0,3-1 0 0 0,0 0 0 0 0,-4 0 0 0 0,0 1 0 0 0,0-1 0 0 0,1 0 0 0 0,2 0 0 0 0,1 0 0 0 0,1 0 0 0 0,11 0 0 0 0,15 0 0 0 0,13 0 0 0 0,11 0 0 0 0,7 0 0 0 0,5 0 0 0 0,8 0 0 0 0,3 0 0 0 0,-1 0 0 0 0,4 0 0 0 0,-1 0 0 0 0,3 0 0 0 0,4 0 0 0 0,5 0 0 0 0,-3 0 0 0 0,-5 0 0 0 0,1 0 0 0 0,-3 0 0 0 0,-4 0 0 0 0,2 0 0 0 0,-2 0 0 0 0,3 0 0 0 0,0 0 0 0 0,2 0 0 0 0,-1 0 0 0 0,2 0 0 0 0,-2 0 0 0 0,-3 0 0 0 0,2 0 0 0 0,4 0 0 0 0,-2 0 0 0 0,3 0 0 0 0,3 0 0 0 0,4 0 0 0 0,-4 0 0 0 0,-4 0 0 0 0,-6 0 0 0 0,-4 0 0 0 0,2 0 0 0 0,-2 0 0 0 0,0 0 0 0 0,-3 0 0 0 0,-2 0 0 0 0,0 0 0 0 0,-2 0 0 0 0,0 0 0 0 0,-1 0 0 0 0,6 0 0 0 0,7 0 0 0 0,1 0 0 0 0,-1 0 0 0 0,-4 0 0 0 0,-2 0 0 0 0,-2 0 0 0 0,-8-6 0 0 0,-2-1 0 0 0,-1 1 0 0 0,1 0 0 0 0,1 3 0 0 0,2 0 0 0 0,-9 2 0 0 0,-14 0 0 0 0,-12 1 0 0 0,-10 1 0 0 0,-8-1 0 0 0,-5-5 0 0 0,-2-2 0 0 0,-1 1 0 0 0,-1 0 0 0 0,1 3 0 0 0,-5 0 0 0 0,0 2 0 0 0,-6 1 0 0 0,1-6 0 0 0,2 0 0 0 0,-3-1 0 0 0,-4 2 0 0 0,-5 2 0 0 0,-3 0 0 0 0,-3 2 0 0 0,3 1 0 0 0,1 0 0 0 0,0-5 0 0 0,-3-2 0 0 0,5 1 0 0 0,5 1 0 0 0,1 1 0 0 0,3 2 0 0 0,-2 0 0 0 0,3 2 0 0 0,-3 0 0 0 0,1 0 0 0 0,4 0 0 0 0,3 1 0 0 0,-3-1 0 0 0,1 0 0 0 0,-3 0 0 0 0,-5 0 0 0 0,0 0 0 0 0,-2 0 0 0 0,3 0 0 0 0,-2 0 0 0 0,2 0 0 0 0,5 0 0 0 0,3 0 0 0 0,4 0 0 0 0,2 0 0 0 0,1 0 0 0 0,-3 0 0 0 0,-3 0 0 0 0,2 0 0 0 0,0 5 0 0 0,-3 2 0 0 0,-1 0 0 0 0,2-2 0 0 0,1 4 0 0 0,2 1 0 0 0,2-2 0 0 0,2-2 0 0 0,-1-3 0 0 0,2 0 0 0 0,10-2 0 0 0,14-1 0 0 0,13 0 0 0 0,11-1 0 0 0,7 1 0 0 0,5-1 0 0 0,3 1 0 0 0,0 0 0 0 0,1 0 0 0 0,-1 0 0 0 0,-1 0 0 0 0,0 0 0 0 0,5 0 0 0 0,1 0 0 0 0,0 0 0 0 0,3 0 0 0 0,0 0 0 0 0,4 0 0 0 0,0 0 0 0 0,2 0 0 0 0,-2 0 0 0 0,-3 0 0 0 0,2 0 0 0 0,-1 0 0 0 0,2 0 0 0 0,-1 0 0 0 0,2 0 0 0 0,5 0 0 0 0,-3 0 0 0 0,3-5 0 0 0,2-2 0 0 0,8 0 0 0 0,-1 2 0 0 0,-1 1 0 0 0,-4 1 0 0 0,-2 2 0 0 0,1-5 0 0 0,2-1 0 0 0,7 1 0 0 0,-2 1 0 0 0,-1 1 0 0 0,-5 2 0 0 0,-2 1 0 0 0,-5-4 0 0 0,-4-2 0 0 0,0 0 0 0 0,-3 2 0 0 0,4 2 0 0 0,3 1 0 0 0,-1 0 0 0 0,-2 2 0 0 0,0 0 0 0 0,4 0 0 0 0,-1 1 0 0 0,-4-1 0 0 0,1 0 0 0 0,-2-5 0 0 0,-2-2 0 0 0,1 1 0 0 0,0 0 0 0 0,-3 2 0 0 0,-3 2 0 0 0,-1 1 0 0 0,-8-5 0 0 0,-2-1 0 0 0,-1 1 0 0 0,1 1 0 0 0,-4-4 0 0 0,-10 0 0 0 0,-13 1 0 0 0,-11 2 0 0 0,-9 2 0 0 0,-5 2 0 0 0,-4 1 0 0 0,-7-4 0 0 0,-2-2 0 0 0,0 1 0 0 0,2 1 0 0 0,2 1 0 0 0,2 2 0 0 0,2-4 0 0 0,0-1 0 0 0,-4 0 0 0 0,-7 2 0 0 0,-6 1 0 0 0,-6-3 0 0 0,-3-1 0 0 0,2 1 0 0 0,1 2 0 0 0,-2 1 0 0 0,5 2 0 0 0,0 1 0 0 0,-1 1 0 0 0,2 0 0 0 0,1 0 0 0 0,2 1 0 0 0,0-1 0 0 0,-3-5 0 0 0,2-2 0 0 0,-1 1 0 0 0,2 0 0 0 0,-5 2 0 0 0,-5 2 0 0 0,2 1 0 0 0,6 0 0 0 0,0 1 0 0 0,-1-5 0 0 0,-3-1 0 0 0,3-1 0 0 0,-1 2 0 0 0,-2 1 0 0 0,4 2 0 0 0,-1 1 0 0 0,3 1 0 0 0,-1 0 0 0 0,-2 0 0 0 0,2 0 0 0 0,-1 0 0 0 0,-3 1 0 0 0,3-1 0 0 0,5 0 0 0 0,4 0 0 0 0,4 0 0 0 0,3 0 0 0 0,3 0 0 0 0,0-5 0 0 0,1-2 0 0 0,-5 0 0 0 0,-2 2 0 0 0,0 1 0 0 0,1 1 0 0 0,2 2 0 0 0,1 1 0 0 0,1 0 0 0 0,6-5 0 0 0,12-2 0 0 0,15 1 0 0 0,11 0 0 0 0,10 3 0 0 0,6 1 0 0 0,3 0 0 0 0,2 2 0 0 0,1 0 0 0 0,4 0 0 0 0,7 0 0 0 0,1 1 0 0 0,3-1 0 0 0,-1 0 0 0 0,-5 0 0 0 0,2 0 0 0 0,-1 0 0 0 0,1 0 0 0 0,-1 0 0 0 0,-3 0 0 0 0,3 0 0 0 0,-2 0 0 0 0,2-5 0 0 0,6-2 0 0 0,-2 0 0 0 0,-4 2 0 0 0,-3 1 0 0 0,1 2 0 0 0,10 0 0 0 0,0 2 0 0 0,3 0 0 0 0,-3 0 0 0 0,-6 0 0 0 0,1 1 0 0 0,2-1 0 0 0,4 0 0 0 0,3 0 0 0 0,-3 0 0 0 0,0 0 0 0 0,2 0 0 0 0,2 0 0 0 0,-4 0 0 0 0,-5 0 0 0 0,-6 0 0 0 0,0 0 0 0 0,-1 0 0 0 0,3 0 0 0 0,-2 0 0 0 0,-1 0 0 0 0,-4 0 0 0 0,-2-5 0 0 0,3-2 0 0 0,1 0 0 0 0,-2 2 0 0 0,-1 1 0 0 0,-2 2 0 0 0,-6-5 0 0 0,-4 0 0 0 0,1 0 0 0 0,0 2 0 0 0,2 2 0 0 0,1 1 0 0 0,-4-5 0 0 0,-12-5 0 0 0,-12-2 0 0 0,-12-3 0 0 0,-9 1 0 0 0,-7 4 0 0 0,-3 3 0 0 0,-1 4 0 0 0,-2 2 0 0 0,1 2 0 0 0,-5 1 0 0 0,-1 1 0 0 0,1-6 0 0 0,-4-1 0 0 0,-5 0 0 0 0,0 1 0 0 0,-2 1 0 0 0,1-3 0 0 0,5-2 0 0 0,-2 2 0 0 0,2 2 0 0 0,-2 1 0 0 0,1 2 0 0 0,3 1 0 0 0,-2 1 0 0 0,1 0 0 0 0,-3 0 0 0 0,1 1 0 0 0,-3-6 0 0 0,2-2 0 0 0,4 1 0 0 0,-3 0 0 0 0,-9 3 0 0 0,-1 0 0 0 0,-1 2 0 0 0,2 0 0 0 0,7 1 0 0 0,-6 1 0 0 0,1-1 0 0 0,-2 0 0 0 0,-1-5 0 0 0,2-2 0 0 0,0 1 0 0 0,4 1 0 0 0,-1 1 0 0 0,-2 1 0 0 0,2 2 0 0 0,-2 1 0 0 0,4 0 0 0 0,-1 0 0 0 0,-3 0 0 0 0,-4 0 0 0 0,3 1 0 0 0,5-1 0 0 0,0 0 0 0 0,3 0 0 0 0,3 0 0 0 0,4 0 0 0 0,28 0 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9457 1720 16383 0 0,'-11'2'0'0'0,"-12"5"0"0"0,4 5 0 0 0,13-2 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9349 1741 16383 0 0,'-18'14'0'0'0,"7"-4"0"0"0,11-4 0 0 0,4-8 0 0 0,8-4 0 0 0,2-7 0 0 0,-2 4 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1804 16383 0 0,'-9'6'0'0'0,"-11"4"0"0"0,-2-1 0 0 0,-3-3 0 0 0,-2 4 0 0 0,-2-1 0 0 0,-1 3 0 0 0,3-1 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1920 16383 0 0,'22'0'0'0'0,"12"-6"0"0"0,-18 2 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9308 1910 16383 0 0,'-3'1'0'0'0,"-21"8"0"0"0,0 0 0 0 0,-1-1 0 0 0,-1-2 0 0 0,6 2 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2040 16383 0 0,'24'0'0'0'0,"8"-1"0"0"0,1 1 0 0 0,-1-1 0 0 0,-1 1 0 0 0,0-1 0 0 0,0 1 0 0 0,0 0 0 0 0,0 0 0 0 0,0 0 0 0 0,-1 0 0 0 0,-4-5 0 0 0,-2-2 0 0 0,0 0 0 0 0,1 2 0 0 0,2 1 0 0 0,2 2 0 0 0,-10 1 0 0 0,-13 0 0 0 0,-13 1 0 0 0,-11 0 0 0 0,-7 1 0 0 0,-4-1 0 0 0,-3 0 0 0 0,30 0 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9335 2628 16383 0 0,'0'0'0'0'0,"33"0"0"0"0,0-1 0 0 0,0 1 0 0 0,-1-1 0 0 0,1 1 0 0 0,-1 0 0 0 0,-1 0 0 0 0,0 0 0 0 0,0 0 0 0 0,0 0 0 0 0,-1 0 0 0 0,1 0 0 0 0,0 0 0 0 0,0 0 0 0 0,-1 0 0 0 0,1 0 0 0 0,0 0 0 0 0,-11 0 0 0 0,-8 5 0 0 0,-12 2 0 0 0,-11 0 0 0 0,-9-2 0 0 0,-6-1 0 0 0,-4-1 0 0 0,3 3 0 0 0,1 2 0 0 0,0-2 0 0 0,-2-1 0 0 0,0-1 0 0 0,-2-2 0 0 0,0-1 0 0 0,0-1 0 0 0,-1 0 0 0 0,0 0 0 0 0,0 0 0 0 0,0-1 0 0 0,0 1 0 0 0,0 0 0 0 0,11 0 0 0 0,13 0 0 0 0,14 0 0 0 0,11 0 0 0 0,7 0 0 0 0,5 0 0 0 0,2 0 0 0 0,2 0 0 0 0,-1 0 0 0 0,1 0 0 0 0,-2 0 0 0 0,0 0 0 0 0,-1 0 0 0 0,0 0 0 0 0,0 0 0 0 0,0 0 0 0 0,0 0 0 0 0,-1 0 0 0 0,1 0 0 0 0,0 0 0 0 0,0 0 0 0 0,-6 5 0 0 0,-1 2 0 0 0,-5 5 0 0 0,0 0 0 0 0,-4 4 0 0 0,1-1 0 0 0,-2 2 0 0 0,1-2 0 0 0,-1 2 0 0 0,2-2 0 0 0,-2 2 0 0 0,2-3 0 0 0,-1 3 0 0 0,-4 2 0 0 0,2-1 0 0 0,3-3 0 0 0,0 0 0 0 0,2 3 0 0 0,3-2 0 0 0,4-3 0 0 0,2-4 0 0 0,2-3 0 0 0,1-3 0 0 0,-4 3 0 0 0,-1 1 0 0 0,-6 4 0 0 0,0 1 0 0 0,2-3 0 0 0,-3 4 0 0 0,1-2 0 0 0,-3 4 0 0 0,2-2 0 0 0,-4 3 0 0 0,3-1 0 0 0,-3 1 0 0 0,2-1 0 0 0,4 1 0 0 0,3 4 0 0 0,3-2 0 0 0,3-3 0 0 0,-4 0 0 0 0,-1-2 0 0 0,1-4 0 0 0,-5 3 0 0 0,-4 4 0 0 0,-1-1 0 0 0,-2 3 0 0 0,1-2 0 0 0,4-4 0 0 0,-1 2 0 0 0,-3 3 0 0 0,0-1 0 0 0,-1 2 0 0 0,2-2 0 0 0,-2 1 0 0 0,3 4 0 0 0,3-3 0 0 0,-1 2 0 0 0,1-3 0 0 0,-2 0 0 0 0,-4 4 0 0 0,1-3 0 0 0,-2 2 0 0 0,2-4 0 0 0,-1 2 0 0 0,-3 2 0 0 0,2-1 0 0 0,-1 0 0 0 0,-2 3 0 0 0,-3 3 0 0 0,-2 2 0 0 0,-2 2 0 0 0,-2 1 0 0 0,0 1 0 0 0,0 0 0 0 0,-1 0 0 0 0,1 1 0 0 0,5-1 0 0 0,1 0 0 0 0,1 0 0 0 0,3 0 0 0 0,1 0 0 0 0,-2 0 0 0 0,-2-1 0 0 0,-3 1 0 0 0,-2 0 0 0 0,-1 0 0 0 0,0 0 0 0 0,-2-1 0 0 0,1 1 0 0 0,-1 0 0 0 0,1 0 0 0 0,0 0 0 0 0,0 0 0 0 0,-6-1 0 0 0,-1 1 0 0 0,1-10 0 0 0,0-15 0 0 0,2-13 0 0 0,2-11 0 0 0,1-7 0 0 0,0-5 0 0 0,1-2 0 0 0,1-2 0 0 0,-1 1 0 0 0,0 0 0 0 0,0 0 0 0 0,1 1 0 0 0,-1 1 0 0 0,0 0 0 0 0,0 0 0 0 0,0 0 0 0 0,0 1 0 0 0,0-1 0 0 0,0 0 0 0 0,0 0 0 0 0,0 1 0 0 0,0-1 0 0 0,0 0 0 0 0,0 0 0 0 0,0 0 0 0 0,0 0 0 0 0,-6 6 0 0 0,-1 1 0 0 0,1 0 0 0 0,0-2 0 0 0,3-1 0 0 0,0-1 0 0 0,2-2 0 0 0,1 0 0 0 0,0-1 0 0 0,-6 5 0 0 0,0 2 0 0 0,-1 0 0 0 0,-3 3 0 0 0,-1 1 0 0 0,3-2 0 0 0,1-2 0 0 0,-2 3 0 0 0,-1-1 0 0 0,2-1 0 0 0,-2 3 0 0 0,-6 5 0 0 0,0 0 0 0 0,4-3 0 0 0,-3 1 0 0 0,2-1 0 0 0,-2 3 0 0 0,1-3 0 0 0,4-2 0 0 0,-3 2 0 0 0,-3-1 0 0 0,0-3 0 0 0,-2 2 0 0 0,2 0 0 0 0,-2 3 0 0 0,3-1 0 0 0,3-3 0 0 0,-1 3 0 0 0,-3-1 0 0 0,0-3 0 0 0,-2 3 0 0 0,-3 4 0 0 0,2 0 0 0 0,4-4 0 0 0,-1 3 0 0 0,3-2 0 0 0,-2 2 0 0 0,-3-1 0 0 0,0-4 0 0 0,0 3 0 0 0,-4 4 0 0 0,2-1 0 0 0,0-3 0 0 0,-2-4 0 0 0,-3-3 0 0 0,-2-3 0 0 0,3-2 0 0 0,1 5 0 0 0,4 0 0 0 0,0 6 0 0 0,3-1 0 0 0,0 5 0 0 0,1-2 0 0 0,-1 3 0 0 0,2-2 0 0 0,-2 2 0 0 0,2-1 0 0 0,-2-5 0 0 0,2-3 0 0 0,-2 2 0 0 0,-4 5 0 0 0,2-1 0 0 0,4-2 0 0 0,-2 2 0 0 0,4-1 0 0 0,-3 2 0 0 0,1-2 0 0 0,4-2 0 0 0,-2 2 0 0 0,0-1 0 0 0,-2 2 0 0 0,1-1 0 0 0,-2 3 0 0 0,1-2 0 0 0,3-2 0 0 0,3-5 0 0 0,3-2 0 0 0,3-2 0 0 0,-4 3 0 0 0,-1 1 0 0 0,1-1 0 0 0,-4 4 0 0 0,0 1 0 0 0,2-3 0 0 0,1-1 0 0 0,3-3 0 0 0,2-2 0 0 0,1 0 0 0 0,1-2 0 0 0,0 0 0 0 0,0 0 0 0 0,1-1 0 0 0,4 6 0 0 0,3 2 0 0 0,-2 0 0 0 0,0-2 0 0 0,-2-1 0 0 0,3-1 0 0 0,2-2 0 0 0,-2 0 0 0 0,3 4 0 0 0,1 2 0 0 0,-2 0 0 0 0,-3-2 0 0 0,3 4 0 0 0,0 1 0 0 0,-1-2 0 0 0,-3-3 0 0 0,-1-1 0 0 0,-2-1 0 0 0,-1-2 0 0 0,-1-1 0 0 0,0 0 0 0 0,-1 0 0 0 0,1 0 0 0 0,-1 0 0 0 0,1 11 0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9477 2016 16383 0 0,'-20'5'0'0'0,"-7"1"0"0"0,-1-2 0 0 0,9-2 0 0 0,14-1 0 0 0,12 0 0 0 0,11-1 0 0 0,7-1 0 0 0,5 1 0 0 0,2 0 0 0 0,1 0 0 0 0,1-1 0 0 0,-1 1 0 0 0,-1 0 0 0 0,0 0 0 0 0,-1 0 0 0 0,0 0 0 0 0,0 0 0 0 0,0 0 0 0 0,0 0 0 0 0,-1 0 0 0 0,-4 6 0 0 0,-13 6 0 0 0,-13 1 0 0 0,-12-1 0 0 0,-10 3 0 0 0,-5-2 0 0 0,-5-3 0 0 0,-1-3 0 0 0,0-2 0 0 0,0-3 0 0 0,0-1 0 0 0,1 4 0 0 0,0 1 0 0 0,1 0 0 0 0,5 4 0 0 0,2 1 0 0 0,0-3 0 0 0,-1-1 0 0 0,-2 2 0 0 0,-2 0 0 0 0,5 4 0 0 0,1 0 0 0 0,2-4 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11539 2399 16383 0 0,'5'0'0'0'0,"6"0"0"0"0,7 0 0 0 0,4 0 0 0 0,5 0 0 0 0,1 0 0 0 0,2 0 0 0 0,0 0 0 0 0,0 0 0 0 0,0 0 0 0 0,0 0 0 0 0,-1 0 0 0 0,0 0 0 0 0,0 0 0 0 0,0 0 0 0 0,-10 0 0 0 0,-13 0 0 0 0,-13 0 0 0 0,-9 0 0 0 0,-3-5 0 0 0,-2-2 0 0 0,-4 1 0 0 0,-1-4 0 0 0,-2 0 0 0 0,-1 1 0 0 0,0 3 0 0 0,0-3 0 0 0,-1 1 0 0 0,1-5 0 0 0,0 2 0 0 0,0 1 0 0 0,0 3 0 0 0,0 3 0 0 0,5-3 0 0 0,2-1 0 0 0,-1 2 0 0 0,-1 1 0 0 0,-1-3 0 0 0,-2 0 0 0 0,0 1 0 0 0,-2 2 0 0 0,5-3 0 0 0,2-1 0 0 0,-1 2 0 0 0,9 2 0 0 0,11 2 0 0 0,11 1 0 0 0,10 1 0 0 0,6 1 0 0 0,4 0 0 0 0,2 5 0 0 0,1 2 0 0 0,1 5 0 0 0,-2-1 0 0 0,1-1 0 0 0,-2-2 0 0 0,1-4 0 0 0,-1 4 0 0 0,0 0 0 0 0,-1-2 0 0 0,-4 4 0 0 0,-1-1 0 0 0,-1-1 0 0 0,2-2 0 0 0,1-2 0 0 0,2-2 0 0 0,-9-1 0 0 0,-13-1 0 0 0,-6 5 0 0 0,-9 1 0 0 0,-7-1 0 0 0,-1 5 0 0 0,-2 0 0 0 0,2 3 0 0 0,9 0 0 0 0,11-3 0 0 0,11-3 0 0 0,7-2 0 0 0,0-3 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11654 2576 16383 0 0,'-5'0'0'0'0,"-2"-5"0"0"0,1-6 0 0 0,1-7 0 0 0,6 0 0 0 0,4-1 0 0 0,4 1 0 0 0,7 5 0 0 0,6 4 0 0 0,3 4 0 0 0,2 2 0 0 0,3 3 0 0 0,0 0 0 0 0,0 1 0 0 0,0 0 0 0 0,-11-1 0 0 0,-12-4 0 0 0,-13-2 0 0 0,-10-5 0 0 0,-8 0 0 0 0,-4 1 0 0 0,2-2 0 0 0,2 0 0 0 0,-2 3 0 0 0,0 3 0 0 0,-1 2 0 0 0,0 2 0 0 0,3-3 0 0 0,2-2 0 0 0,0 1 0 0 0,-2-3 0 0 0,-2-1 0 0 0,-1 2 0 0 0,0 2 0 0 0,-2 3 0 0 0,0 0 0 0 0,0 2 0 0 0,0 1 0 0 0,5-4 0 0 0,1-2 0 0 0,0 0 0 0 0,-1 1 0 0 0,-1 2 0 0 0,-2 1 0 0 0,5-4 0 0 0,5-6 0 0 0,10-1 0 0 0,8-3 0 0 0,7 1 0 0 0,3-1 0 0 0,4 1 0 0 0,5 4 0 0 0,-2-2 0 0 0,2 2 0 0 0,2-2 0 0 0,2 1 0 0 0,2 2 0 0 0,2 3 0 0 0,-4-2 0 0 0,-2 1 0 0 0,-4-4 0 0 0,0 1 0 0 0,1 1 0 0 0,-2-1 0 0 0,1 0 0 0 0,2 2 0 0 0,3 4 0 0 0,-3 6 0 0 0,-4 8 0 0 0,-6 8 0 0 0,-4 6 0 0 0,-3 4 0 0 0,-2 2 0 0 0,-6-4 0 0 0,-2-1 0 0 0,-1 0 0 0 0,3 1 0 0 0,0 1 0 0 0,3 1 0 0 0,0 1 0 0 0,6-4 0 0 0,3-12 0 0 0,4-12 0 0 0,1-11 0 0 0,-2-9 0 0 0,3 0 0 0 0,-2-3 0 0 0,3 3 0 0 0,-1 0 0 0 0,-3-1 0 0 0,2 3 0 0 0,-1-1 0 0 0,-3-2 0 0 0,3-2 0 0 0,-1-2 0 0 0,-2-2 0 0 0,2 4 0 0 0,0 0 0 0 0,-2 0 0 0 0,-2-1 0 0 0,2 3 0 0 0,1 1 0 0 0,-2-2 0 0 0,-2-1 0 0 0,3 2 0 0 0,0 1 0 0 0,-1-2 0 0 0,-2-2 0 0 0,-1-1 0 0 0,-3 8 0 0 0,0 11 0 0 0,-6 8 0 0 0,-1 8 0 0 0,-1 7 0 0 0,2 6 0 0 0,1 3 0 0 0,-3 3 0 0 0,-1 1 0 0 0,-4 1 0 0 0,0-1 0 0 0,3 0 0 0 0,2 0 0 0 0,2-1 0 0 0,3 0 0 0 0,1 0 0 0 0,1 0 0 0 0,-5 0 0 0 0,-1 0 0 0 0,0-1 0 0 0,2 1 0 0 0,1 0 0 0 0,1 0 0 0 0,1 0 0 0 0,0 0 0 0 0,1-10 0 0 0,0-13 0 0 0,1-13 0 0 0,-1-9 0 0 0,0-8 0 0 0,0-4 0 0 0,0-2 0 0 0,0-2 0 0 0,0 1 0 0 0,0 0 0 0 0,0 1 0 0 0,0 0 0 0 0,0 0 0 0 0,0 1 0 0 0,0 0 0 0 0,0 0 0 0 0,0 1 0 0 0,0-1 0 0 0,0 0 0 0 0,0 0 0 0 0,0 1 0 0 0,0-1 0 0 0,0 10 0 0 0,0 13 0 0 0,0 12 0 0 0,0 11 0 0 0,0 6 0 0 0,-5 0 0 0 0,-1 1 0 0 0,-5 1 0 0 0,-1 2 0 0 0,2 0 0 0 0,3 1 0 0 0,-3-4 0 0 0,1-1 0 0 0,2-1 0 0 0,-3-2 0 0 0,0-1 0 0 0,2 1 0 0 0,-3 3 0 0 0,1 2 0 0 0,-3 2 0 0 0,1 0 0 0 0,-3-3 0 0 0,2-1 0 0 0,2 0 0 0 0,4 1 0 0 0,2-8 0 0 0,3-12 0 0 0,1-11 0 0 0,6-5 0 0 0,2-5 0 0 0,0-5 0 0 0,4-3 0 0 0,-1-3 0 0 0,-1-1 0 0 0,2 5 0 0 0,0 0 0 0 0,-2 1 0 0 0,1 3 0 0 0,1 1 0 0 0,-3-2 0 0 0,-2-2 0 0 0,2-2 0 0 0,1-1 0 0 0,-3-2 0 0 0,4-1 0 0 0,0 0 0 0 0,3 5 0 0 0,-1 1 0 0 0,-2 0 0 0 0,-3-1 0 0 0,-2-2 0 0 0,2 0 0 0 0,0-2 0 0 0,4 4 0 0 0,0 2 0 0 0,-1 9 0 0 0,-4 12 0 0 0,-1 11 0 0 0,-3 8 0 0 0,-1 7 0 0 0,-1 3 0 0 0,0 2 0 0 0,-1 2 0 0 0,1-1 0 0 0,0-1 0 0 0,-1 1 0 0 0,1-2 0 0 0,-5 1 0 0 0,-2-1 0 0 0,1 0 0 0 0,1-1 0 0 0,2 1 0 0 0,0 0 0 0 0,2 0 0 0 0,1 0 0 0 0,0-1 0 0 0,0 1 0 0 0,0 0 0 0 0,1 0 0 0 0,-1 0 0 0 0,0 0 0 0 0,0 0 0 0 0,0-10 0 0 0,5-13 0 0 0,2-13 0 0 0,-1-9 0 0 0,-1-8 0 0 0,-2-4 0 0 0,0-2 0 0 0,3-2 0 0 0,1 1 0 0 0,-1 0 0 0 0,4-4 0 0 0,-1-2 0 0 0,0 1 0 0 0,-3 2 0 0 0,-3 2 0 0 0,0 1 0 0 0,-2 1 0 0 0,4 6 0 0 0,1 1 0 0 0,0 1 0 0 0,-2-2 0 0 0,-1 9 0 0 0,-1 12 0 0 0,-1 11 0 0 0,0 9 0 0 0,-1 6 0 0 0,0 5 0 0 0,-1 2 0 0 0,6-4 0 0 0,1-1 0 0 0,0 0 0 0 0,-1 0 0 0 0,4 1 0 0 0,-1-4 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12294 1540 16383 0 0,'-5'0'0'0'0,"-7"5"0"0"0,-5 1 0 0 0,-1 5 0 0 0,-2 1 0 0 0,3 3 0 0 0,-1-2 0 0 0,-3-2 0 0 0,-2 2 0 0 0,-2-2 0 0 0,3 3 0 0 0,1-2 0 0 0,-2-2 0 0 0,-1-3 0 0 0,3 2 0 0 0,0 0 0 0 0,-1 2 0 0 0,-1 1 0 0 0,2 2 0 0 0,1-1 0 0 0,-2-2 0 0 0,-2 1 0 0 0,-1 4 0 0 0,-2-1 0 0 0,-1-3 0 0 0,-1 1 0 0 0,0-1 0 0 0,5 2 0 0 0,1-1 0 0 0,5 1 0 0 0,0 0 0 0 0,-1-4 0 0 0,-2 2 0 0 0,-4 4 0 0 0,-1-2 0 0 0,-1-2 0 0 0,3 2 0 0 0,1 2 0 0 0,5 5 0 0 0,0-2 0 0 0,-1-5 0 0 0,2 2 0 0 0,4 1 0 0 0,-1-1 0 0 0,-2-3 0 0 0,1 0 0 0 0,3 4 0 0 0,4 3 0 0 0,7-2 0 0 0,10-3 0 0 0,8-5 0 0 0,6 1 0 0 0,4-1 0 0 0,2-3 0 0 0,1-2 0 0 0,1-2 0 0 0,-1 3 0 0 0,0 1 0 0 0,0-1 0 0 0,0-1 0 0 0,-1-2 0 0 0,0-1 0 0 0,4-1 0 0 0,3-1 0 0 0,4 5 0 0 0,0 1 0 0 0,-1 0 0 0 0,-3-1 0 0 0,-3-2 0 0 0,-6 4 0 0 0,1 1 0 0 0,2-2 0 0 0,-1-1 0 0 0,1-1 0 0 0,0 2 0 0 0,0 2 0 0 0,-1-2 0 0 0,5-1 0 0 0,1-1 0 0 0,5 2 0 0 0,6 2 0 0 0,-1-2 0 0 0,-3-1 0 0 0,-3-2 0 0 0,-4-1 0 0 0,-3-1 0 0 0,-2-1 0 0 0,-1 0 0 0 0,0 0 0 0 0,-1 0 0 0 0,0-1 0 0 0,-5-4 0 0 0,-6-6 0 0 0,-11-2 0 0 0,-11 2 0 0 0,-5-3 0 0 0,-6-3 0 0 0,-5 1 0 0 0,-3 3 0 0 0,1-1 0 0 0,1 2 0 0 0,-2-2 0 0 0,-1-4 0 0 0,-1 2 0 0 0,-1 3 0 0 0,-2 4 0 0 0,1-2 0 0 0,-1 2 0 0 0,-1-3 0 0 0,1 0 0 0 0,0 3 0 0 0,0 3 0 0 0,5-3 0 0 0,2 0 0 0 0,-1 2 0 0 0,4-3 0 0 0,0 1 0 0 0,-1-4 0 0 0,-3 0 0 0 0,-2 4 0 0 0,-1 2 0 0 0,-2 2 0 0 0,-1 3 0 0 0,0 1 0 0 0,5 6 0 0 0,6 7 0 0 0,6 6 0 0 0,6 5 0 0 0,3 4 0 0 0,7 2 0 0 0,4 1 0 0 0,4-5 0 0 0,6-2 0 0 0,4 1 0 0 0,4-4 0 0 0,2-6 0 0 0,1 0 0 0 0,-4-2 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14658 3466 16383 0 0,'5'0'0'0'0,"1"0"0"0"0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14679 3487 16383 0 0,'0'5'0'0'0,"0"2"0"0"0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3376 7382 16383 0 0,'0'0'0'0'0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1916 9499 16383 0 0,'0'0'0'0'0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15021 2685 16383 0 0,'-5'0'0'0'0,"-7"0"0"0"0,-7 0 0 0 0,-5 0 0 0 0,-4 0 0 0 0,-3 0 0 0 0,0 0 0 0 0,-2 0 0 0 0,6-5 0 0 0,2-2 0 0 0,0 0 0 0 0,-1 2 0 0 0,-1 1 0 0 0,-1 1 0 0 0,-2 2 0 0 0,0 1 0 0 0,-1 0 0 0 0,0 0 0 0 0,0 0 0 0 0,5-5 0 0 0,2-2 0 0 0,0 1 0 0 0,-2 1 0 0 0,-1 1 0 0 0,-1-4 0 0 0,-2 0 0 0 0,0 1 0 0 0,-1 2 0 0 0,0 1 0 0 0,0 2 0 0 0,0 1 0 0 0,0-5 0 0 0,0 0 0 0 0,0-1 0 0 0,0 2 0 0 0,0 2 0 0 0,0 1 0 0 0,0 1 0 0 0,0 0 0 0 0,1 1 0 0 0,-1 0 0 0 0,0 1 0 0 0,0-1 0 0 0,0 0 0 0 0,0 0 0 0 0,6-5 0 0 0,1-2 0 0 0,0 1 0 0 0,-2 0 0 0 0,-1 3 0 0 0,4-5 0 0 0,1 0 0 0 0,-2 0 0 0 0,-2 3 0 0 0,-1 2 0 0 0,-2-5 0 0 0,5-5 0 0 0,0-1 0 0 0,5-3 0 0 0,6-4 0 0 0,4-4 0 0 0,10 3 0 0 0,9 5 0 0 0,4 0 0 0 0,4 2 0 0 0,4 5 0 0 0,4 4 0 0 0,-2-3 0 0 0,-1 0 0 0 0,2 3 0 0 0,1 1 0 0 0,2 2 0 0 0,1 1 0 0 0,1 1 0 0 0,1 1 0 0 0,0 1 0 0 0,0-1 0 0 0,0 0 0 0 0,0 1 0 0 0,0-1 0 0 0,0 0 0 0 0,0 0 0 0 0,0 0 0 0 0,0 0 0 0 0,0 0 0 0 0,0 0 0 0 0,-1 0 0 0 0,1 0 0 0 0,5 0 0 0 0,2 0 0 0 0,0 0 0 0 0,3 0 0 0 0,1 0 0 0 0,-3 0 0 0 0,-1 0 0 0 0,-3 0 0 0 0,-2 0 0 0 0,4 0 0 0 0,1 0 0 0 0,5 0 0 0 0,-1 0 0 0 0,4 0 0 0 0,0 0 0 0 0,1 0 0 0 0,-1 0 0 0 0,-4 0 0 0 0,-3 0 0 0 0,2 0 0 0 0,-1 0 0 0 0,-2 0 0 0 0,-2 0 0 0 0,-2 0 0 0 0,-1 0 0 0 0,-2 0 0 0 0,0 0 0 0 0,0 0 0 0 0,-1 0 0 0 0,0-5 0 0 0,1-2 0 0 0,0 0 0 0 0,-1 2 0 0 0,1 1 0 0 0,0 2 0 0 0,0 0 0 0 0,-1-3 0 0 0,1-2 0 0 0,0-5 0 0 0,0 0 0 0 0,-5 2 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14912 2196 16383 0 0,'0'0'0'0'0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15563 2582 16383 0 0,'-5'0'0'0'0,"-8"0"0"0"0,-5 0 0 0 0,-7 0 0 0 0,-3 0 0 0 0,-2 0 0 0 0,-2-5 0 0 0,0-2 0 0 0,0-5 0 0 0,0 0 0 0 0,0 2 0 0 0,6-3 0 0 0,2 1 0 0 0,0 2 0 0 0,-2-2 0 0 0,-1 1 0 0 0,-1-3 0 0 0,-2 1 0 0 0,0 3 0 0 0,-1 2 0 0 0,0 4 0 0 0,5-4 0 0 0,2 0 0 0 0,0-3 0 0 0,-2-1 0 0 0,-1 2 0 0 0,-1 3 0 0 0,-2 2 0 0 0,0 2 0 0 0,-1-3 0 0 0,0-1 0 0 0,0 1 0 0 0,0 1 0 0 0,5-4 0 0 0,2 0 0 0 0,0 2 0 0 0,-2 1 0 0 0,-1-3 0 0 0,-1 0 0 0 0,-2 2 0 0 0,0 1 0 0 0,-1 2 0 0 0,0 2 0 0 0,0 1 0 0 0,0 1 0 0 0,0 1 0 0 0,0-1 0 0 0,0 0 0 0 0,0 1 0 0 0,0-1 0 0 0,0 0 0 0 0,0 0 0 0 0,0-5 0 0 0,1-2 0 0 0,-1 0 0 0 0,0 2 0 0 0,0 1 0 0 0,0 2 0 0 0,0 0 0 0 0,1 2 0 0 0,-1 0 0 0 0,0 0 0 0 0,0 0 0 0 0,0 1 0 0 0,1-1 0 0 0,-1 0 0 0 0,0 0 0 0 0,11 0 0 0 0,13 0 0 0 0,14 0 0 0 0,11 0 0 0 0,7 0 0 0 0,5 0 0 0 0,2 0 0 0 0,2 6 0 0 0,-1 1 0 0 0,0-1 0 0 0,0 5 0 0 0,-1 0 0 0 0,-1-2 0 0 0,0-3 0 0 0,5 4 0 0 0,7-1 0 0 0,2-1 0 0 0,3 3 0 0 0,-2-1 0 0 0,3-1 0 0 0,3-3 0 0 0,-2-2 0 0 0,1 3 0 0 0,2 1 0 0 0,3-1 0 0 0,-3 3 0 0 0,0 0 0 0 0,1-1 0 0 0,3 2 0 0 0,1 0 0 0 0,7-2 0 0 0,3 3 0 0 0,-5-1 0 0 0,-3-3 0 0 0,-1-2 0 0 0,0-2 0 0 0,6 4 0 0 0,2-1 0 0 0,0 0 0 0 0,-6-2 0 0 0,-2-2 0 0 0,-2-1 0 0 0,6-1 0 0 0,-3-1 0 0 0,4 0 0 0 0,2 0 0 0 0,5-1 0 0 0,-4 6 0 0 0,-2 2 0 0 0,2 0 0 0 0,-4-2 0 0 0,-3-1 0 0 0,-6-2 0 0 0,-2-1 0 0 0,1 0 0 0 0,-3-1 0 0 0,0 0 0 0 0,-4-1 0 0 0,2 1 0 0 0,3 0 0 0 0,3 0 0 0 0,8 0 0 0 0,-1 0 0 0 0,-6 0 0 0 0,-2 0 0 0 0,-4 0 0 0 0,-6 0 0 0 0,-4 0 0 0 0,-4 0 0 0 0,2 0 0 0 0,1 0 0 0 0,-1 0 0 0 0,-2 0 0 0 0,-2 0 0 0 0,5 0 0 0 0,1 0 0 0 0,3 0 0 0 0,7 0 0 0 0,-1 0 0 0 0,-4 0 0 0 0,-3 0 0 0 0,-3 0 0 0 0,-4 0 0 0 0,-2 0 0 0 0,-1 0 0 0 0,0 0 0 0 0,-12 0 0 0 0,-13 0 0 0 0,-14 0 0 0 0,-10 0 0 0 0,-7 0 0 0 0,-5 0 0 0 0,-3 0 0 0 0,0 0 0 0 0,-1 0 0 0 0,1 0 0 0 0,1 0 0 0 0,0 0 0 0 0,0 0 0 0 0,1 0 0 0 0,1 0 0 0 0,-1 0 0 0 0,0 0 0 0 0,-5 0 0 0 0,-2 0 0 0 0,1 0 0 0 0,1 5 0 0 0,1 2 0 0 0,2-1 0 0 0,1 0 0 0 0,1-2 0 0 0,0-2 0 0 0,0-1 0 0 0,-5 0 0 0 0,4 4 0 0 0,-3 2 0 0 0,-7-1 0 0 0,-1-1 0 0 0,-3-1 0 0 0,0-2 0 0 0,3-1 0 0 0,-2 0 0 0 0,2-1 0 0 0,3-1 0 0 0,3 1 0 0 0,-3 0 0 0 0,-5-1 0 0 0,0 1 0 0 0,-3 0 0 0 0,2 0 0 0 0,3 0 0 0 0,-2 0 0 0 0,2 0 0 0 0,-2 0 0 0 0,1 0 0 0 0,-8 0 0 0 0,0 0 0 0 0,4 0 0 0 0,-1 0 0 0 0,-3 0 0 0 0,3 0 0 0 0,-1 0 0 0 0,3 0 0 0 0,-7 0 0 0 0,1 0 0 0 0,5 0 0 0 0,-1 0 0 0 0,3 0 0 0 0,-1 0 0 0 0,-3 0 0 0 0,1 0 0 0 0,0 0 0 0 0,1 0 0 0 0,0 0 0 0 0,-3 0 0 0 0,1-5 0 0 0,5-2 0 0 0,0 0 0 0 0,1 2 0 0 0,-2 1 0 0 0,2 2 0 0 0,3 1 0 0 0,-2 0 0 0 0,-4-4 0 0 0,-5-2 0 0 0,2 1 0 0 0,3 1 0 0 0,5 1 0 0 0,-1 2 0 0 0,-3 1 0 0 0,0 0 0 0 0,3 1 0 0 0,-1 1 0 0 0,1-6 0 0 0,2-2 0 0 0,4 0 0 0 0,3 2 0 0 0,1 2 0 0 0,7-5 0 0 0,2 0 0 0 0,0 1 0 0 0,-1 1 0 0 0,-1-3 0 0 0,-2 0 0 0 0,-1 2 0 0 0,-1 1 0 0 0,-1 2 0 0 0,5-3 0 0 0,2-1 0 0 0,-1 1 0 0 0,5-3 0 0 0,0 0 0 0 0,3-4 0 0 0,5-5 0 0 0,9 2 0 0 0,11-3 0 0 0,10 3 0 0 0,6 4 0 0 0,4 4 0 0 0,3 4 0 0 0,2 3 0 0 0,0 1 0 0 0,0 1 0 0 0,-1 1 0 0 0,0 0 0 0 0,-1 0 0 0 0,-5-6 0 0 0,-2-1 0 0 0,0-1 0 0 0,2 2 0 0 0,0 1 0 0 0,3 2 0 0 0,6 0 0 0 0,2 2 0 0 0,0 0 0 0 0,0 0 0 0 0,-2 0 0 0 0,-2 1 0 0 0,-1-1 0 0 0,0 0 0 0 0,4 0 0 0 0,2 0 0 0 0,-1 0 0 0 0,-1 0 0 0 0,-2 0 0 0 0,4 0 0 0 0,7 0 0 0 0,5 0 0 0 0,0 0 0 0 0,1 0 0 0 0,-2 0 0 0 0,-4 0 0 0 0,-5 0 0 0 0,1 0 0 0 0,0 5 0 0 0,2 2 0 0 0,0 0 0 0 0,-3-2 0 0 0,-2-1 0 0 0,-3-1 0 0 0,4 3 0 0 0,4 1 0 0 0,2 0 0 0 0,-3-2 0 0 0,-2-1 0 0 0,-4-2 0 0 0,4 4 0 0 0,-1 1 0 0 0,4 0 0 0 0,0-2 0 0 0,-3-1 0 0 0,-2-2 0 0 0,-2-1 0 0 0,-3-1 0 0 0,4 5 0 0 0,1 2 0 0 0,-1-1 0 0 0,-1-1 0 0 0,-2-1 0 0 0,-1-2 0 0 0,-1-1 0 0 0,-1 0 0 0 0,5-1 0 0 0,6 0 0 0 0,8 4 0 0 0,5 3 0 0 0,-2 0 0 0 0,-4-2 0 0 0,-6-2 0 0 0,-4 0 0 0 0,-4-2 0 0 0,-3 0 0 0 0,-1-1 0 0 0,-1-1 0 0 0,0 1 0 0 0,0 0 0 0 0,0 0 0 0 0,0-1 0 0 0,1 1 0 0 0,-11 0 0 0 0,-14 0 0 0 0,-13 0 0 0 0,-10 0 0 0 0,-9 0 0 0 0,-3 0 0 0 0,-4-5 0 0 0,0-2 0 0 0,-1 0 0 0 0,6-3 0 0 0,-2-1 0 0 0,-3 2 0 0 0,1 2 0 0 0,-6 3 0 0 0,-2-4 0 0 0,2 0 0 0 0,1 2 0 0 0,-3 1 0 0 0,0-4 0 0 0,1 0 0 0 0,2 2 0 0 0,3 1 0 0 0,-4-3 0 0 0,-6 0 0 0 0,-1 2 0 0 0,-3-4 0 0 0,-4 0 0 0 0,2 3 0 0 0,-1 1 0 0 0,2 3 0 0 0,0 2 0 0 0,-3 1 0 0 0,-2-4 0 0 0,-4-2 0 0 0,4 1 0 0 0,6 1 0 0 0,5-3 0 0 0,0-2 0 0 0,-4 3 0 0 0,-3 1 0 0 0,-5-3 0 0 0,2 0 0 0 0,6 1 0 0 0,4 3 0 0 0,0 1 0 0 0,1 2 0 0 0,4-4 0 0 0,-4-1 0 0 0,2 0 0 0 0,1 2 0 0 0,-3 2 0 0 0,1 1 0 0 0,1 1 0 0 0,3 1 0 0 0,3 0 0 0 0,-4 0 0 0 0,-6 0 0 0 0,-1 1 0 0 0,3-1 0 0 0,2 0 0 0 0,4-5 0 0 0,2-2 0 0 0,-4 0 0 0 0,-5 2 0 0 0,-1 1 0 0 0,1-4 0 0 0,-1 0 0 0 0,-5 1 0 0 0,1 2 0 0 0,4 1 0 0 0,4 2 0 0 0,3 1 0 0 0,-2 1 0 0 0,0 0 0 0 0,1 0 0 0 0,3-5 0 0 0,1-1 0 0 0,1-1 0 0 0,2 2 0 0 0,0 1 0 0 0,6-3 0 0 0,1-1 0 0 0,0 0 0 0 0,-1 3 0 0 0,4-4 0 0 0,-1 0 0 0 0,-1 1 0 0 0,-2 3 0 0 0,9 1 0 0 0,12 2 0 0 0,11 1 0 0 0,11 1 0 0 0,7 0 0 0 0,5 1 0 0 0,7-1 0 0 0,3 0 0 0 0,0 1 0 0 0,-2-1 0 0 0,4 5 0 0 0,-1 2 0 0 0,4 0 0 0 0,-1 3 0 0 0,2 1 0 0 0,5 3 0 0 0,8 0 0 0 0,6-3 0 0 0,-4-3 0 0 0,4 2 0 0 0,-4-1 0 0 0,-2 4 0 0 0,-1 0 0 0 0,1-3 0 0 0,1 2 0 0 0,5 5 0 0 0,8-1 0 0 0,-3 2 0 0 0,1-2 0 0 0,1-4 0 0 0,-8 2 0 0 0,1 3 0 0 0,5-1 0 0 0,2-3 0 0 0,-2-4 0 0 0,4 2 0 0 0,-6-1 0 0 0,1-3 0 0 0,0 4 0 0 0,-2-1 0 0 0,4 4 0 0 0,0-2 0 0 0,-2-1 0 0 0,4 1 0 0 0,-6 0 0 0 0,-4 2 0 0 0,4 0 0 0 0,0-4 0 0 0,0 3 0 0 0,-2-2 0 0 0,5-2 0 0 0,-5 2 0 0 0,-3 0 0 0 0,4-2 0 0 0,-4-3 0 0 0,-3-3 0 0 0,0-1 0 0 0,0-1 0 0 0,1-1 0 0 0,-5 0 0 0 0,-1 4 0 0 0,0 3 0 0 0,-3-1 0 0 0,5-1 0 0 0,4-1 0 0 0,2-2 0 0 0,-5-1 0 0 0,-1 5 0 0 0,1 1 0 0 0,-5 0 0 0 0,-6-2 0 0 0,0-2 0 0 0,-2-1 0 0 0,1 0 0 0 0,4-2 0 0 0,-2 0 0 0 0,-2 0 0 0 0,-5-1 0 0 0,-4 1 0 0 0,-2 5 0 0 0,3 2 0 0 0,1-1 0 0 0,-1 0 0 0 0,-2-2 0 0 0,-1-2 0 0 0,-1-1 0 0 0,-2 0 0 0 0,0-1 0 0 0,0 0 0 0 0,0-1 0 0 0,-1 6 0 0 0,1 2 0 0 0,-1-1 0 0 0,1 0 0 0 0,-11-3 0 0 0,-13 0 0 0 0,-14-2 0 0 0,-11-1 0 0 0,-2-5 0 0 0,-3-2 0 0 0,-3 0 0 0 0,-2 2 0 0 0,-1-5 0 0 0,-2 1 0 0 0,-6 1 0 0 0,-1 2 0 0 0,0 2 0 0 0,1 2 0 0 0,2 1 0 0 0,2 1 0 0 0,1 0 0 0 0,0 0 0 0 0,-4 1 0 0 0,-7-1 0 0 0,-1-5 0 0 0,-3-2 0 0 0,0 1 0 0 0,3 0 0 0 0,-6 3 0 0 0,0 0 0 0 0,-2 2 0 0 0,-3 0 0 0 0,3 1 0 0 0,0 1 0 0 0,3-1 0 0 0,0 0 0 0 0,-8 0 0 0 0,1-5 0 0 0,-6-1 0 0 0,-3-1 0 0 0,4 2 0 0 0,-2 1 0 0 0,3 1 0 0 0,2 2 0 0 0,-5 1 0 0 0,-3 0 0 0 0,0 0 0 0 0,-4 0 0 0 0,-7 0 0 0 0,5 1 0 0 0,-1-1 0 0 0,1-5 0 0 0,3-2 0 0 0,2 0 0 0 0,2 2 0 0 0,8 1 0 0 0,-4 2 0 0 0,5 0 0 0 0,-5 2 0 0 0,-2 0 0 0 0,-6 0 0 0 0,3 0 0 0 0,3 1 0 0 0,-4-1 0 0 0,4 0 0 0 0,2 0 0 0 0,7 0 0 0 0,7 0 0 0 0,-4 0 0 0 0,1 0 0 0 0,4 0 0 0 0,-6-5 0 0 0,1-2 0 0 0,3 0 0 0 0,0 2 0 0 0,3 1 0 0 0,-2 2 0 0 0,2 0 0 0 0,4 2 0 0 0,-2 0 0 0 0,-5 0 0 0 0,2 0 0 0 0,3 1 0 0 0,-2-1 0 0 0,-4 0 0 0 0,-4-5 0 0 0,3-2 0 0 0,3 0 0 0 0,5 2 0 0 0,4 1 0 0 0,4 2 0 0 0,2 1 0 0 0,1 0 0 0 0,1 1 0 0 0,0 0 0 0 0,0 1 0 0 0,0-1 0 0 0,0 0 0 0 0,0 0 0 0 0,-1-5 0 0 0,0-2 0 0 0,0 1 0 0 0,0 0 0 0 0,6-3 0 0 0,1 0 0 0 0,0 1 0 0 0,3-3 0 0 0,7-5 0 0 0,9 0 0 0 0,12 3 0 0 0,10 4 0 0 0,6 3 0 0 0,6 2 0 0 0,3 3 0 0 0,0 1 0 0 0,7 0 0 0 0,0 1 0 0 0,6 0 0 0 0,-1-1 0 0 0,-2 1 0 0 0,2-1 0 0 0,4 0 0 0 0,5 0 0 0 0,-2 0 0 0 0,1 0 0 0 0,-3 0 0 0 0,-5 0 0 0 0,6 0 0 0 0,0 5 0 0 0,2 2 0 0 0,-3 0 0 0 0,-5 4 0 0 0,2-1 0 0 0,7-1 0 0 0,1-2 0 0 0,2-3 0 0 0,6-1 0 0 0,-6 3 0 0 0,-4 1 0 0 0,2 0 0 0 0,0 3 0 0 0,3 0 0 0 0,-4-1 0 0 0,5 2 0 0 0,-2 0 0 0 0,0-2 0 0 0,1 3 0 0 0,1-1 0 0 0,-4-3 0 0 0,0-1 0 0 0,5 2 0 0 0,5 0 0 0 0,-5 3 0 0 0,-1 1 0 0 0,0-3 0 0 0,-5-3 0 0 0,-1-2 0 0 0,1-3 0 0 0,3-1 0 0 0,-4 4 0 0 0,0 2 0 0 0,2-1 0 0 0,-3-1 0 0 0,-5-2 0 0 0,-6-1 0 0 0,-3-1 0 0 0,2 5 0 0 0,-1 1 0 0 0,-1-1 0 0 0,4 0 0 0 0,-1-3 0 0 0,5-1 0 0 0,-2 5 0 0 0,4 0 0 0 0,-2 0 0 0 0,-3-2 0 0 0,-3-2 0 0 0,-3-1 0 0 0,-3-1 0 0 0,-1 0 0 0 0,-2-1 0 0 0,1-1 0 0 0,-1 1 0 0 0,0 0 0 0 0,-5 5 0 0 0,-1 2 0 0 0,0-1 0 0 0,-9-1 0 0 0,-13-1 0 0 0,-11-1 0 0 0,-10-7 0 0 0,-7-3 0 0 0,-4 1 0 0 0,-2 0 0 0 0,-6-3 0 0 0,-3-1 0 0 0,2 2 0 0 0,-4 2 0 0 0,1 2 0 0 0,1-4 0 0 0,3 0 0 0 0,3 2 0 0 0,2 0 0 0 0,-4-2 0 0 0,-1-1 0 0 0,-4 1 0 0 0,-6-2 0 0 0,0-1 0 0 0,-2 2 0 0 0,2-2 0 0 0,4 0 0 0 0,-1 2 0 0 0,-3 3 0 0 0,-4-3 0 0 0,-4-1 0 0 0,-3 3 0 0 0,-1 2 0 0 0,-2 1 0 0 0,5 2 0 0 0,2 2 0 0 0,-6-6 0 0 0,2 0 0 0 0,-4-1 0 0 0,-7 2 0 0 0,7-3 0 0 0,0-2 0 0 0,5 3 0 0 0,-3 1 0 0 0,-2 2 0 0 0,-1-3 0 0 0,0-1 0 0 0,6 1 0 0 0,2 2 0 0 0,-5 1 0 0 0,3-3 0 0 0,-5-1 0 0 0,-2 1 0 0 0,-1 2 0 0 0,7 2 0 0 0,1 1 0 0 0,2-5 0 0 0,-2 0 0 0 0,0 1 0 0 0,4 1 0 0 0,-5 1 0 0 0,3 2 0 0 0,6 1 0 0 0,0 1 0 0 0,4 0 0 0 0,-1 0 0 0 0,3 0 0 0 0,-3 1 0 0 0,3-1 0 0 0,2 0 0 0 0,4 0 0 0 0,-2 0 0 0 0,0 0 0 0 0,2 0 0 0 0,2 0 0 0 0,-3 0 0 0 0,-1 0 0 0 0,2 0 0 0 0,2-5 0 0 0,2-2 0 0 0,1 0 0 0 0,1 2 0 0 0,1 1 0 0 0,1 2 0 0 0,-1 0 0 0 0,1 2 0 0 0,-1 0 0 0 0,1 0 0 0 0,4-5 0 0 0,2-1 0 0 0,6-6 0 0 0,10-5 0 0 0,12-1 0 0 0,10-1 0 0 0,9 1 0 0 0,5 5 0 0 0,3 4 0 0 0,7 4 0 0 0,2 2 0 0 0,0 2 0 0 0,-2 1 0 0 0,-2 1 0 0 0,-2 0 0 0 0,3 0 0 0 0,2-1 0 0 0,3 1 0 0 0,1-1 0 0 0,3 0 0 0 0,5 0 0 0 0,-2 0 0 0 0,2 0 0 0 0,2 0 0 0 0,3 0 0 0 0,2 0 0 0 0,3 0 0 0 0,5 0 0 0 0,3 5 0 0 0,5 2 0 0 0,0 0 0 0 0,4 3 0 0 0,-1 1 0 0 0,-3-2 0 0 0,6 3 0 0 0,1-1 0 0 0,-4-2 0 0 0,2-2 0 0 0,8 2 0 0 0,-1 0 0 0 0,1 4 0 0 0,7-1 0 0 0,-2-2 0 0 0,-1 3 0 0 0,-1-2 0 0 0,1 4 0 0 0,6-2 0 0 0,-4 3 0 0 0,4-2 0 0 0,-4-3 0 0 0,-3-3 0 0 0,0-3 0 0 0,5 2 0 0 0,8 1 0 0 0,-4 4 0 0 0,3-1 0 0 0,-1-1 0 0 0,-1-3 0 0 0,-8 3 0 0 0,2 0 0 0 0,1 3 0 0 0,-6-1 0 0 0,3-2 0 0 0,2-3 0 0 0,-4 3 0 0 0,-3 0 0 0 0,0-3 0 0 0,2-1 0 0 0,-5 2 0 0 0,-1 1 0 0 0,7-2 0 0 0,-7-1 0 0 0,-1-3 0 0 0,0 5 0 0 0,-3-1 0 0 0,1 0 0 0 0,3-2 0 0 0,-3-1 0 0 0,-4 3 0 0 0,0 1 0 0 0,4-1 0 0 0,-2-2 0 0 0,-3 4 0 0 0,0 0 0 0 0,-1-2 0 0 0,-3-1 0 0 0,-8-2 0 0 0,1-2 0 0 0,0-1 0 0 0,-6-1 0 0 0,3 0 0 0 0,2-1 0 0 0,-5 1 0 0 0,-2 0 0 0 0,1 5 0 0 0,-5 1 0 0 0,0 1 0 0 0,-5-2 0 0 0,2-1 0 0 0,-4-2 0 0 0,-3 5 0 0 0,1 0 0 0 0,-1 0 0 0 0,-3-2 0 0 0,3-1 0 0 0,-1-2 0 0 0,-2 4 0 0 0,-2 1 0 0 0,-3 0 0 0 0,-1-2 0 0 0,-2-2 0 0 0,0 0 0 0 0,0-2 0 0 0,-1-1 0 0 0,0 0 0 0 0,-10 0 0 0 0,-13-1 0 0 0,-15 1 0 0 0,-9 0 0 0 0,-8 0 0 0 0,-5 0 0 0 0,-3-1 0 0 0,0 1 0 0 0,-1 0 0 0 0,1 0 0 0 0,1 0 0 0 0,0 0 0 0 0,0 1 0 0 0,1-1 0 0 0,-5 0 0 0 0,-7 0 0 0 0,-1-6 0 0 0,-4-1 0 0 0,1 1 0 0 0,3 0 0 0 0,-6 2 0 0 0,0 2 0 0 0,-2 1 0 0 0,-8-5 0 0 0,1-1 0 0 0,0 1 0 0 0,-6 1 0 0 0,3 1 0 0 0,-3 2 0 0 0,-7 1 0 0 0,4 1 0 0 0,-3 0 0 0 0,7 0 0 0 0,-3 0 0 0 0,-5-5 0 0 0,-1-2 0 0 0,-4 1 0 0 0,-4 1 0 0 0,1 1 0 0 0,-2 2 0 0 0,3 0 0 0 0,4 2 0 0 0,-1 0 0 0 0,-3 0 0 0 0,2 0 0 0 0,-3 1 0 0 0,-3-1 0 0 0,8 0 0 0 0,0 0 0 0 0,-2-5 0 0 0,1-2 0 0 0,-2 0 0 0 0,-4 2 0 0 0,-8 1 0 0 0,5 2 0 0 0,2 0 0 0 0,4 2 0 0 0,0 0 0 0 0,-2 0 0 0 0,2 0 0 0 0,-2 1 0 0 0,4-1 0 0 0,3 0 0 0 0,-1 0 0 0 0,-3 0 0 0 0,-5 0 0 0 0,2 0 0 0 0,-2 0 0 0 0,9 0 0 0 0,1 0 0 0 0,-3 0 0 0 0,-4-5 0 0 0,1-2 0 0 0,3 0 0 0 0,5 2 0 0 0,3 1 0 0 0,-2-3 0 0 0,0-2 0 0 0,-4 2 0 0 0,-4 2 0 0 0,-6-4 0 0 0,7 0 0 0 0,1 1 0 0 0,7 3 0 0 0,1-4 0 0 0,1 0 0 0 0,1 1 0 0 0,-4 3 0 0 0,0-4 0 0 0,7 0 0 0 0,2 1 0 0 0,-2-2 0 0 0,2-1 0 0 0,3 2 0 0 0,0 3 0 0 0,4-3 0 0 0,-3 0 0 0 0,1 1 0 0 0,7-2 0 0 0,-1-1 0 0 0,5 3 0 0 0,-2 2 0 0 0,-3 2 0 0 0,-3-4 0 0 0,2 0 0 0 0,4 2 0 0 0,0-5 0 0 0,3 1 0 0 0,3-4 0 0 0,4 1 0 0 0,2 2 0 0 0,3-1 0 0 0,1 0 0 0 0,0 3 0 0 0,1 2 0 0 0,-5 3 0 0 0,3-3 0 0 0,2 0 0 0 0,0 0 0 0 0,6-3 0 0 0,2 0 0 0 0,-1 1 0 0 0,-2 3 0 0 0,4-3 0 0 0,0 0 0 0 0,-2 1 0 0 0,3-3 0 0 0,5-5 0 0 0,11 1 0 0 0,5-3 0 0 0,8 2 0 0 0,8 3 0 0 0,6 4 0 0 0,-1-1 0 0 0,2 0 0 0 0,6 3 0 0 0,4 2 0 0 0,1 2 0 0 0,0 1 0 0 0,0 2 0 0 0,-2 0 0 0 0,-1 0 0 0 0,5 0 0 0 0,1 1 0 0 0,5-1 0 0 0,0 0 0 0 0,9 1 0 0 0,5-1 0 0 0,10 0 0 0 0,-2 0 0 0 0,3 0 0 0 0,7 0 0 0 0,6 0 0 0 0,-6 0 0 0 0,1 0 0 0 0,2 0 0 0 0,-1 0 0 0 0,2 0 0 0 0,3 5 0 0 0,-1 2 0 0 0,0-1 0 0 0,3 5 0 0 0,-2 0 0 0 0,0-2 0 0 0,7 3 0 0 0,4-1 0 0 0,3-2 0 0 0,0 3 0 0 0,-1-1 0 0 0,-5-3 0 0 0,2 4 0 0 0,2-1 0 0 0,5 2 0 0 0,3 0 0 0 0,-2-2 0 0 0,-1 2 0 0 0,-2-2 0 0 0,-2 3 0 0 0,4 0 0 0 0,1-4 0 0 0,4 3 0 0 0,-4-2 0 0 0,-5-2 0 0 0,-1 2 0 0 0,-8 0 0 0 0,4 3 0 0 0,1-1 0 0 0,7-3 0 0 0,-3 3 0 0 0,-2-2 0 0 0,-1-2 0 0 0,-5-3 0 0 0,-3 4 0 0 0,1-2 0 0 0,7 0 0 0 0,-2-3 0 0 0,-1-2 0 0 0,-4-1 0 0 0,-7-1 0 0 0,0-1 0 0 0,1 0 0 0 0,-1 5 0 0 0,1 1 0 0 0,3 1 0 0 0,-7-2 0 0 0,-6 4 0 0 0,1 0 0 0 0,-6-1 0 0 0,2-2 0 0 0,5-3 0 0 0,-4 0 0 0 0,-3-2 0 0 0,-7 4 0 0 0,-3 2 0 0 0,6-1 0 0 0,-3-1 0 0 0,-1-2 0 0 0,2 0 0 0 0,-5-2 0 0 0,-1 4 0 0 0,-3 2 0 0 0,0 0 0 0 0,2-2 0 0 0,-3-2 0 0 0,-3-1 0 0 0,-5 0 0 0 0,-3-2 0 0 0,1 0 0 0 0,1 5 0 0 0,-2 2 0 0 0,4-1 0 0 0,5-1 0 0 0,0-1 0 0 0,-3-2 0 0 0,-3-1 0 0 0,-3 0 0 0 0,-3-1 0 0 0,-2-1 0 0 0,-1 1 0 0 0,0 0 0 0 0,-1 0 0 0 0,0 0 0 0 0,-10-1 0 0 0,-14 1 0 0 0,-13 0 0 0 0,-11 0 0 0 0,-12 0 0 0 0,-7 0 0 0 0,-3 0 0 0 0,2 0 0 0 0,6-5 0 0 0,3-2 0 0 0,-3 1 0 0 0,-2-5 0 0 0,0 0 0 0 0,0 2 0 0 0,1 3 0 0 0,-5 1 0 0 0,-1 3 0 0 0,1 1 0 0 0,-3-5 0 0 0,-11 0 0 0 0,-7-6 0 0 0,-4 0 0 0 0,4 2 0 0 0,1-2 0 0 0,0 0 0 0 0,-1 2 0 0 0,-5-1 0 0 0,-3 0 0 0 0,-1 2 0 0 0,2 3 0 0 0,0-3 0 0 0,-3 0 0 0 0,-6-4 0 0 0,-1 1 0 0 0,-3-4 0 0 0,-4 2 0 0 0,-4 3 0 0 0,8 3 0 0 0,-3 3 0 0 0,-4-2 0 0 0,2-1 0 0 0,-5 1 0 0 0,-4-3 0 0 0,-6 0 0 0 0,8 2 0 0 0,-2 1 0 0 0,0-2 0 0 0,-1 0 0 0 0,-4 2 0 0 0,-2-4 0 0 0,-5 0 0 0 0,10 3 0 0 0,1-4 0 0 0,0 1 0 0 0,-5 3 0 0 0,-1 1 0 0 0,1-2 0 0 0,-4 0 0 0 0,10 2 0 0 0,0 1 0 0 0,-5-2 0 0 0,-1-1 0 0 0,-1 1 0 0 0,3 3 0 0 0,-5 1 0 0 0,11-3 0 0 0,-1-1 0 0 0,0 2 0 0 0,0 0 0 0 0,5 3 0 0 0,1 1 0 0 0,0 1 0 0 0,10 1 0 0 0,1 0 0 0 0,-2-5 0 0 0,2-2 0 0 0,2 1 0 0 0,10 1 0 0 0,-1 1 0 0 0,5 2 0 0 0,2 1 0 0 0,1 0 0 0 0,4 1 0 0 0,0 0 0 0 0,0 1 0 0 0,2-1 0 0 0,5 0 0 0 0,4 0 0 0 0,5 1 0 0 0,3-1 0 0 0,1 0 0 0 0,2 0 0 0 0,0 0 0 0 0,0 0 0 0 0,0 0 0 0 0,0 0 0 0 0,0 0 0 0 0,-1 0 0 0 0,0 0 0 0 0,11 0 0 0 0,14 0 0 0 0,12 0 0 0 0,12 0 0 0 0,7 0 0 0 0,10 0 0 0 0,5 0 0 0 0,0 0 0 0 0,4 0 0 0 0,0 0 0 0 0,3 0 0 0 0,-2 0 0 0 0,3 0 0 0 0,-3 0 0 0 0,3 0 0 0 0,3 0 0 0 0,3 0 0 0 0,4 0 0 0 0,6 0 0 0 0,4 0 0 0 0,-4 0 0 0 0,2 0 0 0 0,0 0 0 0 0,10 0 0 0 0,9 0 0 0 0,-1 0 0 0 0,7 0 0 0 0,-2 0 0 0 0,-6 0 0 0 0,5 0 0 0 0,8 0 0 0 0,-2 0 0 0 0,4 0 0 0 0,6 0 0 0 0,-9 0 0 0 0,1 0 0 0 0,4 0 0 0 0,6 0 0 0 0,-4 0 0 0 0,1 0 0 0 0,5 0 0 0 0,-1 0 0 0 0,-3 0 0 0 0,2 0 0 0 0,-1 0 0 0 0,2 0 0 0 0,-1 0 0 0 0,3 0 0 0 0,2 0 0 0 0,-5 0 0 0 0,-1 0 0 0 0,-3 0 0 0 0,4 0 0 0 0,-2 0 0 0 0,3 0 0 0 0,-7 0 0 0 0,7 0 0 0 0,-5 0 0 0 0,-4 0 0 0 0,2 0 0 0 0,-5 0 0 0 0,2 0 0 0 0,5 0 0 0 0,-8 0 0 0 0,-1 0 0 0 0,1 0 0 0 0,-1 0 0 0 0,0 0 0 0 0,0 0 0 0 0,0 0 0 0 0,-6 0 0 0 0,-1 0 0 0 0,-1 0 0 0 0,-3 0 0 0 0,5 0 0 0 0,4 0 0 0 0,-9 0 0 0 0,-3 0 0 0 0,2 5 0 0 0,-3 2 0 0 0,1-1 0 0 0,2 0 0 0 0,-6-2 0 0 0,-6-2 0 0 0,1-1 0 0 0,-7 0 0 0 0,3-1 0 0 0,-5-1 0 0 0,-3 1 0 0 0,0 0 0 0 0,-5 0 0 0 0,-2-1 0 0 0,-3 1 0 0 0,1 0 0 0 0,-4 0 0 0 0,-4 0 0 0 0,-3 0 0 0 0,-3 0 0 0 0,3 0 0 0 0,0 0 0 0 0,-1 0 0 0 0,-2 0 0 0 0,-11 0 0 0 0,-16 0 0 0 0,-14 0 0 0 0,-12 0 0 0 0,-7 0 0 0 0,-5 0 0 0 0,-3 0 0 0 0,-1 0 0 0 0,0 0 0 0 0,1 0 0 0 0,-5 0 0 0 0,-6 0 0 0 0,-6 0 0 0 0,-5 0 0 0 0,-10 0 0 0 0,3 0 0 0 0,0 0 0 0 0,5 0 0 0 0,8 0 0 0 0,-4 0 0 0 0,2 0 0 0 0,-1 0 0 0 0,-7 0 0 0 0,1 0 0 0 0,0 0 0 0 0,-6 6 0 0 0,3 1 0 0 0,-5-1 0 0 0,-5 0 0 0 0,-3-3 0 0 0,-3 0 0 0 0,5 3 0 0 0,5 2 0 0 0,-2-2 0 0 0,1 0 0 0 0,-5-3 0 0 0,-5-1 0 0 0,0-1 0 0 0,-2-1 0 0 0,-4 0 0 0 0,8 0 0 0 0,-4 0 0 0 0,-5-1 0 0 0,2 1 0 0 0,-1 0 0 0 0,-7 0 0 0 0,7 5 0 0 0,2 2 0 0 0,-1 0 0 0 0,-7-2 0 0 0,1-1 0 0 0,0-2 0 0 0,-1 0 0 0 0,10-2 0 0 0,-2 0 0 0 0,-3 0 0 0 0,-3 0 0 0 0,-3-1 0 0 0,0 1 0 0 0,-2 0 0 0 0,6 0 0 0 0,1 0 0 0 0,-1 0 0 0 0,0 0 0 0 0,-2 0 0 0 0,-7 0 0 0 0,3-5 0 0 0,1-2 0 0 0,1 0 0 0 0,5 2 0 0 0,-3 1 0 0 0,-3-4 0 0 0,-7 0 0 0 0,4 1 0 0 0,7 1 0 0 0,2-2 0 0 0,7-1 0 0 0,-6 1 0 0 0,-3 2 0 0 0,2-3 0 0 0,1 0 0 0 0,4 2 0 0 0,5 1 0 0 0,0-2 0 0 0,-3-1 0 0 0,7 1 0 0 0,0 3 0 0 0,-4 1 0 0 0,6-3 0 0 0,-1-1 0 0 0,2 1 0 0 0,1 2 0 0 0,2-4 0 0 0,-3 0 0 0 0,4 2 0 0 0,-1 1 0 0 0,4 2 0 0 0,7 2 0 0 0,4 1 0 0 0,4 1 0 0 0,0 0 0 0 0,-2-4 0 0 0,1-3 0 0 0,-1 1 0 0 0,3 1 0 0 0,3 1 0 0 0,-1-4 0 0 0,1 0 0 0 0,4 1 0 0 0,2-3 0 0 0,3-1 0 0 0,1 2 0 0 0,2 3 0 0 0,0-3 0 0 0,1-1 0 0 0,0 3 0 0 0,-1 1 0 0 0,1 3 0 0 0,5-4 0 0 0,6-6 0 0 0,12-1 0 0 0,13 2 0 0 0,5-2 0 0 0,6 1 0 0 0,5 3 0 0 0,4 4 0 0 0,3 1 0 0 0,2 3 0 0 0,-4-4 0 0 0,-2-1 0 0 0,0 1 0 0 0,1 2 0 0 0,7 0 0 0 0,3 2 0 0 0,6 1 0 0 0,0 1 0 0 0,5 0 0 0 0,4 0 0 0 0,4 1 0 0 0,3-1 0 0 0,8 0 0 0 0,2 0 0 0 0,1 0 0 0 0,4 1 0 0 0,1-1 0 0 0,2 5 0 0 0,5 2 0 0 0,4-1 0 0 0,4 5 0 0 0,-4 0 0 0 0,-5-2 0 0 0,5 3 0 0 0,8-1 0 0 0,5 3 0 0 0,6-1 0 0 0,2 3 0 0 0,-8-1 0 0 0,2-4 0 0 0,-7 2 0 0 0,3-1 0 0 0,5 2 0 0 0,2-1 0 0 0,3 3 0 0 0,-10-2 0 0 0,0-3 0 0 0,3-4 0 0 0,-3-2 0 0 0,2 3 0 0 0,5-1 0 0 0,2 5 0 0 0,-8 0 0 0 0,-3-2 0 0 0,2 2 0 0 0,1 0 0 0 0,0-3 0 0 0,-1 2 0 0 0,4 0 0 0 0,-10-2 0 0 0,-4 2 0 0 0,-1 0 0 0 0,-5-2 0 0 0,6 2 0 0 0,3 0 0 0 0,2-3 0 0 0,7 4 0 0 0,-8-1 0 0 0,-3-3 0 0 0,-2-2 0 0 0,-3 3 0 0 0,-7 0 0 0 0,-4-1 0 0 0,-10-3 0 0 0,1-1 0 0 0,0 3 0 0 0,0 1 0 0 0,0-2 0 0 0,-5-1 0 0 0,3-1 0 0 0,-3-2 0 0 0,-6-1 0 0 0,-2-1 0 0 0,-3 0 0 0 0,1 0 0 0 0,-3-1 0 0 0,-3 6 0 0 0,-4 2 0 0 0,3-1 0 0 0,0 0 0 0 0,3 3 0 0 0,0 0 0 0 0,-3-1 0 0 0,3-2 0 0 0,0 3 0 0 0,-3 0 0 0 0,-3-1 0 0 0,-13-3 0 0 0,-16-1 0 0 0,-14-2 0 0 0,-11-1 0 0 0,-9-1 0 0 0,-4 0 0 0 0,-3-1 0 0 0,-1 1 0 0 0,0-1 0 0 0,1 1 0 0 0,0 0 0 0 0,1 0 0 0 0,1 0 0 0 0,-6 0 0 0 0,0 0 0 0 0,-6 0 0 0 0,0 0 0 0 0,-3 0 0 0 0,-5 0 0 0 0,1-5 0 0 0,0-2 0 0 0,-9 0 0 0 0,1 2 0 0 0,-5-4 0 0 0,-8-1 0 0 0,3 2 0 0 0,-3 3 0 0 0,-5 1 0 0 0,0-4 0 0 0,-2 0 0 0 0,-5 2 0 0 0,2-5 0 0 0,4 1 0 0 0,-5 1 0 0 0,0 3 0 0 0,-7-3 0 0 0,-4-1 0 0 0,-6 3 0 0 0,-4-4 0 0 0,7 1 0 0 0,-2 1 0 0 0,-6-2 0 0 0,6 0 0 0 0,-3 2 0 0 0,-5-2 0 0 0,-5 0 0 0 0,6 2 0 0 0,0-2 0 0 0,1 0 0 0 0,-1 2 0 0 0,0 3 0 0 0,-2 2 0 0 0,-5 2 0 0 0,2-4 0 0 0,4-1 0 0 0,3 1 0 0 0,0 1 0 0 0,-5-4 0 0 0,0 0 0 0 0,-1 2 0 0 0,6 1 0 0 0,5-3 0 0 0,-1 0 0 0 0,0 1 0 0 0,-4 3 0 0 0,5 1 0 0 0,-2-3 0 0 0,6-1 0 0 0,3 1 0 0 0,1 2 0 0 0,1 2 0 0 0,-7 1 0 0 0,4 1 0 0 0,1 1 0 0 0,11 0 0 0 0,4 0 0 0 0,-2 0 0 0 0,-3-4 0 0 0,2-3 0 0 0,-1 0 0 0 0,7 2 0 0 0,6 1 0 0 0,-1 2 0 0 0,5 1 0 0 0,-2 0 0 0 0,-1 1 0 0 0,7 0 0 0 0,1 1 0 0 0,7-1 0 0 0,0 0 0 0 0,-1 0 0 0 0,-2 0 0 0 0,3 0 0 0 0,5 0 0 0 0,-1 0 0 0 0,3 0 0 0 0,4 0 0 0 0,3 0 0 0 0,2 0 0 0 0,3 0 0 0 0,1 0 0 0 0,0 0 0 0 0,1 0 0 0 0,5-5 0 0 0,7-7 0 0 0,12-2 0 0 0,12 2 0 0 0,10 3 0 0 0,8 3 0 0 0,10 2 0 0 0,10-3 0 0 0,8 0 0 0 0,5 0 0 0 0,4 3 0 0 0,2 0 0 0 0,1 3 0 0 0,-1 0 0 0 0,1 0 0 0 0,-7 2 0 0 0,4-1 0 0 0,-4 0 0 0 0,-1 1 0 0 0,6-1 0 0 0,3 0 0 0 0,0 0 0 0 0,6 0 0 0 0,0 0 0 0 0,5 0 0 0 0,5 0 0 0 0,-2 0 0 0 0,3 0 0 0 0,2 0 0 0 0,3 0 0 0 0,3 0 0 0 0,1 0 0 0 0,-4 0 0 0 0,-2 0 0 0 0,2 0 0 0 0,6 0 0 0 0,-3 0 0 0 0,6 0 0 0 0,1 0 0 0 0,-5 0 0 0 0,3 5 0 0 0,0 2 0 0 0,6 0 0 0 0,-4-2 0 0 0,-3 4 0 0 0,4 1 0 0 0,-10-3 0 0 0,1-1 0 0 0,2 3 0 0 0,5 0 0 0 0,-2-1 0 0 0,-2-2 0 0 0,4-3 0 0 0,-8-1 0 0 0,-4-1 0 0 0,0-1 0 0 0,-5 5 0 0 0,1 2 0 0 0,8-1 0 0 0,4 4 0 0 0,-8 1 0 0 0,-3-2 0 0 0,1 2 0 0 0,-3 1 0 0 0,0-3 0 0 0,3-3 0 0 0,-2 3 0 0 0,-4 1 0 0 0,0-3 0 0 0,-7 4 0 0 0,1-1 0 0 0,3-1 0 0 0,-5 2 0 0 0,2 0 0 0 0,-6-2 0 0 0,-3 2 0 0 0,-2 0 0 0 0,-6-2 0 0 0,5 2 0 0 0,2 0 0 0 0,-4-3 0 0 0,-6-1 0 0 0,0-4 0 0 0,-5-1 0 0 0,1-1 0 0 0,4 4 0 0 0,-3 2 0 0 0,-3-1 0 0 0,-4-1 0 0 0,-3 4 0 0 0,-4 0 0 0 0,-1-1 0 0 0,-1 3 0 0 0,-1-1 0 0 0,0-1 0 0 0,-10-3 0 0 0,-14-2 0 0 0,-14-1 0 0 0,-10-2 0 0 0,-7-1 0 0 0,-5-1 0 0 0,-2 1 0 0 0,-2-1 0 0 0,1 1 0 0 0,0 0 0 0 0,-5 0 0 0 0,-6-1 0 0 0,-1 1 0 0 0,2 0 0 0 0,-3 0 0 0 0,3 0 0 0 0,-4 0 0 0 0,2 0 0 0 0,-7 0 0 0 0,0 0 0 0 0,-2 0 0 0 0,-2 0 0 0 0,-2 0 0 0 0,-7 0 0 0 0,-2 0 0 0 0,-2 0 0 0 0,2 0 0 0 0,-4 0 0 0 0,0 0 0 0 0,-5 0 0 0 0,-4 0 0 0 0,-4 0 0 0 0,-4 0 0 0 0,2 0 0 0 0,-4 0 0 0 0,2 0 0 0 0,-5 0 0 0 0,-3 0 0 0 0,1 0 0 0 0,-6-5 0 0 0,4-2 0 0 0,-2 1 0 0 0,-1 0 0 0 0,-3 2 0 0 0,-1 2 0 0 0,3 1 0 0 0,-4 0 0 0 0,-4 1 0 0 0,6 1 0 0 0,4-1 0 0 0,-1 0 0 0 0,-6 0 0 0 0,-4 1 0 0 0,5-1 0 0 0,-1 0 0 0 0,3-6 0 0 0,8 0 0 0 0,4-1 0 0 0,-3 1 0 0 0,-7 3 0 0 0,4 0 0 0 0,-3 2 0 0 0,5 1 0 0 0,3-1 0 0 0,7 2 0 0 0,-4-1 0 0 0,4 0 0 0 0,0 1 0 0 0,-7-1 0 0 0,8 0 0 0 0,2 0 0 0 0,-1 0 0 0 0,3 0 0 0 0,0 0 0 0 0,3 0 0 0 0,4 0 0 0 0,4 0 0 0 0,8 0 0 0 0,-1 0 0 0 0,0 0 0 0 0,5 0 0 0 0,-4 0 0 0 0,-2 0 0 0 0,0 0 0 0 0,5 0 0 0 0,1 0 0 0 0,7 0 0 0 0,5 0 0 0 0,5 0 0 0 0,5 0 0 0 0,3 0 0 0 0,1 0 0 0 0,1 0 0 0 0,0 0 0 0 0,1 0 0 0 0,-1 0 0 0 0,10 0 0 0 0,14 0 0 0 0,13 0 0 0 0,11 0 0 0 0,7 0 0 0 0,10 0 0 0 0,10 0 0 0 0,7 0 0 0 0,6 0 0 0 0,-2 0 0 0 0,-1 0 0 0 0,8 0 0 0 0,-3 0 0 0 0,4 0 0 0 0,-3 0 0 0 0,-2 0 0 0 0,5 0 0 0 0,2 0 0 0 0,6 0 0 0 0,6 0 0 0 0,5 0 0 0 0,0 0 0 0 0,1 0 0 0 0,7 0 0 0 0,-1 0 0 0 0,4 0 0 0 0,9 0 0 0 0,1 0 0 0 0,4 0 0 0 0,0 0 0 0 0,2 0 0 0 0,-1 0 0 0 0,1 0 0 0 0,3 0 0 0 0,8 0 0 0 0,5 0 0 0 0,-8 0 0 0 0,-4 5 0 0 0,0 2 0 0 0,7 0 0 0 0,-2-2 0 0 0,0-1 0 0 0,7-2 0 0 0,-9-1 0 0 0,3 0 0 0 0,1 4 0 0 0,7 2 0 0 0,2-1 0 0 0,-5-1 0 0 0,3-1 0 0 0,-11-2 0 0 0,2-1 0 0 0,1 0 0 0 0,-4 4 0 0 0,-1 2 0 0 0,2-1 0 0 0,6-1 0 0 0,-12-1 0 0 0,-4-2 0 0 0,0-1 0 0 0,4 0 0 0 0,-2-1 0 0 0,2 5 0 0 0,3 1 0 0 0,-3 1 0 0 0,-9-2 0 0 0,-1-2 0 0 0,3 5 0 0 0,0 0 0 0 0,-2-1 0 0 0,-3-1 0 0 0,-8-3 0 0 0,-3-1 0 0 0,-1-1 0 0 0,0 5 0 0 0,-4 1 0 0 0,-1-1 0 0 0,3-1 0 0 0,-10-2 0 0 0,-6 0 0 0 0,1 3 0 0 0,-6 1 0 0 0,1 0 0 0 0,1-2 0 0 0,-1 4 0 0 0,-6 0 0 0 0,-3-1 0 0 0,-5-3 0 0 0,-1-1 0 0 0,-4-2 0 0 0,1 4 0 0 0,2 1 0 0 0,-1 0 0 0 0,-3-2 0 0 0,-5-2 0 0 0,-4-1 0 0 0,-2-1 0 0 0,-3 0 0 0 0,-10-1 0 0 0,-16-1 0 0 0,-12 1 0 0 0,-12 0 0 0 0,-7 0 0 0 0,-4-1 0 0 0,-3 1 0 0 0,0 0 0 0 0,-1 0 0 0 0,-4 0 0 0 0,-7 0 0 0 0,-6 0 0 0 0,-4 0 0 0 0,-4 0 0 0 0,3 0 0 0 0,0 0 0 0 0,0 0 0 0 0,-1-5 0 0 0,-2-2 0 0 0,-7 0 0 0 0,-1 2 0 0 0,-1 1 0 0 0,-5-3 0 0 0,1-2 0 0 0,-10 2 0 0 0,-6 2 0 0 0,-3 1 0 0 0,-3-3 0 0 0,5-1 0 0 0,-4 1 0 0 0,-2 2 0 0 0,-5-4 0 0 0,-7 0 0 0 0,-7 2 0 0 0,2 1 0 0 0,2 2 0 0 0,1-3 0 0 0,-3-1 0 0 0,1 1 0 0 0,0 2 0 0 0,-8-3 0 0 0,-5-1 0 0 0,8 1 0 0 0,-2 2 0 0 0,3-3 0 0 0,1 0 0 0 0,-8 2 0 0 0,-3 1 0 0 0,-1-3 0 0 0,9 1 0 0 0,5 0 0 0 0,0 2 0 0 0,-2 3 0 0 0,2 1 0 0 0,0 1 0 0 0,-2-4 0 0 0,3-2 0 0 0,3 1 0 0 0,1 1 0 0 0,-4 1 0 0 0,8 2 0 0 0,-1 1 0 0 0,-3 1 0 0 0,6 0 0 0 0,5 0 0 0 0,-3 0 0 0 0,0 0 0 0 0,1 1 0 0 0,2-1 0 0 0,-4 0 0 0 0,9 0 0 0 0,6 0 0 0 0,0 0 0 0 0,0 0 0 0 0,-2 0 0 0 0,-2 0 0 0 0,-1 0 0 0 0,4 0 0 0 0,11 0 0 0 0,8 0 0 0 0,0 0 0 0 0,-5 0 0 0 0,5 0 0 0 0,-1 0 0 0 0,-1 0 0 0 0,7 0 0 0 0,3 0 0 0 0,7 5 0 0 0,1 2 0 0 0,-1 0 0 0 0,-2-2 0 0 0,3-1 0 0 0,5-2 0 0 0,-1-1 0 0 0,9 5 0 0 0,-1 1 0 0 0,2 0 0 0 0,1-2 0 0 0,2-2 0 0 0,2-1 0 0 0,0-1 0 0 0,1 0 0 0 0,11-1 0 0 0,14 0 0 0 0,13-1 0 0 0,11 1 0 0 0,13 0 0 0 0,6 0 0 0 0,7-1 0 0 0,2 1 0 0 0,3 0 0 0 0,-1 0 0 0 0,2 0 0 0 0,-3 0 0 0 0,6-5 0 0 0,0-2 0 0 0,-4 1 0 0 0,0 0 0 0 0,8 2 0 0 0,4 2 0 0 0,8 1 0 0 0,2 0 0 0 0,0 1 0 0 0,9 1 0 0 0,1-1 0 0 0,-3 0 0 0 0,2 0 0 0 0,7 1 0 0 0,0-1 0 0 0,6 0 0 0 0,3 0 0 0 0,-4 0 0 0 0,-3 0 0 0 0,5 0 0 0 0,8 0 0 0 0,-4 0 0 0 0,3 0 0 0 0,-5 0 0 0 0,-4 0 0 0 0,5 0 0 0 0,0 0 0 0 0,0 0 0 0 0,-1 0 0 0 0,4 0 0 0 0,7 0 0 0 0,-11 0 0 0 0,0 0 0 0 0,0 0 0 0 0,-2 0 0 0 0,0 0 0 0 0,-1 0 0 0 0,5 0 0 0 0,-9 0 0 0 0,-4 0 0 0 0,-6 0 0 0 0,5 0 0 0 0,3 5 0 0 0,3 2 0 0 0,-3 0 0 0 0,-6-2 0 0 0,-2-1 0 0 0,-3-2 0 0 0,-4-1 0 0 0,2 0 0 0 0,-2-1 0 0 0,2 0 0 0 0,-5-1 0 0 0,-4 1 0 0 0,2 0 0 0 0,-5 0 0 0 0,-2 0 0 0 0,4-1 0 0 0,-3 7 0 0 0,-8 1 0 0 0,-1-1 0 0 0,-5 0 0 0 0,0-3 0 0 0,-2 0 0 0 0,1-2 0 0 0,4 0 0 0 0,-2-1 0 0 0,-4-1 0 0 0,-4 1 0 0 0,2 0 0 0 0,-1 0 0 0 0,-3-1 0 0 0,-2 1 0 0 0,-2 0 0 0 0,-1 0 0 0 0,-2 0 0 0 0,-11 0 0 0 0,-14 0 0 0 0,-13 0 0 0 0,-11 6 0 0 0,-8 1 0 0 0,-4 4 0 0 0,-2 2 0 0 0,-2 2 0 0 0,1 0 0 0 0,-1-3 0 0 0,2 1 0 0 0,0-1 0 0 0,6 3 0 0 0,2-2 0 0 0,0-2 0 0 0,-2-4 0 0 0,5 2 0 0 0,-1 1 0 0 0,-1-3 0 0 0,4 4 0 0 0,-1-1 0 0 0,-2 4 0 0 0,-3-1 0 0 0,-2-3 0 0 0,4-3 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14870 3254 16383 0 0,'5'0'0'0'0,"7"0"0"0"0,2 6 0 0 0,3 1 0 0 0,4-1 0 0 0,4 0 0 0 0,8-3 0 0 0,4 5 0 0 0,6 0 0 0 0,1 5 0 0 0,-2-1 0 0 0,2-2 0 0 0,5 3 0 0 0,9-1 0 0 0,1-3 0 0 0,-6-3 0 0 0,-5 4 0 0 0,-1-1 0 0 0,-4 3 0 0 0,3 0 0 0 0,2 4 0 0 0,5-2 0 0 0,3 2 0 0 0,9-1 0 0 0,-3-3 0 0 0,-1-5 0 0 0,0 3 0 0 0,-5 0 0 0 0,-2 2 0 0 0,0 0 0 0 0,-3-2 0 0 0,0 3 0 0 0,-4-2 0 0 0,6-2 0 0 0,5 2 0 0 0,-3 0 0 0 0,-5-2 0 0 0,0 2 0 0 0,-5 0 0 0 0,2-2 0 0 0,3-3 0 0 0,-2 3 0 0 0,-4 0 0 0 0,-4-2 0 0 0,2-2 0 0 0,4-1 0 0 0,4-2 0 0 0,5-1 0 0 0,4-1 0 0 0,-4-1 0 0 0,-6 1 0 0 0,-5 0 0 0 0,-6-1 0 0 0,-3 1 0 0 0,-3 0 0 0 0,-2 5 0 0 0,0 2 0 0 0,0 0 0 0 0,-1-2 0 0 0,1-1 0 0 0,1-2 0 0 0,-1 0 0 0 0,1-2 0 0 0,-1 0 0 0 0,1 0 0 0 0,0 0 0 0 0,0-1 0 0 0,0 1 0 0 0,0 0 0 0 0,-6 5 0 0 0,-1 2 0 0 0,0 0 0 0 0,2-2 0 0 0,1-1 0 0 0,-9-2 0 0 0,-13-1 0 0 0,-12 0 0 0 0,-11-1 0 0 0,-7 0 0 0 0,1 5 0 0 0,-2 1 0 0 0,0 1 0 0 0,-2-2 0 0 0,-1 4 0 0 0,-1 0 0 0 0,-1-1 0 0 0,0-2 0 0 0,0-2 0 0 0,0-2 0 0 0,5 4 0 0 0,2 1 0 0 0,0 0 0 0 0,-2-2 0 0 0,-1-2 0 0 0,-1-1 0 0 0,-2-1 0 0 0,0-1 0 0 0,-1 0 0 0 0,0 0 0 0 0,0 0 0 0 0,0 0 0 0 0,0-1 0 0 0,0 1 0 0 0,0 0 0 0 0,0 0 0 0 0,0 0 0 0 0,0 0 0 0 0,0 0 0 0 0,1 0 0 0 0,-1 0 0 0 0,0 0 0 0 0,0 0 0 0 0,0 0 0 0 0,6 0 0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19174 3954 16383 0 0,'5'0'0'0'0,"7"0"0"0"0,7 0 0 0 0,0-5 0 0 0,2-2 0 0 0,3 1 0 0 0,-3-5 0 0 0,-10 0 0 0 0,-12-3 0 0 0,-12 0 0 0 0,-8 3 0 0 0,-6 4 0 0 0,-4 2 0 0 0,-1-3 0 0 0,-1 0 0 0 0,0 1 0 0 0,0-3 0 0 0,1 0 0 0 0,0 2 0 0 0,-4-4 0 0 0,-8 1 0 0 0,-5 2 0 0 0,-6 3 0 0 0,1 2 0 0 0,5 2 0 0 0,6 1 0 0 0,-1 1 0 0 0,-3-5 0 0 0,1-1 0 0 0,-7 0 0 0 0,-6 1 0 0 0,8-4 0 0 0,-3 0 0 0 0,2 1 0 0 0,-1 2 0 0 0,-1 2 0 0 0,-8-3 0 0 0,-3-1 0 0 0,-7 1 0 0 0,-6 2 0 0 0,-2 2 0 0 0,4 1 0 0 0,-2 1 0 0 0,3 0 0 0 0,8-4 0 0 0,5-1 0 0 0,-3-1 0 0 0,-5 2 0 0 0,3 2 0 0 0,-2 0 0 0 0,-16 2 0 0 0,-4 1 0 0 0,8 0 0 0 0,2 0 0 0 0,-1 0 0 0 0,8 1 0 0 0,0-1 0 0 0,-4 0 0 0 0,-3 0 0 0 0,5 0 0 0 0,0 0 0 0 0,2 0 0 0 0,8 0 0 0 0,5 0 0 0 0,1 0 0 0 0,6 0 0 0 0,0 5 0 0 0,0 2 0 0 0,3 0 0 0 0,-1 4 0 0 0,3-1 0 0 0,4-1 0 0 0,0-2 0 0 0,0 3 0 0 0,4-1 0 0 0,-3 4 0 0 0,-4-1 0 0 0,0-1 0 0 0,3-4 0 0 0,3-3 0 0 0,3-1 0 0 0,9 3 0 0 0,2 1 0 0 0,2-1 0 0 0,-1 4 0 0 0,-1 1 0 0 0,-2-3 0 0 0,-1-1 0 0 0,10 2 0 0 0,12 0 0 0 0,14-1 0 0 0,11-3 0 0 0,7-1 0 0 0,4-2 0 0 0,4-1 0 0 0,0-1 0 0 0,6 0 0 0 0,1-1 0 0 0,4-5 0 0 0,0-1 0 0 0,3-5 0 0 0,-1 0 0 0 0,-3-4 0 0 0,1 1 0 0 0,-1 3 0 0 0,-3 4 0 0 0,-3 3 0 0 0,3-3 0 0 0,4 0 0 0 0,7 2 0 0 0,3-4 0 0 0,5-1 0 0 0,-9-2 0 0 0,-2 0 0 0 0,12-3 0 0 0,11 1 0 0 0,4-1 0 0 0,0 1 0 0 0,-7 4 0 0 0,-1 3 0 0 0,0-2 0 0 0,-1 1 0 0 0,4 1 0 0 0,0-2 0 0 0,-1 0 0 0 0,-7 1 0 0 0,1-2 0 0 0,1 0 0 0 0,6-3 0 0 0,0 1 0 0 0,0 3 0 0 0,3-3 0 0 0,-6 1 0 0 0,2 3 0 0 0,-5 3 0 0 0,1 2 0 0 0,1-3 0 0 0,-1 0 0 0 0,0 0 0 0 0,-2 2 0 0 0,-5 2 0 0 0,2-4 0 0 0,2-1 0 0 0,-4 1 0 0 0,3 2 0 0 0,2 1 0 0 0,1 2 0 0 0,0 1 0 0 0,0 1 0 0 0,-1 0 0 0 0,-6 0 0 0 0,-2 1 0 0 0,-5-1 0 0 0,-6-5 0 0 0,-5-2 0 0 0,-4 1 0 0 0,2 0 0 0 0,1 3 0 0 0,-1 0 0 0 0,-2 2 0 0 0,-2 0 0 0 0,5 1 0 0 0,0 1 0 0 0,0-6 0 0 0,-2-2 0 0 0,-2 1 0 0 0,-1 0 0 0 0,-1 3 0 0 0,-1 0 0 0 0,-11 2 0 0 0,-14 1 0 0 0,-13 0 0 0 0,-11 0 0 0 0,-7 0 0 0 0,-5 0 0 0 0,-3 1 0 0 0,0-1 0 0 0,-1 0 0 0 0,1 5 0 0 0,1 2 0 0 0,0 0 0 0 0,0-2 0 0 0,1-1 0 0 0,0-2 0 0 0,1 5 0 0 0,-6 0 0 0 0,-2 5 0 0 0,1 0 0 0 0,1-2 0 0 0,1-2 0 0 0,2-3 0 0 0,-5-3 0 0 0,5 5 0 0 0,3 0 0 0 0,-5-1 0 0 0,-1 4 0 0 0,-5 1 0 0 0,0-3 0 0 0,-5 4 0 0 0,1-1 0 0 0,3-2 0 0 0,-2-3 0 0 0,-5 3 0 0 0,2 0 0 0 0,-2-1 0 0 0,2 3 0 0 0,4-1 0 0 0,-1-2 0 0 0,-4-1 0 0 0,-5-3 0 0 0,-2-2 0 0 0,1-2 0 0 0,1 1 0 0 0,3-2 0 0 0,0 1 0 0 0,-7 5 0 0 0,0 1 0 0 0,1 1 0 0 0,-8-2 0 0 0,4-2 0 0 0,5 5 0 0 0,2 0 0 0 0,0-1 0 0 0,-7-1 0 0 0,2-3 0 0 0,-1 0 0 0 0,-5-2 0 0 0,-8-1 0 0 0,4 5 0 0 0,2 2 0 0 0,2-1 0 0 0,2-1 0 0 0,0-2 0 0 0,6 0 0 0 0,2-2 0 0 0,0-1 0 0 0,3 5 0 0 0,1 2 0 0 0,2 0 0 0 0,-5-2 0 0 0,1-2 0 0 0,3-1 0 0 0,1 0 0 0 0,-3-2 0 0 0,2 0 0 0 0,-1 0 0 0 0,3 0 0 0 0,4-1 0 0 0,-1 1 0 0 0,2 0 0 0 0,-3 5 0 0 0,1 2 0 0 0,4 0 0 0 0,-3-2 0 0 0,-5-1 0 0 0,2-2 0 0 0,-3-1 0 0 0,2 0 0 0 0,-1-1 0 0 0,1 0 0 0 0,5-1 0 0 0,3 1 0 0 0,4 0 0 0 0,2 0 0 0 0,1 0 0 0 0,12 0 0 0 0,15 0 0 0 0,18 0 0 0 0,12 0 0 0 0,7 0 0 0 0,9 0 0 0 0,8 0 0 0 0,0 0 0 0 0,-2 0 0 0 0,1 0 0 0 0,3 0 0 0 0,8 0 0 0 0,5 0 0 0 0,2 5 0 0 0,1 2 0 0 0,3-1 0 0 0,-3 0 0 0 0,-4-2 0 0 0,4 3 0 0 0,-5 1 0 0 0,3 0 0 0 0,6-3 0 0 0,2 4 0 0 0,-1 0 0 0 0,-3-2 0 0 0,3-1 0 0 0,5 3 0 0 0,0 0 0 0 0,-3-1 0 0 0,2-3 0 0 0,-2 4 0 0 0,-2 0 0 0 0,1-2 0 0 0,10-1 0 0 0,12 3 0 0 0,-5 0 0 0 0,-3-2 0 0 0,-5 4 0 0 0,-6 0 0 0 0,0-3 0 0 0,2-2 0 0 0,-1-2 0 0 0,2 4 0 0 0,3 0 0 0 0,-7-2 0 0 0,0-1 0 0 0,-3-1 0 0 0,-3 3 0 0 0,2 1 0 0 0,5-1 0 0 0,-5-2 0 0 0,-4-2 0 0 0,2-1 0 0 0,-5-1 0 0 0,-4 0 0 0 0,5-2 0 0 0,-4 1 0 0 0,-2 0 0 0 0,-6 0 0 0 0,-1-1 0 0 0,1 6 0 0 0,-4 2 0 0 0,1 0 0 0 0,-3-2 0 0 0,-4-1 0 0 0,-4-2 0 0 0,-4 0 0 0 0,3-2 0 0 0,0 0 0 0 0,-1 5 0 0 0,-2 2 0 0 0,-1-1 0 0 0,-2-1 0 0 0,0-1 0 0 0,-1-2 0 0 0,0 0 0 0 0,-1-2 0 0 0,1 0 0 0 0,-1 0 0 0 0,-4 5 0 0 0,-13 1 0 0 0,-13 1 0 0 0,-13-2 0 0 0,-8-1 0 0 0,-7-2 0 0 0,-3-1 0 0 0,-2 0 0 0 0,0-1 0 0 0,-1 0 0 0 0,-4-6 0 0 0,-1-1 0 0 0,1 0 0 0 0,-4 1 0 0 0,0-3 0 0 0,2 0 0 0 0,-2 1 0 0 0,0 2 0 0 0,-3 2 0 0 0,-10 2 0 0 0,0-4 0 0 0,-2-1 0 0 0,4 0 0 0 0,0 2 0 0 0,-6-3 0 0 0,-4-1 0 0 0,-7 1 0 0 0,-7-3 0 0 0,-6 1 0 0 0,5 1 0 0 0,1-3 0 0 0,-3 1 0 0 0,3-3 0 0 0,-8 1 0 0 0,-4 2 0 0 0,-9-1 0 0 0,8 0 0 0 0,3-2 0 0 0,-4 1 0 0 0,-3 2 0 0 0,-1-1 0 0 0,-6 0 0 0 0,-5 3 0 0 0,8-2 0 0 0,2 0 0 0 0,-6 3 0 0 0,1-4 0 0 0,0 2 0 0 0,-3 1 0 0 0,-4 3 0 0 0,-1 2 0 0 0,9-3 0 0 0,0-1 0 0 0,-4 2 0 0 0,-6-5 0 0 0,7 1 0 0 0,-2 2 0 0 0,-3 1 0 0 0,12-2 0 0 0,0 0 0 0 0,-3 1 0 0 0,-7-3 0 0 0,5 1 0 0 0,-2 1 0 0 0,1 3 0 0 0,2-3 0 0 0,8 0 0 0 0,-1 1 0 0 0,-2 3 0 0 0,6-4 0 0 0,-3 0 0 0 0,-2 2 0 0 0,0 1 0 0 0,10 3 0 0 0,4-4 0 0 0,-1-1 0 0 0,4 1 0 0 0,-1 2 0 0 0,7 1 0 0 0,6 2 0 0 0,-8 2 0 0 0,4-1 0 0 0,3 1 0 0 0,2-4 0 0 0,7-3 0 0 0,3 1 0 0 0,4 0 0 0 0,7 3 0 0 0,-6 0 0 0 0,1 2 0 0 0,2 1 0 0 0,5 0 0 0 0,4 0 0 0 0,2 0 0 0 0,3 1 0 0 0,1-1 0 0 0,0 0 0 0 0,12 0 0 0 0,13 0 0 0 0,14 0 0 0 0,10 0 0 0 0,7 0 0 0 0,6 0 0 0 0,1 0 0 0 0,7 0 0 0 0,7 0 0 0 0,5 5 0 0 0,1 2 0 0 0,1 0 0 0 0,2-2 0 0 0,8-1 0 0 0,-3 4 0 0 0,6 0 0 0 0,1-1 0 0 0,0-2 0 0 0,-1-1 0 0 0,-1-2 0 0 0,-2-1 0 0 0,5-1 0 0 0,7 5 0 0 0,0 2 0 0 0,4-1 0 0 0,4-1 0 0 0,-2 4 0 0 0,1 0 0 0 0,3-1 0 0 0,7-2 0 0 0,-1 3 0 0 0,5 0 0 0 0,7-1 0 0 0,-4 3 0 0 0,-2-1 0 0 0,2-1 0 0 0,1-3 0 0 0,4 3 0 0 0,0 0 0 0 0,4-1 0 0 0,-7 3 0 0 0,1-1 0 0 0,-1-1 0 0 0,3 2 0 0 0,5 0 0 0 0,4-2 0 0 0,0 2 0 0 0,-10 0 0 0 0,-1-2 0 0 0,3 2 0 0 0,0 0 0 0 0,2-2 0 0 0,0 2 0 0 0,1 0 0 0 0,-6-3 0 0 0,-5-2 0 0 0,2-2 0 0 0,5 4 0 0 0,-5-1 0 0 0,2 0 0 0 0,5 3 0 0 0,-11 0 0 0 0,-5-1 0 0 0,2-3 0 0 0,2 4 0 0 0,-4-1 0 0 0,-3-2 0 0 0,0 4 0 0 0,-4 0 0 0 0,-6-3 0 0 0,0-2 0 0 0,-3 3 0 0 0,2 1 0 0 0,4-3 0 0 0,-7-1 0 0 0,0 2 0 0 0,-2 1 0 0 0,-7-1 0 0 0,0-3 0 0 0,-5-1 0 0 0,-2 3 0 0 0,0 1 0 0 0,0-1 0 0 0,-3-2 0 0 0,-2-2 0 0 0,-3 4 0 0 0,0 1 0 0 0,2-1 0 0 0,3-2 0 0 0,-3-1 0 0 0,-4-2 0 0 0,-5-1 0 0 0,-5-1 0 0 0,-3 5 0 0 0,-2 2 0 0 0,-2-1 0 0 0,0-1 0 0 0,-10-1 0 0 0,-15-2 0 0 0,-12-1 0 0 0,-12 0 0 0 0,-6-1 0 0 0,-5-1 0 0 0,-3 1 0 0 0,-5 0 0 0 0,-3 0 0 0 0,-4-1 0 0 0,-5 1 0 0 0,-4 0 0 0 0,1 0 0 0 0,5 0 0 0 0,0 0 0 0 0,3 0 0 0 0,-2 0 0 0 0,2 0 0 0 0,-6 0 0 0 0,-1 0 0 0 0,-7 0 0 0 0,2 0 0 0 0,0 0 0 0 0,-7 0 0 0 0,-7 0 0 0 0,2 0 0 0 0,-2 0 0 0 0,0 0 0 0 0,-3 0 0 0 0,0 0 0 0 0,-3 0 0 0 0,-4 0 0 0 0,-4 0 0 0 0,2 0 0 0 0,-1 0 0 0 0,-1 0 0 0 0,3 0 0 0 0,-1 0 0 0 0,-6 0 0 0 0,-5 0 0 0 0,4 0 0 0 0,-4 0 0 0 0,-2 0 0 0 0,11 0 0 0 0,-2 0 0 0 0,-2 0 0 0 0,5 0 0 0 0,-6 0 0 0 0,-2 0 0 0 0,3 0 0 0 0,7 0 0 0 0,-4 0 0 0 0,3 0 0 0 0,-1 0 0 0 0,-2 0 0 0 0,4 0 0 0 0,-6 6 0 0 0,2 1 0 0 0,0-1 0 0 0,4 0 0 0 0,0-3 0 0 0,-2 0 0 0 0,4-2 0 0 0,4-1 0 0 0,5 6 0 0 0,3 1 0 0 0,-1-1 0 0 0,-6-1 0 0 0,6-2 0 0 0,-2 5 0 0 0,6 0 0 0 0,3-1 0 0 0,3-1 0 0 0,5-3 0 0 0,2-1 0 0 0,-1 4 0 0 0,-2 2 0 0 0,-2-2 0 0 0,3-1 0 0 0,6-1 0 0 0,6-2 0 0 0,4 4 0 0 0,4 1 0 0 0,-2 0 0 0 0,-2-2 0 0 0,2-2 0 0 0,1 0 0 0 0,1-2 0 0 0,2-1 0 0 0,5 5 0 0 0,3 2 0 0 0,0-1 0 0 0,4 4 0 0 0,11 1 0 0 0,12-2 0 0 0,10-3 0 0 0,10-1 0 0 0,4-3 0 0 0,4-1 0 0 0,2-1 0 0 0,0 5 0 0 0,0 2 0 0 0,5-1 0 0 0,1-1 0 0 0,-1-2 0 0 0,-1 0 0 0 0,-2-2 0 0 0,3-1 0 0 0,1 0 0 0 0,-1 0 0 0 0,3 0 0 0 0,1-1 0 0 0,8 6 0 0 0,6 2 0 0 0,-1 0 0 0 0,1-2 0 0 0,1-1 0 0 0,1-2 0 0 0,2 0 0 0 0,0-2 0 0 0,2 0 0 0 0,4 0 0 0 0,-2 0 0 0 0,3-1 0 0 0,1 1 0 0 0,-2 0 0 0 0,5 0 0 0 0,6 0 0 0 0,0 0 0 0 0,-3 0 0 0 0,3 0 0 0 0,-3 5 0 0 0,3 2 0 0 0,4 0 0 0 0,-1-2 0 0 0,0-1 0 0 0,-1-2 0 0 0,-5-1 0 0 0,1 0 0 0 0,-6-1 0 0 0,0 0 0 0 0,4 5 0 0 0,5 1 0 0 0,-4 1 0 0 0,-1-2 0 0 0,-6-1 0 0 0,1-2 0 0 0,4-1 0 0 0,1 0 0 0 0,-2 4 0 0 0,-2 2 0 0 0,-3-1 0 0 0,-2-1 0 0 0,5-1 0 0 0,-6-2 0 0 0,-2-1 0 0 0,-1 0 0 0 0,-5 4 0 0 0,-3 2 0 0 0,2-1 0 0 0,1-1 0 0 0,3-1 0 0 0,-5-2 0 0 0,1-1 0 0 0,-5-1 0 0 0,-5 0 0 0 0,1 0 0 0 0,-3 0 0 0 0,-3 0 0 0 0,3-1 0 0 0,-1 1 0 0 0,3 0 0 0 0,-6 5 0 0 0,-4 2 0 0 0,-2 0 0 0 0,-3-2 0 0 0,1-1 0 0 0,-1-2 0 0 0,1 0 0 0 0,-11-2 0 0 0,-13 0 0 0 0,-13 0 0 0 0,-11 0 0 0 0,-7-1 0 0 0,-5 1 0 0 0,-3 0 0 0 0,0 0 0 0 0,0 0 0 0 0,-6 0 0 0 0,0 0 0 0 0,0 0 0 0 0,-3 0 0 0 0,-5 0 0 0 0,0-5 0 0 0,-2-2 0 0 0,-9 0 0 0 0,1 2 0 0 0,-1 1 0 0 0,-1 2 0 0 0,4 0 0 0 0,-4 2 0 0 0,-7 0 0 0 0,1 0 0 0 0,-3-5 0 0 0,-6-2 0 0 0,4 1 0 0 0,-1 1 0 0 0,-5-4 0 0 0,0 0 0 0 0,-2 1 0 0 0,-5 2 0 0 0,3 2 0 0 0,3-3 0 0 0,-5-1 0 0 0,0 1 0 0 0,-1-4 0 0 0,-8 1 0 0 0,-4 1 0 0 0,3 3 0 0 0,3 2 0 0 0,-1-3 0 0 0,0-1 0 0 0,0 1 0 0 0,-1 2 0 0 0,-6-4 0 0 0,-2 0 0 0 0,5 2 0 0 0,3 1 0 0 0,2 3 0 0 0,-1 0 0 0 0,0-3 0 0 0,-1-1 0 0 0,0 1 0 0 0,5 1 0 0 0,6 1 0 0 0,-4-3 0 0 0,-4-1 0 0 0,-2 1 0 0 0,3 2 0 0 0,2 1 0 0 0,9 2 0 0 0,2 1 0 0 0,-2 1 0 0 0,-4 0 0 0 0,1 0 0 0 0,-2-5 0 0 0,3-1 0 0 0,9-1 0 0 0,1 2 0 0 0,6 1 0 0 0,-1 2 0 0 0,-1 1 0 0 0,5 0 0 0 0,2 1 0 0 0,6 1 0 0 0,6-1 0 0 0,0 0 0 0 0,3 0 0 0 0,3 1 0 0 0,3-1 0 0 0,2 0 0 0 0,2 0 0 0 0,1 0 0 0 0,1 0 0 0 0,0 0 0 0 0,10 0 0 0 0,9 5 0 0 0,11 2 0 0 0,11 0 0 0 0,9-2 0 0 0,7-1 0 0 0,3 3 0 0 0,2 2 0 0 0,6-2 0 0 0,7-2 0 0 0,7-1 0 0 0,4-2 0 0 0,-1-1 0 0 0,0-1 0 0 0,6 0 0 0 0,-2-1 0 0 0,5 1 0 0 0,-3 0 0 0 0,-2 0 0 0 0,5 5 0 0 0,-3 1 0 0 0,4 1 0 0 0,6-2 0 0 0,2-1 0 0 0,-1-1 0 0 0,8 3 0 0 0,6 2 0 0 0,0-2 0 0 0,5-1 0 0 0,3-1 0 0 0,-4-2 0 0 0,4-1 0 0 0,-3-1 0 0 0,-2 6 0 0 0,5 0 0 0 0,2 1 0 0 0,6-2 0 0 0,-4-2 0 0 0,2-1 0 0 0,-5 0 0 0 0,-3 3 0 0 0,3 2 0 0 0,2 0 0 0 0,5-2 0 0 0,-4-2 0 0 0,2-1 0 0 0,-5 0 0 0 0,-4 3 0 0 0,0 2 0 0 0,4 0 0 0 0,2-2 0 0 0,0-2 0 0 0,0-1 0 0 0,-7 5 0 0 0,-8 0 0 0 0,4 0 0 0 0,-4-2 0 0 0,1-2 0 0 0,-3 5 0 0 0,0 0 0 0 0,-8-1 0 0 0,0-2 0 0 0,-3-2 0 0 0,-2-1 0 0 0,3-1 0 0 0,1 0 0 0 0,-8-1 0 0 0,-2-1 0 0 0,-8 6 0 0 0,-2 2 0 0 0,1-1 0 0 0,-3-1 0 0 0,0-1 0 0 0,-2-2 0 0 0,-5 0 0 0 0,2-2 0 0 0,3 0 0 0 0,-1 0 0 0 0,3 0 0 0 0,-3-1 0 0 0,-3 1 0 0 0,-4 0 0 0 0,-3 0 0 0 0,-3 0 0 0 0,-12 0 0 0 0,-14 0 0 0 0,-15 0 0 0 0,-10 0 0 0 0,-8 0 0 0 0,-5 0 0 0 0,4-5 0 0 0,0-2 0 0 0,0 0 0 0 0,-1 2 0 0 0,-6-4 0 0 0,-7-1 0 0 0,-3 2 0 0 0,1 3 0 0 0,-2 1 0 0 0,1 2 0 0 0,-3 1 0 0 0,-3 0 0 0 0,1-4 0 0 0,-1-1 0 0 0,-3 0 0 0 0,2 1 0 0 0,0 1 0 0 0,-8-3 0 0 0,2-2 0 0 0,-6 2 0 0 0,-13 2 0 0 0,1 1 0 0 0,3 2 0 0 0,-2-4 0 0 0,1-1 0 0 0,-2 0 0 0 0,5 2 0 0 0,5 2 0 0 0,-8 1 0 0 0,-1 1 0 0 0,0 0 0 0 0,-2 1 0 0 0,-4 1 0 0 0,6-1 0 0 0,0 0 0 0 0,3 1 0 0 0,-9-1 0 0 0,0 0 0 0 0,2 0 0 0 0,0 0 0 0 0,1 0 0 0 0,4 0 0 0 0,-1 0 0 0 0,-4 0 0 0 0,-4 0 0 0 0,1 0 0 0 0,-2 0 0 0 0,9 0 0 0 0,6 0 0 0 0,-1 0 0 0 0,0 0 0 0 0,3 0 0 0 0,-5 0 0 0 0,0 0 0 0 0,-3 0 0 0 0,5 0 0 0 0,4 0 0 0 0,2 0 0 0 0,7 0 0 0 0,-2 0 0 0 0,-3 5 0 0 0,5 2 0 0 0,5 0 0 0 0,3-2 0 0 0,2 4 0 0 0,0 0 0 0 0,2-1 0 0 0,3-2 0 0 0,4-2 0 0 0,-3-2 0 0 0,1-1 0 0 0,1 5 0 0 0,2 0 0 0 0,2 1 0 0 0,7 3 0 0 0,2 0 0 0 0,1-1 0 0 0,4 3 0 0 0,11-1 0 0 0,7 3 0 0 0,8-1 0 0 0,10-2 0 0 0,6-3 0 0 0,6-4 0 0 0,2-1 0 0 0,2-3 0 0 0,0 0 0 0 0,1 0 0 0 0,-1-1 0 0 0,5 1 0 0 0,7-1 0 0 0,1 1 0 0 0,-2 0 0 0 0,2 0 0 0 0,-1 0 0 0 0,-3 0 0 0 0,2 0 0 0 0,4-6 0 0 0,5-1 0 0 0,9 1 0 0 0,10 0 0 0 0,4-3 0 0 0,-2 0 0 0 0,-1 1 0 0 0,-9 2 0 0 0,-3 3 0 0 0,2 0 0 0 0,-3 2 0 0 0,4 1 0 0 0,2 0 0 0 0,0 1 0 0 0,-1-1 0 0 0,5 1 0 0 0,-4-1 0 0 0,3 0 0 0 0,-6 0 0 0 0,3 0 0 0 0,6 0 0 0 0,7 0 0 0 0,6 0 0 0 0,-7-5 0 0 0,0-2 0 0 0,-3 0 0 0 0,-8 2 0 0 0,-6 1 0 0 0,-7 2 0 0 0,3 0 0 0 0,2 2 0 0 0,-3 0 0 0 0,-1 0 0 0 0,1 0 0 0 0,-3 1 0 0 0,-1-1 0 0 0,-3 0 0 0 0,1 0 0 0 0,-4 0 0 0 0,2 0 0 0 0,4-5 0 0 0,-3-2 0 0 0,2 0 0 0 0,-3 2 0 0 0,-3 1 0 0 0,0 2 0 0 0,-1 1 0 0 0,-4 0 0 0 0,-2 1 0 0 0,-3 0 0 0 0,-1 1 0 0 0,-2-1 0 0 0,0 0 0 0 0,-1 0 0 0 0,0 0 0 0 0,0 0 0 0 0,1 0 0 0 0,-1 0 0 0 0,-9 0 0 0 0,-15 0 0 0 0,-13 0 0 0 0,-11 0 0 0 0,-7 0 0 0 0,-5 0 0 0 0,-2 0 0 0 0,-7 0 0 0 0,-1 0 0 0 0,0 0 0 0 0,2 0 0 0 0,2 0 0 0 0,3 0 0 0 0,-5 0 0 0 0,-6 0 0 0 0,-5 0 0 0 0,-6 0 0 0 0,2 0 0 0 0,-1 0 0 0 0,4 0 0 0 0,-6 0 0 0 0,-3 0 0 0 0,2 0 0 0 0,2 0 0 0 0,-2 0 0 0 0,-1 0 0 0 0,-6 0 0 0 0,2 0 0 0 0,-3 0 0 0 0,-3 0 0 0 0,2 0 0 0 0,-5 0 0 0 0,-6 0 0 0 0,0 0 0 0 0,-3 0 0 0 0,2 0 0 0 0,8 0 0 0 0,2 0 0 0 0,-5-5 0 0 0,1-2 0 0 0,-4 1 0 0 0,-5 0 0 0 0,2 2 0 0 0,2 2 0 0 0,6 1 0 0 0,-3 0 0 0 0,-3 1 0 0 0,1-5 0 0 0,2-1 0 0 0,-1-1 0 0 0,6 2 0 0 0,5 1 0 0 0,-3 2 0 0 0,0 1 0 0 0,0 1 0 0 0,-3-1 0 0 0,4 2 0 0 0,3-1 0 0 0,8 0 0 0 0,-4 0 0 0 0,-1 1 0 0 0,3-1 0 0 0,2 0 0 0 0,-1 0 0 0 0,-1 0 0 0 0,4 0 0 0 0,6 0 0 0 0,0 0 0 0 0,-3 0 0 0 0,3 0 0 0 0,4 0 0 0 0,3 0 0 0 0,4 0 0 0 0,3 0 0 0 0,1 0 0 0 0,7 5 0 0 0,12 2 0 0 0,9 5 0 0 0,10 0 0 0 0,9-1 0 0 0,3 2 0 0 0,2-1 0 0 0,10-3 0 0 0,4-2 0 0 0,1-3 0 0 0,1-2 0 0 0,4 4 0 0 0,6 1 0 0 0,6 4 0 0 0,-1 1 0 0 0,-4-2 0 0 0,0-3 0 0 0,-1-2 0 0 0,0 3 0 0 0,9 0 0 0 0,1-1 0 0 0,-5-2 0 0 0,5 4 0 0 0,4 0 0 0 0,1-2 0 0 0,7-1 0 0 0,2 2 0 0 0,0 1 0 0 0,3-1 0 0 0,-5-2 0 0 0,2-3 0 0 0,4-1 0 0 0,0-1 0 0 0,3-1 0 0 0,5 5 0 0 0,-7 2 0 0 0,5-1 0 0 0,-1 4 0 0 0,-3 1 0 0 0,2-2 0 0 0,7-3 0 0 0,6 4 0 0 0,-8-1 0 0 0,-1-1 0 0 0,10 3 0 0 0,1-1 0 0 0,-5-1 0 0 0,-2 2 0 0 0,0 0 0 0 0,1-2 0 0 0,-3-3 0 0 0,-1 3 0 0 0,-3 0 0 0 0,-1-1 0 0 0,3-3 0 0 0,-2 4 0 0 0,-10-1 0 0 0,0 0 0 0 0,-3 3 0 0 0,4-1 0 0 0,0-1 0 0 0,-2-3 0 0 0,4 3 0 0 0,-6 0 0 0 0,-4-1 0 0 0,4-3 0 0 0,-5-1 0 0 0,-2 3 0 0 0,4 1 0 0 0,-4-2 0 0 0,-1 0 0 0 0,0-3 0 0 0,-5-1 0 0 0,-7-1 0 0 0,-5-1 0 0 0,0 0 0 0 0,3 0 0 0 0,0 5 0 0 0,-3 1 0 0 0,2 1 0 0 0,4-2 0 0 0,4-1 0 0 0,-1 3 0 0 0,-4 1 0 0 0,-5 0 0 0 0,-5-3 0 0 0,-2-1 0 0 0,-3-2 0 0 0,-7 4 0 0 0,-2 1 0 0 0,-10 0 0 0 0,-13-2 0 0 0,-11-2 0 0 0,-9-1 0 0 0,-7-1 0 0 0,-4 0 0 0 0,-1-2 0 0 0,-2 1 0 0 0,-4 0 0 0 0,-2 0 0 0 0,-4-1 0 0 0,-5 1 0 0 0,0 0 0 0 0,-2 0 0 0 0,3 0 0 0 0,-1 0 0 0 0,2 0 0 0 0,4-5 0 0 0,0-2 0 0 0,0 0 0 0 0,-2 2 0 0 0,-3 1 0 0 0,0 2 0 0 0,-2 0 0 0 0,-3 2 0 0 0,-2 0 0 0 0,-4-5 0 0 0,5-2 0 0 0,-6 1 0 0 0,-7 1 0 0 0,2 1 0 0 0,-4-3 0 0 0,-6-2 0 0 0,5 2 0 0 0,4 2 0 0 0,-3 1 0 0 0,0 2 0 0 0,-4 1 0 0 0,-5 1 0 0 0,5-5 0 0 0,5-2 0 0 0,-3 1 0 0 0,2 1 0 0 0,-4-4 0 0 0,0 0 0 0 0,2 1 0 0 0,-3 2 0 0 0,1-3 0 0 0,2 0 0 0 0,3 2 0 0 0,-2 1 0 0 0,4-3 0 0 0,-1 0 0 0 0,-6 2 0 0 0,5 1 0 0 0,3-3 0 0 0,3 0 0 0 0,1 2 0 0 0,0 1 0 0 0,-5-2 0 0 0,3-1 0 0 0,8 1 0 0 0,2 2 0 0 0,0 3 0 0 0,-2-4 0 0 0,4-1 0 0 0,-1 1 0 0 0,4 2 0 0 0,5 1 0 0 0,-1 2 0 0 0,1 2 0 0 0,-1-1 0 0 0,0 1 0 0 0,4 1 0 0 0,2-1 0 0 0,3 0 0 0 0,-3 1 0 0 0,-1-1 0 0 0,2 0 0 0 0,1 0 0 0 0,2 0 0 0 0,7-5 0 0 0,13-2 0 0 0,14 0 0 0 0,12 2 0 0 0,10 1 0 0 0,6 1 0 0 0,3-3 0 0 0,2-2 0 0 0,1 2 0 0 0,-1 1 0 0 0,0 1 0 0 0,5 2 0 0 0,5 1 0 0 0,2 1 0 0 0,-2 0 0 0 0,-3 0 0 0 0,-3 0 0 0 0,3 1 0 0 0,-1-1 0 0 0,-1 0 0 0 0,8 0 0 0 0,3 0 0 0 0,2 0 0 0 0,-2 0 0 0 0,-4 0 0 0 0,6 0 0 0 0,5 0 0 0 0,-2 0 0 0 0,6 0 0 0 0,-3 0 0 0 0,1 0 0 0 0,-1 0 0 0 0,2 0 0 0 0,6 0 0 0 0,3 0 0 0 0,-1 0 0 0 0,0 0 0 0 0,-7 0 0 0 0,3 0 0 0 0,6 0 0 0 0,-4 0 0 0 0,3 0 0 0 0,6 0 0 0 0,-5 0 0 0 0,-3 0 0 0 0,-3 0 0 0 0,-1 0 0 0 0,4 0 0 0 0,2 0 0 0 0,0 0 0 0 0,3 0 0 0 0,-4 5 0 0 0,-4 2 0 0 0,-2 0 0 0 0,0-2 0 0 0,-1-1 0 0 0,-5-1 0 0 0,4-2 0 0 0,-3-1 0 0 0,0 6 0 0 0,0 0 0 0 0,-4 1 0 0 0,0-2 0 0 0,2-2 0 0 0,-4 0 0 0 0,-4-2 0 0 0,-6-1 0 0 0,2 0 0 0 0,3 0 0 0 0,1 0 0 0 0,1-1 0 0 0,-1 1 0 0 0,-3 0 0 0 0,-4 0 0 0 0,-3 0 0 0 0,-3 0 0 0 0,-1 0 0 0 0,-2 0 0 0 0,0 5 0 0 0,1 2 0 0 0,-1 0 0 0 0,0-2 0 0 0,0-1 0 0 0,1-2 0 0 0,0 0 0 0 0,0-2 0 0 0,-11 0 0 0 0,-14 0 0 0 0,-13 0 0 0 0,-10-1 0 0 0,-8 1 0 0 0,-5 0 0 0 0,-3 0 0 0 0,0 0 0 0 0,-1 0 0 0 0,1 0 0 0 0,1 0 0 0 0,0 0 0 0 0,0 0 0 0 0,1 0 0 0 0,0 0 0 0 0,1 0 0 0 0,-6 0 0 0 0,-7 0 0 0 0,-1 0 0 0 0,1 0 0 0 0,3 0 0 0 0,3 0 0 0 0,-3-6 0 0 0,-5-1 0 0 0,0 1 0 0 0,-2 0 0 0 0,0 3 0 0 0,4 0 0 0 0,-2 2 0 0 0,3 1 0 0 0,-4 0 0 0 0,-3 0 0 0 0,1 0 0 0 0,3 0 0 0 0,5 1 0 0 0,-2-1 0 0 0,-5 0 0 0 0,2 0 0 0 0,-3 0 0 0 0,1 0 0 0 0,-1 0 0 0 0,-3 0 0 0 0,2 0 0 0 0,-2 0 0 0 0,3 0 0 0 0,0 0 0 0 0,-4 0 0 0 0,-2 0 0 0 0,2 0 0 0 0,-1 0 0 0 0,-1 0 0 0 0,3 0 0 0 0,5 0 0 0 0,5 0 0 0 0,-1 0 0 0 0,-4 0 0 0 0,-4 0 0 0 0,0 0 0 0 0,-1 0 0 0 0,3 0 0 0 0,4 0 0 0 0,4 0 0 0 0,4 0 0 0 0,-2 0 0 0 0,-6 0 0 0 0,0 0 0 0 0,-3 0 0 0 0,-4 0 0 0 0,1 0 0 0 0,4 0 0 0 0,5 0 0 0 0,-2 0 0 0 0,2 0 0 0 0,2 0 0 0 0,-2 0 0 0 0,0 0 0 0 0,2 0 0 0 0,2 0 0 0 0,3 0 0 0 0,1 0 0 0 0,2 0 0 0 0,0 0 0 0 0,5-5 0 0 0,8-8 0 0 0,12 0 0 0 0,12 1 0 0 0,10 3 0 0 0,8-3 0 0 0,5 2 0 0 0,3-4 0 0 0,1 1 0 0 0,5 3 0 0 0,2 3 0 0 0,0 2 0 0 0,2 3 0 0 0,0 1 0 0 0,-2 1 0 0 0,-2 0 0 0 0,2 1 0 0 0,0 0 0 0 0,-1-1 0 0 0,2 0 0 0 0,1 1 0 0 0,2-1 0 0 0,5 0 0 0 0,0 0 0 0 0,1 0 0 0 0,-2 0 0 0 0,1 0 0 0 0,2 0 0 0 0,-1 0 0 0 0,0 0 0 0 0,9 0 0 0 0,3 0 0 0 0,-3 0 0 0 0,0 0 0 0 0,4 0 0 0 0,-3 0 0 0 0,0 0 0 0 0,-7 0 0 0 0,-5 0 0 0 0,-2 0 0 0 0,-3 0 0 0 0,2 0 0 0 0,3 0 0 0 0,0 0 0 0 0,-4 0 0 0 0,-4 0 0 0 0,1 0 0 0 0,5 0 0 0 0,5 0 0 0 0,-1 0 0 0 0,-4 0 0 0 0,-4 0 0 0 0,-5 0 0 0 0,-3 5 0 0 0,4 2 0 0 0,0-1 0 0 0,-1 0 0 0 0,3-2 0 0 0,1-2 0 0 0,-2-1 0 0 0,-2 0 0 0 0,-2-1 0 0 0,-2 0 0 0 0,-1-1 0 0 0,-12-4 0 0 0,-14-3 0 0 0,-13 2 0 0 0,-11-5 0 0 0,-8 0 0 0 0,-4 2 0 0 0,-2-3 0 0 0,-2 1 0 0 0,-5-3 0 0 0,-1 0 0 0 0,-4 4 0 0 0,-6-3 0 0 0,1 1 0 0 0,4 3 0 0 0,4-2 0 0 0,3 0 0 0 0,-1-3 0 0 0,-6 1 0 0 0,1 3 0 0 0,-4-3 0 0 0,2 2 0 0 0,-2 2 0 0 0,-3 3 0 0 0,1-3 0 0 0,-1 0 0 0 0,-7-4 0 0 0,1 1 0 0 0,-1 2 0 0 0,-1-2 0 0 0,0 0 0 0 0,-2 3 0 0 0,-5-3 0 0 0,3 1 0 0 0,-4-2 0 0 0,0-1 0 0 0,5 4 0 0 0,3-2 0 0 0,2 0 0 0 0,-1 3 0 0 0,-6 3 0 0 0,-3-3 0 0 0,5 0 0 0 0,3 2 0 0 0,6 1 0 0 0,-4 3 0 0 0,-3 1 0 0 0,4 1 0 0 0,1 1 0 0 0,-6 0 0 0 0,-3 1 0 0 0,-1-1 0 0 0,5 1 0 0 0,2-1 0 0 0,6 0 0 0 0,7 0 0 0 0,0 0 0 0 0,-3 0 0 0 0,-3 0 0 0 0,1 0 0 0 0,5 0 0 0 0,4 0 0 0 0,4 0 0 0 0,3 0 0 0 0,2 0 0 0 0,1 0 0 0 0,1 0 0 0 0,0 0 0 0 0,0 0 0 0 0,5 5 0 0 0,12 2 0 0 0,14 0 0 0 0,11 3 0 0 0,9 1 0 0 0,7-2 0 0 0,-2 3 0 0 0,0-1 0 0 0,1-2 0 0 0,1-2 0 0 0,1-3 0 0 0,0 3 0 0 0,2 1 0 0 0,0-1 0 0 0,0-2 0 0 0,5-2 0 0 0,2-1 0 0 0,5-1 0 0 0,5-1 0 0 0,1 0 0 0 0,1-1 0 0 0,4 6 0 0 0,-3 2 0 0 0,0-1 0 0 0,3 0 0 0 0,2-3 0 0 0,2 0 0 0 0,2-2 0 0 0,-4 5 0 0 0,-1 1 0 0 0,0-1 0 0 0,7-1 0 0 0,-2-1 0 0 0,4-2 0 0 0,8-1 0 0 0,7-1 0 0 0,0 0 0 0 0,-3 0 0 0 0,2 0 0 0 0,-2 5 0 0 0,2 1 0 0 0,3 1 0 0 0,4-2 0 0 0,-3-1 0 0 0,-4-2 0 0 0,0 0 0 0 0,-2-2 0 0 0,-4 0 0 0 0,-4 0 0 0 0,-8 0 0 0 0,1-1 0 0 0,7 1 0 0 0,-4 0 0 0 0,3 5 0 0 0,1 2 0 0 0,-6 0 0 0 0,-3-2 0 0 0,-1-1 0 0 0,0-2 0 0 0,1-1 0 0 0,0 0 0 0 0,2-1 0 0 0,-6 0 0 0 0,-5-1 0 0 0,3 1 0 0 0,-2 5 0 0 0,2 2 0 0 0,1-1 0 0 0,-3 0 0 0 0,-4-2 0 0 0,-1-2 0 0 0,3-1 0 0 0,-1 0 0 0 0,-5-1 0 0 0,2 0 0 0 0,-2-1 0 0 0,-3 1 0 0 0,2 0 0 0 0,5 0 0 0 0,-1-1 0 0 0,3 1 0 0 0,-3 0 0 0 0,-2 0 0 0 0,-5 0 0 0 0,-3 0 0 0 0,-3 0 0 0 0,-1 0 0 0 0,-12 0 0 0 0,-15 0 0 0 0,-12 0 0 0 0,-12 0 0 0 0,-6 0 0 0 0,-6 0 0 0 0,-1 0 0 0 0,-2 0 0 0 0,1-5 0 0 0,-1-2 0 0 0,2 1 0 0 0,0 0 0 0 0,-4-3 0 0 0,-8 0 0 0 0,0 1 0 0 0,1 2 0 0 0,-2 2 0 0 0,-4 2 0 0 0,1 1 0 0 0,-2-4 0 0 0,-3-2 0 0 0,3 1 0 0 0,-1 1 0 0 0,3 1 0 0 0,-1 2 0 0 0,-3 1 0 0 0,3-5 0 0 0,-6-1 0 0 0,-5 1 0 0 0,3 1 0 0 0,1 1 0 0 0,4 2 0 0 0,1 1 0 0 0,-6 1 0 0 0,0 0 0 0 0,-5 0 0 0 0,-3 0 0 0 0,5 1 0 0 0,-4-1 0 0 0,5 0 0 0 0,6 0 0 0 0,-3 0 0 0 0,2 0 0 0 0,-4 0 0 0 0,-4 0 0 0 0,-12 0 0 0 0,-4 0 0 0 0,1 0 0 0 0,3 0 0 0 0,4 0 0 0 0,8 0 0 0 0,4 0 0 0 0,7 0 0 0 0,2 0 0 0 0,-7 0 0 0 0,1 0 0 0 0,-1 0 0 0 0,-1 0 0 0 0,4 0 0 0 0,0 0 0 0 0,5 0 0 0 0,-1 0 0 0 0,-3 0 0 0 0,4 0 0 0 0,3 0 0 0 0,5 0 0 0 0,-2 0 0 0 0,-4 0 0 0 0,1 0 0 0 0,-3 0 0 0 0,2 0 0 0 0,3 0 0 0 0,-1 0 0 0 0,-4 0 0 0 0,1 0 0 0 0,4 0 0 0 0,3 0 0 0 0,-2 0 0 0 0,1 0 0 0 0,3 0 0 0 0,-4 0 0 0 0,1 0 0 0 0,8-5 0 0 0,3-2 0 0 0,2 0 0 0 0,0 2 0 0 0,1 1 0 0 0,-2 2 0 0 0,5-5 0 0 0,12 0 0 0 0,12 0 0 0 0,7-3 0 0 0,8-1 0 0 0,6 3 0 0 0,4 1 0 0 0,4 3 0 0 0,3 2 0 0 0,-1 1 0 0 0,2 1 0 0 0,-1 0 0 0 0,5 0 0 0 0,7 1 0 0 0,6-1 0 0 0,0 0 0 0 0,2 1 0 0 0,-3-1 0 0 0,7 0 0 0 0,-2 0 0 0 0,6 0 0 0 0,8 0 0 0 0,-1 0 0 0 0,3 0 0 0 0,5 0 0 0 0,11 0 0 0 0,2 0 0 0 0,1 5 0 0 0,6 2 0 0 0,-7 0 0 0 0,-3 3 0 0 0,5 1 0 0 0,2-2 0 0 0,2 3 0 0 0,6-1 0 0 0,2 3 0 0 0,-12 0 0 0 0,0-4 0 0 0,6-2 0 0 0,2 2 0 0 0,0-1 0 0 0,0-1 0 0 0,3 2 0 0 0,-10 0 0 0 0,-4-1 0 0 0,3-3 0 0 0,3-2 0 0 0,1-2 0 0 0,0 4 0 0 0,0 1 0 0 0,-11-1 0 0 0,2 4 0 0 0,1 1 0 0 0,-2-3 0 0 0,-1-1 0 0 0,2 2 0 0 0,2 0 0 0 0,-9-1 0 0 0,-1 3 0 0 0,1-1 0 0 0,-7-1 0 0 0,0-3 0 0 0,-1 3 0 0 0,-3 0 0 0 0,-6-1 0 0 0,-5-3 0 0 0,0-1 0 0 0,1-2 0 0 0,-5 4 0 0 0,0 1 0 0 0,-4-1 0 0 0,0-1 0 0 0,3 4 0 0 0,3 0 0 0 0,3-2 0 0 0,2-1 0 0 0,-3-2 0 0 0,-2-2 0 0 0,-4-1 0 0 0,-5-1 0 0 0,-5 0 0 0 0,-5 5 0 0 0,-2 1 0 0 0,-2 1 0 0 0,-12-2 0 0 0,-13-2 0 0 0,-14 0 0 0 0,-11-2 0 0 0,-7-1 0 0 0,-4 0 0 0 0,-3 0 0 0 0,0 0 0 0 0,-1 0 0 0 0,1-1 0 0 0,1 1 0 0 0,0 0 0 0 0,1 0 0 0 0,-6 0 0 0 0,-6 0 0 0 0,-1 0 0 0 0,-4 0 0 0 0,-4 0 0 0 0,-4 0 0 0 0,3-5 0 0 0,-6-2 0 0 0,-3 0 0 0 0,4 2 0 0 0,-5 1 0 0 0,4 2 0 0 0,2 1 0 0 0,-6-5 0 0 0,2-1 0 0 0,-3 0 0 0 0,-7 2 0 0 0,-2 2 0 0 0,1 1 0 0 0,3-5 0 0 0,1 0 0 0 0,-2 0 0 0 0,-5 2 0 0 0,-1 2 0 0 0,-3 1 0 0 0,2 1 0 0 0,3 0 0 0 0,3 1 0 0 0,-1 1 0 0 0,1-1 0 0 0,-3 0 0 0 0,-5 0 0 0 0,5 1 0 0 0,1-1 0 0 0,-4 0 0 0 0,1 0 0 0 0,-3 0 0 0 0,-3 0 0 0 0,7 0 0 0 0,6 0 0 0 0,4 0 0 0 0,-3 0 0 0 0,-5 0 0 0 0,-1 0 0 0 0,2 0 0 0 0,-3 0 0 0 0,6 0 0 0 0,5 0 0 0 0,-3 0 0 0 0,-1 0 0 0 0,2 0 0 0 0,-5 0 0 0 0,5 0 0 0 0,-2 0 0 0 0,6 0 0 0 0,2 0 0 0 0,1 0 0 0 0,5 0 0 0 0,-3 0 0 0 0,2 0 0 0 0,0 0 0 0 0,-1 0 0 0 0,4 0 0 0 0,0 5 0 0 0,-1 2 0 0 0,-3 0 0 0 0,4-2 0 0 0,4-1 0 0 0,6-2 0 0 0,5-1 0 0 0,3 0 0 0 0,3-1 0 0 0,0 0 0 0 0,-4-1 0 0 0,-2 1 0 0 0,1 0 0 0 0,0 0 0 0 0,2 0 0 0 0,12 0 0 0 0,14-1 0 0 0,15 1 0 0 0,10 1 0 0 0,14-1 0 0 0,6 0 0 0 0,3 0 0 0 0,4 0 0 0 0,0 0 0 0 0,4 0 0 0 0,-2 0 0 0 0,2 0 0 0 0,3-6 0 0 0,4-1 0 0 0,-2 1 0 0 0,-1 0 0 0 0,3-3 0 0 0,1 0 0 0 0,-2 1 0 0 0,-1 2 0 0 0,1 2 0 0 0,7 2 0 0 0,-1 1 0 0 0,5 1 0 0 0,1 0 0 0 0,-4 1 0 0 0,2-1 0 0 0,-5 0 0 0 0,5-5 0 0 0,6-1 0 0 0,7-1 0 0 0,-5 2 0 0 0,-3 1 0 0 0,-3 2 0 0 0,2 0 0 0 0,6-3 0 0 0,1-2 0 0 0,-2 0 0 0 0,2 2 0 0 0,-6 2 0 0 0,-5 0 0 0 0,4 2 0 0 0,-1 1 0 0 0,0 0 0 0 0,3-5 0 0 0,1-2 0 0 0,-6 1 0 0 0,-5 1 0 0 0,-1 1 0 0 0,5 2 0 0 0,-3 1 0 0 0,3 0 0 0 0,2 1 0 0 0,-5 0 0 0 0,-3 1 0 0 0,-6-1 0 0 0,-1 0 0 0 0,1 0 0 0 0,-3 0 0 0 0,6 0 0 0 0,-1 0 0 0 0,-5 0 0 0 0,0 0 0 0 0,-3 0 0 0 0,1 0 0 0 0,-2 0 0 0 0,-4-5 0 0 0,-3-2 0 0 0,-3 1 0 0 0,-2 0 0 0 0,3 2 0 0 0,2 2 0 0 0,-1 1 0 0 0,3 0 0 0 0,1 1 0 0 0,-1 0 0 0 0,-3 1 0 0 0,-2-1 0 0 0,-2 0 0 0 0,-1 0 0 0 0,-12 1 0 0 0,-13-1 0 0 0,-15 0 0 0 0,-10 0 0 0 0,-7 0 0 0 0,-6 0 0 0 0,-1 0 0 0 0,-7 0 0 0 0,-2 0 0 0 0,2 0 0 0 0,1 0 0 0 0,2 0 0 0 0,-3 0 0 0 0,0 0 0 0 0,1 0 0 0 0,2 0 0 0 0,1 0 0 0 0,-3 0 0 0 0,0 0 0 0 0,0 0 0 0 0,-3 5 0 0 0,-6 2 0 0 0,1-1 0 0 0,-3 0 0 0 0,2-2 0 0 0,3-2 0 0 0,-1-1 0 0 0,-3 0 0 0 0,-4 4 0 0 0,1 2 0 0 0,-1-1 0 0 0,4-1 0 0 0,4-1 0 0 0,4 3 0 0 0,4 1 0 0 0,3-1 0 0 0,-3-1 0 0 0,-7-3 0 0 0,-1 5 0 0 0,-3 0 0 0 0,1-1 0 0 0,3-2 0 0 0,3-2 0 0 0,4-1 0 0 0,3-1 0 0 0,-4-1 0 0 0,-1 6 0 0 0,1 0 0 0 0,1 1 0 0 0,2-2 0 0 0,2-2 0 0 0,5 5 0 0 0,3 0 0 0 0,0-1 0 0 0,-1-2 0 0 0,-2-1 0 0 0,4-7 0 0 0,11-3 0 0 0,13-1 0 0 0,12-3 0 0 0,3-7 0 0 0,4-4 0 0 0,4 0 0 0 0,4-1 0 0 0,1 4 0 0 0,-3-2 0 0 0,-2 4 0 0 0,1 4 0 0 0,1-1 0 0 0,2-3 0 0 0,1-5 0 0 0,1 1 0 0 0,6 0 0 0 0,1 2 0 0 0,1 0 0 0 0,4-3 0 0 0,0 2 0 0 0,-2 5 0 0 0,3-1 0 0 0,-1-3 0 0 0,-2-4 0 0 0,7 2 0 0 0,-3-1 0 0 0,0 4 0 0 0,-1 4 0 0 0,2-1 0 0 0,4-3 0 0 0,-1 1 0 0 0,2-2 0 0 0,2-3 0 0 0,-1 2 0 0 0,-6 4 0 0 0,2 5 0 0 0,2-1 0 0 0,4-4 0 0 0,3 0 0 0 0,-3-2 0 0 0,1 1 0 0 0,-5-1 0 0 0,-4-3 0 0 0,0 1 0 0 0,3 5 0 0 0,-2 4 0 0 0,3-1 0 0 0,2 1 0 0 0,-6-3 0 0 0,-2 1 0 0 0,-7-3 0 0 0,1 1 0 0 0,4-2 0 0 0,6 1 0 0 0,0 4 0 0 0,2-2 0 0 0,-1 1 0 0 0,-10-2 0 0 0,-5 1 0 0 0,2-2 0 0 0,0 0 0 0 0,-1 4 0 0 0,0 4 0 0 0,-1-3 0 0 0,-1 1 0 0 0,-1 1 0 0 0,-5-2 0 0 0,-3 0 0 0 0,1 1 0 0 0,2 3 0 0 0,-10 2 0 0 0,-12 2 0 0 0,-12 2 0 0 0,-10-1 0 0 0,-2 7 0 0 0,-3 1 0 0 0,-3 1 0 0 0,-2-3 0 0 0,4 5 0 0 0,1-1 0 0 0,-7 4 0 0 0,-3 5 0 0 0,-6 5 0 0 0,-8-2 0 0 0,0 1 0 0 0,2-3 0 0 0,3 0 0 0 0,10 2 0 0 0,-1-2 0 0 0,0-5 0 0 0,0 1 0 0 0,1 3 0 0 0,1-1 0 0 0,-1-5 0 0 0,1 2 0 0 0,1 4 0 0 0,-1 4 0 0 0,0-3 0 0 0,0-3 0 0 0,1 0 0 0 0,-1 3 0 0 0,0 3 0 0 0,0 4 0 0 0,-5 2 0 0 0,-2 1 0 0 0,1-3 0 0 0,6-2 0 0 0,3 1 0 0 0,2-4 0 0 0,-1 0 0 0 0,5 1 0 0 0,0-3 0 0 0,0-5 0 0 0,2 1 0 0 0,6 3 0 0 0,-1 3 0 0 0,-3-1 0 0 0,-3-4 0 0 0,1-1 0 0 0,5 4 0 0 0,-1-2 0 0 0,-3 1 0 0 0,2 4 0 0 0,-1 2 0 0 0,-3 3 0 0 0,-3 2 0 0 0,2 1 0 0 0,5 1 0 0 0,1-5 0 0 0,2-1 0 0 0,9-6 0 0 0,11-5 0 0 0,9-6 0 0 0,3-9 0 0 0,3-9 0 0 0,3-4 0 0 0,3 1 0 0 0,2-2 0 0 0,1-5 0 0 0,1 2 0 0 0,1-1 0 0 0,-1-4 0 0 0,1 3 0 0 0,-1 0 0 0 0,0-3 0 0 0,5 4 0 0 0,-3-2 0 0 0,-2 4 0 0 0,-2 5 0 0 0,-5-1 0 0 0,4-4 0 0 0,2-4 0 0 0,6 1 0 0 0,3 0 0 0 0,-5-3 0 0 0,-4 3 0 0 0,-1 4 0 0 0,-1 1 0 0 0,1-4 0 0 0,0-2 0 0 0,0 1 0 0 0,1 4 0 0 0,1 0 0 0 0,0-2 0 0 0,-1-4 0 0 0,1 2 0 0 0,0-1 0 0 0,5-2 0 0 0,2 3 0 0 0,0-1 0 0 0,3-1 0 0 0,-4-3 0 0 0,-5 3 0 0 0,5 5 0 0 0,-6 1 0 0 0,-2-3 0 0 0,-1-3 0 0 0,0 2 0 0 0,1 5 0 0 0,-5-1 0 0 0,-1 3 0 0 0,1-2 0 0 0,1 1 0 0 0,2 4 0 0 0,-4-2 0 0 0,0 1 0 0 0,-5-3 0 0 0,1 1 0 0 0,-9 3 0 0 0,-11 3 0 0 0,-11 2 0 0 0,-8 3 0 0 0,-6 1 0 0 0,-4 6 0 0 0,-2 3 0 0 0,-1-1 0 0 0,0-1 0 0 0,0 4 0 0 0,1 4 0 0 0,0 1 0 0 0,1-2 0 0 0,-5 2 0 0 0,-2-3 0 0 0,6 4 0 0 0,3-3 0 0 0,-5-2 0 0 0,5 2 0 0 0,-4-2 0 0 0,-2-2 0 0 0,6 2 0 0 0,-4 0 0 0 0,5 3 0 0 0,-4-1 0 0 0,-1 2 0 0 0,-1-1 0 0 0,0-2 0 0 0,-4 1 0 0 0,4 3 0 0 0,3 0 0 0 0,-4 3 0 0 0,-7-3 0 0 0,-1 1 0 0 0,1-2 0 0 0,3 2 0 0 0,-2 3 0 0 0,-1-2 0 0 0,-2 2 0 0 0,1-4 0 0 0,7 2 0 0 0,5-3 0 0 0,2 2 0 0 0,1-2 0 0 0,0-4 0 0 0,0 1 0 0 0,-2 0 0 0 0,6 1 0 0 0,1 0 0 0 0,-1-2 0 0 0,-2 1 0 0 0,-1-1 0 0 0,-1 3 0 0 0,3 5 0 0 0,2-2 0 0 0,-2-3 0 0 0,5 1 0 0 0,5 3 0 0 0,0-1 0 0 0,2 2 0 0 0,4 2 0 0 0,3 3 0 0 0,8-2 0 0 0,9-5 0 0 0,8 0 0 0 0,5-3 0 0 0,5-5 0 0 0,2-2 0 0 0,1 2 0 0 0,1-1 0 0 0,-1-1 0 0 0,0-2 0 0 0,0-2 0 0 0,5-1 0 0 0,1-2 0 0 0,4 0 0 0 0,7 0 0 0 0,-1 0 0 0 0,8-1 0 0 0,-1 1 0 0 0,1 0 0 0 0,-4 0 0 0 0,-6 0 0 0 0,-4-6 0 0 0,-1-1 0 0 0,5-5 0 0 0,-1 0 0 0 0,-3 2 0 0 0,3 2 0 0 0,3 3 0 0 0,4-3 0 0 0,-1 0 0 0 0,6 1 0 0 0,-1-4 0 0 0,-5 1 0 0 0,-6 2 0 0 0,-5-4 0 0 0,0 1 0 0 0,5-3 0 0 0,0 1 0 0 0,2-3 0 0 0,4 2 0 0 0,-1 2 0 0 0,-5 5 0 0 0,1-3 0 0 0,-1 0 0 0 0,-5-2 0 0 0,-2-1 0 0 0,-4-2 0 0 0,4 1 0 0 0,5 3 0 0 0,7 3 0 0 0,-6-2 0 0 0,-5 1 0 0 0,1-4 0 0 0,-1 1 0 0 0,-1-3 0 0 0,-3 1 0 0 0,-1 3 0 0 0,-2 3 0 0 0,-6-2 0 0 0,-2 1 0 0 0,0-4 0 0 0,1 1 0 0 0,1 2 0 0 0,3-3 0 0 0,-5-3 0 0 0,-6-6 0 0 0,-12 2 0 0 0,-11 5 0 0 0,-11 3 0 0 0,-7 6 0 0 0,-6 2 0 0 0,-8 3 0 0 0,-3 1 0 0 0,1 0 0 0 0,0 1 0 0 0,3 0 0 0 0,2 0 0 0 0,-4-1 0 0 0,-1 1 0 0 0,-4-1 0 0 0,0 0 0 0 0,-3 0 0 0 0,-4 0 0 0 0,1 0 0 0 0,-2 0 0 0 0,3 0 0 0 0,-1 0 0 0 0,2 5 0 0 0,-1 2 0 0 0,3 5 0 0 0,-2 0 0 0 0,2-1 0 0 0,3-4 0 0 0,9 4 0 0 0,5-2 0 0 0,2-1 0 0 0,-1 3 0 0 0,1 0 0 0 0,-2-3 0 0 0,4 4 0 0 0,2-2 0 0 0,-2 4 0 0 0,-2-1 0 0 0,5 3 0 0 0,-1-1 0 0 0,-1-4 0 0 0,3 2 0 0 0,0 4 0 0 0,-2-1 0 0 0,-3-3 0 0 0,3 1 0 0 0,6 4 0 0 0,0-2 0 0 0,2 3 0 0 0,10-3 0 0 0,10-4 0 0 0,9-4 0 0 0,8-3 0 0 0,5-2 0 0 0,2-3 0 0 0,3 0 0 0 0,0-1 0 0 0,-1 0 0 0 0,1-5 0 0 0,-1-1 0 0 0,-1-5 0 0 0,1-1 0 0 0,-2 3 0 0 0,1 2 0 0 0,-5-2 0 0 0,-2 0 0 0 0,0-3 0 0 0,6 0 0 0 0,4 3 0 0 0,1-3 0 0 0,0 2 0 0 0,-1-3 0 0 0,-6-5 0 0 0,3 2 0 0 0,1 3 0 0 0,0-1 0 0 0,1 2 0 0 0,-1-3 0 0 0,0-2 0 0 0,-1 0 0 0 0,0 4 0 0 0,0 0 0 0 0,0 1 0 0 0,-6-2 0 0 0,-1 1 0 0 0,6 4 0 0 0,-3-2 0 0 0,-1 0 0 0 0,2-2 0 0 0,-6-4 0 0 0,0 1 0 0 0,1 3 0 0 0,2-1 0 0 0,-3-3 0 0 0,-1 1 0 0 0,2 4 0 0 0,-3-2 0 0 0,-5-3 0 0 0,-10 2 0 0 0,-12 3 0 0 0,-9 4 0 0 0,-7 3 0 0 0,-6 4 0 0 0,-2 0 0 0 0,-2 3 0 0 0,0-1 0 0 0,0 1 0 0 0,1 0 0 0 0,0-1 0 0 0,1 1 0 0 0,-1 4 0 0 0,2 2 0 0 0,-1 0 0 0 0,0-2 0 0 0,0-1 0 0 0,1-2 0 0 0,-6 5 0 0 0,-2 0 0 0 0,-5 5 0 0 0,0 6 0 0 0,2-1 0 0 0,2-3 0 0 0,3-4 0 0 0,3 2 0 0 0,0-2 0 0 0,2 4 0 0 0,1-2 0 0 0,5 3 0 0 0,-4-1 0 0 0,-2-3 0 0 0,0 2 0 0 0,-1-1 0 0 0,5 2 0 0 0,2-1 0 0 0,0-3 0 0 0,-1-2 0 0 0,4 1 0 0 0,0 1 0 0 0,-1 2 0 0 0,4 6 0 0 0,-1-1 0 0 0,-2-4 0 0 0,-3-3 0 0 0,4 2 0 0 0,4 3 0 0 0,1 0 0 0 0,8-3 0 0 0,10-3 0 0 0,11-4 0 0 0,7-7 0 0 0,7-4 0 0 0,3-6 0 0 0,2 0 0 0 0,1-5 0 0 0,-5-3 0 0 0,-3 0 0 0 0,1 5 0 0 0,-5-1 0 0 0,-1 3 0 0 0,2-3 0 0 0,3 3 0 0 0,-4-3 0 0 0,0 2 0 0 0,2-2 0 0 0,-3-4 0 0 0,0 2 0 0 0,3 4 0 0 0,-4-1 0 0 0,1 2 0 0 0,2-2 0 0 0,3 2 0 0 0,-4-3 0 0 0,1 2 0 0 0,-4-2 0 0 0,1 2 0 0 0,-4-3 0 0 0,2 3 0 0 0,3 3 0 0 0,3-2 0 0 0,-3-4 0 0 0,2 1 0 0 0,1 4 0 0 0,-3-3 0 0 0,-4-2 0 0 0,-1 0 0 0 0,3-1 0 0 0,-1-4 0 0 0,1 3 0 0 0,-3-1 0 0 0,-8 3 0 0 0,-11 4 0 0 0,-5-1 0 0 0,-6 3 0 0 0,-6 2 0 0 0,-4 3 0 0 0,-4 3 0 0 0,-1 1 0 0 0,-2 2 0 0 0,0 0 0 0 0,0 0 0 0 0,0 1 0 0 0,1 0 0 0 0,0-1 0 0 0,-1 0 0 0 0,2 0 0 0 0,-1 0 0 0 0,0 0 0 0 0,0 0 0 0 0,0 0 0 0 0,1 0 0 0 0,-1 0 0 0 0,0 0 0 0 0,0 0 0 0 0,0 6 0 0 0,1 1 0 0 0,-1-1 0 0 0,0 5 0 0 0,0 0 0 0 0,0 3 0 0 0,0-1 0 0 0,1-2 0 0 0,-1-3 0 0 0,0 2 0 0 0,0 0 0 0 0,5 3 0 0 0,3-1 0 0 0,-2-2 0 0 0,0-3 0 0 0,3 3 0 0 0,6 4 0 0 0,0 1 0 0 0,-2-3 0 0 0,1 2 0 0 0,-1-1 0 0 0,3 2 0 0 0,-2-2 0 0 0,2 3 0 0 0,4 4 0 0 0,3 3 0 0 0,9-2 0 0 0,9-4 0 0 0,8-6 0 0 0,7-4 0 0 0,4-3 0 0 0,2-3 0 0 0,1-1 0 0 0,1-1 0 0 0,-1 0 0 0 0,0 0 0 0 0,0 0 0 0 0,-1 1 0 0 0,1-1 0 0 0,-1 1 0 0 0,-1 0 0 0 0,6-5 0 0 0,7-2 0 0 0,2 0 0 0 0,-3 2 0 0 0,4-4 0 0 0,-2 0 0 0 0,-9-5 0 0 0,-4 2 0 0 0,-2 1 0 0 0,-1-2 0 0 0,-1 2 0 0 0,2 1 0 0 0,0 4 0 0 0,0-3 0 0 0,2 0 0 0 0,-6-4 0 0 0,-1 1 0 0 0,0 2 0 0 0,2 3 0 0 0,1-3 0 0 0,1-5 0 0 0,2 1 0 0 0,0-4 0 0 0,1 3 0 0 0,0-3 0 0 0,0-2 0 0 0,1 1 0 0 0,-1 4 0 0 0,-6 0 0 0 0,-1-3 0 0 0,-5-4 0 0 0,0 2 0 0 0,-4-1 0 0 0,1 3 0 0 0,-2 0 0 0 0,-4-3 0 0 0,-3-3 0 0 0,-8 3 0 0 0,-9 5 0 0 0,-9 5 0 0 0,-5 4 0 0 0,0-2 0 0 0,0 2 0 0 0,-2 0 0 0 0,-1 3 0 0 0,-2 1 0 0 0,0 1 0 0 0,-2 2 0 0 0,0 0 0 0 0,0 0 0 0 0,0 1 0 0 0,0-1 0 0 0,-5 0 0 0 0,-2 0 0 0 0,0 6 0 0 0,2 1 0 0 0,1 5 0 0 0,-3 0 0 0 0,-1-2 0 0 0,1-2 0 0 0,-4 2 0 0 0,-4 0 0 0 0,-1 3 0 0 0,4 0 0 0 0,-3 2 0 0 0,2 0 0 0 0,3-4 0 0 0,4-3 0 0 0,2 2 0 0 0,2-1 0 0 0,2 4 0 0 0,-5-1 0 0 0,-1 3 0 0 0,0-1 0 0 0,-4-3 0 0 0,0-3 0 0 0,1-3 0 0 0,3-3 0 0 0,2 4 0 0 0,2 1 0 0 0,-4 5 0 0 0,-1-1 0 0 0,-5 4 0 0 0,1 0 0 0 0,-5 1 0 0 0,2-1 0 0 0,3-3 0 0 0,-2-4 0 0 0,1-3 0 0 0,8 2 0 0 0,5 1 0 0 0,2-2 0 0 0,1-1 0 0 0,-1 3 0 0 0,0 1 0 0 0,-6 4 0 0 0,-3-1 0 0 0,0-2 0 0 0,1-2 0 0 0,1-3 0 0 0,7 2 0 0 0,3 1 0 0 0,5 5 0 0 0,12-2 0 0 0,12-1 0 0 0,11-2 0 0 0,8-4 0 0 0,6-1 0 0 0,2-2 0 0 0,2-1 0 0 0,0 0 0 0 0,0-1 0 0 0,0 1 0 0 0,-1-1 0 0 0,-1 1 0 0 0,0 0 0 0 0,0 0 0 0 0,0-1 0 0 0,-5-4 0 0 0,3-2 0 0 0,2 1 0 0 0,1 0 0 0 0,0 3 0 0 0,0-5 0 0 0,0 0 0 0 0,0-5 0 0 0,4 1 0 0 0,2-3 0 0 0,5 0 0 0 0,0 4 0 0 0,-7-3 0 0 0,-4 3 0 0 0,2 1 0 0 0,-4-1 0 0 0,-2 0 0 0 0,0 3 0 0 0,-1 2 0 0 0,2-3 0 0 0,0 0 0 0 0,-5-4 0 0 0,0 1 0 0 0,0 2 0 0 0,-4-3 0 0 0,0 2 0 0 0,2 2 0 0 0,3 2 0 0 0,-4-2 0 0 0,0 0 0 0 0,3-3 0 0 0,1-1 0 0 0,2-2 0 0 0,2 1 0 0 0,-4-3 0 0 0,-1-3 0 0 0,0 2 0 0 0,-3-2 0 0 0,-6-2 0 0 0,0 2 0 0 0,-2 0 0 0 0,-4-3 0 0 0,-3-1 0 0 0,-8 2 0 0 0,-9 5 0 0 0,-8 0 0 0 0,-5 4 0 0 0,-5 3 0 0 0,3-1 0 0 0,1 0 0 0 0,-1 3 0 0 0,-1 3 0 0 0,-1 1 0 0 0,-2 3 0 0 0,0 0 0 0 0,-1 1 0 0 0,1 1 0 0 0,-1-1 0 0 0,-1 0 0 0 0,-4 1 0 0 0,-2-1 0 0 0,1 0 0 0 0,0 0 0 0 0,-3 0 0 0 0,-5 0 0 0 0,-6 0 0 0 0,1 0 0 0 0,3 0 0 0 0,0 0 0 0 0,-3 0 0 0 0,1 0 0 0 0,5 0 0 0 0,-1 0 0 0 0,1 0 0 0 0,4 0 0 0 0,-2 0 0 0 0,0 0 0 0 0,3 0 0 0 0,-3 0 0 0 0,-4 0 0 0 0,-1 0 0 0 0,-1 5 0 0 0,-4 2 0 0 0,-4 5 0 0 0,-2 1 0 0 0,3-3 0 0 0,6-2 0 0 0,6-3 0 0 0,-1-2 0 0 0,-2 3 0 0 0,-5 2 0 0 0,-3 3 0 0 0,-4 1 0 0 0,-2 3 0 0 0,4-1 0 0 0,0 3 0 0 0,6 3 0 0 0,5-1 0 0 0,5-5 0 0 0,5-3 0 0 0,2-5 0 0 0,7 2 0 0 0,3 0 0 0 0,0-1 0 0 0,4 3 0 0 0,0-1 0 0 0,3 5 0 0 0,4 4 0 0 0,5 5 0 0 0,3 3 0 0 0,7 3 0 0 0,9-4 0 0 0,8 0 0 0 0,5 0 0 0 0,3-4 0 0 0,4-5 0 0 0,5-1 0 0 0,-3 3 0 0 0,-2-2 0 0 0,-1-3 0 0 0,-6 0 0 0 0,3-1 0 0 0,8 3 0 0 0,2-2 0 0 0,6-3 0 0 0,0-3 0 0 0,-2-2 0 0 0,-2 2 0 0 0,1 1 0 0 0,5-2 0 0 0,5-1 0 0 0,5 4 0 0 0,-3-1 0 0 0,1 0 0 0 0,-4-3 0 0 0,0-1 0 0 0,-3-2 0 0 0,-5-1 0 0 0,2-1 0 0 0,3 0 0 0 0,5 0 0 0 0,3-1 0 0 0,-2 1 0 0 0,1 0 0 0 0,-5-1 0 0 0,1 1 0 0 0,2 0 0 0 0,-2 0 0 0 0,0 0 0 0 0,-3 0 0 0 0,2 0 0 0 0,-3 0 0 0 0,1 0 0 0 0,-2 0 0 0 0,-3 0 0 0 0,1 0 0 0 0,5 0 0 0 0,3-5 0 0 0,0-2 0 0 0,0 1 0 0 0,3 0 0 0 0,-3 2 0 0 0,1 2 0 0 0,-4 1 0 0 0,-10-5 0 0 0,0-1 0 0 0,3 1 0 0 0,-5-5 0 0 0,1 1 0 0 0,6-4 0 0 0,6 0 0 0 0,-1 4 0 0 0,-3 2 0 0 0,-9-2 0 0 0,0 0 0 0 0,-1 3 0 0 0,-7-4 0 0 0,-2 1 0 0 0,-1 1 0 0 0,1 3 0 0 0,-5-3 0 0 0,1 0 0 0 0,0 2 0 0 0,-2-4 0 0 0,0-5 0 0 0,2 1 0 0 0,-3-3 0 0 0,-5-4 0 0 0,-4-3 0 0 0,-4-2 0 0 0,-9-3 0 0 0,-8 5 0 0 0,-8 6 0 0 0,-1 1 0 0 0,-2-1 0 0 0,-3 2 0 0 0,-2 4 0 0 0,-7 4 0 0 0,-3-1 0 0 0,0 1 0 0 0,0 2 0 0 0,2-4 0 0 0,2 1 0 0 0,0 2 0 0 0,-4-3 0 0 0,-1 0 0 0 0,1 3 0 0 0,-4 1 0 0 0,-1 4 0 0 0,-2 0 0 0 0,-6 3 0 0 0,-4 0 0 0 0,2 0 0 0 0,4 0 0 0 0,6 1 0 0 0,4-1 0 0 0,-2 1 0 0 0,1-1 0 0 0,-4 0 0 0 0,1 0 0 0 0,2 0 0 0 0,2 0 0 0 0,3 0 0 0 0,2 0 0 0 0,-4 0 0 0 0,-1 0 0 0 0,1 0 0 0 0,1 0 0 0 0,2 0 0 0 0,1 0 0 0 0,1 0 0 0 0,1 0 0 0 0,1 5 0 0 0,-1 2 0 0 0,0 5 0 0 0,1 0 0 0 0,-1-1 0 0 0,1 2 0 0 0,4 4 0 0 0,2-1 0 0 0,0-2 0 0 0,-1-5 0 0 0,3 2 0 0 0,6 5 0 0 0,0-2 0 0 0,3 4 0 0 0,-2-3 0 0 0,2 3 0 0 0,3 2 0 0 0,-2-1 0 0 0,1 0 0 0 0,-3 4 0 0 0,1 1 0 0 0,3 4 0 0 0,3 1 0 0 0,-3-4 0 0 0,1-1 0 0 0,2 0 0 0 0,1 2 0 0 0,3 2 0 0 0,1 1 0 0 0,7-5 0 0 0,7-6 0 0 0,2 0 0 0 0,3-4 0 0 0,5-5 0 0 0,-2 3 0 0 0,1-2 0 0 0,3-2 0 0 0,1-3 0 0 0,-2 3 0 0 0,-1 1 0 0 0,2-2 0 0 0,1-2 0 0 0,3-1 0 0 0,1-2 0 0 0,1-2 0 0 0,0 1 0 0 0,1-2 0 0 0,1 1 0 0 0,-1 0 0 0 0,0-1 0 0 0,0 1 0 0 0,0 0 0 0 0,0 0 0 0 0,5 0 0 0 0,2 0 0 0 0,-1 0 0 0 0,-1 0 0 0 0,-1 0 0 0 0,-2 0 0 0 0,-1 0 0 0 0,0-5 0 0 0,-2-2 0 0 0,1 0 0 0 0,5 2 0 0 0,1 1 0 0 0,-5-4 0 0 0,-3 0 0 0 0,-1 1 0 0 0,0 1 0 0 0,0 3 0 0 0,1 1 0 0 0,1 1 0 0 0,0 1 0 0 0,0 0 0 0 0,6 0 0 0 0,2 0 0 0 0,-5-4 0 0 0,1-3 0 0 0,1 0 0 0 0,0 2 0 0 0,4-4 0 0 0,1 0 0 0 0,-2 1 0 0 0,-1-3 0 0 0,-2 0 0 0 0,-2 2 0 0 0,-1 3 0 0 0,-1 2 0 0 0,0 2 0 0 0,-1 1 0 0 0,-5-5 0 0 0,-1 0 0 0 0,0 0 0 0 0,-4-5 0 0 0,-6-4 0 0 0,-4-6 0 0 0,-5-4 0 0 0,-8 1 0 0 0,-8 1 0 0 0,-9-2 0 0 0,-5 4 0 0 0,-4 5 0 0 0,-2 0 0 0 0,-7 3 0 0 0,4-1 0 0 0,2 1 0 0 0,1-3 0 0 0,1 3 0 0 0,0 2 0 0 0,-5 4 0 0 0,-2 2 0 0 0,-6-2 0 0 0,-5-1 0 0 0,-5-3 0 0 0,-4-1 0 0 0,-4-3 0 0 0,0 1 0 0 0,3 2 0 0 0,3 5 0 0 0,4 2 0 0 0,1 2 0 0 0,3 2 0 0 0,0 1 0 0 0,2-5 0 0 0,3-1 0 0 0,0 0 0 0 0,0 1 0 0 0,-3 2 0 0 0,-3 1 0 0 0,0 0 0 0 0,3 2 0 0 0,5 0 0 0 0,3 0 0 0 0,3 6 0 0 0,2 1 0 0 0,1 5 0 0 0,1 1 0 0 0,-1-3 0 0 0,1-2 0 0 0,0 2 0 0 0,0 5 0 0 0,-1 0 0 0 0,1-3 0 0 0,4 3 0 0 0,2 2 0 0 0,0 0 0 0 0,4 2 0 0 0,0-3 0 0 0,-2 2 0 0 0,-2 2 0 0 0,2 4 0 0 0,1 2 0 0 0,-2 3 0 0 0,3 1 0 0 0,5 1 0 0 0,-1-5 0 0 0,3-1 0 0 0,4 0 0 0 0,3 0 0 0 0,3 3 0 0 0,1 0 0 0 0,7-3 0 0 0,8-7 0 0 0,1-1 0 0 0,4-3 0 0 0,4-4 0 0 0,3-4 0 0 0,-2 2 0 0 0,0 0 0 0 0,2-1 0 0 0,1-2 0 0 0,1-2 0 0 0,3-2 0 0 0,0 0 0 0 0,0-1 0 0 0,-4 5 0 0 0,-2 2 0 0 0,1-1 0 0 0,1-1 0 0 0,1-1 0 0 0,2-2 0 0 0,0-1 0 0 0,2 0 0 0 0,-1-1 0 0 0,1-1 0 0 0,1 1 0 0 0,-1 0 0 0 0,0 0 0 0 0,0-1 0 0 0,-6-4 0 0 0,-1-2 0 0 0,0-5 0 0 0,2 0 0 0 0,1 1 0 0 0,1 4 0 0 0,2-4 0 0 0,0-4 0 0 0,1 0 0 0 0,-5-2 0 0 0,-2 1 0 0 0,-5-1 0 0 0,-5-4 0 0 0,-6-3 0 0 0,-9-3 0 0 0,-9 4 0 0 0,-9 4 0 0 0,-1 2 0 0 0,-2 3 0 0 0,-3-1 0 0 0,-2 1 0 0 0,-2 4 0 0 0,4-2 0 0 0,1 1 0 0 0,-1 3 0 0 0,-1 2 0 0 0,-1 2 0 0 0,-2 3 0 0 0,-1-5 0 0 0,0-1 0 0 0,-1 1 0 0 0,0 1 0 0 0,0-4 0 0 0,-1 0 0 0 0,1 2 0 0 0,0 1 0 0 0,1 2 0 0 0,-7 2 0 0 0,-6-4 0 0 0,-6-1 0 0 0,-1 0 0 0 0,3 2 0 0 0,0-3 0 0 0,-4-1 0 0 0,3 1 0 0 0,3 2 0 0 0,5-3 0 0 0,3 0 0 0 0,4 2 0 0 0,1 1 0 0 0,1 3 0 0 0,1 1 0 0 0,0 1 0 0 0,0 1 0 0 0,0 0 0 0 0,-1 0 0 0 0,1 1 0 0 0,-1-1 0 0 0,-5 0 0 0 0,-7 0 0 0 0,-1 0 0 0 0,1 0 0 0 0,3 0 0 0 0,3 0 0 0 0,2 0 0 0 0,3 0 0 0 0,0 0 0 0 0,2 0 0 0 0,5 6 0 0 0,12 1 0 0 0,8 4 0 0 0,11 2 0 0 0,9 2 0 0 0,8 0 0 0 0,4-3 0 0 0,-2 1 0 0 0,1-1 0 0 0,0-2 0 0 0,1-4 0 0 0,2-2 0 0 0,0-2 0 0 0,-4 3 0 0 0,-1 2 0 0 0,0-1 0 0 0,7 4 0 0 0,4 1 0 0 0,0-3 0 0 0,0-1 0 0 0,-1 2 0 0 0,-1 0 0 0 0,0-1 0 0 0,-2-2 0 0 0,1-3 0 0 0,-2-1 0 0 0,1-1 0 0 0,0-1 0 0 0,5 0 0 0 0,1-1 0 0 0,6 1 0 0 0,0 0 0 0 0,-2 5 0 0 0,-2 1 0 0 0,-3 1 0 0 0,-3-2 0 0 0,-1-1 0 0 0,5-2 0 0 0,0 0 0 0 0,0-2 0 0 0,-1 0 0 0 0,-2 0 0 0 0,-1 0 0 0 0,-1-1 0 0 0,-1 1 0 0 0,0 0 0 0 0,-1 0 0 0 0,1 0 0 0 0,-1 0 0 0 0,1 0 0 0 0,0 0 0 0 0,-1 0 0 0 0,1 0 0 0 0,0 0 0 0 0,0 0 0 0 0,0 0 0 0 0,0 0 0 0 0,-1 0 0 0 0,1 0 0 0 0,0 0 0 0 0,0 0 0 0 0,0 0 0 0 0,-6-5 0 0 0,-6-8 0 0 0,-7-5 0 0 0,-11-1 0 0 0,-5-2 0 0 0,-7 2 0 0 0,-8 0 0 0 0,-5 2 0 0 0,-4 5 0 0 0,3 4 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17340 3872 16383 0 0,'0'-5'0'0'0,"-5"-2"0"0"0,-8 0 0 0 0,0-3 0 0 0,-4-1 0 0 0,0-3 0 0 0,-1 0 0 0 0,-3 3 0 0 0,2-2 0 0 0,-1 1 0 0 0,-3-2 0 0 0,-2 1 0 0 0,-2-3 0 0 0,-2 2 0 0 0,4-3 0 0 0,1 3 0 0 0,5-3 0 0 0,0 3 0 0 0,-2 2 0 0 0,8 5 0 0 0,11 2 0 0 0,12 3 0 0 0,9 1 0 0 0,6 2 0 0 0,5-1 0 0 0,2 1 0 0 0,1 0 0 0 0,0-1 0 0 0,0 0 0 0 0,-1 1 0 0 0,0-1 0 0 0,-1 0 0 0 0,0 0 0 0 0,0 0 0 0 0,5 0 0 0 0,2 0 0 0 0,-1 0 0 0 0,-1 5 0 0 0,-1 2 0 0 0,-2 0 0 0 0,-1-2 0 0 0,-1-1 0 0 0,0-2 0 0 0,5-1 0 0 0,-4 5 0 0 0,4 1 0 0 0,5-1 0 0 0,2 0 0 0 0,4-3 0 0 0,-2-1 0 0 0,-2-1 0 0 0,-3 0 0 0 0,-4-1 0 0 0,-3-1 0 0 0,-1 1 0 0 0,-1 0 0 0 0,0 0 0 0 0,-1-1 0 0 0,0 1 0 0 0,5 0 0 0 0,3 0 0 0 0,-1 0 0 0 0,-1 6 0 0 0,-1 0 0 0 0,-2 1 0 0 0,-1-1 0 0 0,-1-3 0 0 0,0 0 0 0 0,0-2 0 0 0,-11-1 0 0 0,-14-5 0 0 0,-13-2 0 0 0,-11-5 0 0 0,-7-1 0 0 0,-5-3 0 0 0,-3 1 0 0 0,-5 4 0 0 0,-3-3 0 0 0,1 2 0 0 0,-3-3 0 0 0,1 2 0 0 0,1-2 0 0 0,-2 0 0 0 0,1 4 0 0 0,-3-1 0 0 0,-4 0 0 0 0,-5-2 0 0 0,2 1 0 0 0,0-3 0 0 0,-8-3 0 0 0,-9-4 0 0 0,-3 1 0 0 0,-6 0 0 0 0,1 4 0 0 0,-3 4 0 0 0,2 0 0 0 0,4-3 0 0 0,-1 1 0 0 0,1-1 0 0 0,-2-4 0 0 0,-10-3 0 0 0,-5 2 0 0 0,2 0 0 0 0,1-2 0 0 0,-1 4 0 0 0,-1-1 0 0 0,-1-1 0 0 0,-5 2 0 0 0,-3 0 0 0 0,-5-2 0 0 0,9 3 0 0 0,1-1 0 0 0,-5 3 0 0 0,-7-1 0 0 0,-1 3 0 0 0,2 4 0 0 0,-2-2 0 0 0,1 2 0 0 0,4-3 0 0 0,2 2 0 0 0,3-4 0 0 0,-2 2 0 0 0,-7-2 0 0 0,5 2 0 0 0,10 2 0 0 0,-2-1 0 0 0,5 2 0 0 0,2 2 0 0 0,0-2 0 0 0,3 0 0 0 0,1 3 0 0 0,4 2 0 0 0,4-3 0 0 0,5 0 0 0 0,-2 2 0 0 0,6 1 0 0 0,3 3 0 0 0,2 1 0 0 0,6 1 0 0 0,2 1 0 0 0,-1 0 0 0 0,3 1 0 0 0,0-1 0 0 0,3 0 0 0 0,4 1 0 0 0,5-1 0 0 0,13 0 0 0 0,17 5 0 0 0,14 2 0 0 0,13 0 0 0 0,7-2 0 0 0,10 4 0 0 0,4 0 0 0 0,0-1 0 0 0,0-2 0 0 0,-3-2 0 0 0,-2-2 0 0 0,-2-1 0 0 0,-1-1 0 0 0,-1 0 0 0 0,5 0 0 0 0,1-1 0 0 0,0 1 0 0 0,-1 0 0 0 0,-2-1 0 0 0,5 1 0 0 0,-1 0 0 0 0,6 0 0 0 0,-1 0 0 0 0,-2 0 0 0 0,-3 0 0 0 0,-2 0 0 0 0,-3 0 0 0 0,-1 0 0 0 0,4 0 0 0 0,2 0 0 0 0,-1 0 0 0 0,-2 0 0 0 0,5 0 0 0 0,5 0 0 0 0,6 0 0 0 0,-1 0 0 0 0,-4 0 0 0 0,-3 0 0 0 0,-5 0 0 0 0,-4 0 0 0 0,-1 0 0 0 0,-2 0 0 0 0,-1-5 0 0 0,0-2 0 0 0,0 1 0 0 0,0 0 0 0 0,0 2 0 0 0,6 2 0 0 0,2-5 0 0 0,-1 0 0 0 0,-1 0 0 0 0,-1 2 0 0 0,-2 2 0 0 0,-1 1 0 0 0,0 1 0 0 0,-2-5 0 0 0,1-1 0 0 0,0 1 0 0 0,-1 1 0 0 0,1 1 0 0 0,-1 2 0 0 0,1 1 0 0 0,0 1 0 0 0,0 0 0 0 0,-6-5 0 0 0,-1-2 0 0 0,0 1 0 0 0,2 0 0 0 0,-4-2 0 0 0,-11-2 0 0 0,-13 2 0 0 0,-11 3 0 0 0,-3-4 0 0 0,-4-1 0 0 0,-5 3 0 0 0,-2 1 0 0 0,-2-3 0 0 0,-2 0 0 0 0,0 2 0 0 0,-1 1 0 0 0,0 3 0 0 0,1 1 0 0 0,10 1 0 0 0,14 1 0 0 0,9 5 0 0 0,8 3 0 0 0,9-1 0 0 0,6 4 0 0 0,3 0 0 0 0,3-2 0 0 0,-4 3 0 0 0,-1-1 0 0 0,0-2 0 0 0,1-3 0 0 0,1-2 0 0 0,1-1 0 0 0,0 3 0 0 0,2 1 0 0 0,0-1 0 0 0,0-1 0 0 0,0-2 0 0 0,0 4 0 0 0,5 1 0 0 0,2-1 0 0 0,5-2 0 0 0,0-1 0 0 0,-2-2 0 0 0,-2-1 0 0 0,-3-1 0 0 0,-3 0 0 0 0,-1 0 0 0 0,5 0 0 0 0,0-1 0 0 0,0 1 0 0 0,-1 0 0 0 0,-2 0 0 0 0,-1 0 0 0 0,-1 0 0 0 0,4 0 0 0 0,2 0 0 0 0,-1 0 0 0 0,-1 0 0 0 0,-2 0 0 0 0,-1 0 0 0 0,5 0 0 0 0,-5 0 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1515 16383 0 0,'13'-15'0'0'0,"7"-4"0"0"0,-5-2 0 0 0,1 3 0 0 0,-3-1 0 0 0,-3-2 0 0 0,2 2 0 0 0,-1-1 0 0 0,-3-1 0 0 0,-2-4 0 0 0,3 3 0 0 0,-1 0 0 0 0,5 4 0 0 0,-1-1 0 0 0,3 4 0 0 0,-1-2 0 0 0,-2-2 0 0 0,-5-4 0 0 0,4 2 0 0 0,-2 0 0 0 0,4-3 0 0 0,-1-1 0 0 0,-2-3 0 0 0,-3-1 0 0 0,3 4 0 0 0,-1 1 0 0 0,-7 17 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9886 958 16383 0 0,'-3'12'0'0'0,"-5"11"0"0"0,-4-2 0 0 0,-1-1 0 0 0,3 3 0 0 0,2 2 0 0 0,-3 3 0 0 0,-4 0 0 0 0,0 3 0 0 0,-3-6 0 0 0,3-1 0 0 0,2 1 0 0 0,0 1 0 0 0,1-9 0 0 0,2-13 0 0 0,9-7 0 0 0,5-8 0 0 0,6-7 0 0 0,7-1 0 0 0,1-3 0 0 0,-3-2 0 0 0,-4-3 0 0 0,-4-1 0 0 0,2 3 0 0 0,0 1 0 0 0,3 5 0 0 0,0 0 0 0 0,-2-2 0 0 0,-3-3 0 0 0,2-2 0 0 0,-1 4 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9909 958 16383 0 0,'-3'3'0'0'0,"-15"21"0"0"0,4 2 0 0 0,0-3 0 0 0,-4-6 0 0 0,2 0 0 0 0,-2 2 0 0 0,2 3 0 0 0,4 4 0 0 0,-1-4 0 0 0,1 0 0 0 0,-2-3 0 0 0,1 0 0 0 0,3 2 0 0 0,3 3 0 0 0,-3-3 0 0 0,-4 0 0 0 0,0 2 0 0 0,-3-3 0 0 0,1 1 0 0 0,-2-4 0 0 0,6-3 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9889 958 16383 0 0,'-12'24'0'0'0,"-3"8"0"0"0,3 0 0 0 0,3 0 0 0 0,-2-1 0 0 0,1 0 0 0 0,-4-5 0 0 0,2-3 0 0 0,-3-4 0 0 0,1 0 0 0 0,3 1 0 0 0,3 3 0 0 0,3 3 0 0 0,-2-3 0 0 0,-1-1 0 0 0,1 2 0 0 0,-3-3 0 0 0,0-1 0 0 0,2-8 0 0 0,1-12 0 0 0,9-5 0 0 0,3-8 0 0 0,0-7 0 0 0,0-4 0 0 0,5-5 0 0 0,0-2 0 0 0,-2 0 0 0 0,3 4 0 0 0,0 1 0 0 0,4 1 0 0 0,-2-1 0 0 0,-2-2 0 0 0,-4 0 0 0 0,-2-2 0 0 0,3 5 0 0 0,0 1 0 0 0,-2 0 0 0 0,4 3 0 0 0,0 1 0 0 0,-8 17 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9978 958 16383 0 0,'0'18'0'0'0,"-5"7"0"0"0,-3 0 0 0 0,1 1 0 0 0,1 2 0 0 0,2 1 0 0 0,-3-4 0 0 0,-2-2 0 0 0,2 1 0 0 0,-4-3 0 0 0,1-1 0 0 0,1 2 0 0 0,-2 3 0 0 0,0 1 0 0 0,2 3 0 0 0,-3-5 0 0 0,1 0 0 0 0,3 0 0 0 0,-4-3 0 0 0,1 0 0 0 0,3 1 0 0 0,2 2 0 0 0,-3-2 0 0 0,0-1 0 0 0,-4 3 0 0 0,1 1 0 0 0,-4-3 0 0 0,2 0 0 0 0,3 1 0 0 0,3 3 0 0 0,3 1 0 0 0,-3-4 0 0 0,1 0 0 0 0,-5-4 0 0 0,0 0 0 0 0,2 2 0 0 0,3 2 0 0 0,-3-2 0 0 0,1 0 0 0 0,-4-3 0 0 0,0 0 0 0 0,3 3 0 0 0,3 3 0 0 0,-3-3 0 0 0,-5-5 0 0 0,1 0 0 0 0,-3-2 0 0 0,1 1 0 0 0,-2-2 0 0 0,-2-3 0 0 0,-4-3 0 0 0,2 2 0 0 0,0 0 0 0 0,-1-2 0 0 0,20-5 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1509 16383 0 0,'6'-3'0'0'0,"19"-13"0"0"0,-2 3 0 0 0,1 2 0 0 0,-3-1 0 0 0,-1 1 0 0 0,-3-3 0 0 0,0 1 0 0 0,3 3 0 0 0,-2-2 0 0 0,1 0 0 0 0,3-2 0 0 0,2-4 0 0 0,3 0 0 0 0,2-1 0 0 0,1-3 0 0 0,1 2 0 0 0,-5 0 0 0 0,-1 3 0 0 0,-1 4 0 0 0,-3-1 0 0 0,-1-3 0 0 0,2 1 0 0 0,3-1 0 0 0,-4-4 0 0 0,0 2 0 0 0,3 4 0 0 0,-4 0 0 0 0,0 2 0 0 0,-3-2 0 0 0,-10 1 0 0 0,-11 4 0 0 0,-5 8 0 0 0,-6 5 0 0 0,-6 2 0 0 0,0 5 0 0 0,-1 6 0 0 0,-2 0 0 0 0,-2-2 0 0 0,3 2 0 0 0,6 3 0 0 0,0-2 0 0 0,3 2 0 0 0,-1-3 0 0 0,2 2 0 0 0,-2-3 0 0 0,1 2 0 0 0,-2-2 0 0 0,-3-4 0 0 0,1 1 0 0 0,4 5 0 0 0,-2 4 0 0 0,-2-2 0 0 0,2 2 0 0 0,-3 2 0 0 0,-2-2 0 0 0,-3-1 0 0 0,2 3 0 0 0,0-3 0 0 0,3 0 0 0 0,1-3 0 0 0,2 1 0 0 0,5 2 0 0 0,-2-2 0 0 0,2 1 0 0 0,2 3 0 0 0,-2-3 0 0 0,6-4 0 0 0,4-10 0 0 0,7-6 0 0 0,8-8 0 0 0,2-8 0 0 0,2-6 0 0 0,5-4 0 0 0,3-3 0 0 0,-3-2 0 0 0,0 0 0 0 0,1 4 0 0 0,-3 3 0 0 0,-5 0 0 0 0,-6-1 0 0 0,1 4 0 0 0,4 0 0 0 0,-1-1 0 0 0,3 4 0 0 0,-2-1 0 0 0,2-2 0 0 0,-2-3 0 0 0,2 4 0 0 0,-2-1 0 0 0,-4-1 0 0 0,2 3 0 0 0,-2-1 0 0 0,3 4 0 0 0,-1-1 0 0 0,3-2 0 0 0,-2-3 0 0 0,-3-3 0 0 0,2 3 0 0 0,-2 0 0 0 0,-2-1 0 0 0,2 3 0 0 0,0 0 0 0 0,-8 4 0 0 0,-9 5 0 0 0,-4 9 0 0 0,-5 5 0 0 0,-1 8 0 0 0,-2 2 0 0 0,2 5 0 0 0,-2-2 0 0 0,2 3 0 0 0,-1-2 0 0 0,2 2 0 0 0,-1 2 0 0 0,1 4 0 0 0,-1-3 0 0 0,11-15 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9984 979 16383 0 0,'-14'15'0'0'0,"-4"9"0"0"0,-1 1 0 0 0,2 3 0 0 0,-1-4 0 0 0,3-1 0 0 0,4 1 0 0 0,-2 2 0 0 0,-4-4 0 0 0,2 0 0 0 0,-3 1 0 0 0,2 2 0 0 0,-1 3 0 0 0,-4 0 0 0 0,3 2 0 0 0,-2 1 0 0 0,-2-5 0 0 0,2-2 0 0 0,0-5 0 0 0,3 0 0 0 0,4 2 0 0 0,0-3 0 0 0,11-15 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2013 16383 0 0,'15'-11'0'0'0,"5"-6"0"0"0,3-5 0 0 0,2-3 0 0 0,2-3 0 0 0,2 3 0 0 0,-4 1 0 0 0,-1-1 0 0 0,1-1 0 0 0,0-2 0 0 0,3 5 0 0 0,-4 0 0 0 0,-2 4 0 0 0,-3 0 0 0 0,0-1 0 0 0,-4-4 0 0 0,1 3 0 0 0,4 0 0 0 0,-3-2 0 0 0,2 3 0 0 0,3 5 0 0 0,-3 0 0 0 0,-4-3 0 0 0,0 1 0 0 0,4-1 0 0 0,-3-3 0 0 0,2 2 0 0 0,-2 0 0 0 0,1 2 0 0 0,4 4 0 0 0,-3-1 0 0 0,-4-3 0 0 0,1 1 0 0 0,3-1 0 0 0,-1-4 0 0 0,1 2 0 0 0,-2-1 0 0 0,1 3 0 0 0,-1-1 0 0 0,0 2 0 0 0,-1 0 0 0 0,1 1 0 0 0,-2-1 0 0 0,3 2 0 0 0,-3-3 0 0 0,-3-2 0 0 0,2 1 0 0 0,-2 9 0 0 0,-7 6 0 0 0,-10 4 0 0 0,-4 6 0 0 0,-6 3 0 0 0,1 5 0 0 0,2 4 0 0 0,-2 0 0 0 0,-3-4 0 0 0,1 1 0 0 0,3 3 0 0 0,-1-2 0 0 0,3 2 0 0 0,-3 3 0 0 0,1 2 0 0 0,-1-2 0 0 0,1 0 0 0 0,-2 1 0 0 0,-4-2 0 0 0,2-1 0 0 0,3 3 0 0 0,0 1 0 0 0,-3-2 0 0 0,1 0 0 0 0,4 1 0 0 0,-1-3 0 0 0,-4 1 0 0 0,-3 1 0 0 0,1 2 0 0 0,-1-2 0 0 0,3 0 0 0 0,-1 1 0 0 0,-2 3 0 0 0,3 1 0 0 0,-2-3 0 0 0,4-1 0 0 0,-2-5 0 0 0,3 1 0 0 0,-2 2 0 0 0,-2-3 0 0 0,1 1 0 0 0,-1 3 0 0 0,2 2 0 0 0,-1-2 0 0 0,-2-6 0 0 0,1 1 0 0 0,5 2 0 0 0,-1-2 0 0 0,2 1 0 0 0,-1-2 0 0 0,6-5 0 0 0,10-3 0 0 0,10-8 0 0 0,2-10 0 0 0,5-3 0 0 0,4-5 0 0 0,4-4 0 0 0,-3-4 0 0 0,-1 3 0 0 0,2 0 0 0 0,1-2 0 0 0,-4-1 0 0 0,1 3 0 0 0,0 1 0 0 0,-3-2 0 0 0,0-1 0 0 0,3-2 0 0 0,1 3 0 0 0,-2 1 0 0 0,-6-1 0 0 0,0-1 0 0 0,3 2 0 0 0,-2 2 0 0 0,1-3 0 0 0,3 4 0 0 0,-2 0 0 0 0,1-2 0 0 0,-3-3 0 0 0,0 4 0 0 0,4-1 0 0 0,-3-1 0 0 0,2 3 0 0 0,-4-1 0 0 0,2-1 0 0 0,-3-3 0 0 0,2 4 0 0 0,2-1 0 0 0,-1-1 0 0 0,2 3 0 0 0,-4-1 0 0 0,2 4 0 0 0,-3 0 0 0 0,2-4 0 0 0,-3-2 0 0 0,3-3 0 0 0,2 3 0 0 0,4 0 0 0 0,-2-1 0 0 0,1 3 0 0 0,-4 0 0 0 0,1 4 0 0 0,-3-1 0 0 0,-5-2 0 0 0,2 2 0 0 0,-2-1 0 0 0,-2-3 0 0 0,2 3 0 0 0,-6 4 0 0 0,-9 11 0 0 0,-9 5 0 0 0,-8 8 0 0 0,-5 7 0 0 0,-4 2 0 0 0,4 3 0 0 0,0 2 0 0 0,0-2 0 0 0,4 1 0 0 0,1-4 0 0 0,-1 0 0 0 0,-3 3 0 0 0,-2 3 0 0 0,-1 2 0 0 0,3 3 0 0 0,2-5 0 0 0,-2-5 0 0 0,5-1 0 0 0,4 1 0 0 0,1-2 0 0 0,-3-4 0 0 0,-3 1 0 0 0,2 3 0 0 0,-2 4 0 0 0,-2-1 0 0 0,3 1 0 0 0,0 2 0 0 0,-3-3 0 0 0,-1-5 0 0 0,2 1 0 0 0,5 2 0 0 0,-5-1 0 0 0,2 1 0 0 0,-2-3 0 0 0,-2 3 0 0 0,3 2 0 0 0,0-2 0 0 0,-1 2 0 0 0,-3-4 0 0 0,3 2 0 0 0,0 3 0 0 0,-2 2 0 0 0,-1-2 0 0 0,3 1 0 0 0,0-4 0 0 0,4 1 0 0 0,0-4 0 0 0,2 2 0 0 0,0 3 0 0 0,-4-3 0 0 0,3 3 0 0 0,3 1 0 0 0,10-7 0 0 0,10-6 0 0 0,5-9 0 0 0,5-6 0 0 0,0-6 0 0 0,3 0 0 0 0,-2-5 0 0 0,1 2 0 0 0,-2-2 0 0 0,1 3 0 0 0,-2-3 0 0 0,2 3 0 0 0,2 4 0 0 0,-1-2 0 0 0,2-4 0 0 0,2-4 0 0 0,2-4 0 0 0,3-2 0 0 0,3 2 0 0 0,-5 1 0 0 0,-1-1 0 0 0,0-1 0 0 0,2-2 0 0 0,-4-1 0 0 0,0 4 0 0 0,2 2 0 0 0,-5-2 0 0 0,2 0 0 0 0,1 3 0 0 0,-3 0 0 0 0,1-1 0 0 0,2 3 0 0 0,-3 0 0 0 0,1 3 0 0 0,-3-1 0 0 0,-5-2 0 0 0,2 2 0 0 0,2-1 0 0 0,0-3 0 0 0,2 3 0 0 0,-3-1 0 0 0,3 3 0 0 0,-3-1 0 0 0,2 3 0 0 0,-3-2 0 0 0,-8 3 0 0 0,-11 3 0 0 0,-4 9 0 0 0,-6 5 0 0 0,-6 7 0 0 0,-4 7 0 0 0,-4 0 0 0 0,4 4 0 0 0,1-3 0 0 0,-2 1 0 0 0,7-3 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9965 1064 16383 0 0,'-10'10'0'0'0,"-12"12"0"0"0,-2 0 0 0 0,-1 2 0 0 0,-2-4 0 0 0,4 0 0 0 0,0 3 0 0 0,-1 1 0 0 0,-2-2 0 0 0,-1-5 0 0 0,3-1 0 0 0,7 3 0 0 0,0-3 0 0 0,-2-3 0 0 0,2 1 0 0 0,-1-1 0 0 0,6-2 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9885 1109 16383 0 0,'4'-22'0'0'0,"3"-2"0"0"0,0 0 0 0 0,3 4 0 0 0,1 0 0 0 0,-2-2 0 0 0,-2-2 0 0 0,2 2 0 0 0,-5 6 0 0 0,-8 5 0 0 0,-9 5 0 0 0,-8 8 0 0 0,20-2 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2023 16383 0 0,'3'7'0'0'0,"12"1"0"0"0,7-3 0 0 0,7-2 0 0 0,2-2 0 0 0,2-1 0 0 0,0 0 0 0 0,0-1 0 0 0,-1 1 0 0 0,0-1 0 0 0,0 1 0 0 0,4 0 0 0 0,2 0 0 0 0,0 0 0 0 0,-2 0 0 0 0,-2 0 0 0 0,5 0 0 0 0,5 0 0 0 0,6 0 0 0 0,5 0 0 0 0,4 0 0 0 0,-4 0 0 0 0,0 0 0 0 0,-4 0 0 0 0,0 0 0 0 0,1 0 0 0 0,-3 0 0 0 0,2 0 0 0 0,-4 0 0 0 0,1 0 0 0 0,3 0 0 0 0,-2 0 0 0 0,6 0 0 0 0,0 0 0 0 0,0 0 0 0 0,1 0 0 0 0,-3 0 0 0 0,0 0 0 0 0,-4 0 0 0 0,0 0 0 0 0,7 0 0 0 0,0 0 0 0 0,1 0 0 0 0,0 0 0 0 0,2 0 0 0 0,-4 0 0 0 0,-1 0 0 0 0,1 0 0 0 0,-4 0 0 0 0,0 0 0 0 0,2 0 0 0 0,-3 0 0 0 0,-5 0 0 0 0,-4 0 0 0 0,-5 0 0 0 0,-2 0 0 0 0,-3 0 0 0 0,0 0 0 0 0,-1 0 0 0 0,0 0 0 0 0,0 0 0 0 0,0 0 0 0 0,0 0 0 0 0,1 0 0 0 0,-1 0 0 0 0,1 0 0 0 0,0 0 0 0 0,-11 0 0 0 0,-13 0 0 0 0,-14 0 0 0 0,-10 0 0 0 0,-9 0 0 0 0,-4 0 0 0 0,-2 0 0 0 0,-2 0 0 0 0,1 0 0 0 0,-5 0 0 0 0,-2 0 0 0 0,2 0 0 0 0,1 0 0 0 0,2 0 0 0 0,2 0 0 0 0,1 0 0 0 0,0 0 0 0 0,2 0 0 0 0,-1 0 0 0 0,-4 0 0 0 0,-3 0 0 0 0,1 0 0 0 0,-4 0 0 0 0,4 5 0 0 0,-1 2 0 0 0,1-1 0 0 0,0 0 0 0 0,-3-2 0 0 0,0-2 0 0 0,-4-1 0 0 0,0 0 0 0 0,3-1 0 0 0,2 0 0 0 0,4-1 0 0 0,-4 6 0 0 0,-5 2 0 0 0,0-1 0 0 0,-4 0 0 0 0,2-3 0 0 0,-3 0 0 0 0,-2 3 0 0 0,1 2 0 0 0,-1-2 0 0 0,3 0 0 0 0,5-3 0 0 0,4-1 0 0 0,3 4 0 0 0,-2 2 0 0 0,-6-2 0 0 0,0-1 0 0 0,-3-1 0 0 0,1-2 0 0 0,3-1 0 0 0,-2-1 0 0 0,-3 0 0 0 0,-4 0 0 0 0,-4 5 0 0 0,2 2 0 0 0,6-1 0 0 0,5-1 0 0 0,5 4 0 0 0,3 0 0 0 0,3 5 0 0 0,12-2 0 0 0,15-1 0 0 0,13-4 0 0 0,10-2 0 0 0,8-2 0 0 0,10 3 0 0 0,4 1 0 0 0,0-1 0 0 0,-1-1 0 0 0,-2-2 0 0 0,-2-1 0 0 0,-2-1 0 0 0,-1 0 0 0 0,4-1 0 0 0,2-1 0 0 0,4 1 0 0 0,1 0 0 0 0,3-1 0 0 0,-1 1 0 0 0,3 5 0 0 0,3 2 0 0 0,-2 0 0 0 0,-3-2 0 0 0,0-1 0 0 0,3-1 0 0 0,4-2 0 0 0,-2-1 0 0 0,1 0 0 0 0,2 0 0 0 0,-3 0 0 0 0,5 0 0 0 0,4-1 0 0 0,-2 1 0 0 0,3 0 0 0 0,-2 0 0 0 0,-2 0 0 0 0,1 0 0 0 0,-5 0 0 0 0,0 0 0 0 0,6 0 0 0 0,-2 0 0 0 0,0 0 0 0 0,-4 0 0 0 0,-1 0 0 0 0,1 5 0 0 0,-3 2 0 0 0,1 0 0 0 0,-4-2 0 0 0,1-1 0 0 0,3-2 0 0 0,3 0 0 0 0,-2-2 0 0 0,0 0 0 0 0,2 0 0 0 0,2 0 0 0 0,-2-1 0 0 0,-2 1 0 0 0,3 5 0 0 0,-4 2 0 0 0,-5 0 0 0 0,-5-2 0 0 0,-5-1 0 0 0,-2-2 0 0 0,-3 0 0 0 0,-1-2 0 0 0,0 0 0 0 0,0 0 0 0 0,-5 5 0 0 0,-7 7 0 0 0,-12 1 0 0 0,-12-1 0 0 0,-10-3 0 0 0,-8-3 0 0 0,-5-2 0 0 0,-2-3 0 0 0,-2 0 0 0 0,0-1 0 0 0,0 5 0 0 0,0 1 0 0 0,1 0 0 0 0,1-1 0 0 0,-6-1 0 0 0,-1-2 0 0 0,1-1 0 0 0,1-1 0 0 0,1 0 0 0 0,2 0 0 0 0,1 5 0 0 0,1 2 0 0 0,0-1 0 0 0,1 0 0 0 0,-6-3 0 0 0,-2 0 0 0 0,1-2 0 0 0,-4-1 0 0 0,-1 6 0 0 0,2 0 0 0 0,-2 1 0 0 0,0-2 0 0 0,2-2 0 0 0,-3 0 0 0 0,-4-2 0 0 0,1-1 0 0 0,-3 0 0 0 0,-3 0 0 0 0,-4 0 0 0 0,3-1 0 0 0,5 1 0 0 0,1 5 0 0 0,2 2 0 0 0,-1 0 0 0 0,2-2 0 0 0,2-1 0 0 0,0 3 0 0 0,-5 2 0 0 0,-5-2 0 0 0,-4 3 0 0 0,-2 1 0 0 0,-3-2 0 0 0,-1 2 0 0 0,5 0 0 0 0,2-2 0 0 0,9 3 0 0 0,9-1 0 0 0,-1-3 0 0 0,1-1 0 0 0,1-4 0 0 0,2-1 0 0 0,2-1 0 0 0,0 4 0 0 0,1 2 0 0 0,1-1 0 0 0,-1-1 0 0 0,6 4 0 0 0,12 0 0 0 0,13-1 0 0 0,13-3 0 0 0,8-1 0 0 0,7-2 0 0 0,3-1 0 0 0,2-1 0 0 0,0 0 0 0 0,1 0 0 0 0,-2-1 0 0 0,1 1 0 0 0,-2 0 0 0 0,1 0 0 0 0,-1 0 0 0 0,5 0 0 0 0,7 0 0 0 0,1 0 0 0 0,4 0 0 0 0,-1 0 0 0 0,2 0 0 0 0,-3 0 0 0 0,-3 0 0 0 0,2 0 0 0 0,8 0 0 0 0,1 0 0 0 0,1 0 0 0 0,2 0 0 0 0,-3 0 0 0 0,-1 0 0 0 0,2 0 0 0 0,1 0 0 0 0,-3 0 0 0 0,0 0 0 0 0,1 0 0 0 0,-3 0 0 0 0,0 0 0 0 0,2 0 0 0 0,2 0 0 0 0,-3 0 0 0 0,1 0 0 0 0,-4 0 0 0 0,-5 0 0 0 0,-5 0 0 0 0,-3 0 0 0 0,2 0 0 0 0,0 0 0 0 0,-1 0 0 0 0,3 0 0 0 0,1 0 0 0 0,3 0 0 0 0,0 0 0 0 0,3 0 0 0 0,-2 0 0 0 0,-3 0 0 0 0,-3-6 0 0 0,-3-1 0 0 0,-3 1 0 0 0,-1 0 0 0 0,-2 3 0 0 0,1 0 0 0 0,-12 2 0 0 0,-13 0 0 0 0,-13 1 0 0 0,-11 1 0 0 0,-8-1 0 0 0,-4 0 0 0 0,-2 0 0 0 0,-2 1 0 0 0,1-1 0 0 0,0 0 0 0 0,-5 0 0 0 0,-1 0 0 0 0,1 0 0 0 0,2 0 0 0 0,1 0 0 0 0,-3 0 0 0 0,-7 0 0 0 0,1 0 0 0 0,-4 0 0 0 0,1 0 0 0 0,4 0 0 0 0,-2 0 0 0 0,2 0 0 0 0,3 0 0 0 0,2 0 0 0 0,4 5 0 0 0,-4 2 0 0 0,0 0 0 0 0,0-2 0 0 0,3-1 0 0 0,1-2 0 0 0,1-1 0 0 0,-4 0 0 0 0,-6-1 0 0 0,-7 5 0 0 0,1 2 0 0 0,-3-1 0 0 0,3 4 0 0 0,5 1 0 0 0,3-2 0 0 0,5 3 0 0 0,3-1 0 0 0,1-2 0 0 0,2-3 0 0 0,-1-2 0 0 0,2-1 0 0 0,-1-3 0 0 0,-1 6 0 0 0,1 0 0 0 0,-1 0 0 0 0,6 4 0 0 0,1 1 0 0 0,0-2 0 0 0,-2 2 0 0 0,-1 0 0 0 0,-1-2 0 0 0,-2-2 0 0 0,0-3 0 0 0,-1-2 0 0 0,5 4 0 0 0,2 1 0 0 0,0-1 0 0 0,3 4 0 0 0,1 1 0 0 0,-2-3 0 0 0,3 4 0 0 0,-1-1 0 0 0,4 3 0 0 0,9 0 0 0 0,11-4 0 0 0,11-2 0 0 0,7 1 0 0 0,5 1 0 0 0,4-3 0 0 0,2-1 0 0 0,0-3 0 0 0,0-1 0 0 0,-1-1 0 0 0,0-1 0 0 0,0-1 0 0 0,-1 1 0 0 0,0-1 0 0 0,0 1 0 0 0,-1 0 0 0 0,6 0 0 0 0,2 0 0 0 0,5 0 0 0 0,0 0 0 0 0,-2 0 0 0 0,3 0 0 0 0,9 0 0 0 0,2 0 0 0 0,1 0 0 0 0,1 0 0 0 0,-2 0 0 0 0,-2 0 0 0 0,-3 0 0 0 0,-1 0 0 0 0,2 0 0 0 0,4 0 0 0 0,2 0 0 0 0,-4 0 0 0 0,6 0 0 0 0,-2 0 0 0 0,-6 0 0 0 0,-1 0 0 0 0,7 0 0 0 0,-1 0 0 0 0,0 0 0 0 0,-4 0 0 0 0,0 0 0 0 0,1 0 0 0 0,-3 0 0 0 0,1 0 0 0 0,1 5 0 0 0,-2 2 0 0 0,-4 0 0 0 0,-6-2 0 0 0,-3-1 0 0 0,2-2 0 0 0,-1-1 0 0 0,-1 0 0 0 0,-1-1 0 0 0,-3 0 0 0 0,5-1 0 0 0,0 1 0 0 0,0 0 0 0 0,-7 5 0 0 0,-4 2 0 0 0,-1-1 0 0 0,1 0 0 0 0,0-3 0 0 0,1 0 0 0 0,2-2 0 0 0,0 0 0 0 0,-5 4 0 0 0,-1 2 0 0 0,-10-1 0 0 0,-13-1 0 0 0,-6 4 0 0 0,-8 0 0 0 0,-7-1 0 0 0,-5-2 0 0 0,-4-3 0 0 0,-2 0 0 0 0,-1-2 0 0 0,0-1 0 0 0,0 5 0 0 0,0 1 0 0 0,0 1 0 0 0,1-2 0 0 0,0-2 0 0 0,0-1 0 0 0,0 0 0 0 0,0-2 0 0 0,1 0 0 0 0,-1 0 0 0 0,0 0 0 0 0,0-1 0 0 0,1 1 0 0 0,-1 0 0 0 0,0 0 0 0 0,0 0 0 0 0,0 0 0 0 0,6 5 0 0 0,1 2 0 0 0,0 0 0 0 0,-2-2 0 0 0,-1-1 0 0 0,-1-2 0 0 0,3 5 0 0 0,2 0 0 0 0,-1 0 0 0 0,-2-2 0 0 0,-1-2 0 0 0,-2 0 0 0 0,-1 3 0 0 0,0 1 0 0 0,-1 0 0 0 0,-5-2 0 0 0,-8-2 0 0 0,-1-1 0 0 0,2-1 0 0 0,3 0 0 0 0,3-1 0 0 0,3-1 0 0 0,1 1 0 0 0,2 0 0 0 0,0 0 0 0 0,1-1 0 0 0,0 1 0 0 0,-1 5 0 0 0,1 2 0 0 0,-1 0 0 0 0,1-2 0 0 0,-1-1 0 0 0,0 4 0 0 0,0 0 0 0 0,0-1 0 0 0,1-1 0 0 0,-1-3 0 0 0,0 5 0 0 0,5 5 0 0 0,13 1 0 0 0,13 3 0 0 0,12-1 0 0 0,10-4 0 0 0,0 2 0 0 0,2-2 0 0 0,3-2 0 0 0,1 1 0 0 0,1 0 0 0 0,2-3 0 0 0,-6 3 0 0 0,0 0 0 0 0,-1-3 0 0 0,2 4 0 0 0,1-2 0 0 0,-3 4 0 0 0,-1-1 0 0 0,0-2 0 0 0,3-4 0 0 0,-4 3 0 0 0,-1-1 0 0 0,-3 4 0 0 0,1 0 0 0 0,1-3 0 0 0,4-3 0 0 0,-4 2 0 0 0,2 1 0 0 0,-4 3 0 0 0,0-1 0 0 0,-2 3 0 0 0,0 0 0 0 0,4-4 0 0 0,-2 2 0 0 0,-4 4 0 0 0,0-1 0 0 0,4-3 0 0 0,-1 1 0 0 0,-4 4 0 0 0,1-2 0 0 0,-7-2 0 0 0,-10-5 0 0 0,-9-4 0 0 0,-9-2 0 0 0,-5-2 0 0 0,-4-1 0 0 0,-2-5 0 0 0,0-3 0 0 0,-1 0 0 0 0,0 2 0 0 0,6-3 0 0 0,3-1 0 0 0,-1-3 0 0 0,-6 0 0 0 0,-3-2 0 0 0,-1-5 0 0 0,0 1 0 0 0,6 0 0 0 0,3 2 0 0 0,-5 4 0 0 0,4-1 0 0 0,0-3 0 0 0,-1 1 0 0 0,1 3 0 0 0,-2 4 0 0 0,-1-1 0 0 0,5-5 0 0 0,2 0 0 0 0,-1-2 0 0 0,-2 1 0 0 0,-1 4 0 0 0,-2-1 0 0 0,0-5 0 0 0,-2-3 0 0 0,0 1 0 0 0,0 5 0 0 0,0 4 0 0 0,0-1 0 0 0,5-4 0 0 0,2 1 0 0 0,0 3 0 0 0,-2-1 0 0 0,-1 0 0 0 0,4-1 0 0 0,0 0 0 0 0,0 4 0 0 0,-3-3 0 0 0,-1-3 0 0 0,-2-5 0 0 0,0 1 0 0 0,-2 4 0 0 0,0 0 0 0 0,0-3 0 0 0,0 2 0 0 0,5-2 0 0 0,2 3 0 0 0,-1-1 0 0 0,0-3 0 0 0,8 1 0 0 0,13 5 0 0 0,12 4 0 0 0,10 4 0 0 0,2 9 0 0 0,3 8 0 0 0,3 3 0 0 0,2-1 0 0 0,1 2 0 0 0,2-1 0 0 0,-6 2 0 0 0,0-2 0 0 0,0-2 0 0 0,1 1 0 0 0,1 3 0 0 0,2 0 0 0 0,-5 2 0 0 0,-1-2 0 0 0,2-4 0 0 0,-5 2 0 0 0,0 3 0 0 0,2-1 0 0 0,3-3 0 0 0,2 1 0 0 0,1 4 0 0 0,2-2 0 0 0,1-3 0 0 0,0 2 0 0 0,0 2 0 0 0,0 0 0 0 0,-5 1 0 0 0,-2-2 0 0 0,1-3 0 0 0,0-5 0 0 0,-3 2 0 0 0,0-1 0 0 0,-5 4 0 0 0,1-1 0 0 0,3-2 0 0 0,2 2 0 0 0,3-1 0 0 0,-3 3 0 0 0,0 0 0 0 0,-4 1 0 0 0,-1 0 0 0 0,3 1 0 0 0,3-1 0 0 0,2 1 0 0 0,-3 4 0 0 0,-10-7 0 0 0,-14-6 0 0 0,-5-9 0 0 0,-8-4 0 0 0,-7-7 0 0 0,1-6 0 0 0,-2-5 0 0 0,-2 2 0 0 0,-3 4 0 0 0,4 0 0 0 0,0-2 0 0 0,-1 2 0 0 0,4 0 0 0 0,-1 2 0 0 0,4-2 0 0 0,0-2 0 0 0,-3 2 0 0 0,-4-1 0 0 0,-2 2 0 0 0,3-1 0 0 0,0 3 0 0 0,-1-2 0 0 0,-2 3 0 0 0,4-2 0 0 0,0 1 0 0 0,4-1 0 0 0,-1 2 0 0 0,4-2 0 0 0,-2-4 0 0 0,-2 2 0 0 0,-4-2 0 0 0,-3-2 0 0 0,-2 3 0 0 0,-2-1 0 0 0,-1-3 0 0 0,5-2 0 0 0,1 3 0 0 0,1 6 0 0 0,-2-1 0 0 0,4-2 0 0 0,0 2 0 0 0,-1 5 0 0 0,3-2 0 0 0,0 1 0 0 0,-2-1 0 0 0,-2-4 0 0 0,-3 0 0 0 0,-2 5 0 0 0,4-2 0 0 0,2-3 0 0 0,-2 1 0 0 0,-1 4 0 0 0,9 4 0 0 0,13 3 0 0 0,6 8 0 0 0,9 4 0 0 0,8 1 0 0 0,0 4 0 0 0,2 1 0 0 0,-2 3 0 0 0,1-1 0 0 0,-3 3 0 0 0,0-2 0 0 0,4-4 0 0 0,2 3 0 0 0,4 3 0 0 0,1-1 0 0 0,2 2 0 0 0,1 3 0 0 0,0 3 0 0 0,1-2 0 0 0,-1 0 0 0 0,0 2 0 0 0,0-3 0 0 0,0-6 0 0 0,-5 0 0 0 0,-2 4 0 0 0,0-3 0 0 0,-4 2 0 0 0,0-3 0 0 0,2 3 0 0 0,2-3 0 0 0,-2 1 0 0 0,-1-1 0 0 0,2-4 0 0 0,-3 1 0 0 0,1 5 0 0 0,1-1 0 0 0,2 2 0 0 0,3 3 0 0 0,-3 3 0 0 0,-1-2 0 0 0,-4 0 0 0 0,0-3 0 0 0,-4-1 0 0 0,2-2 0 0 0,2-4 0 0 0,-1 0 0 0 0,-4 5 0 0 0,-5 3 0 0 0,2 0 0 0 0,-1 0 0 0 0,-3 3 0 0 0,-7-2 0 0 0,-9-6 0 0 0,-8-5 0 0 0,-7-9 0 0 0,-4-5 0 0 0,-3-2 0 0 0,-1-4 0 0 0,-1-2 0 0 0,6-3 0 0 0,2 0 0 0 0,0-2 0 0 0,-1 2 0 0 0,-2 3 0 0 0,0-1 0 0 0,-2 1 0 0 0,5-2 0 0 0,1 1 0 0 0,0 3 0 0 0,-2 2 0 0 0,-1-1 0 0 0,4-6 0 0 0,0 1 0 0 0,-1 2 0 0 0,4-2 0 0 0,0 2 0 0 0,-2 2 0 0 0,-3-2 0 0 0,-2-4 0 0 0,-1 0 0 0 0,-2 4 0 0 0,-1 3 0 0 0,5-2 0 0 0,2-5 0 0 0,-1 2 0 0 0,-1 2 0 0 0,-1 3 0 0 0,4-2 0 0 0,0 1 0 0 0,5-3 0 0 0,-1 1 0 0 0,-2-4 0 0 0,-2 2 0 0 0,2-2 0 0 0,5 7 0 0 0,6 10 0 0 0,3 10 0 0 0,9 3 0 0 0,9 5 0 0 0,3 4 0 0 0,-1 3 0 0 0,-3 3 0 0 0,3-4 0 0 0,-2 0 0 0 0,3-5 0 0 0,-1-1 0 0 0,-2 2 0 0 0,1 3 0 0 0,0 2 0 0 0,2-3 0 0 0,-1-1 0 0 0,3-3 0 0 0,-2 0 0 0 0,-3 2 0 0 0,2-3 0 0 0,-2 1 0 0 0,4-2 0 0 0,-2 0 0 0 0,2-2 0 0 0,0 1 0 0 0,1 4 0 0 0,4 3 0 0 0,-2 3 0 0 0,1-2 0 0 0,4-1 0 0 0,1 1 0 0 0,-2 2 0 0 0,1-4 0 0 0,-5 1 0 0 0,1-5 0 0 0,-4 0 0 0 0,-3 3 0 0 0,0-3 0 0 0,5-4 0 0 0,-2 0 0 0 0,-3 4 0 0 0,-3-7 0 0 0,-9-5 0 0 0,-4-9 0 0 0,-7-9 0 0 0,-6-8 0 0 0,-6-1 0 0 0,0-1 0 0 0,6-3 0 0 0,-1 3 0 0 0,-2 0 0 0 0,2-1 0 0 0,-1 3 0 0 0,3 0 0 0 0,-1 2 0 0 0,2 1 0 0 0,-2 2 0 0 0,3-2 0 0 0,-2 3 0 0 0,1-2 0 0 0,-1 2 0 0 0,2-2 0 0 0,-3 2 0 0 0,3-3 0 0 0,-2-2 0 0 0,-4-5 0 0 0,-3-2 0 0 0,2-3 0 0 0,-1 4 0 0 0,4 1 0 0 0,-1 5 0 0 0,3 0 0 0 0,-1 3 0 0 0,3-1 0 0 0,-2 3 0 0 0,1 9 0 0 0,10 5 0 0 0,5 7 0 0 0,7 4 0 0 0,3 4 0 0 0,0 6 0 0 0,4-2 0 0 0,-2 2 0 0 0,4 2 0 0 0,-2 3 0 0 0,-3 2 0 0 0,2 1 0 0 0,4-4 0 0 0,-1-1 0 0 0,-3 1 0 0 0,1-4 0 0 0,-1-1 0 0 0,-4 2 0 0 0,-2 3 0 0 0,2-4 0 0 0,0 1 0 0 0,3 1 0 0 0,0 2 0 0 0,-2 2 0 0 0,-3 2 0 0 0,3-4 0 0 0,0-1 0 0 0,-3 0 0 0 0,4-3 0 0 0,-1-1 0 0 0,-1-8 0 0 0,-3-12 0 0 0,-2-11 0 0 0,-7-4 0 0 0,-4-4 0 0 0,1-4 0 0 0,-5 1 0 0 0,0 0 0 0 0,-4-2 0 0 0,1-2 0 0 0,-2-2 0 0 0,-5-2 0 0 0,3 0 0 0 0,-2 4 0 0 0,3 2 0 0 0,-1 0 0 0 0,2-2 0 0 0,0 4 0 0 0,1 0 0 0 0,-1-1 0 0 0,1-2 0 0 0,-1 3 0 0 0,-3 6 0 0 0,1 0 0 0 0,4-3 0 0 0,-1 2 0 0 0,2-1 0 0 0,-2 3 0 0 0,1-2 0 0 0,4-4 0 0 0,3 8 0 0 0,3 11 0 0 0,2 12 0 0 0,1 8 0 0 0,1 7 0 0 0,1 4 0 0 0,-1 3 0 0 0,1 1 0 0 0,-1 0 0 0 0,1 0 0 0 0,-1-1 0 0 0,0 0 0 0 0,0-1 0 0 0,5 1 0 0 0,2-2 0 0 0,0 1 0 0 0,-2 0 0 0 0,4-6 0 0 0,1-1 0 0 0,3 0 0 0 0,5-4 0 0 0,-1-10 0 0 0,-8-7 0 0 0,-11-5 0 0 0,-5-6 0 0 0,-2-8 0 0 0,1-5 0 0 0,-3-1 0 0 0,-5 5 0 0 0,0-1 0 0 0,2-2 0 0 0,-1 2 0 0 0,2-1 0 0 0,-2 3 0 0 0,1-1 0 0 0,4-4 0 0 0,-3 3 0 0 0,2-1 0 0 0,2-3 0 0 0,-2 2 0 0 0,0 0 0 0 0,-2 3 0 0 0,0-1 0 0 0,2-2 0 0 0,-1 2 0 0 0,0-2 0 0 0,3-1 0 0 0,-2 1 0 0 0,0 11 0 0 0,8 6 0 0 0,4 8 0 0 0,1 10 0 0 0,7 2 0 0 0,1 3 0 0 0,4-2 0 0 0,0 1 0 0 0,-2 3 0 0 0,-4 3 0 0 0,3-3 0 0 0,-2 0 0 0 0,4-3 0 0 0,0-1 0 0 0,2-2 0 0 0,-1-10 0 0 0,-3-11 0 0 0,-8-9 0 0 0,-5-9 0 0 0,-8 1 0 0 0,-1-2 0 0 0,0-2 0 0 0,3-2 0 0 0,-3 5 0 0 0,0 0 0 0 0,-2 4 0 0 0,0 0 0 0 0,2-2 0 0 0,4-2 0 0 0,-3 2 0 0 0,1 0 0 0 0,-4 3 0 0 0,1 0 0 0 0,-4 2 0 0 0,2 0 0 0 0,3-4 0 0 0,3-3 0 0 0,-2 2 0 0 0,-4 5 0 0 0,-1 0 0 0 0,3-3 0 0 0,4-4 0 0 0,-3 3 0 0 0,1 0 0 0 0,-3 2 0 0 0,0 0 0 0 0,-2 2 0 0 0,1-1 0 0 0,3-3 0 0 0,-2-3 0 0 0,-4 2 0 0 0,1 0 0 0 0,3-2 0 0 0,-1 2 0 0 0,-4 1 0 0 0,1-3 0 0 0,4-1 0 0 0,-1 2 0 0 0,1 0 0 0 0,-2 4 0 0 0,2-1 0 0 0,3 9 0 0 0,8 6 0 0 0,4 8 0 0 0,8 5 0 0 0,2 5 0 0 0,-2 5 0 0 0,4 0 0 0 0,-1 2 0 0 0,2-3 0 0 0,-1 1 0 0 0,2-2 0 0 0,-1 0 0 0 0,-4 3 0 0 0,2-2 0 0 0,-1 1 0 0 0,2-2 0 0 0,4 1 0 0 0,-1 2 0 0 0,2-2 0 0 0,-2 2 0 0 0,1-4 0 0 0,-2 2 0 0 0,-5 3 0 0 0,2-3 0 0 0,-1 1 0 0 0,2-2 0 0 0,-2 1 0 0 0,4-3 0 0 0,-2 1 0 0 0,2 4 0 0 0,4-2 0 0 0,-2 1 0 0 0,1 3 0 0 0,4-2 0 0 0,-4 0 0 0 0,2-3 0 0 0,-4 1 0 0 0,1-3 0 0 0,-3 2 0 0 0,2-3 0 0 0,-3 2 0 0 0,-3-7 0 0 0,-4-10 0 0 0,-8-5 0 0 0,-4-7 0 0 0,-1-7 0 0 0,-5-4 0 0 0,-5 1 0 0 0,-1 0 0 0 0,-2 3 0 0 0,2 0 0 0 0,3-1 0 0 0,0-4 0 0 0,-3 4 0 0 0,0 0 0 0 0,5-3 0 0 0,3-1 0 0 0,-2 3 0 0 0,-4 0 0 0 0,0-1 0 0 0,-2 3 0 0 0,2-1 0 0 0,3-1 0 0 0,3-3 0 0 0,-1 4 0 0 0,1-1 0 0 0,-4 4 0 0 0,1 0 0 0 0,2-3 0 0 0,3-3 0 0 0,-3-2 0 0 0,1-2 0 0 0,-4-2 0 0 0,-4-1 0 0 0,0 0 0 0 0,3 0 0 0 0,4-1 0 0 0,4 1 0 0 0,-3 5 0 0 0,1 2 0 0 0,1 0 0 0 0,2-2 0 0 0,-3-1 0 0 0,-1-1 0 0 0,2-2 0 0 0,1 0 0 0 0,3-1 0 0 0,1 0 0 0 0,1 0 0 0 0,-4 5 0 0 0,-2 2 0 0 0,1 0 0 0 0,1-2 0 0 0,1-1 0 0 0,2-1 0 0 0,1 9 0 0 0,0 13 0 0 0,1 13 0 0 0,1 10 0 0 0,-1 8 0 0 0,0 5 0 0 0,0 2 0 0 0,1 1 0 0 0,-1 1 0 0 0,5-7 0 0 0,2-1 0 0 0,0-1 0 0 0,3-4 0 0 0,1-1 0 0 0,-2 2 0 0 0,-2 2 0 0 0,2-3 0 0 0,0 1 0 0 0,-1 1 0 0 0,3-3 0 0 0,-1 0 0 0 0,4-3 0 0 0,-1 1 0 0 0,-2 2 0 0 0,-4 3 0 0 0,3-2 0 0 0,0-10 0 0 0,-3-12 0 0 0,-1-11 0 0 0,-3-9 0 0 0,-1-6 0 0 0,-1-4 0 0 0,-1-1 0 0 0,-1-2 0 0 0,1 1 0 0 0,-1 1 0 0 0,1 0 0 0 0,0 0 0 0 0,0 1 0 0 0,0 0 0 0 0,0 0 0 0 0,0 0 0 0 0,0 0 0 0 0,0 1 0 0 0,0-1 0 0 0,0 0 0 0 0,-6 5 0 0 0,-1 3 0 0 0,1-2 0 0 0,0 0 0 0 0,-3-2 0 0 0,0-1 0 0 0,1-2 0 0 0,2 0 0 0 0,-3 4 0 0 0,0 2 0 0 0,1 0 0 0 0,3-2 0 0 0,1-2 0 0 0,2 0 0 0 0,-4 3 0 0 0,-1 2 0 0 0,-5-1 0 0 0,1-2 0 0 0,1-1 0 0 0,2-2 0 0 0,-2 5 0 0 0,0 0 0 0 0,3 0 0 0 0,-4-2 0 0 0,0-1 0 0 0,-3-2 0 0 0,-4 4 0 0 0,1 2 0 0 0,-3 4 0 0 0,3 0 0 0 0,-1 4 0 0 0,-3 4 0 0 0,3 9 0 0 0,3 10 0 0 0,5 9 0 0 0,-1 2 0 0 0,1 3 0 0 0,-2 2 0 0 0,-1 3 0 0 0,4 2 0 0 0,-3-4 0 0 0,1-1 0 0 0,2 1 0 0 0,2 1 0 0 0,4 2 0 0 0,-5-5 0 0 0,1 0 0 0 0,0 1 0 0 0,-3-4 0 0 0,0 1 0 0 0,1 1 0 0 0,3-8 0 0 0,2-12 0 0 0,2-11 0 0 0,6-5 0 0 0,3-4 0 0 0,0-5 0 0 0,4-4 0 0 0,5 3 0 0 0,1 1 0 0 0,1-2 0 0 0,4-2 0 0 0,-2-1 0 0 0,1 4 0 0 0,-3 1 0 0 0,0-1 0 0 0,3-1 0 0 0,2 2 0 0 0,-1 2 0 0 0,-6-2 0 0 0,0 3 0 0 0,3-1 0 0 0,-2-1 0 0 0,1 3 0 0 0,-2-1 0 0 0,1 3 0 0 0,-2 0 0 0 0,-4-3 0 0 0,2 1 0 0 0,4 0 0 0 0,-2-3 0 0 0,3-2 0 0 0,-2-3 0 0 0,-4-2 0 0 0,2 4 0 0 0,-3 1 0 0 0,-7 5 0 0 0,-5 10 0 0 0,-7 7 0 0 0,-3 10 0 0 0,-4 2 0 0 0,0 6 0 0 0,-2-1 0 0 0,1 3 0 0 0,-1 4 0 0 0,-4 2 0 0 0,-3 4 0 0 0,3 1 0 0 0,-1 2 0 0 0,-2-5 0 0 0,-2-2 0 0 0,4 1 0 0 0,0 1 0 0 0,-2 2 0 0 0,4 0 0 0 0,0-3 0 0 0,-2-7 0 0 0,2-1 0 0 0,0 2 0 0 0,4 3 0 0 0,-2 3 0 0 0,-2 3 0 0 0,2 1 0 0 0,-2-4 0 0 0,4-1 0 0 0,-2-5 0 0 0,3 1 0 0 0,-1-5 0 0 0,1 2 0 0 0,-1 2 0 0 0,-4-1 0 0 0,2 0 0 0 0,4 4 0 0 0,-1-3 0 0 0,3 1 0 0 0,-3-3 0 0 0,1 1 0 0 0,-1-2 0 0 0,6-5 0 0 0,10-4 0 0 0,5-8 0 0 0,2-9 0 0 0,4-3 0 0 0,1-5 0 0 0,2 1 0 0 0,0-1 0 0 0,2 1 0 0 0,-2-1 0 0 0,2 2 0 0 0,3 5 0 0 0,-2-2 0 0 0,-3-4 0 0 0,0 1 0 0 0,3-2 0 0 0,4-3 0 0 0,3-3 0 0 0,3 2 0 0 0,-3 0 0 0 0,-2-2 0 0 0,2-1 0 0 0,1-3 0 0 0,2-1 0 0 0,1 4 0 0 0,-4 1 0 0 0,-7 0 0 0 0,-1 3 0 0 0,2 1 0 0 0,-2-2 0 0 0,1-3 0 0 0,3 4 0 0 0,-3-1 0 0 0,2-1 0 0 0,2 3 0 0 0,-2 0 0 0 0,0-3 0 0 0,-3-1 0 0 0,1-3 0 0 0,2-2 0 0 0,-2-1 0 0 0,2-1 0 0 0,-4 0 0 0 0,2 5 0 0 0,-3 2 0 0 0,-4-1 0 0 0,2 5 0 0 0,-2 0 0 0 0,-2-2 0 0 0,-3-2 0 0 0,-8 2 0 0 0,-8 6 0 0 0,-4 10 0 0 0,-3 7 0 0 0,-5 8 0 0 0,-3 7 0 0 0,-4 8 0 0 0,-1-2 0 0 0,4 1 0 0 0,1-3 0 0 0,6 0 0 0 0,-1-3 0 0 0,5 0 0 0 0,-2-2 0 0 0,-7 1 0 0 0,-1 4 0 0 0,0-2 0 0 0,6-9 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9950 1191 16383 0 0,'-2'1'0'0'0,"-21"14"0"0"0,0-3 0 0 0,5 3 0 0 0,0 4 0 0 0,-3-2 0 0 0,-2 2 0 0 0,-3 3 0 0 0,-2-3 0 0 0,-2-4 0 0 0,4 1 0 0 0,2 2 0 0 0,-1 4 0 0 0,-1-2 0 0 0,-1-4 0 0 0,27-16 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1733 16383 0 0,'16'-8'0'0'0,"9"-8"0"0"0,0 2 0 0 0,-6-1 0 0 0,0 2 0 0 0,1-2 0 0 0,4-4 0 0 0,1-4 0 0 0,3 2 0 0 0,-3-1 0 0 0,-2-1 0 0 0,2 2 0 0 0,-4 1 0 0 0,-1 2 0 0 0,2 6 0 0 0,-2-2 0 0 0,-1-3 0 0 0,3 2 0 0 0,-2-3 0 0 0,-1 3 0 0 0,-2-3 0 0 0,1-2 0 0 0,2 2 0 0 0,-2-2 0 0 0,2 3 0 0 0,-4 0 0 0 0,2 1 0 0 0,-5 2 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9975 1322 16383 0 0,'2'-2'0'0'0,"15"-13"0"0"0,2-1 0 0 0,-1-3 0 0 0,2 1 0 0 0,1-2 0 0 0,-1-1 0 0 0,0 1 0 0 0,-3 0 0 0 0,1 3 0 0 0,-3-1 0 0 0,-3-3 0 0 0,0 3 0 0 0,0-2 0 0 0,-9 9 0 0 0,-9 11 0 0 0,-5 11 0 0 0,-4 8 0 0 0,-6 7 0 0 0,-4 4 0 0 0,1 2 0 0 0,1-4 0 0 0,-2-2 0 0 0,4 0 0 0 0,0 1 0 0 0,-2-5 0 0 0,4 0 0 0 0,4 1 0 0 0,0-3 0 0 0,2 0 0 0 0,-1-3 0 0 0,-5 0 0 0 0,2 3 0 0 0,-1-2 0 0 0,-4 2 0 0 0,3 1 0 0 0,-2 4 0 0 0,-1-3 0 0 0,-3-6 0 0 0,3 1 0 0 0,5 2 0 0 0,1-2 0 0 0,-3 1 0 0 0,2 3 0 0 0,-1 3 0 0 0,-3-2 0 0 0,-3-1 0 0 0,2 3 0 0 0,0-4 0 0 0,-1-4 0 0 0,2-1 0 0 0,6 3 0 0 0,0 4 0 0 0,-3-3 0 0 0,-4-3 0 0 0,2 0 0 0 0,3-1 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9608 1381 16383 0 0,'-6'9'0'0'0,"-7"16"0"0"0,3 1 0 0 0,3-7 0 0 0,3-14 0 0 0,7-12 0 0 0,3-10 0 0 0,6-7 0 0 0,1-6 0 0 0,-9 24 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9659 1381 16383 0 0,'-13'14'0'0'0,"-4"3"0"0"0,-2-4 0 0 0,-3 1 0 0 0,3 4 0 0 0,-2-2 0 0 0,-2 2 0 0 0,-2-2 0 0 0,-2 1 0 0 0,-2 4 0 0 0,4 2 0 0 0,4-4 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9503 1381 16383 0 0,'-16'14'0'0'0,"-8"8"0"0"0,-1-2 0 0 0,3 1 0 0 0,4-7 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1504 16383 0 0,'5'-2'0'0'0,"18"-14"0"0"0,2 1 0 0 0,-3-4 0 0 0,0 2 0 0 0,1 5 0 0 0,-3-3 0 0 0,6-2 0 0 0,-16 7 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9572 1381 16383 0 0,'-12'14'0'0'0,"-4"1"0"0"0,1 1 0 0 0,-1-1 0 0 0,1 1 0 0 0,4 3 0 0 0,-2-1 0 0 0,-4 2 0 0 0,2 2 0 0 0,-3-3 0 0 0,-3 1 0 0 0,16-16 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20141 4197 16383 0 0,'-6'0'0'0'0,"-6"0"0"0"0,-2-6 0 0 0,-3-1 0 0 0,-4 1 0 0 0,-4 0 0 0 0,-3 3 0 0 0,-2 0 0 0 0,-1 2 0 0 0,0 1 0 0 0,-1-1 0 0 0,1 2 0 0 0,4-6 0 0 0,3-2 0 0 0,0 1 0 0 0,-2-5 0 0 0,-1 1 0 0 0,-1 1 0 0 0,3-3 0 0 0,2 1 0 0 0,-1 1 0 0 0,-2 4 0 0 0,-1 2 0 0 0,-2 2 0 0 0,5-4 0 0 0,0-1 0 0 0,0 1 0 0 0,-2 1 0 0 0,-1 1 0 0 0,3-3 0 0 0,1-1 0 0 0,0 1 0 0 0,-3 2 0 0 0,-1 1 0 0 0,-2 2 0 0 0,-1 1 0 0 0,0 1 0 0 0,-1 0 0 0 0,-1 1 0 0 0,1-1 0 0 0,0 0 0 0 0,0 0 0 0 0,0 1 0 0 0,0-1 0 0 0,0 0 0 0 0,0 0 0 0 0,1 0 0 0 0,-1 0 0 0 0,0 0 0 0 0,0 0 0 0 0,0 0 0 0 0,1 0 0 0 0,-1 0 0 0 0,0 0 0 0 0,0 0 0 0 0,0 0 0 0 0,0 0 0 0 0,-5 0 0 0 0,-7 0 0 0 0,-1 0 0 0 0,-4 0 0 0 0,-4 0 0 0 0,1 0 0 0 0,5 0 0 0 0,4 0 0 0 0,4 0 0 0 0,4 0 0 0 0,2 0 0 0 0,1 0 0 0 0,-4 0 0 0 0,-2 0 0 0 0,0 0 0 0 0,-3 0 0 0 0,-1 5 0 0 0,-4 2 0 0 0,-5 0 0 0 0,2-2 0 0 0,2-1 0 0 0,0-2 0 0 0,-3-1 0 0 0,1 0 0 0 0,4-1 0 0 0,-2 0 0 0 0,3 5 0 0 0,3 1 0 0 0,2 1 0 0 0,4-2 0 0 0,1-1 0 0 0,2-2 0 0 0,-5 4 0 0 0,-6 2 0 0 0,-2-1 0 0 0,2-2 0 0 0,-3-2 0 0 0,1-1 0 0 0,3 5 0 0 0,3 0 0 0 0,3-1 0 0 0,2-1 0 0 0,2-1 0 0 0,0-2 0 0 0,-5-1 0 0 0,-6 5 0 0 0,-2 1 0 0 0,2-1 0 0 0,2-1 0 0 0,3-1 0 0 0,3-2 0 0 0,1-1 0 0 0,2-1 0 0 0,0 0 0 0 0,1 0 0 0 0,-5 0 0 0 0,-3-1 0 0 0,1 1 0 0 0,1 0 0 0 0,2 0 0 0 0,1 0 0 0 0,-5 0 0 0 0,0 0 0 0 0,1 0 0 0 0,1 0 0 0 0,1 0 0 0 0,2 0 0 0 0,1 0 0 0 0,1 0 0 0 0,0 0 0 0 0,1 0 0 0 0,-1 0 0 0 0,1 0 0 0 0,-1 0 0 0 0,1 0 0 0 0,-1 0 0 0 0,0 0 0 0 0,6 5 0 0 0,11 2 0 0 0,14 5 0 0 0,13 0 0 0 0,8-1 0 0 0,7 2 0 0 0,3-1 0 0 0,2-3 0 0 0,-5 3 0 0 0,-2-1 0 0 0,6 3 0 0 0,2-1 0 0 0,0-2 0 0 0,0-4 0 0 0,0 3 0 0 0,4-1 0 0 0,6 4 0 0 0,6 4 0 0 0,0 0 0 0 0,2 2 0 0 0,3-2 0 0 0,-4-4 0 0 0,7 1 0 0 0,2-2 0 0 0,-2-3 0 0 0,-2-3 0 0 0,1 3 0 0 0,-4 0 0 0 0,4 3 0 0 0,4 0 0 0 0,1 3 0 0 0,6 5 0 0 0,2-2 0 0 0,-6 1 0 0 0,3-1 0 0 0,4 0 0 0 0,2-3 0 0 0,-2 2 0 0 0,4-2 0 0 0,-2-4 0 0 0,-7 2 0 0 0,1-2 0 0 0,4 3 0 0 0,-4-1 0 0 0,2-3 0 0 0,5-3 0 0 0,6 2 0 0 0,-1 1 0 0 0,-3 2 0 0 0,-3 1 0 0 0,-5-3 0 0 0,-3 2 0 0 0,-1-1 0 0 0,-8-2 0 0 0,4-2 0 0 0,1 2 0 0 0,-4 0 0 0 0,-2-2 0 0 0,6 4 0 0 0,4-1 0 0 0,0-1 0 0 0,-6 2 0 0 0,-1 0 0 0 0,-6-2 0 0 0,-2-3 0 0 0,-3-2 0 0 0,-5-2 0 0 0,1-1 0 0 0,3 4 0 0 0,6 2 0 0 0,-3-1 0 0 0,-3-1 0 0 0,1 3 0 0 0,-3 1 0 0 0,3-1 0 0 0,-3 3 0 0 0,2 0 0 0 0,-1-2 0 0 0,-3-3 0 0 0,-4 3 0 0 0,-3 0 0 0 0,-2-1 0 0 0,-1-3 0 0 0,-1-1 0 0 0,-1-2 0 0 0,0-1 0 0 0,0-1 0 0 0,-5 5 0 0 0,-12 1 0 0 0,-13 0 0 0 0,-12-1 0 0 0,-10-1 0 0 0,-5-2 0 0 0,-5-1 0 0 0,-1 0 0 0 0,-5-1 0 0 0,-3 0 0 0 0,2-1 0 0 0,2 1 0 0 0,1 0 0 0 0,2 0 0 0 0,-3 0 0 0 0,-7 0 0 0 0,0 0 0 0 0,2 0 0 0 0,2 0 0 0 0,-2-6 0 0 0,-4-1 0 0 0,-5 1 0 0 0,-5 0 0 0 0,-8 3 0 0 0,-9 0 0 0 0,3 2 0 0 0,3 0 0 0 0,-4 1 0 0 0,1 1 0 0 0,1-1 0 0 0,2 0 0 0 0,2 0 0 0 0,2 1 0 0 0,-5-1 0 0 0,-1 0 0 0 0,-4 0 0 0 0,5 0 0 0 0,3 0 0 0 0,-3 0 0 0 0,0 0 0 0 0,1 0 0 0 0,-4 0 0 0 0,0 0 0 0 0,-5 0 0 0 0,2 0 0 0 0,7 0 0 0 0,-1 0 0 0 0,-4 0 0 0 0,0 0 0 0 0,-5 0 0 0 0,7 0 0 0 0,4 0 0 0 0,3 0 0 0 0,2 0 0 0 0,1 0 0 0 0,-6 0 0 0 0,4 0 0 0 0,2 0 0 0 0,0 0 0 0 0,0 0 0 0 0,0 5 0 0 0,5 2 0 0 0,1 0 0 0 0,-1-2 0 0 0,-1-1 0 0 0,4 3 0 0 0,-1 2 0 0 0,5-2 0 0 0,-1-2 0 0 0,3-1 0 0 0,-1 3 0 0 0,-4 1 0 0 0,3-1 0 0 0,-2-2 0 0 0,3-1 0 0 0,4-2 0 0 0,3-1 0 0 0,5-1 0 0 0,2 0 0 0 0,1-1 0 0 0,-3 1 0 0 0,-2 5 0 0 0,0 2 0 0 0,2-1 0 0 0,1-1 0 0 0,1-1 0 0 0,1-1 0 0 0,1-2 0 0 0,10-1 0 0 0,15 0 0 0 0,13 0 0 0 0,11 0 0 0 0,7 0 0 0 0,6-1 0 0 0,1 1 0 0 0,2 0 0 0 0,-1 0 0 0 0,0 0 0 0 0,0 0 0 0 0,4 0 0 0 0,7 0 0 0 0,0 0 0 0 0,-1 0 0 0 0,2 0 0 0 0,-1 0 0 0 0,2 0 0 0 0,-1 0 0 0 0,-3 0 0 0 0,7 0 0 0 0,0 0 0 0 0,3 0 0 0 0,2 0 0 0 0,3 0 0 0 0,2 0 0 0 0,-3 0 0 0 0,-1 0 0 0 0,5 0 0 0 0,-1 0 0 0 0,4 0 0 0 0,-3 0 0 0 0,-1 0 0 0 0,5 0 0 0 0,2 0 0 0 0,0 0 0 0 0,5 0 0 0 0,1 0 0 0 0,-2 0 0 0 0,-1 0 0 0 0,-3 0 0 0 0,-2 0 0 0 0,-1 0 0 0 0,4 0 0 0 0,1 0 0 0 0,0 0 0 0 0,-1 0 0 0 0,-2 0 0 0 0,-2 0 0 0 0,0 0 0 0 0,-1 0 0 0 0,0 0 0 0 0,-1 0 0 0 0,-5 0 0 0 0,-1 0 0 0 0,0 0 0 0 0,1 0 0 0 0,1 0 0 0 0,3 0 0 0 0,-5 0 0 0 0,-6 0 0 0 0,-6 0 0 0 0,-1 0 0 0 0,5 0 0 0 0,-2 5 0 0 0,-3 2 0 0 0,2 0 0 0 0,4-2 0 0 0,-1-1 0 0 0,-3-2 0 0 0,-4 0 0 0 0,-4-2 0 0 0,-2 5 0 0 0,-2 2 0 0 0,-1 0 0 0 0,-1-2 0 0 0,0-2 0 0 0,0-1 0 0 0,1 0 0 0 0,-6 3 0 0 0,-2 2 0 0 0,1 0 0 0 0,2-2 0 0 0,-10-2 0 0 0,-12-1 0 0 0,-12-1 0 0 0,-10 0 0 0 0,-7-1 0 0 0,-5 0 0 0 0,-2-1 0 0 0,-1 1 0 0 0,0 0 0 0 0,0 0 0 0 0,-5 0 0 0 0,-1 0 0 0 0,1-1 0 0 0,2 1 0 0 0,-4 0 0 0 0,0 1 0 0 0,1-1 0 0 0,3 0 0 0 0,-4 0 0 0 0,-5 0 0 0 0,-6 0 0 0 0,1 0 0 0 0,-2 0 0 0 0,4 0 0 0 0,3 0 0 0 0,0 0 0 0 0,2 0 0 0 0,-3 0 0 0 0,3 5 0 0 0,2 2 0 0 0,-2-1 0 0 0,1 0 0 0 0,-3-2 0 0 0,-4-2 0 0 0,1-1 0 0 0,-2 0 0 0 0,-3-1 0 0 0,-8-1 0 0 0,-4 1 0 0 0,3 0 0 0 0,3 0 0 0 0,5 0 0 0 0,7 5 0 0 0,1 2 0 0 0,-2-1 0 0 0,1 0 0 0 0,-1-3 0 0 0,2 0 0 0 0,4-2 0 0 0,-2 0 0 0 0,-4-1 0 0 0,2-1 0 0 0,2 1 0 0 0,-1 0 0 0 0,2-1 0 0 0,-3 1 0 0 0,2 0 0 0 0,3 0 0 0 0,3 0 0 0 0,3 0 0 0 0,2 0 0 0 0,1 0 0 0 0,2 0 0 0 0,10 0 0 0 0,14 0 0 0 0,13 0 0 0 0,11 0 0 0 0,8 0 0 0 0,9 0 0 0 0,5 0 0 0 0,0 0 0 0 0,-1 0 0 0 0,3 0 0 0 0,5 0 0 0 0,0 0 0 0 0,-3 0 0 0 0,1 0 0 0 0,-1 0 0 0 0,2 0 0 0 0,4 0 0 0 0,3 0 0 0 0,-1 0 0 0 0,-5 0 0 0 0,1 0 0 0 0,7 0 0 0 0,0 0 0 0 0,1 0 0 0 0,6 0 0 0 0,-1 0 0 0 0,4 0 0 0 0,2 0 0 0 0,-1-5 0 0 0,5-2 0 0 0,1 0 0 0 0,-2-3 0 0 0,3-1 0 0 0,0 2 0 0 0,3-3 0 0 0,-1 1 0 0 0,3-3 0 0 0,-2 0 0 0 0,-3-2 0 0 0,-4 2 0 0 0,3-3 0 0 0,-1 3 0 0 0,-2 2 0 0 0,3-1 0 0 0,0 2 0 0 0,3-3 0 0 0,0 1 0 0 0,-8 2 0 0 0,0 4 0 0 0,0 3 0 0 0,-2 2 0 0 0,-1-4 0 0 0,5-1 0 0 0,-5 1 0 0 0,-3-4 0 0 0,-1-1 0 0 0,-5 3 0 0 0,3-4 0 0 0,-2 1 0 0 0,-1 2 0 0 0,1-2 0 0 0,-4 0 0 0 0,-5 2 0 0 0,4 3 0 0 0,-5-3 0 0 0,-1 0 0 0 0,2 1 0 0 0,-1-2 0 0 0,-3-1 0 0 0,-4 3 0 0 0,-3 2 0 0 0,3 2 0 0 0,4 2 0 0 0,2-5 0 0 0,-3 0 0 0 0,-3 1 0 0 0,-2-4 0 0 0,-4 0 0 0 0,0 1 0 0 0,-2 3 0 0 0,-1 1 0 0 0,1 3 0 0 0,-6-4 0 0 0,-13-1 0 0 0,-12 0 0 0 0,-13 2 0 0 0,-8 2 0 0 0,-7 1 0 0 0,-3 1 0 0 0,-2 1 0 0 0,-1 0 0 0 0,1 5 0 0 0,0 8 0 0 0,-4 1 0 0 0,-2 3 0 0 0,2 0 0 0 0,0 1 0 0 0,8 3 0 0 0,3-2 0 0 0,0 1 0 0 0,-5 3 0 0 0,-3 2 0 0 0,5 2 0 0 0,1-3 0 0 0,1-1 0 0 0,-1 1 0 0 0,5 2 0 0 0,1 2 0 0 0,-1-5 0 0 0,-2 0 0 0 0,3 1 0 0 0,1 2 0 0 0,-2 1 0 0 0,3 2 0 0 0,5 1 0 0 0,0 0 0 0 0,-3-4 0 0 0,2-2 0 0 0,3 1 0 0 0,-1-5 0 0 0,2 0 0 0 0,2 2 0 0 0,4 3 0 0 0,-3-4 0 0 0,1 1 0 0 0,0 1 0 0 0,-2-3 0 0 0,0-10 0 0 0,1-13 0 0 0,9-4 0 0 0,3-8 0 0 0,1-6 0 0 0,6-4 0 0 0,1-4 0 0 0,3 4 0 0 0,0 0 0 0 0,3-1 0 0 0,-2 0 0 0 0,2-3 0 0 0,-2 0 0 0 0,2 5 0 0 0,-2 0 0 0 0,-4 0 0 0 0,2 3 0 0 0,-2 1 0 0 0,3-2 0 0 0,4-2 0 0 0,5-3 0 0 0,-3-2 0 0 0,2 0 0 0 0,2 3 0 0 0,-4 2 0 0 0,-4-1 0 0 0,-1 5 0 0 0,4-6 0 0 0,2-8 0 0 0,4-4 0 0 0,3-1 0 0 0,-4 1 0 0 0,0 2 0 0 0,1 2 0 0 0,1 1 0 0 0,-4 2 0 0 0,0 5 0 0 0,1 7 0 0 0,-3 2 0 0 0,-5-1 0 0 0,1-3 0 0 0,1 1 0 0 0,5 0 0 0 0,3-2 0 0 0,2-3 0 0 0,-3-2 0 0 0,0 3 0 0 0,-5 1 0 0 0,1 4 0 0 0,1 5 0 0 0,-3 0 0 0 0,-4-3 0 0 0,1 2 0 0 0,2 3 0 0 0,0-2 0 0 0,-5-3 0 0 0,2 0 0 0 0,-1-1 0 0 0,1 2 0 0 0,5-1 0 0 0,-2-4 0 0 0,-8 3 0 0 0,-12 9 0 0 0,-10 11 0 0 0,-8 6 0 0 0,-1 6 0 0 0,4 6 0 0 0,0 0 0 0 0,-3-3 0 0 0,2 0 0 0 0,0 3 0 0 0,-3 2 0 0 0,-3 4 0 0 0,4 3 0 0 0,-1-5 0 0 0,4 0 0 0 0,-1-5 0 0 0,4 0 0 0 0,-2-3 0 0 0,3 1 0 0 0,3 2 0 0 0,4 4 0 0 0,-3-2 0 0 0,-4 0 0 0 0,0 2 0 0 0,-3 3 0 0 0,2 1 0 0 0,-3-3 0 0 0,3-1 0 0 0,-2 1 0 0 0,2 2 0 0 0,4 2 0 0 0,-2 0 0 0 0,1 2 0 0 0,-2 1 0 0 0,1 0 0 0 0,3 0 0 0 0,-2 0 0 0 0,-5 0 0 0 0,2 0 0 0 0,-3-5 0 0 0,1-2 0 0 0,5 0 0 0 0,4 2 0 0 0,-2-4 0 0 0,0-1 0 0 0,3 2 0 0 0,2 2 0 0 0,-4-3 0 0 0,6-6 0 0 0,3-10 0 0 0,1-12 0 0 0,6-5 0 0 0,7-5 0 0 0,1-6 0 0 0,4 1 0 0 0,-2-1 0 0 0,-4-2 0 0 0,-4-2 0 0 0,2 3 0 0 0,4 1 0 0 0,5-7 0 0 0,-2-4 0 0 0,-2-1 0 0 0,0 5 0 0 0,-3-3 0 0 0,3-1 0 0 0,-3-1 0 0 0,3-4 0 0 0,-2-2 0 0 0,2 1 0 0 0,4 2 0 0 0,-2 2 0 0 0,1-3 0 0 0,-2-1 0 0 0,-4 1 0 0 0,1 2 0 0 0,-3-4 0 0 0,4 6 0 0 0,3-3 0 0 0,-1 0 0 0 0,-4-4 0 0 0,2-5 0 0 0,3-6 0 0 0,-1 1 0 0 0,1 3 0 0 0,-1 6 0 0 0,-5 4 0 0 0,-4-2 0 0 0,2 1 0 0 0,5 1 0 0 0,-1 3 0 0 0,3-4 0 0 0,3-6 0 0 0,-1 0 0 0 0,-4 2 0 0 0,-4-2 0 0 0,0 7 0 0 0,0-1 0 0 0,-4 1 0 0 0,4 7 0 0 0,-1 4 0 0 0,-2-5 0 0 0,3-7 0 0 0,0-1 0 0 0,2 4 0 0 0,1 0 0 0 0,-4-1 0 0 0,3 7 0 0 0,-2-2 0 0 0,-2-1 0 0 0,-2-1 0 0 0,-4 1 0 0 0,5 6 0 0 0,-1 3 0 0 0,0-6 0 0 0,3-3 0 0 0,0-1 0 0 0,-1 1 0 0 0,-3-1 0 0 0,-2 2 0 0 0,-2 0 0 0 0,-1 0 0 0 0,4 6 0 0 0,2 3 0 0 0,-1 9 0 0 0,-1 13 0 0 0,-6 7 0 0 0,-4 7 0 0 0,-1 7 0 0 0,-4 5 0 0 0,-1 3 0 0 0,2 3 0 0 0,-3-4 0 0 0,-5-2 0 0 0,1 1 0 0 0,-3 1 0 0 0,3 0 0 0 0,3 2 0 0 0,5 1 0 0 0,-3 1 0 0 0,2-1 0 0 0,-4 1 0 0 0,1 0 0 0 0,2 0 0 0 0,3 0 0 0 0,-2 6 0 0 0,0 1 0 0 0,-4-6 0 0 0,0 2 0 0 0,-2 7 0 0 0,-4 5 0 0 0,1 7 0 0 0,3-2 0 0 0,5-3 0 0 0,-2 0 0 0 0,2 3 0 0 0,-3-8 0 0 0,1 0 0 0 0,-3 3 0 0 0,-4 3 0 0 0,1 0 0 0 0,4-4 0 0 0,4 1 0 0 0,3-2 0 0 0,-1-3 0 0 0,0-3 0 0 0,-4-4 0 0 0,0-1 0 0 0,-3 3 0 0 0,-4 7 0 0 0,1 6 0 0 0,-2 0 0 0 0,3 2 0 0 0,-1-2 0 0 0,3-4 0 0 0,3-5 0 0 0,-1-4 0 0 0,1-2 0 0 0,-2-8 0 0 0,2-2 0 0 0,-4-1 0 0 0,2 2 0 0 0,3 1 0 0 0,-1-3 0 0 0,0-1 0 0 0,-2-4 0 0 0,1 0 0 0 0,2 3 0 0 0,-1-3 0 0 0,1-9 0 0 0,2-12 0 0 0,3-10 0 0 0,2-9 0 0 0,2-10 0 0 0,1-6 0 0 0,1-1 0 0 0,1 0 0 0 0,5 3 0 0 0,1 1 0 0 0,5-4 0 0 0,1 0 0 0 0,-2 1 0 0 0,-4 2 0 0 0,4 2 0 0 0,-1-4 0 0 0,-2-1 0 0 0,-3-4 0 0 0,-1 0 0 0 0,-3 2 0 0 0,0-2 0 0 0,4 5 0 0 0,2 0 0 0 0,-1-5 0 0 0,4 0 0 0 0,1-3 0 0 0,-2 0 0 0 0,2 4 0 0 0,1-2 0 0 0,-3-4 0 0 0,-3-5 0 0 0,3 3 0 0 0,0-2 0 0 0,-1 3 0 0 0,2 0 0 0 0,1 2 0 0 0,3 4 0 0 0,-1 0 0 0 0,2 0 0 0 0,0 4 0 0 0,-4-3 0 0 0,-3-4 0 0 0,2-5 0 0 0,-1 0 0 0 0,4 0 0 0 0,-1-3 0 0 0,4 2 0 0 0,-2 0 0 0 0,-3 4 0 0 0,2 4 0 0 0,-2 5 0 0 0,-2-1 0 0 0,3 0 0 0 0,-1-3 0 0 0,-3 0 0 0 0,-2 3 0 0 0,-2 2 0 0 0,-2 3 0 0 0,-2-4 0 0 0,6 1 0 0 0,0 0 0 0 0,0 2 0 0 0,-1 2 0 0 0,-1 2 0 0 0,-2-5 0 0 0,4 4 0 0 0,1 3 0 0 0,0-5 0 0 0,-2-6 0 0 0,-1-2 0 0 0,-2 2 0 0 0,-1 2 0 0 0,-1 2 0 0 0,0-2 0 0 0,0-1 0 0 0,0 2 0 0 0,-1 2 0 0 0,-4 2 0 0 0,-2 2 0 0 0,0 0 0 0 0,2 1 0 0 0,-5 6 0 0 0,1 1 0 0 0,-4 6 0 0 0,-5 5 0 0 0,-5 5 0 0 0,-3 9 0 0 0,2 10 0 0 0,6 8 0 0 0,0 6 0 0 0,3 4 0 0 0,5 2 0 0 0,-2-4 0 0 0,2 4 0 0 0,-4 2 0 0 0,2 6 0 0 0,2 1 0 0 0,3 5 0 0 0,3-1 0 0 0,-4-2 0 0 0,1 3 0 0 0,0 3 0 0 0,-3-1 0 0 0,0-3 0 0 0,1 2 0 0 0,3-3 0 0 0,-3 3 0 0 0,0 4 0 0 0,1 3 0 0 0,2-1 0 0 0,3 0 0 0 0,1 2 0 0 0,1-2 0 0 0,1-1 0 0 0,0 3 0 0 0,1-4 0 0 0,-6 1 0 0 0,-2-3 0 0 0,1 0 0 0 0,1 3 0 0 0,-4-2 0 0 0,-1 2 0 0 0,2 1 0 0 0,3-2 0 0 0,1 1 0 0 0,2-3 0 0 0,1 1 0 0 0,-5 2 0 0 0,-1-2 0 0 0,1-4 0 0 0,1 1 0 0 0,2-3 0 0 0,-5-3 0 0 0,0-3 0 0 0,1 3 0 0 0,2 0 0 0 0,1 3 0 0 0,2-1 0 0 0,1-1 0 0 0,1-3 0 0 0,-5-3 0 0 0,-2-1 0 0 0,1-3 0 0 0,1 0 0 0 0,-4-5 0 0 0,0-3 0 0 0,1 1 0 0 0,2 1 0 0 0,2 1 0 0 0,-3 3 0 0 0,-1 0 0 0 0,1 1 0 0 0,2 1 0 0 0,2 0 0 0 0,1-10 0 0 0,1-14 0 0 0,1-14 0 0 0,0-10 0 0 0,0-9 0 0 0,6-3 0 0 0,1-9 0 0 0,0-3 0 0 0,-2 1 0 0 0,4-3 0 0 0,6-6 0 0 0,5 1 0 0 0,0 3 0 0 0,1-1 0 0 0,-3-3 0 0 0,-4 1 0 0 0,0 4 0 0 0,4 4 0 0 0,-2 4 0 0 0,-4 2 0 0 0,2-3 0 0 0,-1-6 0 0 0,-4-1 0 0 0,3 2 0 0 0,-2 3 0 0 0,-1 2 0 0 0,2 3 0 0 0,-1-3 0 0 0,4-1 0 0 0,-1 0 0 0 0,-2 3 0 0 0,-4 1 0 0 0,3-4 0 0 0,-1-1 0 0 0,4 1 0 0 0,-1-3 0 0 0,-2 0 0 0 0,3 1 0 0 0,-2 3 0 0 0,3 2 0 0 0,0 2 0 0 0,-4-4 0 0 0,-2-1 0 0 0,-4 1 0 0 0,-2-4 0 0 0,4 5 0 0 0,1 3 0 0 0,0-2 0 0 0,3 3 0 0 0,0-2 0 0 0,-2-6 0 0 0,-1-2 0 0 0,2 7 0 0 0,0 3 0 0 0,-1-2 0 0 0,-3-2 0 0 0,-1 1 0 0 0,-2 1 0 0 0,-1-5 0 0 0,-1 0 0 0 0,0 1 0 0 0,-1 1 0 0 0,6 8 0 0 0,2 3 0 0 0,-1 0 0 0 0,-1 1 0 0 0,-1-2 0 0 0,-2-1 0 0 0,0-2 0 0 0,-2 11 0 0 0,0 13 0 0 0,0 13 0 0 0,-6 10 0 0 0,-1 8 0 0 0,-5 5 0 0 0,-1 2 0 0 0,3 1 0 0 0,-3 1 0 0 0,1-1 0 0 0,2-1 0 0 0,4 0 0 0 0,2 0 0 0 0,2-1 0 0 0,-4 5 0 0 0,-1 2 0 0 0,0-1 0 0 0,3-1 0 0 0,-5-1 0 0 0,0-2 0 0 0,2 4 0 0 0,-4 7 0 0 0,0 0 0 0 0,2-1 0 0 0,3 1 0 0 0,2 5 0 0 0,2-1 0 0 0,1 2 0 0 0,-5 3 0 0 0,0-3 0 0 0,0-4 0 0 0,1 0 0 0 0,-4-7 0 0 0,0 0 0 0 0,1-2 0 0 0,3 4 0 0 0,-5 5 0 0 0,1 6 0 0 0,2-2 0 0 0,-4-3 0 0 0,0 0 0 0 0,3-2 0 0 0,1-3 0 0 0,4-5 0 0 0,0-2 0 0 0,2-2 0 0 0,1-2 0 0 0,1-1 0 0 0,-1 0 0 0 0,1 0 0 0 0,-6 1 0 0 0,-2-1 0 0 0,1 1 0 0 0,0-1 0 0 0,3 1 0 0 0,0 0 0 0 0,-3-6 0 0 0,-2-1 0 0 0,2 0 0 0 0,0 2 0 0 0,3 1 0 0 0,1 1 0 0 0,1 2 0 0 0,0 0 0 0 0,2 1 0 0 0,-1 0 0 0 0,0-10 0 0 0,0-14 0 0 0,1-19 0 0 0,-1-13 0 0 0,5-7 0 0 0,2-3 0 0 0,0-1 0 0 0,-2-5 0 0 0,4 4 0 0 0,1-1 0 0 0,3 5 0 0 0,-1 3 0 0 0,4-4 0 0 0,-1-6 0 0 0,-4-2 0 0 0,2 1 0 0 0,-1 2 0 0 0,2 3 0 0 0,0 2 0 0 0,1 1 0 0 0,-1 2 0 0 0,-3 0 0 0 0,-3-4 0 0 0,2-3 0 0 0,4-4 0 0 0,6-1 0 0 0,-1 2 0 0 0,-4 3 0 0 0,-4-3 0 0 0,1 5 0 0 0,-1 5 0 0 0,2-5 0 0 0,5-5 0 0 0,4-7 0 0 0,-2 0 0 0 0,-4 3 0 0 0,1-2 0 0 0,2 2 0 0 0,-2-1 0 0 0,-3 1 0 0 0,0 3 0 0 0,-2 4 0 0 0,3 8 0 0 0,-2-1 0 0 0,3-1 0 0 0,-2 0 0 0 0,-3 0 0 0 0,-4 1 0 0 0,-2 0 0 0 0,2 5 0 0 0,1 2 0 0 0,-2-1 0 0 0,4 0 0 0 0,0-2 0 0 0,-1-1 0 0 0,-3-2 0 0 0,-2 0 0 0 0,-2-1 0 0 0,-1 10 0 0 0,-1 15 0 0 0,0 12 0 0 0,0 12 0 0 0,-6 2 0 0 0,-1 2 0 0 0,0 4 0 0 0,1 2 0 0 0,2 2 0 0 0,-4 1 0 0 0,0 0 0 0 0,1 0 0 0 0,-3 1 0 0 0,-1-1 0 0 0,2 0 0 0 0,-2-5 0 0 0,0-2 0 0 0,2 0 0 0 0,3 2 0 0 0,2 1 0 0 0,2 1 0 0 0,-5-4 0 0 0,0 0 0 0 0,1 0 0 0 0,1 2 0 0 0,2 1 0 0 0,1 2 0 0 0,-4-5 0 0 0,-1 0 0 0 0,0 0 0 0 0,2 2 0 0 0,1 1 0 0 0,2 2 0 0 0,1 1 0 0 0,1 0 0 0 0,0 1 0 0 0,0 0 0 0 0,0 0 0 0 0,1 0 0 0 0,-1 0 0 0 0,0-10 0 0 0,0-15 0 0 0,0-12 0 0 0,0-12 0 0 0,0-7 0 0 0,0-5 0 0 0,0-3 0 0 0,6 0 0 0 0,0-1 0 0 0,1-4 0 0 0,-2-7 0 0 0,-1 0 0 0 0,4 1 0 0 0,0 4 0 0 0,-1 3 0 0 0,4-3 0 0 0,-1 1 0 0 0,-1 1 0 0 0,-3 2 0 0 0,4 7 0 0 0,-1 4 0 0 0,-1-5 0 0 0,-3-3 0 0 0,-1 0 0 0 0,-3-1 0 0 0,0 1 0 0 0,-1 1 0 0 0,0 0 0 0 0,0 1 0 0 0,-1 0 0 0 0,6 0 0 0 0,2 0 0 0 0,-1 0 0 0 0,0 1 0 0 0,-2-1 0 0 0,-2 0 0 0 0,-1-5 0 0 0,0-2 0 0 0,-1 1 0 0 0,-1 1 0 0 0,1 1 0 0 0,0 2 0 0 0,0 1 0 0 0,0 0 0 0 0,-1 2 0 0 0,1-1 0 0 0,0 0 0 0 0,0 1 0 0 0,0-1 0 0 0,0 11 0 0 0,0 14 0 0 0,-5 8 0 0 0,-2 8 0 0 0,-5 9 0 0 0,0 5 0 0 0,-4 5 0 0 0,2 2 0 0 0,2 1 0 0 0,4 1 0 0 0,-3-6 0 0 0,2-2 0 0 0,-4 0 0 0 0,1 1 0 0 0,2 2 0 0 0,3 0 0 0 0,-3-3 0 0 0,1-2 0 0 0,-4 1 0 0 0,0 2 0 0 0,3 1 0 0 0,3 2 0 0 0,-3-5 0 0 0,1 0 0 0 0,1 0 0 0 0,-2-4 0 0 0,-1 1 0 0 0,3 1 0 0 0,-4 2 0 0 0,2 3 0 0 0,1 2 0 0 0,-3 0 0 0 0,2 2 0 0 0,1 0 0 0 0,-2-5 0 0 0,0-2 0 0 0,2 1 0 0 0,3 1 0 0 0,2 1 0 0 0,-3-4 0 0 0,-1 0 0 0 0,1 1 0 0 0,2 1 0 0 0,-3-3 0 0 0,-1 0 0 0 0,1 1 0 0 0,3 2 0 0 0,-4-3 0 0 0,0 0 0 0 0,1 1 0 0 0,3 2 0 0 0,1 3 0 0 0,2 1 0 0 0,1 0 0 0 0,6-3 0 0 0,8-12 0 0 0,1-14 0 0 0,4-12 0 0 0,3-4 0 0 0,-1-4 0 0 0,-4-5 0 0 0,0-2 0 0 0,-2-3 0 0 0,1 4 0 0 0,-1 2 0 0 0,2 4 0 0 0,-3 1 0 0 0,-2-2 0 0 0,2-3 0 0 0,3-2 0 0 0,0-2 0 0 0,-3-2 0 0 0,1 0 0 0 0,-1-1 0 0 0,2-1 0 0 0,-2 1 0 0 0,-2 0 0 0 0,-4 0 0 0 0,2 5 0 0 0,0 2 0 0 0,-1 0 0 0 0,2-2 0 0 0,1-1 0 0 0,-3-1 0 0 0,3 3 0 0 0,0 2 0 0 0,-2-1 0 0 0,-3-2 0 0 0,-2-1 0 0 0,-2-2 0 0 0,4 5 0 0 0,1 0 0 0 0,-1 0 0 0 0,4-2 0 0 0,1-1 0 0 0,-3-2 0 0 0,-1-1 0 0 0,-3 0 0 0 0,-2-1 0 0 0,-1 10 0 0 0,-1 14 0 0 0,0 14 0 0 0,0 10 0 0 0,-1 8 0 0 0,1 5 0 0 0,-6-2 0 0 0,-1-2 0 0 0,0 1 0 0 0,2 1 0 0 0,1 0 0 0 0,-4 2 0 0 0,0 0 0 0 0,1 1 0 0 0,-3 5 0 0 0,-1 2 0 0 0,2-1 0 0 0,-2-6 0 0 0,0 3 0 0 0,2-1 0 0 0,3 6 0 0 0,-4-5 0 0 0,1-2 0 0 0,2-1 0 0 0,-4 4 0 0 0,1 7 0 0 0,1 1 0 0 0,3 4 0 0 0,-3-1 0 0 0,0-2 0 0 0,1-5 0 0 0,-2-2 0 0 0,-1-4 0 0 0,-3-1 0 0 0,1-1 0 0 0,3 0 0 0 0,2-1 0 0 0,4 0 0 0 0,-4 5 0 0 0,0 3 0 0 0,-4-6 0 0 0,0 2 0 0 0,-3 1 0 0 0,1-1 0 0 0,3 0 0 0 0,3-1 0 0 0,-2 4 0 0 0,-5 7 0 0 0,-5 6 0 0 0,1-1 0 0 0,-1-7 0 0 0,2-2 0 0 0,4-2 0 0 0,0-1 0 0 0,2-3 0 0 0,-2-2 0 0 0,1 0 0 0 0,2-2 0 0 0,5 1 0 0 0,-4-1 0 0 0,1 1 0 0 0,-4-6 0 0 0,1-2 0 0 0,-3 2 0 0 0,1 0 0 0 0,3 2 0 0 0,3 1 0 0 0,-2-3 0 0 0,-5-2 0 0 0,1 1 0 0 0,2-9 0 0 0,3-12 0 0 0,4-12 0 0 0,2-9 0 0 0,1-13 0 0 0,2-6 0 0 0,1-7 0 0 0,-1-1 0 0 0,1-4 0 0 0,0-4 0 0 0,4 2 0 0 0,2 4 0 0 0,0 0 0 0 0,4 3 0 0 0,0-3 0 0 0,-2 3 0 0 0,-3-2 0 0 0,-2 1 0 0 0,-1-2 0 0 0,-2 2 0 0 0,-1 3 0 0 0,0-1 0 0 0,-1 0 0 0 0,1-2 0 0 0,-1-4 0 0 0,1 1 0 0 0,0-2 0 0 0,5-2 0 0 0,2 1 0 0 0,0 0 0 0 0,-2 3 0 0 0,-1-6 0 0 0,-2 0 0 0 0,0 6 0 0 0,-2-1 0 0 0,0-8 0 0 0,0 2 0 0 0,5-2 0 0 0,1 5 0 0 0,1 0 0 0 0,-2-2 0 0 0,-1 4 0 0 0,-2-1 0 0 0,-1 4 0 0 0,0-1 0 0 0,-1-3 0 0 0,0 2 0 0 0,-1-1 0 0 0,1 3 0 0 0,0-2 0 0 0,0-2 0 0 0,0 2 0 0 0,0-1 0 0 0,-1 2 0 0 0,1 5 0 0 0,6-1 0 0 0,1 1 0 0 0,-1 3 0 0 0,0-2 0 0 0,-2 1 0 0 0,-2 2 0 0 0,-1 3 0 0 0,0 1 0 0 0,-1-3 0 0 0,-1-5 0 0 0,1-2 0 0 0,0 3 0 0 0,0 2 0 0 0,-1 4 0 0 0,1 1 0 0 0,0 3 0 0 0,0 1 0 0 0,0 0 0 0 0,0 1 0 0 0,0 0 0 0 0,0 0 0 0 0,0-1 0 0 0,0 1 0 0 0,0 9 0 0 0,-5 10 0 0 0,-2 11 0 0 0,0 11 0 0 0,2 9 0 0 0,-4 6 0 0 0,0 4 0 0 0,-4 2 0 0 0,0 6 0 0 0,-3-3 0 0 0,2 3 0 0 0,2 0 0 0 0,-1 4 0 0 0,1 5 0 0 0,-2-5 0 0 0,1 1 0 0 0,-3 3 0 0 0,2 5 0 0 0,3 4 0 0 0,-2 2 0 0 0,1-2 0 0 0,3 0 0 0 0,-2-5 0 0 0,0 0 0 0 0,-2 2 0 0 0,0-2 0 0 0,3 0 0 0 0,-3 2 0 0 0,2-2 0 0 0,-4 1 0 0 0,2 2 0 0 0,3-3 0 0 0,2 1 0 0 0,4 7 0 0 0,2 0 0 0 0,-5-1 0 0 0,1-4 0 0 0,-1 0 0 0 0,-3 5 0 0 0,0 0 0 0 0,2-1 0 0 0,-4 6 0 0 0,-4-7 0 0 0,0 2 0 0 0,3-4 0 0 0,-2 0 0 0 0,2 1 0 0 0,4-3 0 0 0,2-1 0 0 0,3 2 0 0 0,-3-3 0 0 0,-1 1 0 0 0,2 2 0 0 0,-4-3 0 0 0,0 1 0 0 0,-4 1 0 0 0,1-1 0 0 0,2 0 0 0 0,-2 1 0 0 0,2-1 0 0 0,1-6 0 0 0,-1-4 0 0 0,0 1 0 0 0,2-1 0 0 0,3-3 0 0 0,3-2 0 0 0,-5-2 0 0 0,1-2 0 0 0,0 4 0 0 0,-3 2 0 0 0,0-1 0 0 0,1-1 0 0 0,3-2 0 0 0,-3-1 0 0 0,-1-1 0 0 0,3-1 0 0 0,1 0 0 0 0,3-1 0 0 0,1 1 0 0 0,1-1 0 0 0,1-10 0 0 0,0-13 0 0 0,1-14 0 0 0,-1-11 0 0 0,0-7 0 0 0,6-5 0 0 0,1-3 0 0 0,5 5 0 0 0,0 2 0 0 0,-1-1 0 0 0,-4 0 0 0 0,4-1 0 0 0,-1-1 0 0 0,3-1 0 0 0,-1 0 0 0 0,4-6 0 0 0,-2-2 0 0 0,-3 0 0 0 0,2 2 0 0 0,-1 1 0 0 0,2 2 0 0 0,-1 0 0 0 0,-2 2 0 0 0,1 0 0 0 0,-1 1 0 0 0,-2-1 0 0 0,-3 1 0 0 0,-2-1 0 0 0,3-5 0 0 0,6 4 0 0 0,1 1 0 0 0,-3-3 0 0 0,3-3 0 0 0,-1 1 0 0 0,-3-4 0 0 0,-3-1 0 0 0,2-4 0 0 0,0 1 0 0 0,4 3 0 0 0,-1 2 0 0 0,-2 3 0 0 0,2-2 0 0 0,0-1 0 0 0,-3-4 0 0 0,-3 0 0 0 0,3 2 0 0 0,0-2 0 0 0,4 1 0 0 0,-1 2 0 0 0,-2 3 0 0 0,-3 2 0 0 0,3 2 0 0 0,0 1 0 0 0,-3 2 0 0 0,-1-1 0 0 0,-3-4 0 0 0,-1-3 0 0 0,4 7 0 0 0,1-4 0 0 0,-1 1 0 0 0,-1-1 0 0 0,4 2 0 0 0,0 0 0 0 0,-2-4 0 0 0,-1-2 0 0 0,-2 2 0 0 0,-2 0 0 0 0,-1 3 0 0 0,-1 1 0 0 0,0 1 0 0 0,0 1 0 0 0,-1 0 0 0 0,1 0 0 0 0,0 1 0 0 0,-1-1 0 0 0,1 1 0 0 0,0 10 0 0 0,0 13 0 0 0,0 14 0 0 0,0 11 0 0 0,0 7 0 0 0,0 5 0 0 0,-5 8 0 0 0,-2 2 0 0 0,-5 0 0 0 0,0 4 0 0 0,2 5 0 0 0,2-2 0 0 0,-3-2 0 0 0,2-4 0 0 0,1-4 0 0 0,2-3 0 0 0,-3 4 0 0 0,0 5 0 0 0,-3 6 0 0 0,-6 5 0 0 0,1-1 0 0 0,3-5 0 0 0,4 1 0 0 0,4-4 0 0 0,-3 2 0 0 0,1-2 0 0 0,-4-4 0 0 0,0 2 0 0 0,-3 4 0 0 0,1-1 0 0 0,-2 3 0 0 0,1 3 0 0 0,-2 3 0 0 0,3 3 0 0 0,2-3 0 0 0,-1-1 0 0 0,-3 1 0 0 0,0-3 0 0 0,-2 0 0 0 0,2-4 0 0 0,-2-5 0 0 0,3 1 0 0 0,4-2 0 0 0,-2 3 0 0 0,1 3 0 0 0,-2-5 0 0 0,1-1 0 0 0,-2 4 0 0 0,-5 4 0 0 0,3 5 0 0 0,-3 2 0 0 0,3-2 0 0 0,-1-6 0 0 0,3-5 0 0 0,-2-6 0 0 0,2-4 0 0 0,4-2 0 0 0,4-1 0 0 0,-3 4 0 0 0,1 2 0 0 0,-3-6 0 0 0,0-3 0 0 0,2 0 0 0 0,-2-1 0 0 0,0 1 0 0 0,3 1 0 0 0,-2 1 0 0 0,0 0 0 0 0,2 0 0 0 0,-2-4 0 0 0,0-13 0 0 0,3-13 0 0 0,2-12 0 0 0,2-9 0 0 0,7-12 0 0 0,3-5 0 0 0,1-2 0 0 0,-1-4 0 0 0,3 6 0 0 0,1-3 0 0 0,3 2 0 0 0,0-3 0 0 0,3 0 0 0 0,-1 2 0 0 0,-4 2 0 0 0,-3 3 0 0 0,2-3 0 0 0,0-1 0 0 0,3-4 0 0 0,-1-5 0 0 0,3 0 0 0 0,-1 4 0 0 0,2-2 0 0 0,-1-4 0 0 0,-4 2 0 0 0,2-1 0 0 0,-1-4 0 0 0,2 3 0 0 0,5-1 0 0 0,-2-2 0 0 0,-3 3 0 0 0,1-2 0 0 0,-2-1 0 0 0,2 3 0 0 0,-2-1 0 0 0,-2-7 0 0 0,1 1 0 0 0,-1 4 0 0 0,-2 2 0 0 0,2 3 0 0 0,0 1 0 0 0,3-4 0 0 0,4-2 0 0 0,-1 1 0 0 0,2 0 0 0 0,-2 4 0 0 0,-4-2 0 0 0,1-1 0 0 0,-2 1 0 0 0,-3 0 0 0 0,-3-2 0 0 0,3 7 0 0 0,-1 1 0 0 0,-1 3 0 0 0,4-3 0 0 0,4-3 0 0 0,1 0 0 0 0,-4 4 0 0 0,3-3 0 0 0,-2 3 0 0 0,-3-3 0 0 0,-4 2 0 0 0,-2 3 0 0 0,4-3 0 0 0,-1 2 0 0 0,5-3 0 0 0,0-4 0 0 0,3 1 0 0 0,-1 3 0 0 0,-3 5 0 0 0,-3 3 0 0 0,-3 3 0 0 0,-2 2 0 0 0,-3 1 0 0 0,6 1 0 0 0,0 0 0 0 0,0 0 0 0 0,-1 10 0 0 0,-2 14 0 0 0,-1 13 0 0 0,-1 11 0 0 0,0 7 0 0 0,-1 5 0 0 0,-6-3 0 0 0,-1 0 0 0 0,-5 5 0 0 0,-6 8 0 0 0,0 2 0 0 0,4-1 0 0 0,-2-1 0 0 0,3-3 0 0 0,-3-3 0 0 0,2 4 0 0 0,-2 1 0 0 0,2-2 0 0 0,3-1 0 0 0,-2 3 0 0 0,-3 1 0 0 0,0-2 0 0 0,-2 4 0 0 0,-3 5 0 0 0,-4 4 0 0 0,3 0 0 0 0,6 1 0 0 0,-1 2 0 0 0,3-2 0 0 0,-1 0 0 0 0,-4 1 0 0 0,-3-2 0 0 0,1 5 0 0 0,0 4 0 0 0,-2 8 0 0 0,-3 2 0 0 0,4-5 0 0 0,-1 2 0 0 0,0 0 0 0 0,-3-7 0 0 0,4-2 0 0 0,0 0 0 0 0,-1-6 0 0 0,3 4 0 0 0,0 4 0 0 0,-8 2 0 0 0,2-5 0 0 0,-1-1 0 0 0,0 0 0 0 0,4-4 0 0 0,6 0 0 0 0,0 6 0 0 0,-1-1 0 0 0,-4 0 0 0 0,-3-4 0 0 0,-2-7 0 0 0,3 6 0 0 0,0 4 0 0 0,-5 3 0 0 0,1 1 0 0 0,1-3 0 0 0,4-7 0 0 0,2-1 0 0 0,-2-3 0 0 0,-1 0 0 0 0,2 3 0 0 0,1-7 0 0 0,3 1 0 0 0,5-3 0 0 0,0-2 0 0 0,-4-3 0 0 0,2-2 0 0 0,-3-1 0 0 0,2-1 0 0 0,5-1 0 0 0,2 1 0 0 0,-1-1 0 0 0,1 0 0 0 0,-3-4 0 0 0,-1-3 0 0 0,4 1 0 0 0,2 2 0 0 0,-3-4 0 0 0,1-1 0 0 0,-4-3 0 0 0,1 0 0 0 0,2 2 0 0 0,2-7 0 0 0,4-11 0 0 0,7-12 0 0 0,3-8 0 0 0,0-8 0 0 0,5-3 0 0 0,0-3 0 0 0,4-1 0 0 0,5 0 0 0 0,-2 0 0 0 0,-4-5 0 0 0,2 5 0 0 0,-3 2 0 0 0,3 1 0 0 0,2 1 0 0 0,0-1 0 0 0,-4-4 0 0 0,0 2 0 0 0,-1 2 0 0 0,2-5 0 0 0,-1-1 0 0 0,-4 0 0 0 0,2-4 0 0 0,5-6 0 0 0,4-6 0 0 0,4-4 0 0 0,3 2 0 0 0,-4 5 0 0 0,-5 0 0 0 0,-1 4 0 0 0,-4-2 0 0 0,2 3 0 0 0,-3 2 0 0 0,3 0 0 0 0,2-5 0 0 0,0 0 0 0 0,-4-1 0 0 0,-5-4 0 0 0,2 7 0 0 0,-1 1 0 0 0,3-8 0 0 0,5-5 0 0 0,4-5 0 0 0,-2 5 0 0 0,-3 0 0 0 0,-1 5 0 0 0,-2 1 0 0 0,-3-1 0 0 0,-5 3 0 0 0,3-1 0 0 0,0-3 0 0 0,3 9 0 0 0,0 0 0 0 0,-2-2 0 0 0,2 1 0 0 0,0-2 0 0 0,2 2 0 0 0,-1 3 0 0 0,-2-2 0 0 0,-4-4 0 0 0,3-4 0 0 0,-1 2 0 0 0,4 3 0 0 0,-1 5 0 0 0,-2 5 0 0 0,3-3 0 0 0,-2-4 0 0 0,-2 0 0 0 0,-3 1 0 0 0,-2 4 0 0 0,-2 3 0 0 0,4 2 0 0 0,1 2 0 0 0,-1 1 0 0 0,-1 1 0 0 0,4 0 0 0 0,0-1 0 0 0,-2 1 0 0 0,-1 0 0 0 0,3 4 0 0 0,0 3 0 0 0,-1-2 0 0 0,-3 0 0 0 0,-1-2 0 0 0,-2 9 0 0 0,-7 13 0 0 0,-1 12 0 0 0,-6 11 0 0 0,-1 7 0 0 0,2 4 0 0 0,-2-2 0 0 0,-5 5 0 0 0,-4 2 0 0 0,2 5 0 0 0,-1 2 0 0 0,-3-1 0 0 0,3 3 0 0 0,1-6 0 0 0,2 2 0 0 0,0-1 0 0 0,-2-2 0 0 0,-4 4 0 0 0,3 6 0 0 0,5-1 0 0 0,0 4 0 0 0,-3 3 0 0 0,-3-7 0 0 0,-3-1 0 0 0,-3 3 0 0 0,4-1 0 0 0,0 1 0 0 0,0 10 0 0 0,-3 4 0 0 0,0-7 0 0 0,-2-3 0 0 0,4 6 0 0 0,1-2 0 0 0,0 1 0 0 0,-2 6 0 0 0,-1-2 0 0 0,-2-1 0 0 0,0 0 0 0 0,3 1 0 0 0,2 0 0 0 0,0 1 0 0 0,-2 0 0 0 0,-1 5 0 0 0,-2-7 0 0 0,0-5 0 0 0,3 0 0 0 0,2 1 0 0 0,0 1 0 0 0,-2 2 0 0 0,-1-3 0 0 0,-2-2 0 0 0,0 2 0 0 0,3-4 0 0 0,8 1 0 0 0,0 1 0 0 0,-1 2 0 0 0,-3-3 0 0 0,3 1 0 0 0,-2-5 0 0 0,4-4 0 0 0,-1 1 0 0 0,-3 3 0 0 0,3-2 0 0 0,-1-3 0 0 0,-3-3 0 0 0,2-4 0 0 0,6 3 0 0 0,4 5 0 0 0,-2 0 0 0 0,-3 3 0 0 0,1 0 0 0 0,-3-4 0 0 0,2-4 0 0 0,3-3 0 0 0,4-3 0 0 0,3-1 0 0 0,2-1 0 0 0,8-11 0 0 0,7-15 0 0 0,2-12 0 0 0,10-11 0 0 0,-1-8 0 0 0,3-4 0 0 0,0-3 0 0 0,3 0 0 0 0,1-1 0 0 0,-5 1 0 0 0,-1 1 0 0 0,5 0 0 0 0,-1 0 0 0 0,-1-4 0 0 0,5 3 0 0 0,4-2 0 0 0,-6-2 0 0 0,-2 2 0 0 0,5 0 0 0 0,1 2 0 0 0,1-5 0 0 0,5-1 0 0 0,1 2 0 0 0,-2 1 0 0 0,-2 1 0 0 0,-2 2 0 0 0,4 1 0 0 0,0-4 0 0 0,-1-2 0 0 0,3-4 0 0 0,0 4 0 0 0,-1-1 0 0 0,-3 0 0 0 0,-3 2 0 0 0,5 2 0 0 0,5-4 0 0 0,0 0 0 0 0,-1-4 0 0 0,-4 5 0 0 0,-2 4 0 0 0,2-3 0 0 0,6 0 0 0 0,0-4 0 0 0,-3 4 0 0 0,-3 4 0 0 0,3-3 0 0 0,-1-1 0 0 0,-2 6 0 0 0,3-3 0 0 0,4 0 0 0 0,0 1 0 0 0,-2 5 0 0 0,-4-3 0 0 0,-4-1 0 0 0,4-1 0 0 0,-1 1 0 0 0,4-1 0 0 0,-6 2 0 0 0,2-1 0 0 0,-1 6 0 0 0,-6 2 0 0 0,1 0 0 0 0,0-1 0 0 0,1 3 0 0 0,-2 0 0 0 0,1 0 0 0 0,3-3 0 0 0,3 3 0 0 0,-7 0 0 0 0,-3-1 0 0 0,-1 3 0 0 0,-5 0 0 0 0,-2 3 0 0 0,1-1 0 0 0,2 3 0 0 0,3-1 0 0 0,1 2 0 0 0,-4-3 0 0 0,-1-2 0 0 0,2 1 0 0 0,-5 9 0 0 0,-10 12 0 0 0,-7 10 0 0 0,-9 8 0 0 0,-9 1 0 0 0,-2 1 0 0 0,2 3 0 0 0,-2 2 0 0 0,-3-4 0 0 0,2-1 0 0 0,-1 6 0 0 0,-3 4 0 0 0,2 1 0 0 0,0 0 0 0 0,-8 5 0 0 0,2 1 0 0 0,4-1 0 0 0,1-2 0 0 0,0-2 0 0 0,-4-2 0 0 0,4-1 0 0 0,0 5 0 0 0,-7 6 0 0 0,-4 6 0 0 0,3 0 0 0 0,2-8 0 0 0,0 0 0 0 0,-6 2 0 0 0,-2 1 0 0 0,4 1 0 0 0,2 0 0 0 0,2-3 0 0 0,-1-3 0 0 0,5 2 0 0 0,1-1 0 0 0,-1 3 0 0 0,-2 6 0 0 0,-2-2 0 0 0,-2-2 0 0 0,5 1 0 0 0,1-2 0 0 0,-2-3 0 0 0,-1 1 0 0 0,-1 0 0 0 0,4 3 0 0 0,0-2 0 0 0,-1-2 0 0 0,-2-3 0 0 0,4 3 0 0 0,0-1 0 0 0,-1-2 0 0 0,-2 4 0 0 0,-2 4 0 0 0,-2 0 0 0 0,-1-2 0 0 0,5-4 0 0 0,1-4 0 0 0,4-2 0 0 0,2-1 0 0 0,-3-2 0 0 0,3-1 0 0 0,-1 0 0 0 0,3 0 0 0 0,-2-5 0 0 0,-2-1 0 0 0,2 0 0 0 0,-1 1 0 0 0,2 2 0 0 0,0 1 0 0 0,-4 2 0 0 0,3 0 0 0 0,-2-4 0 0 0,4-2 0 0 0,-2-5 0 0 0,3 0 0 0 0,3-9 0 0 0,10-11 0 0 0,10-11 0 0 0,4-8 0 0 0,4-1 0 0 0,6-3 0 0 0,-1-1 0 0 0,0 2 0 0 0,-2 1 0 0 0,0-1 0 0 0,2 2 0 0 0,-2 1 0 0 0,1-2 0 0 0,2-3 0 0 0,2-2 0 0 0,9-1 0 0 0,2-2 0 0 0,2-1 0 0 0,-1 0 0 0 0,-1-1 0 0 0,-1 6 0 0 0,-7 2 0 0 0,-2 5 0 0 0,0 0 0 0 0,0-1 0 0 0,2-3 0 0 0,1 2 0 0 0,1 0 0 0 0,2-2 0 0 0,-1-2 0 0 0,1 3 0 0 0,0 0 0 0 0,0-1 0 0 0,0 3 0 0 0,0-1 0 0 0,0-1 0 0 0,-5-3 0 0 0,-2 4 0 0 0,0-1 0 0 0,-4-1 0 0 0,0 2 0 0 0,2 6 0 0 0,2 0 0 0 0,-2-3 0 0 0,-1-3 0 0 0,2 1 0 0 0,2-1 0 0 0,3-2 0 0 0,1 3 0 0 0,1 0 0 0 0,0-3 0 0 0,-4-1 0 0 0,-1 2 0 0 0,-1 0 0 0 0,2 4 0 0 0,-4-1 0 0 0,-6-2 0 0 0,-10 3 0 0 0,-12 4 0 0 0,-10 5 0 0 0,-8 3 0 0 0,-4 3 0 0 0,-4 3 0 0 0,-1 0 0 0 0,0 1 0 0 0,-5 5 0 0 0,-1 7 0 0 0,0 1 0 0 0,2 4 0 0 0,2-2 0 0 0,2-3 0 0 0,1 1 0 0 0,1-1 0 0 0,0 2 0 0 0,0-2 0 0 0,-4 3 0 0 0,-8 3 0 0 0,4 4 0 0 0,-2 3 0 0 0,1-2 0 0 0,2-6 0 0 0,-3 0 0 0 0,5 1 0 0 0,4 3 0 0 0,-4-1 0 0 0,0-6 0 0 0,0 1 0 0 0,-3 2 0 0 0,-2 4 0 0 0,2 3 0 0 0,2-2 0 0 0,2-6 0 0 0,2 0 0 0 0,-4 3 0 0 0,-6 2 0 0 0,-2 3 0 0 0,8 3 0 0 0,-1-4 0 0 0,1-5 0 0 0,2-2 0 0 0,1 3 0 0 0,1 2 0 0 0,2-2 0 0 0,0 0 0 0 0,5 3 0 0 0,2-3 0 0 0,1 0 0 0 0,-3-3 0 0 0,5 1 0 0 0,-1 2 0 0 0,0-1 0 0 0,2 0 0 0 0,0 3 0 0 0,-2-3 0 0 0,3 1 0 0 0,9-3 0 0 0,7-10 0 0 0,10-5 0 0 0,7-10 0 0 0,8-2 0 0 0,5-5 0 0 0,3-5 0 0 0,-3-5 0 0 0,-1 2 0 0 0,-1 0 0 0 0,8-2 0 0 0,2 4 0 0 0,-5 0 0 0 0,4-2 0 0 0,1-1 0 0 0,-1 2 0 0 0,0 0 0 0 0,-1 4 0 0 0,-1 0 0 0 0,0-3 0 0 0,-1 3 0 0 0,0-1 0 0 0,4-3 0 0 0,3-2 0 0 0,-1 2 0 0 0,-1 0 0 0 0,4-1 0 0 0,-5-3 0 0 0,2 4 0 0 0,0 5 0 0 0,-6 1 0 0 0,2-3 0 0 0,5-8 0 0 0,3 0 0 0 0,4 0 0 0 0,-6-1 0 0 0,2-1 0 0 0,-2 4 0 0 0,-7 2 0 0 0,2-1 0 0 0,-1-2 0 0 0,6 4 0 0 0,1 1 0 0 0,-7-3 0 0 0,-3 5 0 0 0,-1-2 0 0 0,-2 5 0 0 0,-4-2 0 0 0,-1-2 0 0 0,1 2 0 0 0,2 4 0 0 0,1-1 0 0 0,-3-3 0 0 0,0 2 0 0 0,-4-2 0 0 0,-1 2 0 0 0,3 4 0 0 0,-3-2 0 0 0,1-3 0 0 0,3 2 0 0 0,-3-3 0 0 0,-10 2 0 0 0,-11 4 0 0 0,-11 3 0 0 0,-8 5 0 0 0,-6 1 0 0 0,-4 3 0 0 0,-2 0 0 0 0,0 0 0 0 0,0 1 0 0 0,1 0 0 0 0,0 5 0 0 0,0 1 0 0 0,1 5 0 0 0,0 1 0 0 0,0 2 0 0 0,0 0 0 0 0,0-3 0 0 0,1-4 0 0 0,-1 2 0 0 0,0 0 0 0 0,0 3 0 0 0,-5-1 0 0 0,-7-2 0 0 0,-1 2 0 0 0,1 5 0 0 0,-2 4 0 0 0,1-1 0 0 0,3 1 0 0 0,3-3 0 0 0,3 1 0 0 0,-4 2 0 0 0,1 3 0 0 0,1-3 0 0 0,-4-4 0 0 0,-6-1 0 0 0,1 3 0 0 0,3 3 0 0 0,2-2 0 0 0,5 1 0 0 0,-4-4 0 0 0,-4 2 0 0 0,4 1 0 0 0,0 4 0 0 0,-5 2 0 0 0,-5-2 0 0 0,-4-1 0 0 0,6 1 0 0 0,2 2 0 0 0,3 1 0 0 0,3-3 0 0 0,-1-6 0 0 0,0-1 0 0 0,3 2 0 0 0,2-2 0 0 0,2 1 0 0 0,-4-3 0 0 0,0 2 0 0 0,0 3 0 0 0,-3-2 0 0 0,0 2 0 0 0,2-4 0 0 0,7 2 0 0 0,4-3 0 0 0,1-3 0 0 0,6 1 0 0 0,1-2 0 0 0,9-2 0 0 0,6-9 0 0 0,10-9 0 0 0,9-3 0 0 0,7 1 0 0 0,0-4 0 0 0,2-4 0 0 0,2 2 0 0 0,8-8 0 0 0,3 1 0 0 0,0-1 0 0 0,6-1 0 0 0,-1-2 0 0 0,0-1 0 0 0,-3 5 0 0 0,-3 0 0 0 0,-2 0 0 0 0,5-2 0 0 0,0 4 0 0 0,-1 0 0 0 0,4-1 0 0 0,0-2 0 0 0,4-2 0 0 0,4-2 0 0 0,5-1 0 0 0,3 0 0 0 0,-2-1 0 0 0,-1-1 0 0 0,2 6 0 0 0,-4 2 0 0 0,-6-5 0 0 0,1 1 0 0 0,2 1 0 0 0,8 0 0 0 0,-5-1 0 0 0,-1-1 0 0 0,2 0 0 0 0,1-2 0 0 0,-2 1 0 0 0,-6-1 0 0 0,-4 5 0 0 0,0 2 0 0 0,-1 0 0 0 0,2 3 0 0 0,-5 1 0 0 0,-5-2 0 0 0,-2-2 0 0 0,-1 3 0 0 0,-1-1 0 0 0,0 5 0 0 0,-4-2 0 0 0,-2 4 0 0 0,0 3 0 0 0,-3 0 0 0 0,0-4 0 0 0,-3-5 0 0 0,0 2 0 0 0,3 3 0 0 0,-2 0 0 0 0,-5-3 0 0 0,-8 2 0 0 0,-12 4 0 0 0,-9 4 0 0 0,-7 3 0 0 0,-6 4 0 0 0,-2 1 0 0 0,-6 1 0 0 0,-3 1 0 0 0,-5-1 0 0 0,0 1 0 0 0,3 0 0 0 0,-3-1 0 0 0,-3 0 0 0 0,1 0 0 0 0,3 6 0 0 0,-2 1 0 0 0,-3-1 0 0 0,-3 5 0 0 0,1 0 0 0 0,-1 3 0 0 0,3-1 0 0 0,0 4 0 0 0,2-3 0 0 0,5 3 0 0 0,-2 3 0 0 0,-4-1 0 0 0,-8-5 0 0 0,-2 1 0 0 0,0-2 0 0 0,4 2 0 0 0,7 4 0 0 0,-1-2 0 0 0,-1 2 0 0 0,-4 3 0 0 0,-2-3 0 0 0,2-4 0 0 0,5 1 0 0 0,-5 2 0 0 0,1 4 0 0 0,0-2 0 0 0,-3 1 0 0 0,3 2 0 0 0,0-3 0 0 0,-2-5 0 0 0,9 1 0 0 0,1-3 0 0 0,-2 1 0 0 0,1 5 0 0 0,-2 3 0 0 0,-4-2 0 0 0,2-3 0 0 0,-1-1 0 0 0,2-2 0 0 0,5 1 0 0 0,-2 4 0 0 0,3-2 0 0 0,2 2 0 0 0,-2-3 0 0 0,1-3 0 0 0,2 0 0 0 0,2-1 0 0 0,3-3 0 0 0,1 2 0 0 0,-4 5 0 0 0,-1-1 0 0 0,1-2 0 0 0,2-4 0 0 0,0 2 0 0 0,3-1 0 0 0,0 3 0 0 0,1-1 0 0 0,0-2 0 0 0,6 2 0 0 0,12 0 0 0 0,13-3 0 0 0,12-3 0 0 0,10-2 0 0 0,6-2 0 0 0,3-2 0 0 0,2 0 0 0 0,6 0 0 0 0,1-1 0 0 0,-1-4 0 0 0,4-3 0 0 0,5-4 0 0 0,-1 0 0 0 0,-3 1 0 0 0,2 3 0 0 0,3-2 0 0 0,-1 0 0 0 0,7 2 0 0 0,4 3 0 0 0,8 1 0 0 0,-2 2 0 0 0,-1-4 0 0 0,3-1 0 0 0,-4 1 0 0 0,-2-4 0 0 0,-1 0 0 0 0,-5 1 0 0 0,3 3 0 0 0,-3-4 0 0 0,5 1 0 0 0,3 1 0 0 0,-4-3 0 0 0,-2 1 0 0 0,1 1 0 0 0,-6 3 0 0 0,6-3 0 0 0,2 0 0 0 0,2 1 0 0 0,1-2 0 0 0,-6-1 0 0 0,-1 3 0 0 0,0 2 0 0 0,1 2 0 0 0,-4 2 0 0 0,-6 1 0 0 0,-5-5 0 0 0,-5 0 0 0 0,-4-1 0 0 0,-1 3 0 0 0,-2-5 0 0 0,0 0 0 0 0,0 1 0 0 0,-1 2 0 0 0,-9 3 0 0 0,-14 0 0 0 0,-13 2 0 0 0,-11 1 0 0 0,-7 0 0 0 0,-5 1 0 0 0,-3-1 0 0 0,0 1 0 0 0,0-1 0 0 0,-1 0 0 0 0,2 0 0 0 0,0 0 0 0 0,1 0 0 0 0,-6 0 0 0 0,0 0 0 0 0,-6 0 0 0 0,0 0 0 0 0,2 0 0 0 0,-3 0 0 0 0,1 0 0 0 0,-8 5 0 0 0,-5 2 0 0 0,1 0 0 0 0,-6-2 0 0 0,-3 4 0 0 0,5 1 0 0 0,-5-2 0 0 0,0-3 0 0 0,-1-1 0 0 0,0 4 0 0 0,-4 0 0 0 0,5-2 0 0 0,-9 0 0 0 0,-2-3 0 0 0,2-1 0 0 0,-3-1 0 0 0,-5-1 0 0 0,8 5 0 0 0,4 2 0 0 0,-1-1 0 0 0,-5-1 0 0 0,1 4 0 0 0,-4 0 0 0 0,1-1 0 0 0,-1-2 0 0 0,1 3 0 0 0,-1 0 0 0 0,6-1 0 0 0,-4 2 0 0 0,-1 1 0 0 0,3-2 0 0 0,3 2 0 0 0,-2 0 0 0 0,7-2 0 0 0,3-3 0 0 0,-3 3 0 0 0,0 0 0 0 0,5-1 0 0 0,2-3 0 0 0,2-2 0 0 0,4 5 0 0 0,7-1 0 0 0,0 0 0 0 0,3 3 0 0 0,-2 1 0 0 0,-4 3 0 0 0,2-1 0 0 0,-2-2 0 0 0,7 2 0 0 0,6-2 0 0 0,3-2 0 0 0,3-2 0 0 0,0 2 0 0 0,1 0 0 0 0,11-2 0 0 0,12-2 0 0 0,14-1 0 0 0,10-2 0 0 0,8-2 0 0 0,9 0 0 0 0,10 0 0 0 0,2 0 0 0 0,-2-6 0 0 0,2-1 0 0 0,4 0 0 0 0,4-4 0 0 0,-3 0 0 0 0,0-3 0 0 0,3-5 0 0 0,1 1 0 0 0,-2-1 0 0 0,-1 1 0 0 0,1 5 0 0 0,8 0 0 0 0,3-5 0 0 0,1 2 0 0 0,5-2 0 0 0,2-3 0 0 0,3 2 0 0 0,-1-1 0 0 0,4-2 0 0 0,2 2 0 0 0,0 0 0 0 0,0-3 0 0 0,-2 4 0 0 0,1 4 0 0 0,-3 0 0 0 0,7 2 0 0 0,4-2 0 0 0,-1-3 0 0 0,-6-5 0 0 0,-1 3 0 0 0,-3-1 0 0 0,-5 3 0 0 0,2-1 0 0 0,4-2 0 0 0,-2 2 0 0 0,3 0 0 0 0,-7 2 0 0 0,-5 5 0 0 0,-4 4 0 0 0,-2-2 0 0 0,-1-5 0 0 0,1 1 0 0 0,-1-3 0 0 0,-5 2 0 0 0,-6 3 0 0 0,-2-1 0 0 0,-3 1 0 0 0,2-3 0 0 0,-3 2 0 0 0,3-2 0 0 0,4 0 0 0 0,3 4 0 0 0,-1 4 0 0 0,-10-3 0 0 0,-7 1 0 0 0,-4 1 0 0 0,-7-2 0 0 0,-3 0 0 0 0,1 1 0 0 0,-10 3 0 0 0,-10 3 0 0 0,-13 1 0 0 0,-8 1 0 0 0,-7 1 0 0 0,-4 0 0 0 0,-7 0 0 0 0,-9 1 0 0 0,0-1 0 0 0,-4 0 0 0 0,1 1 0 0 0,-1-1 0 0 0,3 0 0 0 0,4 0 0 0 0,-7 5 0 0 0,-5 2 0 0 0,2 0 0 0 0,-1 3 0 0 0,-2 1 0 0 0,4 3 0 0 0,0 0 0 0 0,-7-3 0 0 0,-4 2 0 0 0,-1-2 0 0 0,-6 4 0 0 0,-2 3 0 0 0,7 0 0 0 0,-2-4 0 0 0,6-4 0 0 0,-3 1 0 0 0,-12-1 0 0 0,3 3 0 0 0,2 5 0 0 0,-2-1 0 0 0,1 1 0 0 0,2-1 0 0 0,3 1 0 0 0,-3 3 0 0 0,4-3 0 0 0,-1 2 0 0 0,0-3 0 0 0,6-4 0 0 0,-3 0 0 0 0,0 4 0 0 0,0 4 0 0 0,0-1 0 0 0,1 0 0 0 0,6-2 0 0 0,1 0 0 0 0,1 3 0 0 0,-1-2 0 0 0,-2 1 0 0 0,-1-4 0 0 0,-1 2 0 0 0,-1 2 0 0 0,4-2 0 0 0,8 2 0 0 0,0-4 0 0 0,5 2 0 0 0,3-3 0 0 0,4-3 0 0 0,3-5 0 0 0,3 3 0 0 0,0 4 0 0 0,1 0 0 0 0,0-2 0 0 0,-1-4 0 0 0,7 3 0 0 0,0 4 0 0 0,0 5 0 0 0,4 4 0 0 0,11-1 0 0 0,11 0 0 0 0,12-4 0 0 0,8-5 0 0 0,5-5 0 0 0,4-4 0 0 0,2-3 0 0 0,0-1 0 0 0,0-2 0 0 0,0 0 0 0 0,-1 0 0 0 0,-1 0 0 0 0,6 1 0 0 0,6-1 0 0 0,7 1 0 0 0,5 0 0 0 0,-2 0 0 0 0,1 0 0 0 0,2 0 0 0 0,-4 0 0 0 0,1 0 0 0 0,0 0 0 0 0,3 0 0 0 0,-3 0 0 0 0,5 0 0 0 0,-3 0 0 0 0,1 0 0 0 0,1 0 0 0 0,-4 0 0 0 0,5 0 0 0 0,2 0 0 0 0,-3-5 0 0 0,0-2 0 0 0,-6 0 0 0 0,0 2 0 0 0,1 1 0 0 0,-3 2 0 0 0,1-5 0 0 0,3 0 0 0 0,-4 0 0 0 0,2 2 0 0 0,-3 2 0 0 0,0-5 0 0 0,3 0 0 0 0,4 1 0 0 0,2 2 0 0 0,-3 1 0 0 0,-6 2 0 0 0,0 1 0 0 0,-3 1 0 0 0,-9-5 0 0 0,-1-2 0 0 0,0 1 0 0 0,-2 1 0 0 0,0 1 0 0 0,-1-3 0 0 0,-1-1 0 0 0,0 1 0 0 0,-1 1 0 0 0,1-2 0 0 0,0-1 0 0 0,-11 1 0 0 0,-14 2 0 0 0,-13 3 0 0 0,-11 1 0 0 0,-7 1 0 0 0,-5 0 0 0 0,-2 2 0 0 0,-2-1 0 0 0,1 0 0 0 0,0 1 0 0 0,-5-1 0 0 0,-1 0 0 0 0,1 0 0 0 0,-4 0 0 0 0,1 0 0 0 0,1 0 0 0 0,3 0 0 0 0,2 6 0 0 0,-4 0 0 0 0,0 1 0 0 0,-3-2 0 0 0,-7-1 0 0 0,2 4 0 0 0,-3 0 0 0 0,-3-1 0 0 0,2 4 0 0 0,-1-1 0 0 0,4-1 0 0 0,-1-2 0 0 0,-8 2 0 0 0,1 0 0 0 0,4-1 0 0 0,1-3 0 0 0,4-1 0 0 0,-1-2 0 0 0,-3-2 0 0 0,3 0 0 0 0,4 5 0 0 0,3 2 0 0 0,0-1 0 0 0,-5-1 0 0 0,6 4 0 0 0,-1 0 0 0 0,1-1 0 0 0,3 3 0 0 0,2 0 0 0 0,1-2 0 0 0,2-3 0 0 0,-4-2 0 0 0,-2-2 0 0 0,1-1 0 0 0,7 4 0 0 0,2 2 0 0 0,2-1 0 0 0,0 4 0 0 0,-2 1 0 0 0,5 3 0 0 0,1-1 0 0 0,9-2 0 0 0,12 2 0 0 0,12-1 0 0 0,9-3 0 0 0,6-3 0 0 0,4-2 0 0 0,3-2 0 0 0,0-1 0 0 0,0-1 0 0 0,0-1 0 0 0,-1 1 0 0 0,0-1 0 0 0,-1 1 0 0 0,0 0 0 0 0,0-1 0 0 0,5 1 0 0 0,1 0 0 0 0,1 0 0 0 0,3 0 0 0 0,11 0 0 0 0,2 0 0 0 0,-3-5 0 0 0,5-2 0 0 0,-1 0 0 0 0,-5 2 0 0 0,-1 1 0 0 0,2 2 0 0 0,4-5 0 0 0,1 0 0 0 0,3 0 0 0 0,1-3 0 0 0,2-1 0 0 0,-6 3 0 0 0,0-4 0 0 0,4 1 0 0 0,-1 2 0 0 0,-1-3 0 0 0,5 2 0 0 0,8-4 0 0 0,-2 0 0 0 0,-4 4 0 0 0,-1-3 0 0 0,-7 2 0 0 0,-3 2 0 0 0,-4 2 0 0 0,-7 4 0 0 0,1 1 0 0 0,-8-4 0 0 0,1-1 0 0 0,5 1 0 0 0,5-4 0 0 0,0-1 0 0 0,3-2 0 0 0,-2-1 0 0 0,-5 4 0 0 0,-3 2 0 0 0,-4 3 0 0 0,-2-3 0 0 0,-3 0 0 0 0,-5-4 0 0 0,-3 0 0 0 0,-5-3 0 0 0,-11 1 0 0 0,-11-2 0 0 0,-11 1 0 0 0,-8 3 0 0 0,-5 4 0 0 0,-4 4 0 0 0,-1-4 0 0 0,0 0 0 0 0,0 2 0 0 0,1 1 0 0 0,0 2 0 0 0,0 1 0 0 0,1 2 0 0 0,0-1 0 0 0,0 2 0 0 0,1-1 0 0 0,-1 0 0 0 0,-5 1 0 0 0,-2-1 0 0 0,1 0 0 0 0,-5 0 0 0 0,1 0 0 0 0,-4 0 0 0 0,-5 0 0 0 0,-4 0 0 0 0,2 0 0 0 0,-1 0 0 0 0,3 0 0 0 0,1 0 0 0 0,-4 0 0 0 0,4 0 0 0 0,-1 0 0 0 0,2 0 0 0 0,0 0 0 0 0,-3 5 0 0 0,2 2 0 0 0,-2 0 0 0 0,4-2 0 0 0,-1 4 0 0 0,-4 1 0 0 0,3-3 0 0 0,-1-1 0 0 0,-3 3 0 0 0,-2 1 0 0 0,-8 2 0 0 0,1 1 0 0 0,1-3 0 0 0,6 3 0 0 0,2-2 0 0 0,4-1 0 0 0,5-4 0 0 0,1-2 0 0 0,-5-2 0 0 0,3-1 0 0 0,-3-2 0 0 0,-4 6 0 0 0,-3 2 0 0 0,3 4 0 0 0,4 1 0 0 0,6-2 0 0 0,4-2 0 0 0,-1 2 0 0 0,0 0 0 0 0,2-2 0 0 0,1-3 0 0 0,3-1 0 0 0,6 3 0 0 0,2 1 0 0 0,-4-2 0 0 0,-3-1 0 0 0,-2-1 0 0 0,1-2 0 0 0,0-1 0 0 0,0-1 0 0 0,12 0 0 0 0,14-1 0 0 0,14 1 0 0 0,10 0 0 0 0,8 0 0 0 0,5-1 0 0 0,-2-4 0 0 0,-2-2 0 0 0,7 0 0 0 0,1 2 0 0 0,2-4 0 0 0,-1 0 0 0 0,-1 1 0 0 0,4-3 0 0 0,1 0 0 0 0,-1-3 0 0 0,-2 1 0 0 0,-1 2 0 0 0,3 3 0 0 0,6-1 0 0 0,1-1 0 0 0,3-3 0 0 0,-1 1 0 0 0,6-3 0 0 0,1 1 0 0 0,-5-3 0 0 0,6 3 0 0 0,9-3 0 0 0,4-3 0 0 0,1 2 0 0 0,-1 3 0 0 0,4 0 0 0 0,-5 2 0 0 0,-4-2 0 0 0,4-3 0 0 0,0-5 0 0 0,0 2 0 0 0,-1 0 0 0 0,3-2 0 0 0,7-3 0 0 0,-5 3 0 0 0,1 1 0 0 0,-6 4 0 0 0,-4-1 0 0 0,-2 4 0 0 0,-6-2 0 0 0,3-2 0 0 0,8-4 0 0 0,9-3 0 0 0,2-3 0 0 0,4 5 0 0 0,-7 0 0 0 0,-4-1 0 0 0,-5-1 0 0 0,-2-2 0 0 0,-6-1 0 0 0,-8 5 0 0 0,-1 5 0 0 0,-4 2 0 0 0,-3 3 0 0 0,1-1 0 0 0,0-3 0 0 0,-3-4 0 0 0,-2 2 0 0 0,-2 4 0 0 0,4 0 0 0 0,-5-3 0 0 0,-3 2 0 0 0,5-1 0 0 0,1 2 0 0 0,-6-2 0 0 0,3 3 0 0 0,1-1 0 0 0,-5-4 0 0 0,-3 2 0 0 0,0 4 0 0 0,-5-1 0 0 0,-5-3 0 0 0,-1 1 0 0 0,-3-1 0 0 0,-3-3 0 0 0,-3-3 0 0 0,-3-3 0 0 0,-7 3 0 0 0,-8 0 0 0 0,-8 5 0 0 0,-5 6 0 0 0,-3 4 0 0 0,-3 4 0 0 0,-1 3 0 0 0,-1 2 0 0 0,1-5 0 0 0,0-1 0 0 0,0 1 0 0 0,1 0 0 0 0,0 2 0 0 0,-5 1 0 0 0,-2 1 0 0 0,-5-5 0 0 0,0-1 0 0 0,2 1 0 0 0,-8 1 0 0 0,-6 1 0 0 0,1 2 0 0 0,-6 1 0 0 0,-3 0 0 0 0,4 1 0 0 0,1 1 0 0 0,5-1 0 0 0,-3 0 0 0 0,-4 1 0 0 0,-1-1 0 0 0,-2 0 0 0 0,1 0 0 0 0,-1 0 0 0 0,1 0 0 0 0,-1 5 0 0 0,1 2 0 0 0,0 0 0 0 0,-5 3 0 0 0,4 1 0 0 0,2-2 0 0 0,-5 3 0 0 0,4-1 0 0 0,3-2 0 0 0,-6-2 0 0 0,4-3 0 0 0,2 3 0 0 0,5 1 0 0 0,2 4 0 0 0,-2 0 0 0 0,5 3 0 0 0,-1-1 0 0 0,-3 3 0 0 0,4-3 0 0 0,-2-2 0 0 0,-1 1 0 0 0,1-1 0 0 0,1 2 0 0 0,2-1 0 0 0,5-3 0 0 0,4-2 0 0 0,-2 1 0 0 0,-4 6 0 0 0,0-1 0 0 0,3-2 0 0 0,2 2 0 0 0,4-2 0 0 0,3-2 0 0 0,1 2 0 0 0,1-1 0 0 0,0 3 0 0 0,1-1 0 0 0,0 2 0 0 0,-1 0 0 0 0,11-4 0 0 0,14-4 0 0 0,13-2 0 0 0,11-3 0 0 0,7-1 0 0 0,5-1 0 0 0,3 0 0 0 0,0-1 0 0 0,1 0 0 0 0,4 1 0 0 0,7-1 0 0 0,0-4 0 0 0,-2-2 0 0 0,-2 0 0 0 0,-4-3 0 0 0,2-1 0 0 0,6 2 0 0 0,0-3 0 0 0,3 1 0 0 0,-2 2 0 0 0,-3 2 0 0 0,7 3 0 0 0,5 2 0 0 0,-1-4 0 0 0,0-1 0 0 0,-3 1 0 0 0,5 1 0 0 0,3-3 0 0 0,3-1 0 0 0,1 1 0 0 0,5-3 0 0 0,-3 0 0 0 0,-3 3 0 0 0,5 1 0 0 0,-5-2 0 0 0,3 0 0 0 0,2 1 0 0 0,-1-2 0 0 0,-7-1 0 0 0,4 3 0 0 0,-5 1 0 0 0,-1-2 0 0 0,-6 0 0 0 0,5 2 0 0 0,3 1 0 0 0,2 3 0 0 0,2 1 0 0 0,-6 1 0 0 0,-1-4 0 0 0,-6-2 0 0 0,0 1 0 0 0,-3 1 0 0 0,-5-4 0 0 0,1 0 0 0 0,-2 1 0 0 0,4 2 0 0 0,-2 3 0 0 0,-8-5 0 0 0,1 0 0 0 0,0 1 0 0 0,-2 2 0 0 0,-1 2 0 0 0,-1 1 0 0 0,0 1 0 0 0,-1 1 0 0 0,-11 0 0 0 0,-14 0 0 0 0,-13 0 0 0 0,-11 1 0 0 0,-7-1 0 0 0,-5 0 0 0 0,-3 0 0 0 0,-5 0 0 0 0,-3 0 0 0 0,2 0 0 0 0,1 0 0 0 0,2 0 0 0 0,-3 0 0 0 0,0 0 0 0 0,1 0 0 0 0,-4 0 0 0 0,1 0 0 0 0,-4 0 0 0 0,-9 0 0 0 0,-2 0 0 0 0,0 0 0 0 0,-3 0 0 0 0,5 0 0 0 0,-5 0 0 0 0,2 0 0 0 0,-4 0 0 0 0,-8 0 0 0 0,2 5 0 0 0,3 2 0 0 0,-4 0 0 0 0,-1-2 0 0 0,-4-1 0 0 0,-6-1 0 0 0,1-2 0 0 0,-3-1 0 0 0,2 0 0 0 0,4 0 0 0 0,0 0 0 0 0,1 0 0 0 0,3-1 0 0 0,-2 1 0 0 0,-5 5 0 0 0,7 2 0 0 0,-2 0 0 0 0,2-2 0 0 0,3-1 0 0 0,-4-2 0 0 0,6 0 0 0 0,4-2 0 0 0,1 0 0 0 0,7 0 0 0 0,-4 0 0 0 0,-3-1 0 0 0,5 1 0 0 0,0 0 0 0 0,5 5 0 0 0,1 2 0 0 0,3 0 0 0 0,5-2 0 0 0,4-1 0 0 0,3-2 0 0 0,-2 0 0 0 0,-1 3 0 0 0,1 2 0 0 0,2 0 0 0 0,1-2 0 0 0,1-2 0 0 0,2-1 0 0 0,10 0 0 0 0,15-2 0 0 0,13 0 0 0 0,11 0 0 0 0,8-1 0 0 0,4 1 0 0 0,8 0 0 0 0,2 0 0 0 0,0 0 0 0 0,-1 0 0 0 0,-3-1 0 0 0,4 1 0 0 0,10 1 0 0 0,2-1 0 0 0,8 0 0 0 0,4 0 0 0 0,-3 0 0 0 0,-2 0 0 0 0,0 0 0 0 0,5 0 0 0 0,8 0 0 0 0,7 0 0 0 0,0 0 0 0 0,-1 0 0 0 0,5 0 0 0 0,0 0 0 0 0,2 0 0 0 0,6 0 0 0 0,0 0 0 0 0,4 0 0 0 0,-3 0 0 0 0,-2 0 0 0 0,0 0 0 0 0,5 0 0 0 0,8 0 0 0 0,-3 0 0 0 0,2 0 0 0 0,5-6 0 0 0,-11-1 0 0 0,0 1 0 0 0,4 0 0 0 0,1 3 0 0 0,-2-5 0 0 0,0 0 0 0 0,-3 1 0 0 0,-7 1 0 0 0,-2 3 0 0 0,4-5 0 0 0,3 0 0 0 0,-4 1 0 0 0,-2 2 0 0 0,0-4 0 0 0,-9 1 0 0 0,-4 0 0 0 0,-2 2 0 0 0,-5-3 0 0 0,-2 0 0 0 0,2 2 0 0 0,-4 1 0 0 0,-3-3 0 0 0,-1 0 0 0 0,-6 2 0 0 0,-1 1 0 0 0,-5 3 0 0 0,0-4 0 0 0,3-1 0 0 0,2 1 0 0 0,-2-3 0 0 0,-4-1 0 0 0,-5 3 0 0 0,-5 1 0 0 0,-3 3 0 0 0,-2 2 0 0 0,-2 1 0 0 0,0 1 0 0 0,-5-5 0 0 0,-7-7 0 0 0,-12-1 0 0 0,-12 1 0 0 0,-11 3 0 0 0,-7 3 0 0 0,-5 3 0 0 0,-2 1 0 0 0,-2 2 0 0 0,-6 0 0 0 0,-1 0 0 0 0,-4 1 0 0 0,0-6 0 0 0,-4-1 0 0 0,-3-1 0 0 0,2 2 0 0 0,-2 1 0 0 0,-8 2 0 0 0,2 1 0 0 0,-1 0 0 0 0,-6 1 0 0 0,-3 0 0 0 0,5 1 0 0 0,-2-1 0 0 0,-2 0 0 0 0,1 0 0 0 0,0 0 0 0 0,-4 1 0 0 0,-6-1 0 0 0,4 0 0 0 0,-1 0 0 0 0,-9 0 0 0 0,3 0 0 0 0,0-1 0 0 0,-9 1 0 0 0,7 0 0 0 0,0 0 0 0 0,-2 0 0 0 0,3 0 0 0 0,-7 0 0 0 0,2 0 0 0 0,4 0 0 0 0,-1 0 0 0 0,-1 0 0 0 0,8 0 0 0 0,0 6 0 0 0,-2 1 0 0 0,-5-1 0 0 0,2 0 0 0 0,-2 3 0 0 0,2 0 0 0 0,5-1 0 0 0,-2-2 0 0 0,8-2 0 0 0,-1-2 0 0 0,-4-1 0 0 0,4 4 0 0 0,0 2 0 0 0,5-1 0 0 0,3-1 0 0 0,2-1 0 0 0,-5 3 0 0 0,-2 1 0 0 0,5-1 0 0 0,2-2 0 0 0,6-1 0 0 0,2 3 0 0 0,-2 1 0 0 0,-1-1 0 0 0,2-2 0 0 0,6-1 0 0 0,-1 3 0 0 0,-2 1 0 0 0,2-1 0 0 0,3-2 0 0 0,5-1 0 0 0,3-2 0 0 0,2-1 0 0 0,8 4 0 0 0,2 2 0 0 0,0-1 0 0 0,0-1 0 0 0,8-1 0 0 0,13-2 0 0 0,11-6 0 0 0,10-8 0 0 0,13-2 0 0 0,6 2 0 0 0,7-2 0 0 0,1 0 0 0 0,-1-2 0 0 0,-3 2 0 0 0,1-2 0 0 0,5 1 0 0 0,5 4 0 0 0,-2-2 0 0 0,-4 2 0 0 0,7-3 0 0 0,-2 1 0 0 0,2-3 0 0 0,8 2 0 0 0,-2-2 0 0 0,5 1 0 0 0,-4 4 0 0 0,0 3 0 0 0,-1-2 0 0 0,0 1 0 0 0,7-3 0 0 0,6-1 0 0 0,8-2 0 0 0,-5 1 0 0 0,1-2 0 0 0,2-4 0 0 0,0 2 0 0 0,1-2 0 0 0,4-2 0 0 0,3 2 0 0 0,-8 0 0 0 0,-2 2 0 0 0,8 0 0 0 0,-5 3 0 0 0,4 4 0 0 0,5-2 0 0 0,-3-3 0 0 0,-11 0 0 0 0,-1-1 0 0 0,1-4 0 0 0,0 1 0 0 0,2 0 0 0 0,0-2 0 0 0,1 2 0 0 0,-6 0 0 0 0,-5 3 0 0 0,-4-1 0 0 0,-1 2 0 0 0,0 5 0 0 0,-1-1 0 0 0,-5-5 0 0 0,-7 2 0 0 0,-1-3 0 0 0,-3 2 0 0 0,2-1 0 0 0,2-4 0 0 0,5 3 0 0 0,-2 4 0 0 0,-10-2 0 0 0,-6 3 0 0 0,1-1 0 0 0,0-5 0 0 0,-1 2 0 0 0,-1 3 0 0 0,-7-1 0 0 0,-2 3 0 0 0,-1-3 0 0 0,-3-4 0 0 0,-7-4 0 0 0,-10 3 0 0 0,-11 3 0 0 0,-4 1 0 0 0,-6 2 0 0 0,-5 4 0 0 0,-4 3 0 0 0,-3 4 0 0 0,-2 1 0 0 0,0 2 0 0 0,-7 0 0 0 0,-6-4 0 0 0,-6-3 0 0 0,-6 1 0 0 0,2 1 0 0 0,0 2 0 0 0,-7 1 0 0 0,-9 1 0 0 0,2 0 0 0 0,3 1 0 0 0,-4 0 0 0 0,-1 0 0 0 0,2 1 0 0 0,-4-1 0 0 0,0 0 0 0 0,2 0 0 0 0,2 0 0 0 0,-3 0 0 0 0,-5 0 0 0 0,0 0 0 0 0,-9 0 0 0 0,-4 0 0 0 0,6 0 0 0 0,3 0 0 0 0,-7 0 0 0 0,-4 0 0 0 0,3 0 0 0 0,-4 0 0 0 0,-3 0 0 0 0,10 0 0 0 0,-2 0 0 0 0,-2 0 0 0 0,5 0 0 0 0,-1 0 0 0 0,-5 0 0 0 0,-4 5 0 0 0,8 2 0 0 0,5 0 0 0 0,4-2 0 0 0,0 5 0 0 0,-3-1 0 0 0,-3 4 0 0 0,7 0 0 0 0,6-3 0 0 0,-1-2 0 0 0,1-3 0 0 0,3-3 0 0 0,-4-1 0 0 0,0 5 0 0 0,1 0 0 0 0,8 0 0 0 0,4 4 0 0 0,-4 1 0 0 0,-3 2 0 0 0,6 1 0 0 0,2-3 0 0 0,5 2 0 0 0,6-2 0 0 0,1-1 0 0 0,3 1 0 0 0,2 0 0 0 0,-1-2 0 0 0,0 2 0 0 0,3 0 0 0 0,2-3 0 0 0,1-2 0 0 0,8 3 0 0 0,3 0 0 0 0,-1-1 0 0 0,5 2 0 0 0,1 1 0 0 0,8-3 0 0 0,6 4 0 0 0,10-1 0 0 0,8-3 0 0 0,8-1 0 0 0,6-4 0 0 0,3 0 0 0 0,1-3 0 0 0,2 0 0 0 0,-1 0 0 0 0,1-1 0 0 0,-1 1 0 0 0,-1 0 0 0 0,1-1 0 0 0,-1 1 0 0 0,5 0 0 0 0,2 0 0 0 0,-1 0 0 0 0,10 0 0 0 0,1 0 0 0 0,-1 0 0 0 0,-5 0 0 0 0,8 0 0 0 0,4-5 0 0 0,5-2 0 0 0,2 0 0 0 0,7 2 0 0 0,-4-4 0 0 0,4 0 0 0 0,6 1 0 0 0,1 2 0 0 0,3 2 0 0 0,4 2 0 0 0,-1-4 0 0 0,-5-2 0 0 0,2 2 0 0 0,-3 1 0 0 0,2 2 0 0 0,4 1 0 0 0,3-5 0 0 0,3 0 0 0 0,3 0 0 0 0,-3 2 0 0 0,-7 2 0 0 0,5 1 0 0 0,3 1 0 0 0,-2 0 0 0 0,-1-4 0 0 0,-4-1 0 0 0,0-1 0 0 0,2 2 0 0 0,2 2 0 0 0,-2 0 0 0 0,0 2 0 0 0,2 1 0 0 0,-9 0 0 0 0,-1 0 0 0 0,3-5 0 0 0,-8-2 0 0 0,1 1 0 0 0,4 1 0 0 0,-6 1 0 0 0,-4 2 0 0 0,-8 0 0 0 0,3 2 0 0 0,6-5 0 0 0,-3-2 0 0 0,-7 1 0 0 0,4 0 0 0 0,1 3 0 0 0,0 1 0 0 0,-3 1 0 0 0,-8 0 0 0 0,-7 1 0 0 0,-5 0 0 0 0,-4 1 0 0 0,-2-1 0 0 0,-2 0 0 0 0,0 0 0 0 0,-1 0 0 0 0,-4-5 0 0 0,-2-2 0 0 0,0 1 0 0 0,-8 0 0 0 0,-13 2 0 0 0,-11 2 0 0 0,-10 1 0 0 0,-7 0 0 0 0,-3 1 0 0 0,-4 0 0 0 0,0 1 0 0 0,0-1 0 0 0,0 0 0 0 0,-4 0 0 0 0,-2 1 0 0 0,1-1 0 0 0,-4 0 0 0 0,1 0 0 0 0,-5 0 0 0 0,2 0 0 0 0,-8 0 0 0 0,0 0 0 0 0,-3 0 0 0 0,-1 0 0 0 0,-7 0 0 0 0,1 0 0 0 0,-4 0 0 0 0,-1 0 0 0 0,0 0 0 0 0,-4 0 0 0 0,-6 0 0 0 0,-6 0 0 0 0,-4 0 0 0 0,-3 0 0 0 0,-2 0 0 0 0,-1 0 0 0 0,5 0 0 0 0,1 0 0 0 0,0 5 0 0 0,-6 2 0 0 0,3-1 0 0 0,0 5 0 0 0,0 0 0 0 0,-1-2 0 0 0,5-3 0 0 0,-3 4 0 0 0,-4-1 0 0 0,5-1 0 0 0,1 3 0 0 0,0-1 0 0 0,9-1 0 0 0,2-3 0 0 0,-6-2 0 0 0,-6 3 0 0 0,7 1 0 0 0,2-1 0 0 0,-2 3 0 0 0,8 0 0 0 0,1 4 0 0 0,2-1 0 0 0,2 3 0 0 0,2-1 0 0 0,-2 2 0 0 0,3-3 0 0 0,4-2 0 0 0,-4 1 0 0 0,3-2 0 0 0,3 4 0 0 0,0-2 0 0 0,5 2 0 0 0,2-1 0 0 0,3-3 0 0 0,1-3 0 0 0,2-4 0 0 0,5 4 0 0 0,-2 0 0 0 0,1-2 0 0 0,-2 4 0 0 0,1 0 0 0 0,2-1 0 0 0,3 2 0 0 0,3 0 0 0 0,2-2 0 0 0,12-3 0 0 0,14-2 0 0 0,15-2 0 0 0,10-6 0 0 0,8-3 0 0 0,4 0 0 0 0,3 1 0 0 0,0-3 0 0 0,1-1 0 0 0,-1-4 0 0 0,0 1 0 0 0,-1-2 0 0 0,-1 0 0 0 0,0 4 0 0 0,5-3 0 0 0,2 3 0 0 0,4-4 0 0 0,7 2 0 0 0,-1-2 0 0 0,2-5 0 0 0,4 2 0 0 0,2 4 0 0 0,3 4 0 0 0,1-1 0 0 0,1 1 0 0 0,1-4 0 0 0,1-3 0 0 0,-1 0 0 0 0,0-2 0 0 0,5 3 0 0 0,7-2 0 0 0,-3 2 0 0 0,-5-1 0 0 0,4 3 0 0 0,-6-3 0 0 0,2 3 0 0 0,1 3 0 0 0,-1-2 0 0 0,4 2 0 0 0,-4-3 0 0 0,-4 1 0 0 0,4-3 0 0 0,-4 2 0 0 0,3 3 0 0 0,1-1 0 0 0,-5 0 0 0 0,-3 3 0 0 0,-1-2 0 0 0,-4 0 0 0 0,-2-3 0 0 0,7 1 0 0 0,-1 3 0 0 0,0 3 0 0 0,-5 2 0 0 0,-5 3 0 0 0,-6 1 0 0 0,-4-4 0 0 0,1-2 0 0 0,0 1 0 0 0,-1 1 0 0 0,-2 2 0 0 0,-1 1 0 0 0,-2-4 0 0 0,-1-2 0 0 0,0 2 0 0 0,0 1 0 0 0,-1 1 0 0 0,1 2 0 0 0,-1 1 0 0 0,1 1 0 0 0,-6 5 0 0 0,-11 2 0 0 0,-9 5 0 0 0,-5 6 0 0 0,-8 0 0 0 0,-8-4 0 0 0,-6 2 0 0 0,1 3 0 0 0,-2-2 0 0 0,-7 2 0 0 0,-4 3 0 0 0,-1 2 0 0 0,-1 3 0 0 0,2-3 0 0 0,1-1 0 0 0,0 2 0 0 0,1 1 0 0 0,1-4 0 0 0,0 0 0 0 0,-5 1 0 0 0,-1 3 0 0 0,0-4 0 0 0,-5 5 0 0 0,1 3 0 0 0,1 2 0 0 0,3-5 0 0 0,-4 4 0 0 0,1 2 0 0 0,-4 0 0 0 0,-4 0 0 0 0,0 0 0 0 0,3-1 0 0 0,-1 4 0 0 0,2-3 0 0 0,3 3 0 0 0,-2 1 0 0 0,-4 4 0 0 0,1-5 0 0 0,3-3 0 0 0,3 4 0 0 0,-2 0 0 0 0,2-1 0 0 0,-4-1 0 0 0,1-1 0 0 0,2 3 0 0 0,3-3 0 0 0,-3-4 0 0 0,1 5 0 0 0,2 1 0 0 0,2-5 0 0 0,-4 2 0 0 0,6 1 0 0 0,3-6 0 0 0,-4-1 0 0 0,4 4 0 0 0,2 3 0 0 0,-4-5 0 0 0,3-2 0 0 0,2 5 0 0 0,0-3 0 0 0,0-7 0 0 0,4 4 0 0 0,1 3 0 0 0,0-4 0 0 0,-2-1 0 0 0,3 1 0 0 0,1 1 0 0 0,-2 2 0 0 0,3 1 0 0 0,0 1 0 0 0,-2 0 0 0 0,2 1 0 0 0,6 0 0 0 0,4 0 0 0 0,9-5 0 0 0,11-7 0 0 0,8-7 0 0 0,6-5 0 0 0,5-4 0 0 0,3-3 0 0 0,0-6 0 0 0,1-2 0 0 0,0 0 0 0 0,4-4 0 0 0,-3-5 0 0 0,2-5 0 0 0,1 2 0 0 0,-7-2 0 0 0,3-2 0 0 0,1-2 0 0 0,0 4 0 0 0,-1-1 0 0 0,5-1 0 0 0,-5-1 0 0 0,4 3 0 0 0,4 0 0 0 0,-3-7 0 0 0,2-3 0 0 0,4-2 0 0 0,0 0 0 0 0,4 5 0 0 0,3-2 0 0 0,4-2 0 0 0,-2-5 0 0 0,0-2 0 0 0,-4 7 0 0 0,-4-3 0 0 0,0 1 0 0 0,8-5 0 0 0,6-1 0 0 0,-2 1 0 0 0,0 3 0 0 0,5-3 0 0 0,-2-6 0 0 0,0 1 0 0 0,-6 7 0 0 0,-2 0 0 0 0,-3 1 0 0 0,-6 2 0 0 0,0-4 0 0 0,4 4 0 0 0,4-1 0 0 0,-1-6 0 0 0,1-1 0 0 0,3 2 0 0 0,-3 8 0 0 0,0-1 0 0 0,-2 0 0 0 0,-1-5 0 0 0,-2 4 0 0 0,2 4 0 0 0,-3 0 0 0 0,-3-3 0 0 0,1 2 0 0 0,4 3 0 0 0,0 1 0 0 0,1-1 0 0 0,4-5 0 0 0,-2-3 0 0 0,-4 6 0 0 0,0 2 0 0 0,-2 1 0 0 0,-3 0 0 0 0,-4 5 0 0 0,-2 1 0 0 0,-3-1 0 0 0,-1 4 0 0 0,0-1 0 0 0,-1 3 0 0 0,0 0 0 0 0,0-3 0 0 0,1 2 0 0 0,-6-1 0 0 0,-1 2 0 0 0,0 5 0 0 0,-4-1 0 0 0,0 1 0 0 0,2-2 0 0 0,2 1 0 0 0,3 3 0 0 0,-4-2 0 0 0,0 1 0 0 0,-10 2 0 0 0,-11 3 0 0 0,-8 7 0 0 0,-1 10 0 0 0,-5 2 0 0 0,-6 4 0 0 0,0 5 0 0 0,-2 3 0 0 0,-3-2 0 0 0,-3 1 0 0 0,3 0 0 0 0,1-3 0 0 0,-2-5 0 0 0,3 5 0 0 0,6 4 0 0 0,-6-2 0 0 0,-4 0 0 0 0,2 2 0 0 0,0 1 0 0 0,-2 2 0 0 0,-1 1 0 0 0,3 2 0 0 0,-4-6 0 0 0,-4 5 0 0 0,4 1 0 0 0,1-4 0 0 0,1 4 0 0 0,-8 2 0 0 0,4 6 0 0 0,0-4 0 0 0,-5 2 0 0 0,-2 1 0 0 0,-5 4 0 0 0,-1 0 0 0 0,6-1 0 0 0,-1-4 0 0 0,1 4 0 0 0,-4-1 0 0 0,-1 4 0 0 0,2-1 0 0 0,2-2 0 0 0,2-3 0 0 0,2-2 0 0 0,1-3 0 0 0,6-1 0 0 0,-3-1 0 0 0,-1-6 0 0 0,3-2 0 0 0,-3 6 0 0 0,-3-2 0 0 0,6-1 0 0 0,1 1 0 0 0,0 1 0 0 0,-1-4 0 0 0,4-2 0 0 0,-4 2 0 0 0,2 1 0 0 0,0-3 0 0 0,5 0 0 0 0,-5 1 0 0 0,-4-3 0 0 0,4 0 0 0 0,0 2 0 0 0,-1 3 0 0 0,0-4 0 0 0,3 1 0 0 0,1 1 0 0 0,-2-2 0 0 0,4-1 0 0 0,5 2 0 0 0,5-8 0 0 0,10-6 0 0 0,5-10 0 0 0,6-5 0 0 0,7-5 0 0 0,5-2 0 0 0,0-4 0 0 0,0 2 0 0 0,2-2 0 0 0,-4-3 0 0 0,1 2 0 0 0,1 4 0 0 0,2 0 0 0 0,-3-3 0 0 0,0 1 0 0 0,6-1 0 0 0,-1-4 0 0 0,0 3 0 0 0,1-1 0 0 0,0 3 0 0 0,1-1 0 0 0,1-2 0 0 0,1 2 0 0 0,-1-2 0 0 0,1 3 0 0 0,0 0 0 0 0,0-4 0 0 0,0-2 0 0 0,0 2 0 0 0,5-1 0 0 0,2-1 0 0 0,0-3 0 0 0,-2 4 0 0 0,-2 0 0 0 0,0-1 0 0 0,-2 2 0 0 0,-6 1 0 0 0,3 3 0 0 0,2-1 0 0 0,1-2 0 0 0,0 2 0 0 0,-5-1 0 0 0,-3-3 0 0 0,1 3 0 0 0,1-1 0 0 0,1 3 0 0 0,2-1 0 0 0,0 3 0 0 0,2-2 0 0 0,-6-2 0 0 0,-1-4 0 0 0,1 2 0 0 0,0 4 0 0 0,-3 1 0 0 0,0-3 0 0 0,1 2 0 0 0,2 4 0 0 0,-3-1 0 0 0,-11 2 0 0 0,-12 2 0 0 0,-12 4 0 0 0,-8 2 0 0 0,-6 8 0 0 0,-4 8 0 0 0,-1 2 0 0 0,-2-2 0 0 0,1 3 0 0 0,0 4 0 0 0,1-1 0 0 0,1 1 0 0 0,-1-2 0 0 0,1 1 0 0 0,1-3 0 0 0,-1 2 0 0 0,0 3 0 0 0,-5-2 0 0 0,4 1 0 0 0,-4 3 0 0 0,-6 3 0 0 0,-6-3 0 0 0,5 0 0 0 0,-1 1 0 0 0,-3 3 0 0 0,1 2 0 0 0,3-5 0 0 0,-1 6 0 0 0,-5 2 0 0 0,-3 1 0 0 0,-4 1 0 0 0,8-1 0 0 0,1 1 0 0 0,-2-1 0 0 0,-2-1 0 0 0,1 0 0 0 0,5 0 0 0 0,-1 0 0 0 0,-3 0 0 0 0,1-1 0 0 0,4 1 0 0 0,4-5 0 0 0,4-3 0 0 0,3 2 0 0 0,1-5 0 0 0,-4 0 0 0 0,4 2 0 0 0,2-3 0 0 0,2 0 0 0 0,-1-2 0 0 0,5 0 0 0 0,2 3 0 0 0,-2 4 0 0 0,-1-3 0 0 0,-1 0 0 0 0,-3-3 0 0 0,5 1 0 0 0,0-4 0 0 0,5 2 0 0 0,1-2 0 0 0,2 1 0 0 0,10-2 0 0 0,11-3 0 0 0,10-4 0 0 0,8-3 0 0 0,-1-7 0 0 0,2-3 0 0 0,2-1 0 0 0,2-4 0 0 0,1-1 0 0 0,1-3 0 0 0,6-4 0 0 0,2 1 0 0 0,0 3 0 0 0,3 0 0 0 0,1-4 0 0 0,4-3 0 0 0,-2 1 0 0 0,3 6 0 0 0,4-1 0 0 0,4-3 0 0 0,-3-3 0 0 0,1-4 0 0 0,1 4 0 0 0,-2-1 0 0 0,-1-1 0 0 0,3 3 0 0 0,-4 0 0 0 0,1 4 0 0 0,2 0 0 0 0,-3-4 0 0 0,1 3 0 0 0,7-1 0 0 0,-1-3 0 0 0,1-2 0 0 0,0-3 0 0 0,1 3 0 0 0,2 1 0 0 0,-6 4 0 0 0,0 0 0 0 0,0-2 0 0 0,1-2 0 0 0,-3 2 0 0 0,-6 5 0 0 0,-5 0 0 0 0,-5 2 0 0 0,2-1 0 0 0,-1-3 0 0 0,-1 1 0 0 0,4-2 0 0 0,-1 2 0 0 0,-1 5 0 0 0,-2-1 0 0 0,-3 1 0 0 0,-1-2 0 0 0,-1 1 0 0 0,-6-3 0 0 0,-3 2 0 0 0,1 3 0 0 0,1-1 0 0 0,2 0 0 0 0,-4-2 0 0 0,-1 1 0 0 0,-9 2 0 0 0,-12 4 0 0 0,-11 3 0 0 0,-10 7 0 0 0,-6 3 0 0 0,-4 1 0 0 0,-3-1 0 0 0,5 3 0 0 0,2 1 0 0 0,-5 4 0 0 0,-3 4 0 0 0,0 0 0 0 0,-6-4 0 0 0,-1 1 0 0 0,7 4 0 0 0,-1-2 0 0 0,-1 2 0 0 0,1-3 0 0 0,2-4 0 0 0,0 2 0 0 0,1 3 0 0 0,-4 4 0 0 0,-2-2 0 0 0,1-3 0 0 0,-5 0 0 0 0,-4 3 0 0 0,-6 3 0 0 0,-4 3 0 0 0,-3 3 0 0 0,3-3 0 0 0,6-1 0 0 0,6-5 0 0 0,5 0 0 0 0,-1 2 0 0 0,2-3 0 0 0,0 2 0 0 0,3 1 0 0 0,2-2 0 0 0,1-4 0 0 0,1 0 0 0 0,0 3 0 0 0,0 4 0 0 0,-4-2 0 0 0,-3 0 0 0 0,-4-2 0 0 0,4 0 0 0 0,4-2 0 0 0,2-4 0 0 0,2 0 0 0 0,0 0 0 0 0,0 1 0 0 0,0 5 0 0 0,0-1 0 0 0,0-3 0 0 0,4 1 0 0 0,3-2 0 0 0,-1 2 0 0 0,-2-2 0 0 0,-1-2 0 0 0,9-4 0 0 0,8-8 0 0 0,10-4 0 0 0,11-1 0 0 0,3-4 0 0 0,5-7 0 0 0,4 0 0 0 0,4 4 0 0 0,-3-3 0 0 0,-1 3 0 0 0,2-3 0 0 0,-4-3 0 0 0,0 1 0 0 0,2 4 0 0 0,1-1 0 0 0,3-3 0 0 0,2 2 0 0 0,6-3 0 0 0,3-2 0 0 0,-6-3 0 0 0,-2 2 0 0 0,3 5 0 0 0,8 0 0 0 0,1-2 0 0 0,4-3 0 0 0,0 2 0 0 0,-3-1 0 0 0,2-1 0 0 0,-2-4 0 0 0,-2 4 0 0 0,-4 0 0 0 0,-2 4 0 0 0,-3-1 0 0 0,0 4 0 0 0,-2-2 0 0 0,1-2 0 0 0,-1 1 0 0 0,0-1 0 0 0,1 2 0 0 0,-6 0 0 0 0,-1 2 0 0 0,-6-2 0 0 0,1 3 0 0 0,1 2 0 0 0,-7 5 0 0 0,-12 3 0 0 0,-10 2 0 0 0,-10 1 0 0 0,-7 7 0 0 0,-3 1 0 0 0,-3 1 0 0 0,-1-2 0 0 0,5 3 0 0 0,-3 1 0 0 0,-2 3 0 0 0,5 5 0 0 0,-3 0 0 0 0,-2-4 0 0 0,-5 1 0 0 0,3 4 0 0 0,-2-2 0 0 0,-1-4 0 0 0,1 2 0 0 0,-3 3 0 0 0,-1-2 0 0 0,7 2 0 0 0,-1 4 0 0 0,0-3 0 0 0,1 1 0 0 0,-5-3 0 0 0,0 1 0 0 0,0 3 0 0 0,-2 2 0 0 0,-1 4 0 0 0,2 1 0 0 0,-2-3 0 0 0,5-1 0 0 0,4-5 0 0 0,-2 0 0 0 0,3 2 0 0 0,-2-3 0 0 0,-1 2 0 0 0,1 1 0 0 0,0 3 0 0 0,1-2 0 0 0,1-6 0 0 0,-5 1 0 0 0,4 2 0 0 0,3 3 0 0 0,-5-2 0 0 0,4 0 0 0 0,2-2 0 0 0,1 0 0 0 0,0 3 0 0 0,-1-3 0 0 0,-1 2 0 0 0,0-4 0 0 0,5 2 0 0 0,2-3 0 0 0,-2-3 0 0 0,5 0 0 0 0,0 5 0 0 0,-2 4 0 0 0,-2-2 0 0 0,-3 2 0 0 0,-1 2 0 0 0,-2-3 0 0 0,4 1 0 0 0,13-4 0 0 0,13-4 0 0 0,6-10 0 0 0,8-5 0 0 0,2-8 0 0 0,2-2 0 0 0,5 1 0 0 0,-3-3 0 0 0,1 1 0 0 0,3-2 0 0 0,-4-5 0 0 0,1 2 0 0 0,6 4 0 0 0,0-1 0 0 0,0 1 0 0 0,0-1 0 0 0,2 2 0 0 0,0-3 0 0 0,1 2 0 0 0,1 3 0 0 0,-1-1 0 0 0,1-5 0 0 0,0 1 0 0 0,0-2 0 0 0,0 2 0 0 0,0-1 0 0 0,0 1 0 0 0,0 0 0 0 0,0 1 0 0 0,0 4 0 0 0,5-2 0 0 0,-4-4 0 0 0,-1 2 0 0 0,-2-3 0 0 0,1 2 0 0 0,-1 4 0 0 0,6-2 0 0 0,2-3 0 0 0,0-4 0 0 0,4 1 0 0 0,1 5 0 0 0,-8-1 0 0 0,-3 2 0 0 0,-3-1 0 0 0,0 1 0 0 0,0 4 0 0 0,1 3 0 0 0,-5-3 0 0 0,4 1 0 0 0,3-3 0 0 0,-4-6 0 0 0,-2 2 0 0 0,1 2 0 0 0,0 4 0 0 0,2 4 0 0 0,-4-3 0 0 0,-1 1 0 0 0,1 1 0 0 0,-9 2 0 0 0,-12 2 0 0 0,-12 7 0 0 0,-10 7 0 0 0,-7 3 0 0 0,-3 3 0 0 0,-9 0 0 0 0,3 1 0 0 0,-3 4 0 0 0,0 3 0 0 0,0 2 0 0 0,3-3 0 0 0,0-1 0 0 0,3-4 0 0 0,0 0 0 0 0,1 2 0 0 0,0 3 0 0 0,1-3 0 0 0,-1 0 0 0 0,1 2 0 0 0,-1 3 0 0 0,1 1 0 0 0,-1-3 0 0 0,5-1 0 0 0,2-4 0 0 0,0-1 0 0 0,4 3 0 0 0,0-3 0 0 0,-2 2 0 0 0,-2 1 0 0 0,-3 3 0 0 0,-1-2 0 0 0,3 0 0 0 0,2 1 0 0 0,-2-2 0 0 0,5-1 0 0 0,-1 2 0 0 0,-1-2 0 0 0,-3 0 0 0 0,4 2 0 0 0,-1 2 0 0 0,-1-2 0 0 0,3 0 0 0 0,0-4 0 0 0,3 1 0 0 0,-1-4 0 0 0,3 2 0 0 0,-1-3 0 0 0,1 2 0 0 0,5 3 0 0 0,-3-1 0 0 0,2 1 0 0 0,-3-2 0 0 0,7-5 0 0 0,9-3 0 0 0,9-4 0 0 0,9-3 0 0 0,6-2 0 0 0,4-5 0 0 0,1-8 0 0 0,2-7 0 0 0,0 0 0 0 0,-1 4 0 0 0,6-1 0 0 0,-5-3 0 0 0,3-3 0 0 0,1 2 0 0 0,-1 0 0 0 0,-1-2 0 0 0,-2-3 0 0 0,5 4 0 0 0,5 0 0 0 0,7-2 0 0 0,0-1 0 0 0,-4-2 0 0 0,2 3 0 0 0,-3 1 0 0 0,1-1 0 0 0,4-2 0 0 0,-6-1 0 0 0,-1-2 0 0 0,3-1 0 0 0,4-1 0 0 0,4 1 0 0 0,-2-7 0 0 0,-4 4 0 0 0,0 2 0 0 0,-4 2 0 0 0,-2-1 0 0 0,0 1 0 0 0,5-1 0 0 0,4 0 0 0 0,-6 0 0 0 0,-1 4 0 0 0,-2 3 0 0 0,-8-2 0 0 0,0 0 0 0 0,0 3 0 0 0,-1 0 0 0 0,0-1 0 0 0,-1-2 0 0 0,4-2 0 0 0,2 4 0 0 0,-6 0 0 0 0,-3 4 0 0 0,-1 1 0 0 0,0 2 0 0 0,-5 0 0 0 0,-6-4 0 0 0,-1 3 0 0 0,2 3 0 0 0,-2-1 0 0 0,1 3 0 0 0,-1-3 0 0 0,1 2 0 0 0,-8 2 0 0 0,-10 4 0 0 0,-10 3 0 0 0,-9 2 0 0 0,-6 1 0 0 0,-4 1 0 0 0,-2 6 0 0 0,-1 2 0 0 0,0 4 0 0 0,1 1 0 0 0,0-2 0 0 0,0 2 0 0 0,1 4 0 0 0,-6 5 0 0 0,0-2 0 0 0,-1 2 0 0 0,-3-4 0 0 0,5 1 0 0 0,-3 2 0 0 0,-3-2 0 0 0,-2 0 0 0 0,-2 3 0 0 0,-5 3 0 0 0,-4 2 0 0 0,7 1 0 0 0,-3-3 0 0 0,1-1 0 0 0,-1 1 0 0 0,3 1 0 0 0,-2 1 0 0 0,-1 2 0 0 0,1-4 0 0 0,5-2 0 0 0,-1 1 0 0 0,-2 2 0 0 0,0 2 0 0 0,-1-5 0 0 0,-3 0 0 0 0,3 1 0 0 0,3 1 0 0 0,0 2 0 0 0,2-3 0 0 0,4-1 0 0 0,-3 1 0 0 0,2 1 0 0 0,2 3 0 0 0,2-5 0 0 0,3 0 0 0 0,-4 1 0 0 0,0-4 0 0 0,0 1 0 0 0,2-4 0 0 0,2 0 0 0 0,2-2 0 0 0,0 1 0 0 0,1 4 0 0 0,0-2 0 0 0,1 1 0 0 0,-1-3 0 0 0,6 2 0 0 0,1-3 0 0 0,0-4 0 0 0,-1-3 0 0 0,3 2 0 0 0,11-1 0 0 0,13-2 0 0 0,10-2 0 0 0,10-2 0 0 0,5-1 0 0 0,4-2 0 0 0,2-5 0 0 0,0-2 0 0 0,0-6 0 0 0,0 1 0 0 0,-1 1 0 0 0,5 3 0 0 0,-4-3 0 0 0,3 2 0 0 0,0-5 0 0 0,5-4 0 0 0,6 1 0 0 0,0-2 0 0 0,3 2 0 0 0,-3 5 0 0 0,-3 3 0 0 0,6-1 0 0 0,6-5 0 0 0,-2 1 0 0 0,0-3 0 0 0,2-4 0 0 0,-4 2 0 0 0,0-1 0 0 0,2 3 0 0 0,2-2 0 0 0,1-1 0 0 0,3 1 0 0 0,-4 5 0 0 0,-7-1 0 0 0,-1 2 0 0 0,2-2 0 0 0,3-3 0 0 0,3 1 0 0 0,-3-2 0 0 0,0-3 0 0 0,-4 3 0 0 0,-4 4 0 0 0,-1 4 0 0 0,4 0 0 0 0,-1-4 0 0 0,-4 0 0 0 0,2-2 0 0 0,-8-3 0 0 0,2 1 0 0 0,-2 4 0 0 0,-1-1 0 0 0,-2 3 0 0 0,-1-2 0 0 0,-1 2 0 0 0,-1-3 0 0 0,-1 2 0 0 0,1-2 0 0 0,-1 2 0 0 0,-4-3 0 0 0,-3 3 0 0 0,1 3 0 0 0,2 3 0 0 0,-4-2 0 0 0,-1-4 0 0 0,2 0 0 0 0,-3-3 0 0 0,0 1 0 0 0,-4-1 0 0 0,2 2 0 0 0,-3-2 0 0 0,-4-4 0 0 0,-4-2 0 0 0,-8 2 0 0 0,-4-1 0 0 0,-6 4 0 0 0,-2-1 0 0 0,-3 3 0 0 0,-5 5 0 0 0,-4 3 0 0 0,-2 4 0 0 0,2-3 0 0 0,1 0 0 0 0,0 0 0 0 0,-3 3 0 0 0,0 1 0 0 0,-3 1 0 0 0,0 1 0 0 0,0 1 0 0 0,-6 0 0 0 0,-2 1 0 0 0,0-1 0 0 0,-4 0 0 0 0,-5 1 0 0 0,-5-1 0 0 0,-5 0 0 0 0,-2 0 0 0 0,-2 0 0 0 0,4 0 0 0 0,1 0 0 0 0,5 0 0 0 0,6 0 0 0 0,6 0 0 0 0,3 0 0 0 0,-2 0 0 0 0,-5 0 0 0 0,0 0 0 0 0,-4 0 0 0 0,-4 5 0 0 0,-4 7 0 0 0,2 2 0 0 0,5 3 0 0 0,0-1 0 0 0,3-3 0 0 0,-1-4 0 0 0,1 2 0 0 0,4-1 0 0 0,4 3 0 0 0,2 4 0 0 0,-3 0 0 0 0,-6-3 0 0 0,5 1 0 0 0,-1-2 0 0 0,0 2 0 0 0,2 4 0 0 0,-2 3 0 0 0,-1-1 0 0 0,2-4 0 0 0,-3-1 0 0 0,6 3 0 0 0,3 4 0 0 0,3-3 0 0 0,-5-5 0 0 0,4 1 0 0 0,2 3 0 0 0,1-2 0 0 0,0 1 0 0 0,4 3 0 0 0,2-2 0 0 0,-2 1 0 0 0,-1 2 0 0 0,4 3 0 0 0,-1-3 0 0 0,4 0 0 0 0,0 2 0 0 0,-2 1 0 0 0,-4 3 0 0 0,4 1 0 0 0,3 1 0 0 0,6 0 0 0 0,5 2 0 0 0,3-1 0 0 0,2 0 0 0 0,6-5 0 0 0,8-7 0 0 0,2-2 0 0 0,3-3 0 0 0,4-5 0 0 0,4-3 0 0 0,2-3 0 0 0,2-2 0 0 0,1-1 0 0 0,0-1 0 0 0,1 0 0 0 0,5 1 0 0 0,1-1 0 0 0,0 1 0 0 0,4-1 0 0 0,-1 1 0 0 0,-1 0 0 0 0,-2 0 0 0 0,-3 0 0 0 0,-2 0 0 0 0,-1-5 0 0 0,-1-2 0 0 0,-1-5 0 0 0,6 0 0 0 0,1-4 0 0 0,0 2 0 0 0,4 2 0 0 0,1 4 0 0 0,3-3 0 0 0,-6-4 0 0 0,1 1 0 0 0,4-3 0 0 0,5 1 0 0 0,0-1 0 0 0,-4 1 0 0 0,-4-1 0 0 0,-3-3 0 0 0,-4 2 0 0 0,3 4 0 0 0,-4-1 0 0 0,-3 2 0 0 0,4-2 0 0 0,-4-4 0 0 0,4 2 0 0 0,1 3 0 0 0,-6 0 0 0 0,-1 1 0 0 0,3-2 0 0 0,3 1 0 0 0,1-1 0 0 0,-6-4 0 0 0,-3-5 0 0 0,5 3 0 0 0,3 5 0 0 0,-5-1 0 0 0,3-2 0 0 0,-4-3 0 0 0,-1 2 0 0 0,0 4 0 0 0,1 0 0 0 0,-5-3 0 0 0,-1 2 0 0 0,1 4 0 0 0,-3-1 0 0 0,-5-3 0 0 0,0 0 0 0 0,-3-1 0 0 0,3 2 0 0 0,3 4 0 0 0,-1-1 0 0 0,-4-4 0 0 0,2 1 0 0 0,-2-2 0 0 0,-4-3 0 0 0,-2-4 0 0 0,-9-2 0 0 0,-8 4 0 0 0,-9 4 0 0 0,0 2 0 0 0,-3 3 0 0 0,-2 4 0 0 0,-3 3 0 0 0,-2 4 0 0 0,-1 2 0 0 0,0 0 0 0 0,-7 2 0 0 0,-1 0 0 0 0,0 0 0 0 0,1-1 0 0 0,2 1 0 0 0,2-1 0 0 0,1 0 0 0 0,-5 0 0 0 0,-6 0 0 0 0,-6 0 0 0 0,-1 0 0 0 0,4 0 0 0 0,4 0 0 0 0,-2 0 0 0 0,-3 0 0 0 0,1 0 0 0 0,-2 0 0 0 0,1 0 0 0 0,4 0 0 0 0,-1 0 0 0 0,2 0 0 0 0,-4 0 0 0 0,-3 0 0 0 0,1 5 0 0 0,-1 2 0 0 0,1 0 0 0 0,5 3 0 0 0,-2 1 0 0 0,8 3 0 0 0,-2 0 0 0 0,-3 2 0 0 0,-6-1 0 0 0,1-4 0 0 0,2 3 0 0 0,4-3 0 0 0,-2 4 0 0 0,7 3 0 0 0,-1-1 0 0 0,1-3 0 0 0,0 1 0 0 0,2-2 0 0 0,6 2 0 0 0,4-1 0 0 0,-1-4 0 0 0,5 2 0 0 0,0 0 0 0 0,-1 2 0 0 0,-3-1 0 0 0,3 2 0 0 0,-1-1 0 0 0,-1 3 0 0 0,3 3 0 0 0,0-2 0 0 0,3 1 0 0 0,10-2 0 0 0,11-4 0 0 0,10-5 0 0 0,8-8 0 0 0,6-5 0 0 0,-2-6 0 0 0,-1-2 0 0 0,7-3 0 0 0,2-5 0 0 0,2-4 0 0 0,4-2 0 0 0,1 2 0 0 0,-6 1 0 0 0,0 0 0 0 0,1 3 0 0 0,-1 0 0 0 0,-2-2 0 0 0,5-1 0 0 0,6-3 0 0 0,-4-2 0 0 0,1-1 0 0 0,4 5 0 0 0,0 1 0 0 0,3-1 0 0 0,-2-1 0 0 0,-3-1 0 0 0,-4 4 0 0 0,2 0 0 0 0,-1-1 0 0 0,4-7 0 0 0,-1-3 0 0 0,-2 4 0 0 0,2 2 0 0 0,-1 0 0 0 0,-2 0 0 0 0,-3 5 0 0 0,3 0 0 0 0,0 0 0 0 0,-2-2 0 0 0,-2 3 0 0 0,-2-4 0 0 0,-1-4 0 0 0,-2 3 0 0 0,0 2 0 0 0,0-1 0 0 0,-1-1 0 0 0,1 4 0 0 0,-1 1 0 0 0,1-2 0 0 0,-1-1 0 0 0,1-2 0 0 0,0-1 0 0 0,0-2 0 0 0,0-1 0 0 0,-6 0 0 0 0,-1 5 0 0 0,0 2 0 0 0,2 0 0 0 0,-4-2 0 0 0,-1 4 0 0 0,-3 0 0 0 0,0 5 0 0 0,-3-1 0 0 0,-4-3 0 0 0,-4-2 0 0 0,-3-3 0 0 0,-7 3 0 0 0,-9 5 0 0 0,-8 6 0 0 0,-4 6 0 0 0,-5 2 0 0 0,-2 3 0 0 0,-2 2 0 0 0,1 0 0 0 0,0 0 0 0 0,0 0 0 0 0,-5-1 0 0 0,4 6 0 0 0,2 7 0 0 0,1 0 0 0 0,1 0 0 0 0,-6 1 0 0 0,-6 4 0 0 0,-3 5 0 0 0,2 3 0 0 0,-3-3 0 0 0,1 0 0 0 0,3 7 0 0 0,-3-2 0 0 0,-3-1 0 0 0,6 1 0 0 0,-1 1 0 0 0,-4 0 0 0 0,-4 1 0 0 0,1 6 0 0 0,4-4 0 0 0,-2-2 0 0 0,-2 0 0 0 0,1 5 0 0 0,-7 1 0 0 0,1 1 0 0 0,-6-2 0 0 0,7-1 0 0 0,2-1 0 0 0,0 5 0 0 0,2-5 0 0 0,0 3 0 0 0,-3 0 0 0 0,-8 5 0 0 0,1 0 0 0 0,6-6 0 0 0,0 1 0 0 0,5 0 0 0 0,0 3 0 0 0,-8 7 0 0 0,0-5 0 0 0,0-4 0 0 0,4-3 0 0 0,5-3 0 0 0,1 0 0 0 0,-3-1 0 0 0,-4 5 0 0 0,3 2 0 0 0,4-6 0 0 0,0-2 0 0 0,1 4 0 0 0,-1 2 0 0 0,-3 0 0 0 0,1-6 0 0 0,9-3 0 0 0,0 0 0 0 0,2 0 0 0 0,2-3 0 0 0,2-2 0 0 0,0 2 0 0 0,-3 2 0 0 0,-2 2 0 0 0,1-4 0 0 0,6 0 0 0 0,4-5 0 0 0,1 1 0 0 0,-1-3 0 0 0,5 0 0 0 0,11-2 0 0 0,13-3 0 0 0,11-4 0 0 0,14-8 0 0 0,2-9 0 0 0,2-4 0 0 0,0-3 0 0 0,1 0 0 0 0,0-2 0 0 0,-1-3 0 0 0,1 3 0 0 0,4-2 0 0 0,2 4 0 0 0,0-1 0 0 0,3-3 0 0 0,1-2 0 0 0,-2 1 0 0 0,2 1 0 0 0,11-2 0 0 0,6-3 0 0 0,-2-7 0 0 0,1-3 0 0 0,-5 5 0 0 0,-7 2 0 0 0,6 0 0 0 0,4 1 0 0 0,-3 0 0 0 0,1-2 0 0 0,1-5 0 0 0,2 3 0 0 0,-3 7 0 0 0,-1-3 0 0 0,7-1 0 0 0,3-2 0 0 0,-9 0 0 0 0,-3 4 0 0 0,6-3 0 0 0,3-7 0 0 0,2-2 0 0 0,-4 0 0 0 0,-2 6 0 0 0,-5 4 0 0 0,-5 2 0 0 0,-1 0 0 0 0,-3-1 0 0 0,-3 0 0 0 0,3 4 0 0 0,-2 1 0 0 0,-1-1 0 0 0,-3-2 0 0 0,4 4 0 0 0,-1 1 0 0 0,-6-2 0 0 0,2-2 0 0 0,-1 3 0 0 0,-5 0 0 0 0,-3-1 0 0 0,0-2 0 0 0,1 3 0 0 0,-5 0 0 0 0,-1 4 0 0 0,2-1 0 0 0,2-1 0 0 0,2-4 0 0 0,-4-2 0 0 0,0 3 0 0 0,-4 0 0 0 0,-6-1 0 0 0,1 3 0 0 0,-3 1 0 0 0,3 3 0 0 0,-1-1 0 0 0,-4-2 0 0 0,-7 2 0 0 0,-10 4 0 0 0,-9 4 0 0 0,-7 5 0 0 0,-4 2 0 0 0,-3 2 0 0 0,-1 2 0 0 0,-1-1 0 0 0,1 1 0 0 0,0 0 0 0 0,0 5 0 0 0,0 1 0 0 0,1 5 0 0 0,0 1 0 0 0,0-3 0 0 0,1-2 0 0 0,-1 2 0 0 0,5 5 0 0 0,-3 0 0 0 0,3 3 0 0 0,-4-3 0 0 0,-3 3 0 0 0,0 3 0 0 0,-6 3 0 0 0,-6-3 0 0 0,-1 1 0 0 0,2 2 0 0 0,3 1 0 0 0,4-2 0 0 0,8-1 0 0 0,-2-4 0 0 0,0 1 0 0 0,-1 1 0 0 0,0-2 0 0 0,-5 2 0 0 0,4 1 0 0 0,2-2 0 0 0,-4 1 0 0 0,4 2 0 0 0,-3 3 0 0 0,-1-3 0 0 0,0 0 0 0 0,0-4 0 0 0,2 1 0 0 0,1 1 0 0 0,0-1 0 0 0,1 0 0 0 0,0-2 0 0 0,0 0 0 0 0,1 3 0 0 0,-1-1 0 0 0,1 0 0 0 0,-1 3 0 0 0,0-3 0 0 0,0 1 0 0 0,0-3 0 0 0,6 1 0 0 0,-4-3 0 0 0,-8 2 0 0 0,4 3 0 0 0,-5-3 0 0 0,0 3 0 0 0,1 1 0 0 0,2 4 0 0 0,1-3 0 0 0,1-5 0 0 0,1-1 0 0 0,7 3 0 0 0,1-2 0 0 0,0-4 0 0 0,4 1 0 0 0,0-2 0 0 0,4 3 0 0 0,-1-2 0 0 0,2 2 0 0 0,10-1 0 0 0,4-8 0 0 0,9-5 0 0 0,8-9 0 0 0,6-2 0 0 0,5-5 0 0 0,3-5 0 0 0,7-4 0 0 0,2 1 0 0 0,6 0 0 0 0,-6-1 0 0 0,2 3 0 0 0,-2 0 0 0 0,-7-2 0 0 0,2-2 0 0 0,5-2 0 0 0,7-2 0 0 0,6-1 0 0 0,-6 0 0 0 0,-6 4 0 0 0,1 7 0 0 0,-1 1 0 0 0,3-1 0 0 0,5-8 0 0 0,4-5 0 0 0,-1-2 0 0 0,-4 5 0 0 0,-5 7 0 0 0,-4 2 0 0 0,2-6 0 0 0,4-3 0 0 0,6-3 0 0 0,-1 4 0 0 0,-3 2 0 0 0,-5 1 0 0 0,2-2 0 0 0,4-1 0 0 0,-1 4 0 0 0,-3 1 0 0 0,1 0 0 0 0,0-3 0 0 0,-4 4 0 0 0,-3 1 0 0 0,-2-3 0 0 0,-2-1 0 0 0,3 3 0 0 0,2 1 0 0 0,-1-3 0 0 0,-2-1 0 0 0,-1 3 0 0 0,-1 0 0 0 0,-1-1 0 0 0,-1 3 0 0 0,-5 0 0 0 0,-3 3 0 0 0,1 4 0 0 0,-4 0 0 0 0,0-4 0 0 0,2 2 0 0 0,2 2 0 0 0,-3 0 0 0 0,0-5 0 0 0,3-4 0 0 0,1 2 0 0 0,-3-1 0 0 0,-11 3 0 0 0,-12 5 0 0 0,-16 4 0 0 0,-17 9 0 0 0,-1 10 0 0 0,-1 4 0 0 0,1 3 0 0 0,1 0 0 0 0,1-3 0 0 0,1 1 0 0 0,0 3 0 0 0,1 4 0 0 0,-5-1 0 0 0,-1 0 0 0 0,-6 2 0 0 0,0 3 0 0 0,2 1 0 0 0,3-3 0 0 0,-3-1 0 0 0,0 2 0 0 0,-3 6 0 0 0,-5 3 0 0 0,1-4 0 0 0,4-1 0 0 0,-2-2 0 0 0,-4 7 0 0 0,3 1 0 0 0,-3-4 0 0 0,-2 2 0 0 0,7 2 0 0 0,-4-1 0 0 0,1 0 0 0 0,3-1 0 0 0,-1 4 0 0 0,-3 1 0 0 0,-4 5 0 0 0,-4 1 0 0 0,-1 2 0 0 0,-3-1 0 0 0,5 3 0 0 0,0-7 0 0 0,1-1 0 0 0,3 0 0 0 0,6-4 0 0 0,0 4 0 0 0,-3-5 0 0 0,2 2 0 0 0,-1-1 0 0 0,-4 5 0 0 0,2 1 0 0 0,5-8 0 0 0,-1 2 0 0 0,-3-1 0 0 0,1 5 0 0 0,-1 1 0 0 0,3-8 0 0 0,3-2 0 0 0,4-3 0 0 0,-2 0 0 0 0,1 0 0 0 0,2 1 0 0 0,-3 0 0 0 0,0 1 0 0 0,-3 0 0 0 0,5 1 0 0 0,5-5 0 0 0,-3-2 0 0 0,5 0 0 0 0,3 1 0 0 0,1-3 0 0 0,0 0 0 0 0,-1 1 0 0 0,0-3 0 0 0,5 0 0 0 0,1 2 0 0 0,-1 2 0 0 0,9-2 0 0 0,7-11 0 0 0,10-7 0 0 0,5-9 0 0 0,6-5 0 0 0,7 1 0 0 0,-1-4 0 0 0,2-6 0 0 0,3 2 0 0 0,-3-3 0 0 0,5-2 0 0 0,4-3 0 0 0,2-3 0 0 0,1-1 0 0 0,-6-2 0 0 0,4 0 0 0 0,1 0 0 0 0,1-1 0 0 0,5 1 0 0 0,2 0 0 0 0,-2-5 0 0 0,4-2 0 0 0,-5 0 0 0 0,-4 7 0 0 0,-2 3 0 0 0,-1-3 0 0 0,-1 2 0 0 0,6 2 0 0 0,1-5 0 0 0,-4-3 0 0 0,-4 5 0 0 0,5-3 0 0 0,-3-1 0 0 0,-2 0 0 0 0,5 0 0 0 0,2-4 0 0 0,0-1 0 0 0,5 1 0 0 0,1-4 0 0 0,-1 5 0 0 0,-3-1 0 0 0,3-4 0 0 0,1-2 0 0 0,2-2 0 0 0,1-5 0 0 0,2 2 0 0 0,-1-2 0 0 0,-2 2 0 0 0,0 5 0 0 0,0 5 0 0 0,-8 3 0 0 0,0-2 0 0 0,5-6 0 0 0,-4 0 0 0 0,-3 2 0 0 0,-3 8 0 0 0,-5 0 0 0 0,-2-1 0 0 0,0 7 0 0 0,1-3 0 0 0,3-1 0 0 0,1-1 0 0 0,-4 1 0 0 0,-1 5 0 0 0,-4 2 0 0 0,0 0 0 0 0,1 4 0 0 0,-1 1 0 0 0,-6-1 0 0 0,2-4 0 0 0,3 4 0 0 0,-2 0 0 0 0,-3-2 0 0 0,1 3 0 0 0,-2-1 0 0 0,3 4 0 0 0,-2 0 0 0 0,-3 7 0 0 0,-8 6 0 0 0,-5 8 0 0 0,-6 10 0 0 0,-8 1 0 0 0,-1 4 0 0 0,-2 5 0 0 0,-8 2 0 0 0,0 2 0 0 0,0 3 0 0 0,-1 0 0 0 0,0-5 0 0 0,4 4 0 0 0,2 2 0 0 0,-1-5 0 0 0,-1-1 0 0 0,-3 5 0 0 0,0-3 0 0 0,-2 5 0 0 0,0 2 0 0 0,-1-1 0 0 0,0-4 0 0 0,0 1 0 0 0,0 7 0 0 0,-1-3 0 0 0,-4 3 0 0 0,4 0 0 0 0,1-6 0 0 0,1 1 0 0 0,-4 7 0 0 0,-8 6 0 0 0,-1 6 0 0 0,-4 4 0 0 0,0 4 0 0 0,-1-3 0 0 0,-4-7 0 0 0,7-1 0 0 0,1 2 0 0 0,2-2 0 0 0,4-5 0 0 0,3-5 0 0 0,-4 2 0 0 0,0 5 0 0 0,-3-1 0 0 0,-1-3 0 0 0,2 3 0 0 0,3-7 0 0 0,3 0 0 0 0,1 5 0 0 0,-3-5 0 0 0,-1 1 0 0 0,-4 0 0 0 0,-1 3 0 0 0,3 0 0 0 0,1-2 0 0 0,-1-3 0 0 0,4-2 0 0 0,0-1 0 0 0,-1-3 0 0 0,1 6 0 0 0,2-5 0 0 0,1-2 0 0 0,6-1 0 0 0,-2 0 0 0 0,-3 0 0 0 0,6 0 0 0 0,-5 1 0 0 0,-1 1 0 0 0,4-1 0 0 0,2 1 0 0 0,0-5 0 0 0,-1-3 0 0 0,5 2 0 0 0,0-5 0 0 0,-1 0 0 0 0,3 2 0 0 0,0 2 0 0 0,-2-2 0 0 0,-2-1 0 0 0,2 2 0 0 0,1-3 0 0 0,3 0 0 0 0,-1 3 0 0 0,4 1 0 0 0,-2-2 0 0 0,3-11 0 0 0,8-12 0 0 0,11-6 0 0 0,5-7 0 0 0,5-6 0 0 0,6-6 0 0 0,4 3 0 0 0,-1-1 0 0 0,-1-7 0 0 0,2 3 0 0 0,2 0 0 0 0,1-1 0 0 0,1 1 0 0 0,1-2 0 0 0,-4 0 0 0 0,-2 0 0 0 0,6-1 0 0 0,-3 1 0 0 0,0-1 0 0 0,1 0 0 0 0,0 0 0 0 0,1 0 0 0 0,0 5 0 0 0,2-3 0 0 0,-1-7 0 0 0,1 2 0 0 0,5-4 0 0 0,-3 1 0 0 0,-2 5 0 0 0,4-2 0 0 0,1-6 0 0 0,0-6 0 0 0,-1 5 0 0 0,4-2 0 0 0,-4 2 0 0 0,1 2 0 0 0,1 3 0 0 0,-1 2 0 0 0,4-4 0 0 0,0 0 0 0 0,-1-5 0 0 0,3 1 0 0 0,0 1 0 0 0,-2 3 0 0 0,-3 2 0 0 0,3-2 0 0 0,0-1 0 0 0,-2 1 0 0 0,-1-3 0 0 0,-3 0 0 0 0,-1 1 0 0 0,-2 3 0 0 0,5-3 0 0 0,2 0 0 0 0,-1 2 0 0 0,-1 2 0 0 0,-2-4 0 0 0,4 0 0 0 0,-4 2 0 0 0,-3 2 0 0 0,4-4 0 0 0,1 0 0 0 0,-1 2 0 0 0,0 2 0 0 0,-6 1 0 0 0,-4 2 0 0 0,0 2 0 0 0,1 0 0 0 0,-4 0 0 0 0,-1 6 0 0 0,2 1 0 0 0,-4 1 0 0 0,-4-3 0 0 0,0 5 0 0 0,-3-1 0 0 0,3-1 0 0 0,3 4 0 0 0,-1-1 0 0 0,-3-2 0 0 0,0-3 0 0 0,-6 9 0 0 0,-6 12 0 0 0,-7 6 0 0 0,-9 4 0 0 0,-1 5 0 0 0,-5 6 0 0 0,-2 1 0 0 0,1 2 0 0 0,-1 8 0 0 0,-1 0 0 0 0,-3-1 0 0 0,4 2 0 0 0,-1 0 0 0 0,-5 1 0 0 0,-5 0 0 0 0,4 1 0 0 0,2-1 0 0 0,-5 1 0 0 0,-3 5 0 0 0,0 8 0 0 0,0-5 0 0 0,1-3 0 0 0,2 3 0 0 0,0-1 0 0 0,0-1 0 0 0,1 4 0 0 0,-5 5 0 0 0,-1 0 0 0 0,5-2 0 0 0,-3 1 0 0 0,0-6 0 0 0,1 0 0 0 0,0 4 0 0 0,2 0 0 0 0,-5 3 0 0 0,-2 0 0 0 0,7 1 0 0 0,-3-1 0 0 0,1 1 0 0 0,-6 4 0 0 0,0 4 0 0 0,-5-3 0 0 0,6 1 0 0 0,4 1 0 0 0,-2-3 0 0 0,0-4 0 0 0,0 4 0 0 0,-3 0 0 0 0,0-4 0 0 0,1 0 0 0 0,2 3 0 0 0,2-1 0 0 0,2 0 0 0 0,-4 4 0 0 0,-1-3 0 0 0,1-5 0 0 0,1 1 0 0 0,2-2 0 0 0,1-4 0 0 0,1 3 0 0 0,6-2 0 0 0,2-2 0 0 0,-5 3 0 0 0,-3-1 0 0 0,-1 4 0 0 0,-1-2 0 0 0,1-7 0 0 0,5 1 0 0 0,3-2 0 0 0,1-5 0 0 0,3-4 0 0 0,6 0 0 0 0,0 0 0 0 0,-2 1 0 0 0,-4 1 0 0 0,2 2 0 0 0,-2 0 0 0 0,4 0 0 0 0,-1-4 0 0 0,2-2 0 0 0,4 1 0 0 0,5-10 0 0 0,8-7 0 0 0,4-10 0 0 0,1-11 0 0 0,5-7 0 0 0,6-6 0 0 0,5-4 0 0 0,4-2 0 0 0,3-1 0 0 0,-4 0 0 0 0,0 6 0 0 0,0 2 0 0 0,2-5 0 0 0,1-3 0 0 0,1-1 0 0 0,-4 0 0 0 0,-2 6 0 0 0,1-3 0 0 0,2-1 0 0 0,-4-1 0 0 0,0 1 0 0 0,1-1 0 0 0,2 1 0 0 0,-3 1 0 0 0,0 0 0 0 0,1 5 0 0 0,2-3 0 0 0,2-7 0 0 0,2 2 0 0 0,1 2 0 0 0,-4-4 0 0 0,-2 4 0 0 0,0 2 0 0 0,2-4 0 0 0,2-2 0 0 0,-5 0 0 0 0,5-4 0 0 0,3 5 0 0 0,-4-3 0 0 0,3-5 0 0 0,3 0 0 0 0,-4 2 0 0 0,-3-3 0 0 0,0 1 0 0 0,1 8 0 0 0,-4-1 0 0 0,-1 0 0 0 0,1 2 0 0 0,2-4 0 0 0,-3-1 0 0 0,-1 1 0 0 0,2 1 0 0 0,2 3 0 0 0,-3 1 0 0 0,0 1 0 0 0,-4-5 0 0 0,1 5 0 0 0,1 2 0 0 0,-2 1 0 0 0,-4 0 0 0 0,1 0 0 0 0,3-1 0 0 0,3 0 0 0 0,-1 0 0 0 0,-4-1 0 0 0,0 6 0 0 0,-3 1 0 0 0,2-1 0 0 0,-1 0 0 0 0,-4-2 0 0 0,-3-2 0 0 0,3 5 0 0 0,-1 1 0 0 0,3-2 0 0 0,0 0 0 0 0,-2-3 0 0 0,-3 0 0 0 0,3 3 0 0 0,-1 2 0 0 0,-1 9 0 0 0,-8 7 0 0 0,-3 11 0 0 0,-8 9 0 0 0,0 8 0 0 0,-5 5 0 0 0,-4-1 0 0 0,1 0 0 0 0,4 1 0 0 0,-1-4 0 0 0,-3 5 0 0 0,-4 3 0 0 0,3 2 0 0 0,-1 0 0 0 0,-2 0 0 0 0,-3-5 0 0 0,4 4 0 0 0,0 0 0 0 0,-2 7 0 0 0,-1 2 0 0 0,-2-1 0 0 0,3-2 0 0 0,1-2 0 0 0,-1 4 0 0 0,-2 0 0 0 0,-1-1 0 0 0,-2 4 0 0 0,4 4 0 0 0,2-5 0 0 0,-2 1 0 0 0,0 4 0 0 0,-3-1 0 0 0,5-2 0 0 0,0 1 0 0 0,-1-1 0 0 0,-1-3 0 0 0,3 2 0 0 0,0 0 0 0 0,-1 3 0 0 0,-3 4 0 0 0,-1-1 0 0 0,-7 2 0 0 0,3-3 0 0 0,5-3 0 0 0,-2 1 0 0 0,-2 3 0 0 0,-1 4 0 0 0,0-2 0 0 0,-1 2 0 0 0,6-3 0 0 0,1-5 0 0 0,1-5 0 0 0,-2 2 0 0 0,4-1 0 0 0,0 4 0 0 0,0-2 0 0 0,-3-1 0 0 0,3-4 0 0 0,0 4 0 0 0,-1-1 0 0 0,-2 3 0 0 0,-2 6 0 0 0,-2 4 0 0 0,-1-7 0 0 0,4-5 0 0 0,2-5 0 0 0,5-4 0 0 0,0-1 0 0 0,3-1 0 0 0,0-6 0 0 0,2-1 0 0 0,4 0 0 0 0,-3-4 0 0 0,3 1 0 0 0,1 2 0 0 0,-2-4 0 0 0,1-8 0 0 0,6-8 0 0 0,6-13 0 0 0,6-6 0 0 0,2-5 0 0 0,5-3 0 0 0,5-4 0 0 0,-1-1 0 0 0,2-2 0 0 0,2 1 0 0 0,-3-1 0 0 0,-4 0 0 0 0,0 1 0 0 0,2-1 0 0 0,4 1 0 0 0,-2 0 0 0 0,-5 1 0 0 0,1-1 0 0 0,3 0 0 0 0,3 0 0 0 0,-2 0 0 0 0,-4 1 0 0 0,0-1 0 0 0,2 0 0 0 0,4 0 0 0 0,-1-5 0 0 0,-6-2 0 0 0,1 1 0 0 0,3-5 0 0 0,-2 1 0 0 0,1 6 0 0 0,-2 0 0 0 0,1-6 0 0 0,4 5 0 0 0,2-3 0 0 0,-2-4 0 0 0,1-6 0 0 0,1-5 0 0 0,3-4 0 0 0,1 3 0 0 0,3 0 0 0 0,-6 5 0 0 0,-5 5 0 0 0,-1 5 0 0 0,1-2 0 0 0,3 3 0 0 0,-2-4 0 0 0,-5 0 0 0 0,0-2 0 0 0,4-5 0 0 0,3-4 0 0 0,-2-3 0 0 0,0-3 0 0 0,-2 4 0 0 0,0 11 0 0 0,-2 3 0 0 0,1 4 0 0 0,-3 2 0 0 0,3-2 0 0 0,-3-1 0 0 0,-3 1 0 0 0,-4 3 0 0 0,3 1 0 0 0,-1 1 0 0 0,3 2 0 0 0,0 0 0 0 0,-2 0 0 0 0,-3 0 0 0 0,3 1 0 0 0,-1-1 0 0 0,4 6 0 0 0,-1 1 0 0 0,-2 0 0 0 0,3-1 0 0 0,-2-2 0 0 0,-2-2 0 0 0,-2 10 0 0 0,-3 13 0 0 0,-8 13 0 0 0,-2 11 0 0 0,-6 7 0 0 0,-1 4 0 0 0,2 3 0 0 0,3 2 0 0 0,-3-1 0 0 0,-4 0 0 0 0,0 5 0 0 0,-3 1 0 0 0,3 4 0 0 0,-3-5 0 0 0,3-3 0 0 0,-2-3 0 0 0,2-2 0 0 0,3 0 0 0 0,5-1 0 0 0,-3 1 0 0 0,-4 5 0 0 0,-6 8 0 0 0,2 1 0 0 0,3-1 0 0 0,4-3 0 0 0,-1 2 0 0 0,-4-1 0 0 0,1-1 0 0 0,-2-4 0 0 0,1-1 0 0 0,-1 3 0 0 0,2 5 0 0 0,-2 7 0 0 0,-3 0 0 0 0,2-4 0 0 0,-2 1 0 0 0,4-2 0 0 0,-2-4 0 0 0,2-3 0 0 0,5-3 0 0 0,3 3 0 0 0,-1 0 0 0 0,0-1 0 0 0,-4-2 0 0 0,1-1 0 0 0,3 4 0 0 0,-3 1 0 0 0,0-2 0 0 0,-2-1 0 0 0,1-1 0 0 0,-3-2 0 0 0,2-2 0 0 0,2 1 0 0 0,5-2 0 0 0,-3 6 0 0 0,-5 2 0 0 0,1-1 0 0 0,-3-1 0 0 0,1 3 0 0 0,4 1 0 0 0,4-1 0 0 0,-3-7 0 0 0,2-5 0 0 0,-4 0 0 0 0,1-1 0 0 0,2 1 0 0 0,3 2 0 0 0,3 0 0 0 0,-4-5 0 0 0,0 0 0 0 0,1-10 0 0 0,3-13 0 0 0,0-12 0 0 0,8-9 0 0 0,2-6 0 0 0,0-4 0 0 0,5-3 0 0 0,0 0 0 0 0,-1 0 0 0 0,-4 0 0 0 0,-1 1 0 0 0,3-5 0 0 0,0-1 0 0 0,4 0 0 0 0,0 2 0 0 0,-2 1 0 0 0,2 2 0 0 0,0 1 0 0 0,-3 1 0 0 0,-2 0 0 0 0,-3 0 0 0 0,3 1 0 0 0,1-1 0 0 0,-2 1 0 0 0,4-6 0 0 0,1-7 0 0 0,-3-1 0 0 0,-2 1 0 0 0,4-2 0 0 0,-1 1 0 0 0,-2 2 0 0 0,4 5 0 0 0,0 1 0 0 0,3 3 0 0 0,-1-3 0 0 0,3-7 0 0 0,-2-1 0 0 0,-3 1 0 0 0,-3 4 0 0 0,-3 3 0 0 0,3 1 0 0 0,-1-2 0 0 0,5-1 0 0 0,0 0 0 0 0,-2 3 0 0 0,-3 1 0 0 0,-3-4 0 0 0,4-6 0 0 0,0-1 0 0 0,-1 2 0 0 0,3-2 0 0 0,0 2 0 0 0,-1 2 0 0 0,2 3 0 0 0,0-2 0 0 0,-2 0 0 0 0,-3 2 0 0 0,-2 2 0 0 0,-1 2 0 0 0,-3 1 0 0 0,0 2 0 0 0,0 0 0 0 0,0 0 0 0 0,-1 1 0 0 0,1-1 0 0 0,-1 11 0 0 0,1 14 0 0 0,0 13 0 0 0,0 11 0 0 0,0 7 0 0 0,-5 5 0 0 0,-2 3 0 0 0,0 0 0 0 0,2 1 0 0 0,-4-1 0 0 0,0-1 0 0 0,-5 0 0 0 0,2-1 0 0 0,1 0 0 0 0,-2 0 0 0 0,2 0 0 0 0,1 0 0 0 0,4-1 0 0 0,-3 1 0 0 0,0 5 0 0 0,-4-3 0 0 0,1-3 0 0 0,2 5 0 0 0,-2 1 0 0 0,0 0 0 0 0,3 5 0 0 0,3-1 0 0 0,-4 0 0 0 0,2-3 0 0 0,-5-2 0 0 0,1 3 0 0 0,-4 1 0 0 0,2 4 0 0 0,-2 6 0 0 0,1 4 0 0 0,3-2 0 0 0,-1-3 0 0 0,2 0 0 0 0,-3-3 0 0 0,0 1 0 0 0,-1-1 0 0 0,1-4 0 0 0,3-3 0 0 0,3-3 0 0 0,-2 3 0 0 0,1 5 0 0 0,-3 2 0 0 0,-1-3 0 0 0,3 2 0 0 0,-2-5 0 0 0,1 0 0 0 0,-4 4 0 0 0,2 5 0 0 0,3 5 0 0 0,-3-1 0 0 0,2-4 0 0 0,-4-5 0 0 0,2 0 0 0 0,3 4 0 0 0,-3-1 0 0 0,2-3 0 0 0,2 1 0 0 0,3-1 0 0 0,2-3 0 0 0,-3-8 0 0 0,-1-4 0 0 0,2-2 0 0 0,1 0 0 0 0,1 1 0 0 0,3 1 0 0 0,-6-4 0 0 0,0-2 0 0 0,1 2 0 0 0,1 1 0 0 0,1-8 0 0 0,2-13 0 0 0,1-12 0 0 0,1-9 0 0 0,5-3 0 0 0,2-3 0 0 0,0-8 0 0 0,4-4 0 0 0,0-6 0 0 0,4 3 0 0 0,-2 4 0 0 0,4-4 0 0 0,-3-5 0 0 0,-2-1 0 0 0,1 2 0 0 0,-1 3 0 0 0,2 2 0 0 0,-1 3 0 0 0,3-3 0 0 0,3-7 0 0 0,-1 0 0 0 0,-4 2 0 0 0,-4-3 0 0 0,1 2 0 0 0,0 2 0 0 0,2 3 0 0 0,4 3 0 0 0,0-8 0 0 0,-4-3 0 0 0,-3 2 0 0 0,1-2 0 0 0,5-4 0 0 0,4-4 0 0 0,-1-3 0 0 0,1 3 0 0 0,-2 0 0 0 0,-4-2 0 0 0,0 10 0 0 0,-2 1 0 0 0,2-2 0 0 0,4 3 0 0 0,-1 2 0 0 0,2 4 0 0 0,3-3 0 0 0,-3-4 0 0 0,-4 0 0 0 0,-4 2 0 0 0,0-1 0 0 0,4 0 0 0 0,0-1 0 0 0,2-5 0 0 0,4 1 0 0 0,-3 5 0 0 0,-3-2 0 0 0,-5 2 0 0 0,2-2 0 0 0,-2 2 0 0 0,3 3 0 0 0,-1-3 0 0 0,3 2 0 0 0,-1 3 0 0 0,2 2 0 0 0,-1 2 0 0 0,-4 3 0 0 0,-3-5 0 0 0,-4-1 0 0 0,4 1 0 0 0,0 2 0 0 0,3 6 0 0 0,1-2 0 0 0,-2-1 0 0 0,-3-6 0 0 0,3-7 0 0 0,-1 0 0 0 0,-1 1 0 0 0,3 9 0 0 0,-1 5 0 0 0,-1 2 0 0 0,2 0 0 0 0,0 1 0 0 0,-2-1 0 0 0,-3 9 0 0 0,-2 14 0 0 0,-2 12 0 0 0,-1 11 0 0 0,-7 2 0 0 0,-1 3 0 0 0,0 3 0 0 0,1 2 0 0 0,-3 1 0 0 0,-1 2 0 0 0,-3 0 0 0 0,0 1 0 0 0,2-1 0 0 0,-1 0 0 0 0,0 0 0 0 0,3 0 0 0 0,-3 0 0 0 0,1 6 0 0 0,-3-5 0 0 0,1 4 0 0 0,-2 6 0 0 0,0 6 0 0 0,-1 5 0 0 0,-4 0 0 0 0,2-5 0 0 0,-2-5 0 0 0,3 1 0 0 0,-1 3 0 0 0,-2 4 0 0 0,1-1 0 0 0,5 1 0 0 0,-1-2 0 0 0,2-5 0 0 0,-2 0 0 0 0,-3 4 0 0 0,1 4 0 0 0,-2 4 0 0 0,-3 2 0 0 0,3 3 0 0 0,-2 6 0 0 0,-1-3 0 0 0,2-2 0 0 0,0-1 0 0 0,-3-6 0 0 0,-1-1 0 0 0,2 0 0 0 0,0-3 0 0 0,4-1 0 0 0,5 2 0 0 0,-1-2 0 0 0,2 0 0 0 0,-2 3 0 0 0,-4 2 0 0 0,2-2 0 0 0,-3-1 0 0 0,-3 3 0 0 0,3-4 0 0 0,4 0 0 0 0,4-3 0 0 0,5-5 0 0 0,-2 1 0 0 0,0-1 0 0 0,-4-4 0 0 0,1 3 0 0 0,1-1 0 0 0,-2-2 0 0 0,1-3 0 0 0,-4-1 0 0 0,2-3 0 0 0,2 0 0 0 0,4-1 0 0 0,3-1 0 0 0,1 1 0 0 0,2-1 0 0 0,-4 0 0 0 0,-1 1 0 0 0,0 0 0 0 0,1-1 0 0 0,1 1 0 0 0,-3 0 0 0 0,-1 0 0 0 0,1-11 0 0 0,2-13 0 0 0,1-14 0 0 0,2-11 0 0 0,6-7 0 0 0,3-10 0 0 0,0-10 0 0 0,-2-7 0 0 0,0-6 0 0 0,3-3 0 0 0,0 3 0 0 0,-1 7 0 0 0,-1 6 0 0 0,3 11 0 0 0,0 1 0 0 0,-2 1 0 0 0,-1 0 0 0 0,-2 1 0 0 0,-2 0 0 0 0,4-5 0 0 0,1-2 0 0 0,-1 1 0 0 0,-1 1 0 0 0,4-4 0 0 0,0 0 0 0 0,-1-4 0 0 0,-3 1 0 0 0,-1 1 0 0 0,-2-1 0 0 0,-1 0 0 0 0,-1-2 0 0 0,0-5 0 0 0,0-3 0 0 0,-1 1 0 0 0,1 5 0 0 0,0-1 0 0 0,5 3 0 0 0,2-1 0 0 0,-1-4 0 0 0,0 2 0 0 0,-3 4 0 0 0,0 4 0 0 0,-2-2 0 0 0,0-4 0 0 0,-1 0 0 0 0,5 4 0 0 0,1 2 0 0 0,1-1 0 0 0,-2 0 0 0 0,-2 3 0 0 0,0-4 0 0 0,-2 1 0 0 0,-1-3 0 0 0,0-5 0 0 0,0-5 0 0 0,0 2 0 0 0,0 5 0 0 0,-1-1 0 0 0,1-2 0 0 0,0 2 0 0 0,0 4 0 0 0,0 4 0 0 0,0 4 0 0 0,0-3 0 0 0,0 0 0 0 0,0-3 0 0 0,0-1 0 0 0,0 3 0 0 0,0-3 0 0 0,0 1 0 0 0,0 2 0 0 0,0 2 0 0 0,0 4 0 0 0,0 1 0 0 0,0 1 0 0 0,0 1 0 0 0,0 1 0 0 0,0 0 0 0 0,0 10 0 0 0,0 14 0 0 0,0 13 0 0 0,0 11 0 0 0,0 12 0 0 0,-5 2 0 0 0,-2 0 0 0 0,0 0 0 0 0,-3 0 0 0 0,-1 0 0 0 0,-3 4 0 0 0,0 3 0 0 0,-2 3 0 0 0,1 7 0 0 0,4 4 0 0 0,3-1 0 0 0,-2-4 0 0 0,0-5 0 0 0,3-5 0 0 0,-4 2 0 0 0,1-1 0 0 0,-3 4 0 0 0,0 5 0 0 0,2-1 0 0 0,-1 3 0 0 0,0-3 0 0 0,3-3 0 0 0,3 0 0 0 0,-4 5 0 0 0,2-2 0 0 0,-5 7 0 0 0,1-1 0 0 0,2-3 0 0 0,-3 5 0 0 0,2-2 0 0 0,-4 1 0 0 0,2 2 0 0 0,3-4 0 0 0,-3 0 0 0 0,1 2 0 0 0,-2-3 0 0 0,1 0 0 0 0,3 2 0 0 0,-3 2 0 0 0,2 3 0 0 0,2 1 0 0 0,3 7 0 0 0,2-2 0 0 0,2-3 0 0 0,1-5 0 0 0,-4-3 0 0 0,-1 1 0 0 0,0-3 0 0 0,1-1 0 0 0,1 2 0 0 0,2-2 0 0 0,1 0 0 0 0,1 3 0 0 0,0 2 0 0 0,-5-8 0 0 0,-2-1 0 0 0,1-4 0 0 0,0 2 0 0 0,3-1 0 0 0,1-4 0 0 0,0-2 0 0 0,2-2 0 0 0,0-3 0 0 0,0 0 0 0 0,0-1 0 0 0,1 4 0 0 0,-1 2 0 0 0,0 0 0 0 0,0-1 0 0 0,0-2 0 0 0,0-1 0 0 0,0-1 0 0 0,5-5 0 0 0,2-14 0 0 0,0-14 0 0 0,4-6 0 0 0,-1-8 0 0 0,5-6 0 0 0,-2-5 0 0 0,-2-3 0 0 0,-3-2 0 0 0,2-1 0 0 0,0 0 0 0 0,2-6 0 0 0,6 5 0 0 0,-1 1 0 0 0,-3 2 0 0 0,-4 1 0 0 0,1-1 0 0 0,-1 1 0 0 0,3-1 0 0 0,0-1 0 0 0,2-4 0 0 0,-1-3 0 0 0,-3 0 0 0 0,-3 2 0 0 0,-4-4 0 0 0,4 0 0 0 0,5 1 0 0 0,0-3 0 0 0,4 1 0 0 0,-1 1 0 0 0,-4-2 0 0 0,-4 0 0 0 0,-2-3 0 0 0,2-4 0 0 0,-1 0 0 0 0,0-1 0 0 0,3-8 0 0 0,5-5 0 0 0,1-7 0 0 0,2-2 0 0 0,-2 5 0 0 0,-4-1 0 0 0,-3 1 0 0 0,2 6 0 0 0,-2-3 0 0 0,4 0 0 0 0,-1-5 0 0 0,-2-2 0 0 0,-3 7 0 0 0,-3 3 0 0 0,-2 2 0 0 0,5 5 0 0 0,0 2 0 0 0,-1 4 0 0 0,4-5 0 0 0,0-5 0 0 0,-1 4 0 0 0,-3-1 0 0 0,3 4 0 0 0,1 0 0 0 0,-3-1 0 0 0,4 3 0 0 0,0-7 0 0 0,-3-3 0 0 0,-2 2 0 0 0,-2 6 0 0 0,-2 1 0 0 0,-1 4 0 0 0,-1 0 0 0 0,5-4 0 0 0,2 2 0 0 0,-1-1 0 0 0,-1 2 0 0 0,-1 4 0 0 0,3-2 0 0 0,1 3 0 0 0,-1-3 0 0 0,-1 1 0 0 0,2 3 0 0 0,1 3 0 0 0,-1-2 0 0 0,-2 0 0 0 0,3-3 0 0 0,0 0 0 0 0,-2 2 0 0 0,-1 3 0 0 0,-3 3 0 0 0,-1 1 0 0 0,-1 3 0 0 0,-1 0 0 0 0,0 0 0 0 0,5 6 0 0 0,2 12 0 0 0,-1 14 0 0 0,-1 12 0 0 0,-1 8 0 0 0,-2 12 0 0 0,-1 5 0 0 0,0 2 0 0 0,-7-1 0 0 0,-1-2 0 0 0,0 3 0 0 0,-4-5 0 0 0,0 3 0 0 0,2-2 0 0 0,3 0 0 0 0,-4 4 0 0 0,1 5 0 0 0,1 6 0 0 0,2 0 0 0 0,-2 1 0 0 0,-1-3 0 0 0,1-5 0 0 0,-2 2 0 0 0,-1-3 0 0 0,2 2 0 0 0,-2 4 0 0 0,0-1 0 0 0,-3 2 0 0 0,1-3 0 0 0,2-4 0 0 0,-1 2 0 0 0,0 3 0 0 0,3-2 0 0 0,3 8 0 0 0,-3 0 0 0 0,0-4 0 0 0,1-1 0 0 0,3-2 0 0 0,2 5 0 0 0,1 6 0 0 0,1-3 0 0 0,-4 0 0 0 0,-2 1 0 0 0,1-3 0 0 0,1-1 0 0 0,-4-4 0 0 0,0 1 0 0 0,1 2 0 0 0,3-2 0 0 0,1 1 0 0 0,-4 2 0 0 0,1-2 0 0 0,0 1 0 0 0,1-3 0 0 0,3 0 0 0 0,-4 4 0 0 0,-1-3 0 0 0,1-4 0 0 0,2 0 0 0 0,1-1 0 0 0,2 1 0 0 0,-4 5 0 0 0,-1-2 0 0 0,0 1 0 0 0,2-1 0 0 0,2-5 0 0 0,1-4 0 0 0,1-3 0 0 0,0-3 0 0 0,2-1 0 0 0,-1-2 0 0 0,0 0 0 0 0,0 0 0 0 0,1 0 0 0 0,-1 1 0 0 0,0-1 0 0 0,0 1 0 0 0,0-1 0 0 0,0 1 0 0 0,0 0 0 0 0,0 0 0 0 0,0 0 0 0 0,0 0 0 0 0,0-11 0 0 0,5-8 0 0 0,2-12 0 0 0,5-11 0 0 0,0-9 0 0 0,-1-11 0 0 0,2-7 0 0 0,-1 0 0 0 0,-3-6 0 0 0,3 5 0 0 0,-1 5 0 0 0,3-4 0 0 0,-1 1 0 0 0,-2-5 0 0 0,-4 0 0 0 0,3-4 0 0 0,4-4 0 0 0,1 1 0 0 0,2-1 0 0 0,-1 2 0 0 0,1 4 0 0 0,-2-1 0 0 0,-3 2 0 0 0,-4-2 0 0 0,-3 1 0 0 0,2 3 0 0 0,1 4 0 0 0,4-4 0 0 0,-1-4 0 0 0,4-5 0 0 0,-1-5 0 0 0,-3-3 0 0 0,-3-3 0 0 0,2 4 0 0 0,0 7 0 0 0,-3 6 0 0 0,-1 0 0 0 0,2-2 0 0 0,1 1 0 0 0,4 2 0 0 0,-1-1 0 0 0,-2-4 0 0 0,3-4 0 0 0,-2 1 0 0 0,-2 0 0 0 0,3 2 0 0 0,-1 5 0 0 0,-2-1 0 0 0,-3-3 0 0 0,-3-4 0 0 0,-1 1 0 0 0,4 5 0 0 0,1 4 0 0 0,0 5 0 0 0,-3-2 0 0 0,5 5 0 0 0,0-2 0 0 0,-1 1 0 0 0,-3 0 0 0 0,-1 1 0 0 0,-2-4 0 0 0,-1-1 0 0 0,5 1 0 0 0,0-4 0 0 0,1-5 0 0 0,3 1 0 0 0,0 2 0 0 0,-1 4 0 0 0,3 8 0 0 0,-1 5 0 0 0,-2 1 0 0 0,-3 1 0 0 0,-2 8 0 0 0,-2 14 0 0 0,-1 12 0 0 0,-1 10 0 0 0,0 6 0 0 0,-1 5 0 0 0,1 3 0 0 0,0 5 0 0 0,-1 2 0 0 0,-4 0 0 0 0,-2-2 0 0 0,0-3 0 0 0,2-1 0 0 0,-4-2 0 0 0,-1 0 0 0 0,2 4 0 0 0,3 1 0 0 0,1 0 0 0 0,2 4 0 0 0,-5 6 0 0 0,0 5 0 0 0,1 4 0 0 0,1-2 0 0 0,-4 0 0 0 0,0-4 0 0 0,2-4 0 0 0,-4-1 0 0 0,0 3 0 0 0,2-1 0 0 0,3 1 0 0 0,2 4 0 0 0,-4-3 0 0 0,1-3 0 0 0,0-5 0 0 0,2 1 0 0 0,-4 4 0 0 0,0-1 0 0 0,2 3 0 0 0,1 4 0 0 0,3 3 0 0 0,1-3 0 0 0,1-4 0 0 0,0 0 0 0 0,2-4 0 0 0,-1 3 0 0 0,-5-3 0 0 0,-1-3 0 0 0,-1 2 0 0 0,2-1 0 0 0,1 2 0 0 0,2 0 0 0 0,1-3 0 0 0,0-3 0 0 0,1-3 0 0 0,-5-2 0 0 0,-2 4 0 0 0,1 1 0 0 0,1-1 0 0 0,1-1 0 0 0,2-2 0 0 0,1-2 0 0 0,0 0 0 0 0,1-1 0 0 0,0 0 0 0 0,1 5 0 0 0,-1 7 0 0 0,0 1 0 0 0,0-2 0 0 0,1-2 0 0 0,-1-3 0 0 0,0-2 0 0 0,0-3 0 0 0,0-1 0 0 0,0-10 0 0 0,0-15 0 0 0,0-14 0 0 0,0-10 0 0 0,5-2 0 0 0,2-9 0 0 0,-1-4 0 0 0,0-7 0 0 0,-2-7 0 0 0,-2-1 0 0 0,-1-3 0 0 0,5 2 0 0 0,1 4 0 0 0,-1 5 0 0 0,-1 4 0 0 0,-1 2 0 0 0,-2 2 0 0 0,-1 2 0 0 0,0-1 0 0 0,4-4 0 0 0,1-2 0 0 0,1 0 0 0 0,-2 2 0 0 0,-1-5 0 0 0,-2 0 0 0 0,-1 1 0 0 0,-1-3 0 0 0,0 1 0 0 0,0-4 0 0 0,5 1 0 0 0,2 2 0 0 0,-1-1 0 0 0,-1 0 0 0 0,-1-2 0 0 0,-2-4 0 0 0,0-5 0 0 0,-2 2 0 0 0,0 0 0 0 0,0-3 0 0 0,0-1 0 0 0,-1-3 0 0 0,1-1 0 0 0,0 4 0 0 0,0 1 0 0 0,0 0 0 0 0,0 3 0 0 0,0 1 0 0 0,0 3 0 0 0,0 5 0 0 0,0 5 0 0 0,0 3 0 0 0,0-3 0 0 0,0 0 0 0 0,0 1 0 0 0,0 2 0 0 0,0 1 0 0 0,0-4 0 0 0,0 0 0 0 0,0 0 0 0 0,0 2 0 0 0,0 2 0 0 0,0 1 0 0 0,0 1 0 0 0,0 1 0 0 0,0 0 0 0 0,0 1 0 0 0,0-1 0 0 0,0 1 0 0 0,0-1 0 0 0,0 0 0 0 0,0 1 0 0 0,-5 4 0 0 0,-2 2 0 0 0,0 0 0 0 0,2-1 0 0 0,-4 3 0 0 0,-6 6 0 0 0,-5 5 0 0 0,0 10 0 0 0,5 10 0 0 0,-2 10 0 0 0,3 5 0 0 0,-2 0 0 0 0,2 1 0 0 0,4 6 0 0 0,-3-2 0 0 0,2 0 0 0 0,-3-1 0 0 0,-4 1 0 0 0,1 1 0 0 0,3 5 0 0 0,-1-3 0 0 0,2 3 0 0 0,-2-3 0 0 0,2-3 0 0 0,-3 4 0 0 0,2 2 0 0 0,3 6 0 0 0,-2 1 0 0 0,2-2 0 0 0,-3 3 0 0 0,-5 0 0 0 0,2-3 0 0 0,-2 3 0 0 0,2 4 0 0 0,-1 5 0 0 0,-2 4 0 0 0,-4 3 0 0 0,2-4 0 0 0,1 0 0 0 0,-3 1 0 0 0,4 1 0 0 0,5-3 0 0 0,4-1 0 0 0,5-4 0 0 0,-2 0 0 0 0,1 2 0 0 0,-5-2 0 0 0,1 1 0 0 0,-4 2 0 0 0,-4 4 0 0 0,1 1 0 0 0,4-2 0 0 0,-2-1 0 0 0,3 1 0 0 0,3-4 0 0 0,3-5 0 0 0,-2 1 0 0 0,1-4 0 0 0,1 2 0 0 0,-4-6 0 0 0,1 0 0 0 0,2 4 0 0 0,2 5 0 0 0,-3-5 0 0 0,-1 0 0 0 0,3 4 0 0 0,2 3 0 0 0,1 0 0 0 0,2-4 0 0 0,1-5 0 0 0,1-4 0 0 0,0-3 0 0 0,1-2 0 0 0,-1-1 0 0 0,0-1 0 0 0,1 0 0 0 0,-1 0 0 0 0,0 1 0 0 0,0-1 0 0 0,0 0 0 0 0,0-9 0 0 0,0-15 0 0 0,0-13 0 0 0,0-11 0 0 0,0-7 0 0 0,0-5 0 0 0,0-2 0 0 0,5-2 0 0 0,2 1 0 0 0,0-5 0 0 0,-2-2 0 0 0,-1 2 0 0 0,-2 1 0 0 0,5 2 0 0 0,0-4 0 0 0,0 0 0 0 0,-2 2 0 0 0,4 1 0 0 0,0 1 0 0 0,-1 2 0 0 0,3-4 0 0 0,-1-6 0 0 0,-1-1 0 0 0,-3 1 0 0 0,3-1 0 0 0,1 0 0 0 0,-3-2 0 0 0,-1 1 0 0 0,-3 3 0 0 0,-1-1 0 0 0,-1 0 0 0 0,-1-2 0 0 0,0 1 0 0 0,-1 3 0 0 0,6-2 0 0 0,2-4 0 0 0,-1-5 0 0 0,-1 1 0 0 0,-1-1 0 0 0,4-2 0 0 0,0-2 0 0 0,-1-3 0 0 0,-2 4 0 0 0,-1 1 0 0 0,-2 4 0 0 0,4 0 0 0 0,2 4 0 0 0,-2 4 0 0 0,-1-2 0 0 0,-1 3 0 0 0,3 1 0 0 0,1-1 0 0 0,-1 0 0 0 0,-2 2 0 0 0,-1-3 0 0 0,-2 0 0 0 0,-1-2 0 0 0,-1-5 0 0 0,0-5 0 0 0,-1 2 0 0 0,1 0 0 0 0,0 2 0 0 0,0 6 0 0 0,-1 4 0 0 0,1 4 0 0 0,0 3 0 0 0,0 2 0 0 0,0 0 0 0 0,0 1 0 0 0,0 0 0 0 0,0 0 0 0 0,6 0 0 0 0,1 0 0 0 0,-1-1 0 0 0,0 0 0 0 0,-3 1 0 0 0,0-1 0 0 0,-2 0 0 0 0,0 11 0 0 0,-1 13 0 0 0,-1 14 0 0 0,1 11 0 0 0,0 7 0 0 0,-1 5 0 0 0,1 8 0 0 0,0 2 0 0 0,0 5 0 0 0,-5-4 0 0 0,-2 0 0 0 0,0-1 0 0 0,-3-3 0 0 0,-1-1 0 0 0,2-2 0 0 0,2 3 0 0 0,3 1 0 0 0,2-1 0 0 0,1 4 0 0 0,0 1 0 0 0,-4-3 0 0 0,-1 3 0 0 0,-6 6 0 0 0,1-2 0 0 0,0 3 0 0 0,4 4 0 0 0,-3-3 0 0 0,0 1 0 0 0,2 3 0 0 0,2-3 0 0 0,3 0 0 0 0,-4-3 0 0 0,-1 1 0 0 0,1-3 0 0 0,2-4 0 0 0,2 1 0 0 0,-4 4 0 0 0,-1 0 0 0 0,1 1 0 0 0,2-1 0 0 0,1 1 0 0 0,2 3 0 0 0,1 4 0 0 0,1 2 0 0 0,0-3 0 0 0,0 0 0 0 0,-5-4 0 0 0,-1 0 0 0 0,-1-3 0 0 0,2-5 0 0 0,1 2 0 0 0,2-3 0 0 0,1 4 0 0 0,0 4 0 0 0,1 4 0 0 0,0 3 0 0 0,-4-7 0 0 0,-3-2 0 0 0,0 2 0 0 0,2-3 0 0 0,2 2 0 0 0,0-2 0 0 0,2-4 0 0 0,0-4 0 0 0,1-2 0 0 0,1-3 0 0 0,-1-2 0 0 0,0-1 0 0 0,0 1 0 0 0,1-1 0 0 0,-1 0 0 0 0,0 0 0 0 0,0 1 0 0 0,0-1 0 0 0,0-9 0 0 0,0-15 0 0 0,0-13 0 0 0,0-11 0 0 0,0-7 0 0 0,0-5 0 0 0,0-2 0 0 0,0-7 0 0 0,0-7 0 0 0,0 0 0 0 0,0-4 0 0 0,0 2 0 0 0,0 4 0 0 0,0 4 0 0 0,0 3 0 0 0,0 4 0 0 0,0 1 0 0 0,0 1 0 0 0,0 1 0 0 0,0 0 0 0 0,0-5 0 0 0,0-2 0 0 0,5-1 0 0 0,2 3 0 0 0,0-5 0 0 0,-2 0 0 0 0,-1-4 0 0 0,-2 0 0 0 0,-1-3 0 0 0,0-3 0 0 0,-1-5 0 0 0,0 3 0 0 0,-1-1 0 0 0,1-2 0 0 0,0 4 0 0 0,0 4 0 0 0,0 1 0 0 0,0 2 0 0 0,0-1 0 0 0,0 1 0 0 0,0-2 0 0 0,0 1 0 0 0,0 4 0 0 0,0-3 0 0 0,0-3 0 0 0,0 0 0 0 0,0 4 0 0 0,0-2 0 0 0,0-4 0 0 0,0-4 0 0 0,0 2 0 0 0,0-1 0 0 0,0 4 0 0 0,0 3 0 0 0,0 1 0 0 0,0 1 0 0 0,0 3 0 0 0,0 3 0 0 0,0 3 0 0 0,0-3 0 0 0,0-2 0 0 0,5 2 0 0 0,2 2 0 0 0,-1 1 0 0 0,0 1 0 0 0,-2 1 0 0 0,-2 1 0 0 0,-1 0 0 0 0,0 1 0 0 0,-1-1 0 0 0,0 1 0 0 0,-1-6 0 0 0,1-2 0 0 0,0 1 0 0 0,0 1 0 0 0,-1 1 0 0 0,1 2 0 0 0,0 1 0 0 0,0 1 0 0 0,0 10 0 0 0,0 15 0 0 0,0 13 0 0 0,0 11 0 0 0,-5 13 0 0 0,-2 11 0 0 0,-5-1 0 0 0,0-2 0 0 0,2-3 0 0 0,2-2 0 0 0,3 3 0 0 0,-3-4 0 0 0,-1-3 0 0 0,2 5 0 0 0,-3 1 0 0 0,0-1 0 0 0,1 5 0 0 0,-2 1 0 0 0,0-2 0 0 0,2-2 0 0 0,-2-2 0 0 0,0 4 0 0 0,2 0 0 0 0,3 3 0 0 0,2 7 0 0 0,-3-1 0 0 0,-1-4 0 0 0,1 2 0 0 0,-3-1 0 0 0,0 1 0 0 0,1-2 0 0 0,-2 3 0 0 0,0 3 0 0 0,-3 4 0 0 0,0 4 0 0 0,-1-4 0 0 0,0 0 0 0 0,4 1 0 0 0,-2-3 0 0 0,1-6 0 0 0,3-5 0 0 0,3 1 0 0 0,2 4 0 0 0,3-1 0 0 0,-5 3 0 0 0,-1 3 0 0 0,1-2 0 0 0,-4-3 0 0 0,-1 0 0 0 0,3-2 0 0 0,1-3 0 0 0,-2-4 0 0 0,0 3 0 0 0,1 5 0 0 0,3 5 0 0 0,1-1 0 0 0,2-3 0 0 0,1 1 0 0 0,1 3 0 0 0,0-2 0 0 0,-4-4 0 0 0,-3-4 0 0 0,1-3 0 0 0,1-3 0 0 0,1-3 0 0 0,2 0 0 0 0,0-1 0 0 0,2 0 0 0 0,0 0 0 0 0,0 0 0 0 0,0 1 0 0 0,1-1 0 0 0,-1 1 0 0 0,0-16 0 0 0,0-15 0 0 0,0-14 0 0 0,0-9 0 0 0,0-6 0 0 0,0-3 0 0 0,0-7 0 0 0,0-7 0 0 0,5 4 0 0 0,2-1 0 0 0,0 1 0 0 0,4-2 0 0 0,-1-5 0 0 0,-1 1 0 0 0,3 4 0 0 0,0 4 0 0 0,-3-2 0 0 0,-3 1 0 0 0,-2 2 0 0 0,-2 3 0 0 0,-1-4 0 0 0,-1-4 0 0 0,0-7 0 0 0,-1-3 0 0 0,6 0 0 0 0,1 1 0 0 0,1 2 0 0 0,-2-4 0 0 0,-1 1 0 0 0,3 5 0 0 0,1-1 0 0 0,0 5 0 0 0,-3-2 0 0 0,-1-9 0 0 0,3 1 0 0 0,1 4 0 0 0,-1 0 0 0 0,-2-1 0 0 0,-1-3 0 0 0,-2-2 0 0 0,-2 3 0 0 0,1 0 0 0 0,-1-6 0 0 0,5-3 0 0 0,1 3 0 0 0,0 2 0 0 0,0 5 0 0 0,-3 2 0 0 0,0-2 0 0 0,-2-2 0 0 0,-1 4 0 0 0,0-1 0 0 0,0-2 0 0 0,0 3 0 0 0,0 0 0 0 0,-1 4 0 0 0,1-2 0 0 0,0 3 0 0 0,0 4 0 0 0,0-1 0 0 0,0 1 0 0 0,0-3 0 0 0,0-3 0 0 0,0 0 0 0 0,0 3 0 0 0,0 5 0 0 0,0 3 0 0 0,0 3 0 0 0,0 2 0 0 0,0 1 0 0 0,0 1 0 0 0,0 0 0 0 0,0 10 0 0 0,0 14 0 0 0,0 14 0 0 0,0 9 0 0 0,0 9 0 0 0,0 4 0 0 0,0 2 0 0 0,0 7 0 0 0,-5 2 0 0 0,-7 3 0 0 0,-2 1 0 0 0,2-2 0 0 0,3-4 0 0 0,3-3 0 0 0,2-2 0 0 0,2 3 0 0 0,-4 6 0 0 0,0 6 0 0 0,0 6 0 0 0,-4-2 0 0 0,-1-5 0 0 0,3 1 0 0 0,1-4 0 0 0,-2-3 0 0 0,0-5 0 0 0,1-2 0 0 0,2 8 0 0 0,3 7 0 0 0,1 1 0 0 0,1 1 0 0 0,-4 4 0 0 0,-2 1 0 0 0,1 3 0 0 0,-4-5 0 0 0,-1-5 0 0 0,2-2 0 0 0,3-3 0 0 0,-4-4 0 0 0,1-4 0 0 0,1 2 0 0 0,3 5 0 0 0,-4 1 0 0 0,0 2 0 0 0,2-1 0 0 0,1-3 0 0 0,3 2 0 0 0,1 3 0 0 0,1 4 0 0 0,1-1 0 0 0,-5-5 0 0 0,-2-4 0 0 0,1-4 0 0 0,1 1 0 0 0,1 0 0 0 0,-3-1 0 0 0,-1-3 0 0 0,1-1 0 0 0,1-2 0 0 0,3 0 0 0 0,1-2 0 0 0,-5 6 0 0 0,0 2 0 0 0,1 4 0 0 0,1 1 0 0 0,1-2 0 0 0,2-3 0 0 0,1-2 0 0 0,1-2 0 0 0,0-2 0 0 0,0-1 0 0 0,0 0 0 0 0,1-1 0 0 0,-1 0 0 0 0,0 1 0 0 0,0-11 0 0 0,0-14 0 0 0,0-13 0 0 0,0-11 0 0 0,0-7 0 0 0,0-5 0 0 0,0-3 0 0 0,0 0 0 0 0,0 0 0 0 0,0-6 0 0 0,0 0 0 0 0,0 0 0 0 0,0 2 0 0 0,0 3 0 0 0,0 0 0 0 0,0-3 0 0 0,0-1 0 0 0,5-5 0 0 0,2 0 0 0 0,0-3 0 0 0,-2 1 0 0 0,-1 3 0 0 0,-2 3 0 0 0,0 3 0 0 0,3 3 0 0 0,2 1 0 0 0,0 1 0 0 0,-2-4 0 0 0,-2-3 0 0 0,0 2 0 0 0,-2-5 0 0 0,-1-1 0 0 0,0-2 0 0 0,0-1 0 0 0,0 4 0 0 0,-1-3 0 0 0,1 1 0 0 0,0 3 0 0 0,0 3 0 0 0,0 2 0 0 0,0-3 0 0 0,0 0 0 0 0,0 0 0 0 0,0 3 0 0 0,0-5 0 0 0,0 1 0 0 0,0 0 0 0 0,0 3 0 0 0,0-4 0 0 0,0 0 0 0 0,0 2 0 0 0,0 2 0 0 0,0 1 0 0 0,0-3 0 0 0,0-6 0 0 0,0-1 0 0 0,0-2 0 0 0,0 0 0 0 0,0-1 0 0 0,0 1 0 0 0,0 4 0 0 0,0 4 0 0 0,0 4 0 0 0,0 2 0 0 0,0 1 0 0 0,0 2 0 0 0,0-1 0 0 0,0 1 0 0 0,0 0 0 0 0,0 0 0 0 0,0-1 0 0 0,0 1 0 0 0,0-1 0 0 0,0 0 0 0 0,0 1 0 0 0,-6 4 0 0 0,0 13 0 0 0,-1 13 0 0 0,2 12 0 0 0,1 9 0 0 0,1 7 0 0 0,2 3 0 0 0,-5 2 0 0 0,-1 1 0 0 0,1-1 0 0 0,1 0 0 0 0,-4 4 0 0 0,0 7 0 0 0,1 1 0 0 0,3-2 0 0 0,1 2 0 0 0,-4-6 0 0 0,0 0 0 0 0,2-1 0 0 0,0 4 0 0 0,-2 4 0 0 0,-1 1 0 0 0,1-3 0 0 0,3 1 0 0 0,1-1 0 0 0,2 2 0 0 0,1 4 0 0 0,1-2 0 0 0,0-3 0 0 0,0-4 0 0 0,1 1 0 0 0,-1 4 0 0 0,-5-1 0 0 0,-2 9 0 0 0,1 4 0 0 0,0 4 0 0 0,-3 6 0 0 0,0-2 0 0 0,1-3 0 0 0,2-6 0 0 0,2-3 0 0 0,2 1 0 0 0,1-5 0 0 0,-4 0 0 0 0,-2-3 0 0 0,1 1 0 0 0,1 8 0 0 0,1-1 0 0 0,2-4 0 0 0,-4 0 0 0 0,-1-4 0 0 0,0 1 0 0 0,2-2 0 0 0,1 1 0 0 0,2 3 0 0 0,-4-2 0 0 0,-1 2 0 0 0,0-3 0 0 0,2 2 0 0 0,2 2 0 0 0,0 4 0 0 0,2-3 0 0 0,1-5 0 0 0,0 0 0 0 0,0 3 0 0 0,1 3 0 0 0,-1 3 0 0 0,0-3 0 0 0,0-5 0 0 0,0 0 0 0 0,1-3 0 0 0,-1-4 0 0 0,0-4 0 0 0,0-3 0 0 0,0-1 0 0 0,0-2 0 0 0,-1-1 0 0 0,1 0 0 0 0,6-5 0 0 0,1-18 0 0 0,5-19 0 0 0,0-15 0 0 0,-2-11 0 0 0,-2-6 0 0 0,-3 0 0 0 0,3-3 0 0 0,1-5 0 0 0,3 3 0 0 0,0 3 0 0 0,-2 4 0 0 0,-3 5 0 0 0,3-2 0 0 0,-1 0 0 0 0,-1 1 0 0 0,-3 3 0 0 0,-1 1 0 0 0,-2 2 0 0 0,-2-5 0 0 0,1-6 0 0 0,-2-1 0 0 0,1-4 0 0 0,-1-4 0 0 0,1-3 0 0 0,5-4 0 0 0,2 4 0 0 0,-1 6 0 0 0,0 5 0 0 0,-2 1 0 0 0,-2-4 0 0 0,-1-4 0 0 0,0 2 0 0 0,-1-2 0 0 0,0-2 0 0 0,-1 2 0 0 0,1 5 0 0 0,0 5 0 0 0,0 4 0 0 0,-1-2 0 0 0,1 0 0 0 0,0-3 0 0 0,0-1 0 0 0,0-2 0 0 0,0 0 0 0 0,0 3 0 0 0,0 4 0 0 0,0 2 0 0 0,0-3 0 0 0,0-5 0 0 0,0-5 0 0 0,0-1 0 0 0,0 4 0 0 0,0 5 0 0 0,0 3 0 0 0,0 3 0 0 0,0-2 0 0 0,0-7 0 0 0,0 1 0 0 0,0-5 0 0 0,0-3 0 0 0,0 1 0 0 0,0 4 0 0 0,0 5 0 0 0,0 3 0 0 0,0 4 0 0 0,0 2 0 0 0,0 1 0 0 0,0 1 0 0 0,0 0 0 0 0,0 0 0 0 0,-5 5 0 0 0,-2 2 0 0 0,1-1 0 0 0,0-1 0 0 0,-3-2 0 0 0,0 9 0 0 0,1 13 0 0 0,2 12 0 0 0,2 10 0 0 0,-3 8 0 0 0,-1 5 0 0 0,1 2 0 0 0,-3 1 0 0 0,-1 6 0 0 0,3 1 0 0 0,-4-1 0 0 0,1-2 0 0 0,2-1 0 0 0,3-3 0 0 0,2-1 0 0 0,2 5 0 0 0,1 0 0 0 0,1 1 0 0 0,-5-3 0 0 0,-1 0 0 0 0,0-3 0 0 0,1 0 0 0 0,1 0 0 0 0,2 9 0 0 0,-5 9 0 0 0,0 0 0 0 0,0-2 0 0 0,2 1 0 0 0,2-3 0 0 0,-5 2 0 0 0,0 8 0 0 0,1 5 0 0 0,-3 2 0 0 0,-1 2 0 0 0,3 0 0 0 0,1-1 0 0 0,3-1 0 0 0,2-5 0 0 0,1-8 0 0 0,1-2 0 0 0,0-3 0 0 0,-5 0 0 0 0,-1 4 0 0 0,0-2 0 0 0,1 2 0 0 0,-4-2 0 0 0,-1-4 0 0 0,3 1 0 0 0,1-1 0 0 0,2 2 0 0 0,2-2 0 0 0,-5 4 0 0 0,0 3 0 0 0,1 4 0 0 0,1-2 0 0 0,1-5 0 0 0,2 1 0 0 0,1-4 0 0 0,-4-3 0 0 0,-2-3 0 0 0,1-4 0 0 0,1-2 0 0 0,1 5 0 0 0,2 0 0 0 0,1 0 0 0 0,0-2 0 0 0,1-1 0 0 0,1-1 0 0 0,-1-1 0 0 0,0-1 0 0 0,0 0 0 0 0,1-1 0 0 0,-1 1 0 0 0,0 0 0 0 0,0-1 0 0 0,0 1 0 0 0,0 0 0 0 0,0-11 0 0 0,0-14 0 0 0,0-13 0 0 0,5-10 0 0 0,2-8 0 0 0,0-5 0 0 0,-2-8 0 0 0,-1-3 0 0 0,3 7 0 0 0,2 2 0 0 0,-2 2 0 0 0,3 2 0 0 0,1-7 0 0 0,-2-6 0 0 0,2-2 0 0 0,0-5 0 0 0,-2 2 0 0 0,-3-3 0 0 0,-2 3 0 0 0,-2 2 0 0 0,-1 0 0 0 0,4-4 0 0 0,2-4 0 0 0,-1 1 0 0 0,-1 5 0 0 0,-1 4 0 0 0,3 5 0 0 0,1-3 0 0 0,-1 1 0 0 0,-2-3 0 0 0,-1-1 0 0 0,3-2 0 0 0,1 0 0 0 0,-1 3 0 0 0,-2-2 0 0 0,-1-4 0 0 0,-2 2 0 0 0,-1-3 0 0 0,4 2 0 0 0,2 3 0 0 0,-1-5 0 0 0,-1-1 0 0 0,-1-2 0 0 0,-2 3 0 0 0,-1-1 0 0 0,0-2 0 0 0,-1-4 0 0 0,-1 4 0 0 0,1-1 0 0 0,0-1 0 0 0,0 3 0 0 0,-1 0 0 0 0,1 3 0 0 0,0-1 0 0 0,0-2 0 0 0,0 2 0 0 0,0-1 0 0 0,0 3 0 0 0,0 4 0 0 0,0-2 0 0 0,0 3 0 0 0,0-3 0 0 0,0-4 0 0 0,0-4 0 0 0,0 2 0 0 0,0 4 0 0 0,0 5 0 0 0,0-1 0 0 0,0 1 0 0 0,0-2 0 0 0,0 1 0 0 0,0 3 0 0 0,0 2 0 0 0,0 3 0 0 0,0 2 0 0 0,-5 1 0 0 0,-2 2 0 0 0,0-1 0 0 0,2 1 0 0 0,1 0 0 0 0,2-1 0 0 0,1 1 0 0 0,-5 4 0 0 0,-1 3 0 0 0,0-1 0 0 0,2-2 0 0 0,2-1 0 0 0,1-1 0 0 0,-5 3 0 0 0,-5 12 0 0 0,-2 14 0 0 0,3 11 0 0 0,2 9 0 0 0,-2 11 0 0 0,0 6 0 0 0,3 2 0 0 0,-3-2 0 0 0,0-1 0 0 0,3-1 0 0 0,-3-3 0 0 0,0-1 0 0 0,2-1 0 0 0,3 0 0 0 0,2 0 0 0 0,2-1 0 0 0,1 6 0 0 0,1 7 0 0 0,-5 6 0 0 0,-1 6 0 0 0,0 4 0 0 0,1-3 0 0 0,1-1 0 0 0,-3-4 0 0 0,-1-5 0 0 0,1-6 0 0 0,1-4 0 0 0,-3 2 0 0 0,0 5 0 0 0,2 1 0 0 0,1-2 0 0 0,2 2 0 0 0,2-1 0 0 0,1-2 0 0 0,1-4 0 0 0,0 3 0 0 0,1 5 0 0 0,-6 6 0 0 0,-2-2 0 0 0,1-2 0 0 0,1 0 0 0 0,1-3 0 0 0,2-2 0 0 0,-5 0 0 0 0,0 5 0 0 0,0 0 0 0 0,2-4 0 0 0,1 2 0 0 0,-3-7 0 0 0,-1-5 0 0 0,1 3 0 0 0,2 0 0 0 0,1 0 0 0 0,2-2 0 0 0,1 0 0 0 0,1-2 0 0 0,0-1 0 0 0,0 0 0 0 0,1 0 0 0 0,-1 0 0 0 0,0-1 0 0 0,0 1 0 0 0,1-1 0 0 0,-1 1 0 0 0,0 0 0 0 0,0 0 0 0 0,0 0 0 0 0,0-1 0 0 0,0 1 0 0 0,0 0 0 0 0,0 0 0 0 0,0 0 0 0 0,0 0 0 0 0,0-1 0 0 0,0-9 0 0 0,0-15 0 0 0,0-13 0 0 0,0-16 0 0 0,0-9 0 0 0,0-4 0 0 0,0-8 0 0 0,0 0 0 0 0,0 2 0 0 0,0-3 0 0 0,0 1 0 0 0,0 3 0 0 0,0-2 0 0 0,0 1 0 0 0,0 2 0 0 0,0 3 0 0 0,0 3 0 0 0,0-4 0 0 0,0-1 0 0 0,0 2 0 0 0,0 1 0 0 0,0 2 0 0 0,0 1 0 0 0,0-3 0 0 0,0-2 0 0 0,0-5 0 0 0,0 0 0 0 0,0 2 0 0 0,0 3 0 0 0,0 2 0 0 0,0 3 0 0 0,5 1 0 0 0,2 1 0 0 0,-1 0 0 0 0,0-4 0 0 0,-2-8 0 0 0,-2-6 0 0 0,-1-1 0 0 0,0-1 0 0 0,-1 1 0 0 0,0 6 0 0 0,-1 3 0 0 0,1 5 0 0 0,0-3 0 0 0,0 1 0 0 0,-1-5 0 0 0,1 1 0 0 0,0 1 0 0 0,0 4 0 0 0,0 1 0 0 0,0 3 0 0 0,0 1 0 0 0,0-4 0 0 0,0-7 0 0 0,0-1 0 0 0,0 2 0 0 0,0 2 0 0 0,0 4 0 0 0,0 1 0 0 0,0 3 0 0 0,0 1 0 0 0,0 0 0 0 0,0 1 0 0 0,0 0 0 0 0,0-1 0 0 0,0 1 0 0 0,0 10 0 0 0,0 19 0 0 0,0 15 0 0 0,0 10 0 0 0,0 6 0 0 0,0 4 0 0 0,-5 1 0 0 0,-2 0 0 0 0,1-1 0 0 0,0-1 0 0 0,2 4 0 0 0,2 2 0 0 0,1 4 0 0 0,0 5 0 0 0,1 0 0 0 0,0-3 0 0 0,-4-3 0 0 0,-3-5 0 0 0,0-3 0 0 0,2 4 0 0 0,2 0 0 0 0,-5-1 0 0 0,0 3 0 0 0,1 7 0 0 0,1-1 0 0 0,3 3 0 0 0,-5 3 0 0 0,0-2 0 0 0,1 2 0 0 0,2-4 0 0 0,-3-4 0 0 0,-1 1 0 0 0,1-2 0 0 0,2 1 0 0 0,3 5 0 0 0,1-1 0 0 0,1 2 0 0 0,0-3 0 0 0,2-4 0 0 0,-1 2 0 0 0,0-2 0 0 0,-4 2 0 0 0,-3 4 0 0 0,0-1 0 0 0,2-4 0 0 0,1-3 0 0 0,2 1 0 0 0,1 4 0 0 0,0 0 0 0 0,1 2 0 0 0,-5 3 0 0 0,-2 4 0 0 0,1-2 0 0 0,1-5 0 0 0,1-1 0 0 0,2-2 0 0 0,-4 1 0 0 0,-2-1 0 0 0,1 1 0 0 0,2-1 0 0 0,2-4 0 0 0,1 2 0 0 0,1 0 0 0 0,-5 1 0 0 0,-1 0 0 0 0,1-3 0 0 0,1-3 0 0 0,1-2 0 0 0,2-3 0 0 0,1-2 0 0 0,1 0 0 0 0,0-1 0 0 0,0 1 0 0 0,0-1 0 0 0,0 0 0 0 0,1 1 0 0 0,-1-1 0 0 0,0-9 0 0 0,0-15 0 0 0,0-13 0 0 0,0-11 0 0 0,0-7 0 0 0,0-5 0 0 0,0-2 0 0 0,5-2 0 0 0,2-4 0 0 0,0-2 0 0 0,-2 0 0 0 0,-1 3 0 0 0,-2-3 0 0 0,0-1 0 0 0,-2-3 0 0 0,0 1 0 0 0,5-4 0 0 0,2-3 0 0 0,-1 1 0 0 0,-1 3 0 0 0,-1 0 0 0 0,-2-3 0 0 0,-1 1 0 0 0,0 4 0 0 0,-1 4 0 0 0,0 4 0 0 0,5-3 0 0 0,1-5 0 0 0,1 0 0 0 0,-2 2 0 0 0,-1 2 0 0 0,-2 4 0 0 0,-1-3 0 0 0,0 0 0 0 0,-1-4 0 0 0,5-5 0 0 0,1-5 0 0 0,1 1 0 0 0,-2 5 0 0 0,-1-1 0 0 0,-2 3 0 0 0,-1-1 0 0 0,0 1 0 0 0,-1 4 0 0 0,-1-2 0 0 0,1 1 0 0 0,0-3 0 0 0,0 1 0 0 0,-1 3 0 0 0,1-2 0 0 0,0-4 0 0 0,0 0 0 0 0,0-2 0 0 0,0-3 0 0 0,0-3 0 0 0,0 2 0 0 0,0 5 0 0 0,0 0 0 0 0,0 4 0 0 0,0 3 0 0 0,0-2 0 0 0,0 2 0 0 0,0 2 0 0 0,0-3 0 0 0,0 1 0 0 0,0 2 0 0 0,0 2 0 0 0,0-2 0 0 0,0-1 0 0 0,0 2 0 0 0,0 1 0 0 0,0 3 0 0 0,0 1 0 0 0,0 2 0 0 0,0 0 0 0 0,0 0 0 0 0,0 1 0 0 0,0-1 0 0 0,0 1 0 0 0,0-1 0 0 0,0 1 0 0 0,0-1 0 0 0,0 11 0 0 0,0 13 0 0 0,0 14 0 0 0,0 11 0 0 0,0 7 0 0 0,-5 0 0 0 0,-2 0 0 0 0,0 2 0 0 0,2 1 0 0 0,1 1 0 0 0,2 1 0 0 0,1 1 0 0 0,0 0 0 0 0,1 0 0 0 0,0 0 0 0 0,1 0 0 0 0,-1 0 0 0 0,0 5 0 0 0,0 7 0 0 0,0 2 0 0 0,-5-2 0 0 0,-2 2 0 0 0,1 4 0 0 0,0-1 0 0 0,-3 2 0 0 0,0-2 0 0 0,1-5 0 0 0,2 2 0 0 0,2 3 0 0 0,2-2 0 0 0,1 3 0 0 0,-4-2 0 0 0,-2-4 0 0 0,1 1 0 0 0,1-1 0 0 0,1 2 0 0 0,2 4 0 0 0,1-1 0 0 0,1-4 0 0 0,0-3 0 0 0,0-5 0 0 0,0-2 0 0 0,0-2 0 0 0,1-1 0 0 0,-1-1 0 0 0,0 0 0 0 0,0 1 0 0 0,0 4 0 0 0,0 2 0 0 0,0 1 0 0 0,0-2 0 0 0,0-2 0 0 0,0 5 0 0 0,0 0 0 0 0,0-1 0 0 0,0-2 0 0 0,0-2 0 0 0,0-1 0 0 0,0-1 0 0 0,0-1 0 0 0,0 0 0 0 0,0-1 0 0 0,0 1 0 0 0,0-1 0 0 0,0 1 0 0 0,0 0 0 0 0,0-1 0 0 0,0 1 0 0 0,0 0 0 0 0,0-11 0 0 0,0-13 0 0 0,0-14 0 0 0,0-11 0 0 0,0-7 0 0 0,5-5 0 0 0,2-2 0 0 0,0-2 0 0 0,-2 1 0 0 0,-1 0 0 0 0,-2 0 0 0 0,0 1 0 0 0,-2 1 0 0 0,0 0 0 0 0,0 0 0 0 0,0 0 0 0 0,-1 0 0 0 0,1 1 0 0 0,0-1 0 0 0,0 0 0 0 0,0 0 0 0 0,5 1 0 0 0,2-1 0 0 0,0 0 0 0 0,-2 0 0 0 0,-1-5 0 0 0,-2-7 0 0 0,-1-1 0 0 0,0 1 0 0 0,-1-3 0 0 0,0-3 0 0 0,-1-4 0 0 0,1-4 0 0 0,0-2 0 0 0,0-2 0 0 0,0 4 0 0 0,0 7 0 0 0,0 6 0 0 0,0 1 0 0 0,0 2 0 0 0,0 2 0 0 0,-6-1 0 0 0,-1-6 0 0 0,1 0 0 0 0,0-2 0 0 0,3 2 0 0 0,-5-3 0 0 0,0-2 0 0 0,1 1 0 0 0,1 0 0 0 0,3-3 0 0 0,-5-3 0 0 0,0 3 0 0 0,1 0 0 0 0,-3-1 0 0 0,0-3 0 0 0,1 4 0 0 0,3 1 0 0 0,2 3 0 0 0,1-1 0 0 0,2 4 0 0 0,1 4 0 0 0,-5-1 0 0 0,-1 1 0 0 0,0 3 0 0 0,1-3 0 0 0,-4 6 0 0 0,0-1 0 0 0,1 0 0 0 0,2 1 0 0 0,2 2 0 0 0,-3 1 0 0 0,-1-4 0 0 0,1-2 0 0 0,2 2 0 0 0,1 1 0 0 0,2 2 0 0 0,2 1 0 0 0,-1 1 0 0 0,1 1 0 0 0,1 0 0 0 0,-1 0 0 0 0,0 1 0 0 0,1-1 0 0 0,-1 1 0 0 0,-5 4 0 0 0,-2 13 0 0 0,0 13 0 0 0,2 13 0 0 0,-4 8 0 0 0,-1 7 0 0 0,2 3 0 0 0,2 2 0 0 0,3 0 0 0 0,1 0 0 0 0,1 5 0 0 0,0 2 0 0 0,2-2 0 0 0,-1-1 0 0 0,-5-3 0 0 0,-2 0 0 0 0,1 3 0 0 0,1 1 0 0 0,1 5 0 0 0,2-1 0 0 0,1-1 0 0 0,0-2 0 0 0,1-4 0 0 0,0-1 0 0 0,1-2 0 0 0,-1-1 0 0 0,0-1 0 0 0,0 6 0 0 0,0 1 0 0 0,0 0 0 0 0,0-1 0 0 0,0 4 0 0 0,0 5 0 0 0,0 1 0 0 0,0 2 0 0 0,0-1 0 0 0,0-3 0 0 0,0-5 0 0 0,0 2 0 0 0,0 0 0 0 0,0-3 0 0 0,0 4 0 0 0,0-1 0 0 0,0-2 0 0 0,0-3 0 0 0,0 4 0 0 0,0 0 0 0 0,0-2 0 0 0,0-1 0 0 0,0-3 0 0 0,0-1 0 0 0,0-2 0 0 0,0 0 0 0 0,0 0 0 0 0,0-1 0 0 0,0 1 0 0 0,0-1 0 0 0,0 1 0 0 0,0-1 0 0 0,0 1 0 0 0,0 0 0 0 0,0 0 0 0 0,0 0 0 0 0,6-6 0 0 0,6-6 0 0 0,7-12 0 0 0,5-8 0 0 0,-1-8 0 0 0,-5-8 0 0 0,0-6 0 0 0,2-5 0 0 0,-2-3 0 0 0,1 4 0 0 0,-3 2 0 0 0,-4-1 0 0 0,1 4 0 0 0,-1 1 0 0 0,1-1 0 0 0,0-3 0 0 0,-3-1 0 0 0,3-3 0 0 0,-2-1 0 0 0,3 0 0 0 0,-1-1 0 0 0,3 5 0 0 0,-2 2 0 0 0,-3-1 0 0 0,-3-1 0 0 0,1-1 0 0 0,1-1 0 0 0,2-2 0 0 0,1 0 0 0 0,-3-1 0 0 0,-3 0 0 0 0,2 0 0 0 0,6-6 0 0 0,-1-1 0 0 0,4 6 0 0 0,-3 3 0 0 0,-2 1 0 0 0,-5 0 0 0 0,-3-1 0 0 0,3 0 0 0 0,0 0 0 0 0,4-1 0 0 0,-1-1 0 0 0,4 1 0 0 0,-1-1 0 0 0,-2 0 0 0 0,-5-5 0 0 0,4 3 0 0 0,-2 2 0 0 0,-1 2 0 0 0,2-1 0 0 0,0 1 0 0 0,-1-1 0 0 0,-3 0 0 0 0,-2 0 0 0 0,-2-1 0 0 0,4 1 0 0 0,1-1 0 0 0,4 0 0 0 0,1 0 0 0 0,-2 0 0 0 0,3 5 0 0 0,-7 8 0 0 0,-3 11 0 0 0,-9 7 0 0 0,-2 9 0 0 0,-5 9 0 0 0,-1 5 0 0 0,-3 0 0 0 0,1 0 0 0 0,4 3 0 0 0,-2-4 0 0 0,2-1 0 0 0,-3-3 0 0 0,-3 1 0 0 0,0 1 0 0 0,-1-2 0 0 0,3 1 0 0 0,-2-2 0 0 0,-3 0 0 0 0,3 3 0 0 0,-2-1 0 0 0,-2-5 0 0 0,2 1 0 0 0,0-3 0 0 0,3 3 0 0 0,-1-2 0 0 0,-2 3 0 0 0,-4-2 0 0 0,3 2 0 0 0,0-2 0 0 0,3 3 0 0 0,-1-3 0 0 0,-1-3 0 0 0,1 2 0 0 0,5 4 0 0 0,-1-1 0 0 0,8-4 0 0 0,10-3 0 0 0,9-3 0 0 0,9-3 0 0 0,5-2 0 0 0,5-1 0 0 0,0-1 0 0 0,2 1 0 0 0,0-1 0 0 0,0 0 0 0 0,-1 1 0 0 0,-1 0 0 0 0,-5-6 0 0 0,4-1 0 0 0,1 1 0 0 0,1 0 0 0 0,0 3 0 0 0,0 0 0 0 0,0 2 0 0 0,0 1 0 0 0,-1 0 0 0 0,0 0 0 0 0,0 0 0 0 0,5 0 0 0 0,2 1 0 0 0,-1-1 0 0 0,-1 0 0 0 0,-1 0 0 0 0,-2 0 0 0 0,-1 0 0 0 0,-6-5 0 0 0,-2-2 0 0 0,0 0 0 0 0,1 2 0 0 0,2 1 0 0 0,1 2 0 0 0,-4-5 0 0 0,-6-6 0 0 0,-11 0 0 0 0,-12 1 0 0 0,-11 3 0 0 0,-8 3 0 0 0,-4 3 0 0 0,-4 1 0 0 0,4-3 0 0 0,2-2 0 0 0,0 1 0 0 0,-1 1 0 0 0,-1 2 0 0 0,-1-5 0 0 0,-1 1 0 0 0,-1 0 0 0 0,0 1 0 0 0,0 3 0 0 0,-5 1 0 0 0,-7 1 0 0 0,4-5 0 0 0,3-1 0 0 0,2 1 0 0 0,2 1 0 0 0,2 1 0 0 0,0 2 0 0 0,0-4 0 0 0,-1-2 0 0 0,-4 2 0 0 0,-3-4 0 0 0,1-1 0 0 0,-4 2 0 0 0,-1 3 0 0 0,3 2 0 0 0,1 1 0 0 0,3 2 0 0 0,2 1 0 0 0,1 1 0 0 0,1-1 0 0 0,0 0 0 0 0,-4-4 0 0 0,-3-3 0 0 0,-4 0 0 0 0,-1 2 0 0 0,2 1 0 0 0,3 2 0 0 0,2 1 0 0 0,2 0 0 0 0,7-4 0 0 0,3-2 0 0 0,0 1 0 0 0,10 1 0 0 0,11 1 0 0 0,13 2 0 0 0,9 1 0 0 0,7 0 0 0 0,4 1 0 0 0,3 1 0 0 0,0-1 0 0 0,0 0 0 0 0,-5 6 0 0 0,-3 1 0 0 0,0 0 0 0 0,1-2 0 0 0,1-1 0 0 0,2-2 0 0 0,0-1 0 0 0,2 0 0 0 0,-1-1 0 0 0,1 0 0 0 0,0-1 0 0 0,0 1 0 0 0,0 0 0 0 0,0 0 0 0 0,0 0 0 0 0,0 0 0 0 0,-10-1 0 0 0,-15 1 0 0 0,-13 0 0 0 0,-10 1 0 0 0,-9-1 0 0 0,-4 0 0 0 0,-2 0 0 0 0,-2 0 0 0 0,1 0 0 0 0,0 0 0 0 0,0 0 0 0 0,1 0 0 0 0,1 0 0 0 0,0 0 0 0 0,0 0 0 0 0,0 0 0 0 0,1 0 0 0 0,-1 0 0 0 0,0 0 0 0 0,0 0 0 0 0,1 0 0 0 0,-1 0 0 0 0,0 0 0 0 0,0 0 0 0 0,6 5 0 0 0,1 2 0 0 0,0-1 0 0 0,-2 0 0 0 0,-1-2 0 0 0,4 3 0 0 0,0 1 0 0 0,0 0 0 0 0,-3 2 0 0 0,-1 1 0 0 0,9-3 0 0 0,12-1 0 0 0,13-3 0 0 0,11-2 0 0 0,7-1 0 0 0,4-1 0 0 0,3 0 0 0 0,2-1 0 0 0,-1 1 0 0 0,0 0 0 0 0,-1-1 0 0 0,0 1 0 0 0,0 0 0 0 0,-1 0 0 0 0,0 0 0 0 0,0 0 0 0 0,-1 0 0 0 0,1 0 0 0 0,0 0 0 0 0,-1 0 0 0 0,1 0 0 0 0,0 0 0 0 0,0 0 0 0 0,0 0 0 0 0,-1 0 0 0 0,1 0 0 0 0,0 0 0 0 0,-11 0 0 0 0,-13 0 0 0 0,-14 0 0 0 0,-11 0 0 0 0,-7 0 0 0 0,-5 0 0 0 0,-2 0 0 0 0,-2-5 0 0 0,1-2 0 0 0,0 0 0 0 0,-5 2 0 0 0,4-4 0 0 0,3-1 0 0 0,1 3 0 0 0,1 1 0 0 0,0 2 0 0 0,-1 2 0 0 0,0 1 0 0 0,0-5 0 0 0,-1 0 0 0 0,-4-1 0 0 0,2-3 0 0 0,2 0 0 0 0,-3 1 0 0 0,-3 2 0 0 0,1 3 0 0 0,-4 2 0 0 0,-6 1 0 0 0,-1-5 0 0 0,4 0 0 0 0,-8-1 0 0 0,-6-3 0 0 0,3 0 0 0 0,4 1 0 0 0,1-2 0 0 0,3-1 0 0 0,-6 3 0 0 0,0 3 0 0 0,4-3 0 0 0,5 0 0 0 0,-1 1 0 0 0,2 3 0 0 0,-2 1 0 0 0,0 2 0 0 0,4 2 0 0 0,2 0 0 0 0,3 0 0 0 0,-3 0 0 0 0,-1 1 0 0 0,2-1 0 0 0,1 0 0 0 0,2 0 0 0 0,2 0 0 0 0,0-5 0 0 0,1-2 0 0 0,0 1 0 0 0,1 0 0 0 0,-1 2 0 0 0,1 2 0 0 0,-1 1 0 0 0,1 0 0 0 0,-1 1 0 0 0,0 0 0 0 0,0 1 0 0 0,0-6 0 0 0,0-2 0 0 0,1 1 0 0 0,-1 0 0 0 0,0 3 0 0 0,0 0 0 0 0,0 2 0 0 0,0-5 0 0 0,11-1 0 0 0,14 1 0 0 0,13 1 0 0 0,10 1 0 0 0,3-3 0 0 0,3-1 0 0 0,3 1 0 0 0,2 1 0 0 0,2 3 0 0 0,1 1 0 0 0,0 1 0 0 0,0 1 0 0 0,1 0 0 0 0,-1 0 0 0 0,0 0 0 0 0,5 1 0 0 0,2-1 0 0 0,5 0 0 0 0,5 0 0 0 0,1 0 0 0 0,1 0 0 0 0,-2 0 0 0 0,-4 0 0 0 0,-4 0 0 0 0,-4 0 0 0 0,-2 0 0 0 0,3 0 0 0 0,5 5 0 0 0,2 2 0 0 0,-2 0 0 0 0,-3-2 0 0 0,-2-1 0 0 0,-3-1 0 0 0,-2-2 0 0 0,-1 5 0 0 0,0 0 0 0 0,5 1 0 0 0,1-2 0 0 0,0-2 0 0 0,-1 0 0 0 0,-2-2 0 0 0,-1 4 0 0 0,-1 2 0 0 0,-1 0 0 0 0,0-2 0 0 0,0-2 0 0 0,5 5 0 0 0,1 0 0 0 0,0-1 0 0 0,-1-2 0 0 0,-1-1 0 0 0,-2-2 0 0 0,-1-1 0 0 0,-1-1 0 0 0,0 0 0 0 0,0 0 0 0 0,-1-1 0 0 0,-4 6 0 0 0,-3 2 0 0 0,1-1 0 0 0,-9 0 0 0 0,-12-3 0 0 0,-12 0 0 0 0,-10-2 0 0 0,-7 0 0 0 0,-4-1 0 0 0,-2-1 0 0 0,-1 1 0 0 0,-1 0 0 0 0,1 0 0 0 0,1-1 0 0 0,-5 1 0 0 0,-1 0 0 0 0,-5 0 0 0 0,0 0 0 0 0,1 0 0 0 0,4 0 0 0 0,2 0 0 0 0,-3 0 0 0 0,-5 0 0 0 0,-1 0 0 0 0,-2 0 0 0 0,0 0 0 0 0,4 0 0 0 0,-1-5 0 0 0,1-2 0 0 0,2 0 0 0 0,4 2 0 0 0,3 1 0 0 0,-4 2 0 0 0,-6 1 0 0 0,-5 0 0 0 0,0 1 0 0 0,2 0 0 0 0,6 1 0 0 0,3-1 0 0 0,-2 0 0 0 0,0 0 0 0 0,-2 0 0 0 0,-6 0 0 0 0,-5 0 0 0 0,-4 0 0 0 0,-2 0 0 0 0,3 0 0 0 0,1 0 0 0 0,-1 0 0 0 0,4 0 0 0 0,5 0 0 0 0,1-5 0 0 0,3-2 0 0 0,-3 1 0 0 0,3 0 0 0 0,2 2 0 0 0,3 2 0 0 0,-2 1 0 0 0,-5 0 0 0 0,0 1 0 0 0,3 0 0 0 0,2 1 0 0 0,4-1 0 0 0,2 0 0 0 0,2 0 0 0 0,1 1 0 0 0,0-1 0 0 0,1 0 0 0 0,0-6 0 0 0,0-1 0 0 0,-1 1 0 0 0,1 0 0 0 0,-1 3 0 0 0,0 0 0 0 0,0 2 0 0 0,0 0 0 0 0,1 1 0 0 0,4-5 0 0 0,13-1 0 0 0,13-1 0 0 0,12 2 0 0 0,10 2 0 0 0,5-5 0 0 0,4 0 0 0 0,2 1 0 0 0,1 1 0 0 0,4 3 0 0 0,2 1 0 0 0,-1 1 0 0 0,3 1 0 0 0,0 0 0 0 0,-2 0 0 0 0,-2 0 0 0 0,-3 1 0 0 0,-2-1 0 0 0,-1 0 0 0 0,4 0 0 0 0,1 0 0 0 0,5 0 0 0 0,1 0 0 0 0,3 0 0 0 0,-1 0 0 0 0,-2 0 0 0 0,-4 0 0 0 0,-3 0 0 0 0,2 0 0 0 0,6 0 0 0 0,6 0 0 0 0,-1 0 0 0 0,-3 0 0 0 0,1 0 0 0 0,-2 0 0 0 0,1 0 0 0 0,-1 0 0 0 0,-3 0 0 0 0,1 0 0 0 0,4 0 0 0 0,0 0 0 0 0,1 0 0 0 0,4 0 0 0 0,-2 0 0 0 0,1 0 0 0 0,-2 0 0 0 0,-1 0 0 0 0,-1 0 0 0 0,0 5 0 0 0,-1 2 0 0 0,-5 0 0 0 0,-2-2 0 0 0,-4-1 0 0 0,-3-1 0 0 0,0-2 0 0 0,-2-1 0 0 0,0 0 0 0 0,1 0 0 0 0,-1 0 0 0 0,0-1 0 0 0,1 1 0 0 0,-1 0 0 0 0,1 5 0 0 0,0 2 0 0 0,0 0 0 0 0,-1-2 0 0 0,1-1 0 0 0,-5 4 0 0 0,-13 0 0 0 0,-13-1 0 0 0,-12-2 0 0 0,-10-1 0 0 0,-5-2 0 0 0,-4-1 0 0 0,-2-1 0 0 0,-1 0 0 0 0,1 0 0 0 0,0-1 0 0 0,1 1 0 0 0,0 0 0 0 0,-4 0 0 0 0,-2 0 0 0 0,0 0 0 0 0,2 0 0 0 0,2 0 0 0 0,1 0 0 0 0,-5 0 0 0 0,0 0 0 0 0,1 0 0 0 0,1 0 0 0 0,-4 0 0 0 0,-5-6 0 0 0,0-1 0 0 0,-4 1 0 0 0,2 0 0 0 0,-1 3 0 0 0,-4-5 0 0 0,2 0 0 0 0,5 1 0 0 0,-1 1 0 0 0,2 3 0 0 0,-7 1 0 0 0,0 1 0 0 0,-2 0 0 0 0,3 1 0 0 0,-6 1 0 0 0,1-1 0 0 0,5-5 0 0 0,1-2 0 0 0,-8 1 0 0 0,1 1 0 0 0,0 1 0 0 0,4 2 0 0 0,0-5 0 0 0,-1 0 0 0 0,2 0 0 0 0,1 2 0 0 0,-3 1 0 0 0,3 2 0 0 0,-1 1 0 0 0,-1 1 0 0 0,-4 0 0 0 0,4 0 0 0 0,-1-5 0 0 0,4-1 0 0 0,5-1 0 0 0,4 2 0 0 0,5 1 0 0 0,-3 2 0 0 0,0 1 0 0 0,-4 0 0 0 0,-1 1 0 0 0,3 0 0 0 0,2 1 0 0 0,3-1 0 0 0,2 0 0 0 0,1 0 0 0 0,1 0 0 0 0,0 1 0 0 0,6-7 0 0 0,2-1 0 0 0,-1 1 0 0 0,9 0 0 0 0,13 2 0 0 0,11 2 0 0 0,10 1 0 0 0,7 0 0 0 0,4 1 0 0 0,7 1 0 0 0,4-1 0 0 0,-2 0 0 0 0,0 0 0 0 0,-3 1 0 0 0,-2-1 0 0 0,-2 0 0 0 0,0 0 0 0 0,4 0 0 0 0,2 0 0 0 0,-1 0 0 0 0,4 0 0 0 0,0 0 0 0 0,-1 0 0 0 0,2 0 0 0 0,0 0 0 0 0,-2 0 0 0 0,-3 0 0 0 0,-2 0 0 0 0,-2 0 0 0 0,4 0 0 0 0,1 0 0 0 0,-1 0 0 0 0,-1 0 0 0 0,-2 0 0 0 0,-2 0 0 0 0,0 0 0 0 0,-1 0 0 0 0,5 0 0 0 0,2 0 0 0 0,-1 0 0 0 0,-1 0 0 0 0,4 0 0 0 0,5 0 0 0 0,1 0 0 0 0,-3 0 0 0 0,2 0 0 0 0,-1 0 0 0 0,-3 0 0 0 0,-4 0 0 0 0,-2 0 0 0 0,-2 0 0 0 0,-1 0 0 0 0,3 0 0 0 0,3 0 0 0 0,-1 0 0 0 0,-2 0 0 0 0,-1 0 0 0 0,-1 0 0 0 0,-1 0 0 0 0,-1 0 0 0 0,0 0 0 0 0,-11 0 0 0 0,-14 0 0 0 0,-13 0 0 0 0,-11 0 0 0 0,-7 0 0 0 0,-5 0 0 0 0,-2 0 0 0 0,-2 0 0 0 0,0 0 0 0 0,1 0 0 0 0,1 5 0 0 0,0 2 0 0 0,1 0 0 0 0,0-2 0 0 0,0-1 0 0 0,-5-2 0 0 0,-2-1 0 0 0,1 0 0 0 0,1 4 0 0 0,1 2 0 0 0,2-1 0 0 0,1-1 0 0 0,1-1 0 0 0,0-2 0 0 0,0-1 0 0 0,1 0 0 0 0,-1-1 0 0 0,0-1 0 0 0,1 1 0 0 0,-1 5 0 0 0,0 2 0 0 0,0-1 0 0 0,1 0 0 0 0,-1-3 0 0 0,0 0 0 0 0,0 3 0 0 0,0 2 0 0 0,0-2 0 0 0,1-1 0 0 0,-1-1 0 0 0,0-2 0 0 0,0-1 0 0 0,0-1 0 0 0,1 0 0 0 0,-1 5 0 0 0,0 2 0 0 0,0-1 0 0 0,11-1 0 0 0,13-1 0 0 0,14-2 0 0 0,11 0 0 0 0,7-2 0 0 0,5 0 0 0 0,2 0 0 0 0,2 0 0 0 0,-1-1 0 0 0,1 1 0 0 0,-2 0 0 0 0,0 0 0 0 0,-1 0 0 0 0,0 0 0 0 0,0 0 0 0 0,5 0 0 0 0,2 5 0 0 0,-1 2 0 0 0,-1 0 0 0 0,-1-2 0 0 0,-2-1 0 0 0,-1-2 0 0 0,5-1 0 0 0,1 0 0 0 0,-1-1 0 0 0,-1 0 0 0 0,-2-1 0 0 0,-1 1 0 0 0,-1 0 0 0 0,-1 0 0 0 0,0 0 0 0 0,-1 0 0 0 0,1 0 0 0 0,-6 5 0 0 0,-1 2 0 0 0,0-1 0 0 0,1 0 0 0 0,2-2 0 0 0,2-2 0 0 0,0-1 0 0 0,2 0 0 0 0,-11-1 0 0 0,-13 0 0 0 0,-14-1 0 0 0,-10 1 0 0 0,-8 0 0 0 0,-5 0 0 0 0,-2-1 0 0 0,-2 1 0 0 0,1 0 0 0 0,0 0 0 0 0,0 0 0 0 0,-4 0 0 0 0,-1 0 0 0 0,0 0 0 0 0,2 0 0 0 0,1 0 0 0 0,-3 0 0 0 0,-1 0 0 0 0,-4 0 0 0 0,0 0 0 0 0,2 0 0 0 0,2 0 0 0 0,4 0 0 0 0,1 0 0 0 0,-3 0 0 0 0,-1 0 0 0 0,1 0 0 0 0,1 0 0 0 0,2 0 0 0 0,-4 0 0 0 0,-1 0 0 0 0,2 0 0 0 0,-5 0 0 0 0,1 0 0 0 0,2 0 0 0 0,-4 0 0 0 0,1 0 0 0 0,3 0 0 0 0,-4 0 0 0 0,1 0 0 0 0,3 0 0 0 0,2 0 0 0 0,2 0 0 0 0,2 0 0 0 0,2 0 0 0 0,5-5 0 0 0,-3-2 0 0 0,-1 1 0 0 0,-2 0 0 0 0,0 2 0 0 0,0 2 0 0 0,0 1 0 0 0,1 0 0 0 0,10 1 0 0 0,14 0 0 0 0,14 1 0 0 0,11-1 0 0 0,7 0 0 0 0,5-5 0 0 0,3-2 0 0 0,0 1 0 0 0,1 0 0 0 0,-1 3 0 0 0,-1 0 0 0 0,5 2 0 0 0,2 0 0 0 0,-1 1 0 0 0,-2 1 0 0 0,4-1 0 0 0,5 0 0 0 0,1 0 0 0 0,-3 1 0 0 0,-3-1 0 0 0,-4 0 0 0 0,-1 0 0 0 0,-3 0 0 0 0,-1 0 0 0 0,-1 0 0 0 0,1 0 0 0 0,-1 0 0 0 0,0 0 0 0 0,0 0 0 0 0,1 0 0 0 0,0 0 0 0 0,-1 0 0 0 0,1 0 0 0 0,0 0 0 0 0,0 0 0 0 0,0 0 0 0 0,0 0 0 0 0,0 0 0 0 0,-1 0 0 0 0,1 0 0 0 0,0 0 0 0 0,0 0 0 0 0,0 0 0 0 0,-1 0 0 0 0,1 0 0 0 0,-5 5 0 0 0,-2 2 0 0 0,0 0 0 0 0,1-2 0 0 0,2-1 0 0 0,-3 3 0 0 0,-2 2 0 0 0,-9-2 0 0 0,-12-2 0 0 0,-11-1 0 0 0,-10-2 0 0 0,-6-1 0 0 0,-4-1 0 0 0,-2 0 0 0 0,-2 0 0 0 0,1-1 0 0 0,0 1 0 0 0,1 0 0 0 0,0 0 0 0 0,1-1 0 0 0,0 1 0 0 0,0 6 0 0 0,0 1 0 0 0,1-1 0 0 0,-1 0 0 0 0,-5-3 0 0 0,-2 0 0 0 0,1-2 0 0 0,1 0 0 0 0,1-1 0 0 0,-3-1 0 0 0,-1 1 0 0 0,1 0 0 0 0,1 0 0 0 0,3-1 0 0 0,1 1 0 0 0,7 5 0 0 0,1 2 0 0 0,1 0 0 0 0,-1-2 0 0 0,-1-1 0 0 0,-3-1 0 0 0,0-2 0 0 0,-1-1 0 0 0,-1 0 0 0 0,0 0 0 0 0,0 0 0 0 0,0 0 0 0 0,0 5 0 0 0,0 1 0 0 0,0 1 0 0 0,0-2 0 0 0,11-1 0 0 0,13-2 0 0 0,14 0 0 0 0,11-2 0 0 0,7 0 0 0 0,5 0 0 0 0,3 0 0 0 0,0-1 0 0 0,1 1 0 0 0,-1 0 0 0 0,-1 0 0 0 0,5 0 0 0 0,2 0 0 0 0,-2 0 0 0 0,0 0 0 0 0,-3 0 0 0 0,-1 0 0 0 0,4 0 0 0 0,7 0 0 0 0,0 0 0 0 0,4 0 0 0 0,-1 0 0 0 0,1 0 0 0 0,-1 0 0 0 0,-4 0 0 0 0,-4 0 0 0 0,-4 0 0 0 0,4 0 0 0 0,4 0 0 0 0,2 0 0 0 0,-3 0 0 0 0,-3 0 0 0 0,3 0 0 0 0,-2 0 0 0 0,-1 0 0 0 0,3 0 0 0 0,-1 0 0 0 0,4 0 0 0 0,4 0 0 0 0,-1 0 0 0 0,-3 0 0 0 0,-4 0 0 0 0,1 0 0 0 0,-1 0 0 0 0,8 0 0 0 0,2 0 0 0 0,-4 0 0 0 0,1 5 0 0 0,4 2 0 0 0,2 0 0 0 0,-2-2 0 0 0,-5-1 0 0 0,-5 4 0 0 0,1 0 0 0 0,-2-1 0 0 0,-3-2 0 0 0,-2-1 0 0 0,-2-2 0 0 0,-2-1 0 0 0,-1-1 0 0 0,0 0 0 0 0,-1 0 0 0 0,0-1 0 0 0,1 1 0 0 0,-6 5 0 0 0,-7 7 0 0 0,-11 2 0 0 0,-13-2 0 0 0,-10-3 0 0 0,-7-3 0 0 0,-6-2 0 0 0,-3-3 0 0 0,-1 0 0 0 0,0-1 0 0 0,0-1 0 0 0,0 1 0 0 0,1-1 0 0 0,1 1 0 0 0,-6-1 0 0 0,0 1 0 0 0,-1 0 0 0 0,2 0 0 0 0,2 0 0 0 0,0 0 0 0 0,2 0 0 0 0,-4 0 0 0 0,-7 0 0 0 0,-1 0 0 0 0,1 0 0 0 0,3 0 0 0 0,4 0 0 0 0,-4 0 0 0 0,1 0 0 0 0,-5 0 0 0 0,2 0 0 0 0,1 0 0 0 0,-2 0 0 0 0,0 0 0 0 0,3 5 0 0 0,3 2 0 0 0,-3 0 0 0 0,-5-2 0 0 0,-5-1 0 0 0,0 4 0 0 0,-2 0 0 0 0,-2-1 0 0 0,3-1 0 0 0,4-3 0 0 0,6-1 0 0 0,4-1 0 0 0,3 5 0 0 0,2 1 0 0 0,2-1 0 0 0,0-1 0 0 0,0-2 0 0 0,0-1 0 0 0,-5 0 0 0 0,-3-2 0 0 0,1 0 0 0 0,-4 0 0 0 0,-1 5 0 0 0,2 1 0 0 0,3 1 0 0 0,2 3 0 0 0,2 1 0 0 0,1-2 0 0 0,1 3 0 0 0,11-1 0 0 0,14-2 0 0 0,13-3 0 0 0,11-2 0 0 0,7-1 0 0 0,6-3 0 0 0,6 0 0 0 0,4 0 0 0 0,-1 0 0 0 0,-1-1 0 0 0,-3 1 0 0 0,-2-1 0 0 0,-1 1 0 0 0,4 0 0 0 0,0 0 0 0 0,1 0 0 0 0,-3 0 0 0 0,0 0 0 0 0,-3 0 0 0 0,5 0 0 0 0,2 0 0 0 0,-2 0 0 0 0,-1 0 0 0 0,-2 0 0 0 0,4 0 0 0 0,1 0 0 0 0,-1 0 0 0 0,-2 0 0 0 0,4 0 0 0 0,0 0 0 0 0,-2 0 0 0 0,-1 0 0 0 0,-3 0 0 0 0,-1 0 0 0 0,4 0 0 0 0,1 0 0 0 0,-1 0 0 0 0,4 0 0 0 0,0 0 0 0 0,-1 0 0 0 0,-3 0 0 0 0,-2 0 0 0 0,-2 0 0 0 0,-1 0 0 0 0,-1 0 0 0 0,0 0 0 0 0,4 0 0 0 0,3 0 0 0 0,-1 0 0 0 0,-1 0 0 0 0,-2 0 0 0 0,4 0 0 0 0,1 0 0 0 0,-1 0 0 0 0,-1 0 0 0 0,-3 0 0 0 0,-1 0 0 0 0,-1 0 0 0 0,-1 0 0 0 0,-1 0 0 0 0,1 0 0 0 0,-11 0 0 0 0,-14 0 0 0 0,-13 0 0 0 0,-11 0 0 0 0,-7 0 0 0 0,-5 0 0 0 0,-3 0 0 0 0,0 0 0 0 0,-1 0 0 0 0,1 0 0 0 0,1 0 0 0 0,-5 0 0 0 0,-2 0 0 0 0,2 0 0 0 0,0 0 0 0 0,3 0 0 0 0,1 0 0 0 0,-4 0 0 0 0,-2 0 0 0 0,-3 0 0 0 0,-1 0 0 0 0,2 0 0 0 0,-3 0 0 0 0,-4 0 0 0 0,1 0 0 0 0,3 0 0 0 0,-1 0 0 0 0,1 0 0 0 0,-2 0 0 0 0,-3 0 0 0 0,-10 0 0 0 0,-5 0 0 0 0,3 0 0 0 0,2 0 0 0 0,0 0 0 0 0,5 0 0 0 0,1 0 0 0 0,-6 0 0 0 0,-4 0 0 0 0,-1 0 0 0 0,0 0 0 0 0,-1 0 0 0 0,7 0 0 0 0,2 0 0 0 0,-10 0 0 0 0,-10 0 0 0 0,3 0 0 0 0,3 0 0 0 0,9 0 0 0 0,3 0 0 0 0,-3 0 0 0 0,-2 0 0 0 0,-1 0 0 0 0,0 0 0 0 0,6 0 0 0 0,7 0 0 0 0,2 0 0 0 0,4 0 0 0 0,-1 0 0 0 0,3 0 0 0 0,-3 0 0 0 0,2 0 0 0 0,3 0 0 0 0,3 0 0 0 0,3 0 0 0 0,2 0 0 0 0,2 0 0 0 0,0 0 0 0 0,1 0 0 0 0,-1 0 0 0 0,1 0 0 0 0,0 5 0 0 0,5 8 0 0 0,11 0 0 0 0,10 4 0 0 0,9 0 0 0 0,10-5 0 0 0,7-3 0 0 0,5-3 0 0 0,4-3 0 0 0,1-2 0 0 0,1-1 0 0 0,0-1 0 0 0,-1 1 0 0 0,0-1 0 0 0,-1 6 0 0 0,6 1 0 0 0,1 1 0 0 0,-1-2 0 0 0,5-1 0 0 0,-1-2 0 0 0,-1 4 0 0 0,3 2 0 0 0,-1-1 0 0 0,8-2 0 0 0,6-2 0 0 0,-1-1 0 0 0,-4-1 0 0 0,-1 0 0 0 0,1-1 0 0 0,3 5 0 0 0,3 1 0 0 0,2 1 0 0 0,-4-2 0 0 0,5-2 0 0 0,-3 0 0 0 0,-1-2 0 0 0,1-1 0 0 0,2 0 0 0 0,0 0 0 0 0,1 0 0 0 0,1 0 0 0 0,-5-1 0 0 0,-1 1 0 0 0,0 0 0 0 0,2 0 0 0 0,-4 0 0 0 0,-1 0 0 0 0,-3 0 0 0 0,-6 0 0 0 0,2 0 0 0 0,-3 0 0 0 0,2 0 0 0 0,0 0 0 0 0,-4 0 0 0 0,3 0 0 0 0,4 0 0 0 0,0 0 0 0 0,-4 0 0 0 0,-3 0 0 0 0,-3 0 0 0 0,-3 0 0 0 0,-2 0 0 0 0,-1 0 0 0 0,4 0 0 0 0,2 0 0 0 0,0 0 0 0 0,-1 0 0 0 0,-2 0 0 0 0,-1 0 0 0 0,-1 0 0 0 0,-1 0 0 0 0,-11 0 0 0 0,-13 0 0 0 0,-14 0 0 0 0,-11 0 0 0 0,-8 0 0 0 0,-4 0 0 0 0,-2 0 0 0 0,-2 0 0 0 0,0 0 0 0 0,1 0 0 0 0,1 0 0 0 0,0 0 0 0 0,1 0 0 0 0,0 0 0 0 0,0 0 0 0 0,0 0 0 0 0,0 0 0 0 0,1 0 0 0 0,-1 0 0 0 0,0 0 0 0 0,0 0 0 0 0,0 0 0 0 0,1 0 0 0 0,-1 5 0 0 0,0 2 0 0 0,0 0 0 0 0,0-2 0 0 0,1-1 0 0 0,4 4 0 0 0,2 0 0 0 0,-5-1 0 0 0,-4-2 0 0 0,0-1 0 0 0,-7-2 0 0 0,0 4 0 0 0,1 2 0 0 0,1-2 0 0 0,8 4 0 0 0,4 1 0 0 0,0-3 0 0 0,0-1 0 0 0,-1 2 0 0 0,-1 1 0 0 0,-1-3 0 0 0,-1-1 0 0 0,0-3 0 0 0,4 4 0 0 0,2 1 0 0 0,0-1 0 0 0,3 3 0 0 0,1 1 0 0 0,-2-3 0 0 0,-2-1 0 0 0,2 2 0 0 0,1 5 0 0 0,8 1 0 0 0,12-3 0 0 0,12 2 0 0 0,8-1 0 0 0,7-3 0 0 0,5-4 0 0 0,1-2 0 0 0,1-2 0 0 0,0-1 0 0 0,0-1 0 0 0,-1-1 0 0 0,0 1 0 0 0,-1-1 0 0 0,0 1 0 0 0,0 0 0 0 0,0-1 0 0 0,-1 1 0 0 0,1 0 0 0 0,0 0 0 0 0,0 0 0 0 0,5 0 0 0 0,7 0 0 0 0,6 0 0 0 0,6 0 0 0 0,4 0 0 0 0,-3 0 0 0 0,0 6 0 0 0,-5 1 0 0 0,-6-1 0 0 0,-5 0 0 0 0,1-3 0 0 0,5 0 0 0 0,-2-2 0 0 0,-2 0 0 0 0,-3-1 0 0 0,-3-1 0 0 0,-2 1 0 0 0,3 0 0 0 0,1-1 0 0 0,-1 1 0 0 0,-2 0 0 0 0,5 0 0 0 0,-6 5 0 0 0,-2 2 0 0 0,3 0 0 0 0,1-2 0 0 0,-1-1 0 0 0,0-1 0 0 0,-1-2 0 0 0,-2-1 0 0 0,0 0 0 0 0,-1 0 0 0 0,-10 0 0 0 0,-15 0 0 0 0,-13-1 0 0 0,-11 1 0 0 0,-8 0 0 0 0,-4 0 0 0 0,-2 0 0 0 0,-2 0 0 0 0,1 0 0 0 0,0 0 0 0 0,0 0 0 0 0,1 0 0 0 0,1 0 0 0 0,0 0 0 0 0,-5 0 0 0 0,-7 0 0 0 0,-7 0 0 0 0,0 0 0 0 0,4 0 0 0 0,4 0 0 0 0,3 0 0 0 0,-1-5 0 0 0,-5-2 0 0 0,1 0 0 0 0,1 2 0 0 0,4 1 0 0 0,3 2 0 0 0,-3 0 0 0 0,0 2 0 0 0,-4 0 0 0 0,0 0 0 0 0,-3 0 0 0 0,1 1 0 0 0,3-1 0 0 0,4 0 0 0 0,-3 0 0 0 0,1 0 0 0 0,-4 0 0 0 0,1 0 0 0 0,-3 0 0 0 0,-4 0 0 0 0,6-5 0 0 0,1-2 0 0 0,1 0 0 0 0,-1 2 0 0 0,-5 1 0 0 0,1 2 0 0 0,-2 1 0 0 0,-4 0 0 0 0,-2 1 0 0 0,2-5 0 0 0,0-2 0 0 0,3 1 0 0 0,1 1 0 0 0,2 1 0 0 0,5 2 0 0 0,4 1 0 0 0,-3 0 0 0 0,2 1 0 0 0,1 0 0 0 0,2 1 0 0 0,3-1 0 0 0,0 0 0 0 0,-4 0 0 0 0,0 1 0 0 0,0-1 0 0 0,1 0 0 0 0,2 0 0 0 0,1 0 0 0 0,1 0 0 0 0,11 0 0 0 0,15 0 0 0 0,13 0 0 0 0,11 0 0 0 0,7 0 0 0 0,5 0 0 0 0,8 0 0 0 0,3 0 0 0 0,-1 0 0 0 0,4 0 0 0 0,-1 0 0 0 0,3 0 0 0 0,4 0 0 0 0,5 0 0 0 0,-3 0 0 0 0,-5 0 0 0 0,1 0 0 0 0,-3 0 0 0 0,-4 0 0 0 0,2 0 0 0 0,-2 0 0 0 0,3 0 0 0 0,0 0 0 0 0,2 0 0 0 0,-1 0 0 0 0,2 0 0 0 0,-2 0 0 0 0,-3 0 0 0 0,2 0 0 0 0,4 0 0 0 0,-2 0 0 0 0,3 0 0 0 0,3 0 0 0 0,4 0 0 0 0,-4 0 0 0 0,-4 0 0 0 0,-6 0 0 0 0,-4 0 0 0 0,2 0 0 0 0,-2 0 0 0 0,0 0 0 0 0,-3 0 0 0 0,-2 0 0 0 0,0 0 0 0 0,-2 0 0 0 0,0 0 0 0 0,-1 0 0 0 0,6 0 0 0 0,7 0 0 0 0,1 0 0 0 0,-1 0 0 0 0,-4 0 0 0 0,-2 0 0 0 0,-2 0 0 0 0,-8-6 0 0 0,-2-1 0 0 0,-1 1 0 0 0,1 0 0 0 0,1 3 0 0 0,2 0 0 0 0,-9 2 0 0 0,-14 0 0 0 0,-12 1 0 0 0,-10 1 0 0 0,-8-1 0 0 0,-5-5 0 0 0,-2-2 0 0 0,-1 1 0 0 0,-1 0 0 0 0,1 3 0 0 0,-5 0 0 0 0,0 2 0 0 0,-6 1 0 0 0,1-6 0 0 0,2 0 0 0 0,-3-1 0 0 0,-4 2 0 0 0,-5 2 0 0 0,-3 0 0 0 0,-3 2 0 0 0,3 1 0 0 0,1 0 0 0 0,0-5 0 0 0,-3-2 0 0 0,5 1 0 0 0,5 1 0 0 0,1 1 0 0 0,3 2 0 0 0,-2 0 0 0 0,3 2 0 0 0,-3 0 0 0 0,1 0 0 0 0,4 0 0 0 0,3 1 0 0 0,-3-1 0 0 0,1 0 0 0 0,-3 0 0 0 0,-5 0 0 0 0,0 0 0 0 0,-2 0 0 0 0,3 0 0 0 0,-2 0 0 0 0,2 0 0 0 0,5 0 0 0 0,3 0 0 0 0,4 0 0 0 0,2 0 0 0 0,1 0 0 0 0,-3 0 0 0 0,-3 0 0 0 0,2 0 0 0 0,0 5 0 0 0,-3 2 0 0 0,-1 0 0 0 0,2-2 0 0 0,1 4 0 0 0,2 1 0 0 0,2-2 0 0 0,2-2 0 0 0,-1-3 0 0 0,2 0 0 0 0,10-2 0 0 0,14-1 0 0 0,13 0 0 0 0,11-1 0 0 0,7 1 0 0 0,5-1 0 0 0,3 1 0 0 0,0 0 0 0 0,1 0 0 0 0,-1 0 0 0 0,-1 0 0 0 0,0 0 0 0 0,5 0 0 0 0,1 0 0 0 0,0 0 0 0 0,3 0 0 0 0,0 0 0 0 0,4 0 0 0 0,0 0 0 0 0,2 0 0 0 0,-2 0 0 0 0,-3 0 0 0 0,2 0 0 0 0,-1 0 0 0 0,2 0 0 0 0,-1 0 0 0 0,2 0 0 0 0,5 0 0 0 0,-3 0 0 0 0,3-5 0 0 0,2-2 0 0 0,8 0 0 0 0,-1 2 0 0 0,-1 1 0 0 0,-4 1 0 0 0,-2 2 0 0 0,1-5 0 0 0,2-1 0 0 0,7 1 0 0 0,-2 1 0 0 0,-1 1 0 0 0,-5 2 0 0 0,-2 1 0 0 0,-5-4 0 0 0,-4-2 0 0 0,0 0 0 0 0,-3 2 0 0 0,4 2 0 0 0,3 1 0 0 0,-1 0 0 0 0,-2 2 0 0 0,0 0 0 0 0,4 0 0 0 0,-1 1 0 0 0,-4-1 0 0 0,1 0 0 0 0,-2-5 0 0 0,-2-2 0 0 0,1 1 0 0 0,0 0 0 0 0,-3 2 0 0 0,-3 2 0 0 0,-1 1 0 0 0,-8-5 0 0 0,-2-1 0 0 0,-1 1 0 0 0,1 1 0 0 0,-4-4 0 0 0,-10 0 0 0 0,-13 1 0 0 0,-11 2 0 0 0,-9 2 0 0 0,-5 2 0 0 0,-4 1 0 0 0,-7-4 0 0 0,-2-2 0 0 0,0 1 0 0 0,2 1 0 0 0,2 1 0 0 0,2 2 0 0 0,2-4 0 0 0,0-1 0 0 0,-4 0 0 0 0,-7 2 0 0 0,-6 1 0 0 0,-6-3 0 0 0,-3-1 0 0 0,2 1 0 0 0,1 2 0 0 0,-2 1 0 0 0,5 2 0 0 0,0 1 0 0 0,-1 1 0 0 0,2 0 0 0 0,1 0 0 0 0,2 1 0 0 0,0-1 0 0 0,-3-5 0 0 0,2-2 0 0 0,-1 1 0 0 0,2 0 0 0 0,-5 2 0 0 0,-5 2 0 0 0,2 1 0 0 0,6 0 0 0 0,0 1 0 0 0,-1-5 0 0 0,-3-1 0 0 0,3-1 0 0 0,-1 2 0 0 0,-2 1 0 0 0,4 2 0 0 0,-1 1 0 0 0,3 1 0 0 0,-1 0 0 0 0,-2 0 0 0 0,2 0 0 0 0,-1 0 0 0 0,-3 1 0 0 0,3-1 0 0 0,5 0 0 0 0,4 0 0 0 0,4 0 0 0 0,3 0 0 0 0,3 0 0 0 0,0-5 0 0 0,1-2 0 0 0,-5 0 0 0 0,-2 2 0 0 0,0 1 0 0 0,1 1 0 0 0,2 2 0 0 0,1 1 0 0 0,1 0 0 0 0,6-5 0 0 0,12-2 0 0 0,15 1 0 0 0,11 0 0 0 0,10 3 0 0 0,6 1 0 0 0,3 0 0 0 0,2 2 0 0 0,1 0 0 0 0,4 0 0 0 0,7 0 0 0 0,1 1 0 0 0,3-1 0 0 0,-1 0 0 0 0,-5 0 0 0 0,2 0 0 0 0,-1 0 0 0 0,1 0 0 0 0,-1 0 0 0 0,-3 0 0 0 0,3 0 0 0 0,-2 0 0 0 0,2-5 0 0 0,6-2 0 0 0,-2 0 0 0 0,-4 2 0 0 0,-3 1 0 0 0,1 2 0 0 0,10 0 0 0 0,0 2 0 0 0,3 0 0 0 0,-3 0 0 0 0,-6 0 0 0 0,1 1 0 0 0,2-1 0 0 0,4 0 0 0 0,3 0 0 0 0,-3 0 0 0 0,0 0 0 0 0,2 0 0 0 0,2 0 0 0 0,-4 0 0 0 0,-5 0 0 0 0,-6 0 0 0 0,0 0 0 0 0,-1 0 0 0 0,3 0 0 0 0,-2 0 0 0 0,-1 0 0 0 0,-4 0 0 0 0,-2-5 0 0 0,3-2 0 0 0,1 0 0 0 0,-2 2 0 0 0,-1 1 0 0 0,-2 2 0 0 0,-6-5 0 0 0,-4 0 0 0 0,1 0 0 0 0,0 2 0 0 0,2 2 0 0 0,1 1 0 0 0,-4-5 0 0 0,-12-5 0 0 0,-12-2 0 0 0,-12-3 0 0 0,-9 1 0 0 0,-7 4 0 0 0,-3 3 0 0 0,-1 4 0 0 0,-2 2 0 0 0,1 2 0 0 0,-5 1 0 0 0,-1 1 0 0 0,1-6 0 0 0,-4-1 0 0 0,-5 0 0 0 0,0 1 0 0 0,-2 1 0 0 0,1-3 0 0 0,5-2 0 0 0,-2 2 0 0 0,2 2 0 0 0,-2 1 0 0 0,1 2 0 0 0,3 1 0 0 0,-2 1 0 0 0,1 0 0 0 0,-3 0 0 0 0,1 1 0 0 0,-3-6 0 0 0,2-2 0 0 0,4 1 0 0 0,-3 0 0 0 0,-9 3 0 0 0,-1 0 0 0 0,-1 2 0 0 0,2 0 0 0 0,7 1 0 0 0,-6 1 0 0 0,1-1 0 0 0,-2 0 0 0 0,-1-5 0 0 0,2-2 0 0 0,0 1 0 0 0,4 1 0 0 0,-1 1 0 0 0,-2 1 0 0 0,2 2 0 0 0,-2 1 0 0 0,4 0 0 0 0,-1 0 0 0 0,-3 0 0 0 0,-4 0 0 0 0,3 1 0 0 0,5-1 0 0 0,0 0 0 0 0,3 0 0 0 0,3 0 0 0 0,4 0 0 0 0,28 0 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9457 1720 16383 0 0,'-11'2'0'0'0,"-12"5"0"0"0,4 5 0 0 0,13-2 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9349 1741 16383 0 0,'-18'14'0'0'0,"7"-4"0"0"0,11-4 0 0 0,4-8 0 0 0,8-4 0 0 0,2-7 0 0 0,-2 4 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1804 16383 0 0,'-9'6'0'0'0,"-11"4"0"0"0,-2-1 0 0 0,-3-3 0 0 0,-2 4 0 0 0,-2-1 0 0 0,-1 3 0 0 0,3-1 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1920 16383 0 0,'22'0'0'0'0,"12"-6"0"0"0,-18 2 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9308 1910 16383 0 0,'-3'1'0'0'0,"-21"8"0"0"0,0 0 0 0 0,-1-1 0 0 0,-1-2 0 0 0,6 2 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2040 16383 0 0,'24'0'0'0'0,"8"-1"0"0"0,1 1 0 0 0,-1-1 0 0 0,-1 1 0 0 0,0-1 0 0 0,0 1 0 0 0,0 0 0 0 0,0 0 0 0 0,0 0 0 0 0,-1 0 0 0 0,-4-5 0 0 0,-2-2 0 0 0,0 0 0 0 0,1 2 0 0 0,2 1 0 0 0,2 2 0 0 0,-10 1 0 0 0,-13 0 0 0 0,-13 1 0 0 0,-11 0 0 0 0,-7 1 0 0 0,-4-1 0 0 0,-3 0 0 0 0,30 0 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9335 2628 16383 0 0,'0'0'0'0'0,"33"0"0"0"0,0-1 0 0 0,0 1 0 0 0,-1-1 0 0 0,1 1 0 0 0,-1 0 0 0 0,-1 0 0 0 0,0 0 0 0 0,0 0 0 0 0,0 0 0 0 0,-1 0 0 0 0,1 0 0 0 0,0 0 0 0 0,0 0 0 0 0,-1 0 0 0 0,1 0 0 0 0,0 0 0 0 0,-11 0 0 0 0,-8 5 0 0 0,-12 2 0 0 0,-11 0 0 0 0,-9-2 0 0 0,-6-1 0 0 0,-4-1 0 0 0,3 3 0 0 0,1 2 0 0 0,0-2 0 0 0,-2-1 0 0 0,0-1 0 0 0,-2-2 0 0 0,0-1 0 0 0,0-1 0 0 0,-1 0 0 0 0,0 0 0 0 0,0 0 0 0 0,0-1 0 0 0,0 1 0 0 0,0 0 0 0 0,11 0 0 0 0,13 0 0 0 0,14 0 0 0 0,11 0 0 0 0,7 0 0 0 0,5 0 0 0 0,2 0 0 0 0,2 0 0 0 0,-1 0 0 0 0,1 0 0 0 0,-2 0 0 0 0,0 0 0 0 0,-1 0 0 0 0,0 0 0 0 0,0 0 0 0 0,0 0 0 0 0,0 0 0 0 0,-1 0 0 0 0,1 0 0 0 0,0 0 0 0 0,0 0 0 0 0,-6 5 0 0 0,-1 2 0 0 0,-5 5 0 0 0,0 0 0 0 0,-4 4 0 0 0,1-1 0 0 0,-2 2 0 0 0,1-2 0 0 0,-1 2 0 0 0,2-2 0 0 0,-2 2 0 0 0,2-3 0 0 0,-1 3 0 0 0,-4 2 0 0 0,2-1 0 0 0,3-3 0 0 0,0 0 0 0 0,2 3 0 0 0,3-2 0 0 0,4-3 0 0 0,2-4 0 0 0,2-3 0 0 0,1-3 0 0 0,-4 3 0 0 0,-1 1 0 0 0,-6 4 0 0 0,0 1 0 0 0,2-3 0 0 0,-3 4 0 0 0,1-2 0 0 0,-3 4 0 0 0,2-2 0 0 0,-4 3 0 0 0,3-1 0 0 0,-3 1 0 0 0,2-1 0 0 0,4 1 0 0 0,3 4 0 0 0,3-2 0 0 0,3-3 0 0 0,-4 0 0 0 0,-1-2 0 0 0,1-4 0 0 0,-5 3 0 0 0,-4 4 0 0 0,-1-1 0 0 0,-2 3 0 0 0,1-2 0 0 0,4-4 0 0 0,-1 2 0 0 0,-3 3 0 0 0,0-1 0 0 0,-1 2 0 0 0,2-2 0 0 0,-2 1 0 0 0,3 4 0 0 0,3-3 0 0 0,-1 2 0 0 0,1-3 0 0 0,-2 0 0 0 0,-4 4 0 0 0,1-3 0 0 0,-2 2 0 0 0,2-4 0 0 0,-1 2 0 0 0,-3 2 0 0 0,2-1 0 0 0,-1 0 0 0 0,-2 3 0 0 0,-3 3 0 0 0,-2 2 0 0 0,-2 2 0 0 0,-2 1 0 0 0,0 1 0 0 0,0 0 0 0 0,-1 0 0 0 0,1 1 0 0 0,5-1 0 0 0,1 0 0 0 0,1 0 0 0 0,3 0 0 0 0,1 0 0 0 0,-2 0 0 0 0,-2-1 0 0 0,-3 1 0 0 0,-2 0 0 0 0,-1 0 0 0 0,0 0 0 0 0,-2-1 0 0 0,1 1 0 0 0,-1 0 0 0 0,1 0 0 0 0,0 0 0 0 0,0 0 0 0 0,-6-1 0 0 0,-1 1 0 0 0,1-10 0 0 0,0-15 0 0 0,2-13 0 0 0,2-11 0 0 0,1-7 0 0 0,0-5 0 0 0,1-2 0 0 0,1-2 0 0 0,-1 1 0 0 0,0 0 0 0 0,0 0 0 0 0,1 1 0 0 0,-1 1 0 0 0,0 0 0 0 0,0 0 0 0 0,0 0 0 0 0,0 1 0 0 0,0-1 0 0 0,0 0 0 0 0,0 0 0 0 0,0 1 0 0 0,0-1 0 0 0,0 0 0 0 0,0 0 0 0 0,0 0 0 0 0,0 0 0 0 0,-6 6 0 0 0,-1 1 0 0 0,1 0 0 0 0,0-2 0 0 0,3-1 0 0 0,0-1 0 0 0,2-2 0 0 0,1 0 0 0 0,0-1 0 0 0,-6 5 0 0 0,0 2 0 0 0,-1 0 0 0 0,-3 3 0 0 0,-1 1 0 0 0,3-2 0 0 0,1-2 0 0 0,-2 3 0 0 0,-1-1 0 0 0,2-1 0 0 0,-2 3 0 0 0,-6 5 0 0 0,0 0 0 0 0,4-3 0 0 0,-3 1 0 0 0,2-1 0 0 0,-2 3 0 0 0,1-3 0 0 0,4-2 0 0 0,-3 2 0 0 0,-3-1 0 0 0,0-3 0 0 0,-2 2 0 0 0,2 0 0 0 0,-2 3 0 0 0,3-1 0 0 0,3-3 0 0 0,-1 3 0 0 0,-3-1 0 0 0,0-3 0 0 0,-2 3 0 0 0,-3 4 0 0 0,2 0 0 0 0,4-4 0 0 0,-1 3 0 0 0,3-2 0 0 0,-2 2 0 0 0,-3-1 0 0 0,0-4 0 0 0,0 3 0 0 0,-4 4 0 0 0,2-1 0 0 0,0-3 0 0 0,-2-4 0 0 0,-3-3 0 0 0,-2-3 0 0 0,3-2 0 0 0,1 5 0 0 0,4 0 0 0 0,0 6 0 0 0,3-1 0 0 0,0 5 0 0 0,1-2 0 0 0,-1 3 0 0 0,2-2 0 0 0,-2 2 0 0 0,2-1 0 0 0,-2-5 0 0 0,2-3 0 0 0,-2 2 0 0 0,-4 5 0 0 0,2-1 0 0 0,4-2 0 0 0,-2 2 0 0 0,4-1 0 0 0,-3 2 0 0 0,1-2 0 0 0,4-2 0 0 0,-2 2 0 0 0,0-1 0 0 0,-2 2 0 0 0,1-1 0 0 0,-2 3 0 0 0,1-2 0 0 0,3-2 0 0 0,3-5 0 0 0,3-2 0 0 0,3-2 0 0 0,-4 3 0 0 0,-1 1 0 0 0,1-1 0 0 0,-4 4 0 0 0,0 1 0 0 0,2-3 0 0 0,1-1 0 0 0,3-3 0 0 0,2-2 0 0 0,1 0 0 0 0,1-2 0 0 0,0 0 0 0 0,0 0 0 0 0,1-1 0 0 0,4 6 0 0 0,3 2 0 0 0,-2 0 0 0 0,0-2 0 0 0,-2-1 0 0 0,3-1 0 0 0,2-2 0 0 0,-2 0 0 0 0,3 4 0 0 0,1 2 0 0 0,-2 0 0 0 0,-3-2 0 0 0,3 4 0 0 0,0 1 0 0 0,-1-2 0 0 0,-3-3 0 0 0,-1-1 0 0 0,-2-1 0 0 0,-1-2 0 0 0,-1-1 0 0 0,0 0 0 0 0,-1 0 0 0 0,1 0 0 0 0,-1 0 0 0 0,1 11 0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9477 2016 16383 0 0,'-20'5'0'0'0,"-7"1"0"0"0,-1-2 0 0 0,9-2 0 0 0,14-1 0 0 0,12 0 0 0 0,11-1 0 0 0,7-1 0 0 0,5 1 0 0 0,2 0 0 0 0,1 0 0 0 0,1-1 0 0 0,-1 1 0 0 0,-1 0 0 0 0,0 0 0 0 0,-1 0 0 0 0,0 0 0 0 0,0 0 0 0 0,0 0 0 0 0,0 0 0 0 0,-1 0 0 0 0,-4 6 0 0 0,-13 6 0 0 0,-13 1 0 0 0,-12-1 0 0 0,-10 3 0 0 0,-5-2 0 0 0,-5-3 0 0 0,-1-3 0 0 0,0-2 0 0 0,0-3 0 0 0,0-1 0 0 0,1 4 0 0 0,0 1 0 0 0,1 0 0 0 0,5 4 0 0 0,2 1 0 0 0,0-3 0 0 0,-1-1 0 0 0,-2 2 0 0 0,-2 0 0 0 0,5 4 0 0 0,1 0 0 0 0,2-4 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11539 2399 16383 0 0,'5'0'0'0'0,"6"0"0"0"0,7 0 0 0 0,4 0 0 0 0,5 0 0 0 0,1 0 0 0 0,2 0 0 0 0,0 0 0 0 0,0 0 0 0 0,0 0 0 0 0,0 0 0 0 0,-1 0 0 0 0,0 0 0 0 0,0 0 0 0 0,0 0 0 0 0,-10 0 0 0 0,-13 0 0 0 0,-13 0 0 0 0,-9 0 0 0 0,-3-5 0 0 0,-2-2 0 0 0,-4 1 0 0 0,-1-4 0 0 0,-2 0 0 0 0,-1 1 0 0 0,0 3 0 0 0,0-3 0 0 0,-1 1 0 0 0,1-5 0 0 0,0 2 0 0 0,0 1 0 0 0,0 3 0 0 0,0 3 0 0 0,5-3 0 0 0,2-1 0 0 0,-1 2 0 0 0,-1 1 0 0 0,-1-3 0 0 0,-2 0 0 0 0,0 1 0 0 0,-2 2 0 0 0,5-3 0 0 0,2-1 0 0 0,-1 2 0 0 0,9 2 0 0 0,11 2 0 0 0,11 1 0 0 0,10 1 0 0 0,6 1 0 0 0,4 0 0 0 0,2 5 0 0 0,1 2 0 0 0,1 5 0 0 0,-2-1 0 0 0,1-1 0 0 0,-2-2 0 0 0,1-4 0 0 0,-1 4 0 0 0,0 0 0 0 0,-1-2 0 0 0,-4 4 0 0 0,-1-1 0 0 0,-1-1 0 0 0,2-2 0 0 0,1-2 0 0 0,2-2 0 0 0,-9-1 0 0 0,-13-1 0 0 0,-6 5 0 0 0,-9 1 0 0 0,-7-1 0 0 0,-1 5 0 0 0,-2 0 0 0 0,2 3 0 0 0,9 0 0 0 0,11-3 0 0 0,11-3 0 0 0,7-2 0 0 0,0-3 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11654 2576 16383 0 0,'-5'0'0'0'0,"-2"-5"0"0"0,1-6 0 0 0,1-7 0 0 0,6 0 0 0 0,4-1 0 0 0,4 1 0 0 0,7 5 0 0 0,6 4 0 0 0,3 4 0 0 0,2 2 0 0 0,3 3 0 0 0,0 0 0 0 0,0 1 0 0 0,0 0 0 0 0,-11-1 0 0 0,-12-4 0 0 0,-13-2 0 0 0,-10-5 0 0 0,-8 0 0 0 0,-4 1 0 0 0,2-2 0 0 0,2 0 0 0 0,-2 3 0 0 0,0 3 0 0 0,-1 2 0 0 0,0 2 0 0 0,3-3 0 0 0,2-2 0 0 0,0 1 0 0 0,-2-3 0 0 0,-2-1 0 0 0,-1 2 0 0 0,0 2 0 0 0,-2 3 0 0 0,0 0 0 0 0,0 2 0 0 0,0 1 0 0 0,5-4 0 0 0,1-2 0 0 0,0 0 0 0 0,-1 1 0 0 0,-1 2 0 0 0,-2 1 0 0 0,5-4 0 0 0,5-6 0 0 0,10-1 0 0 0,8-3 0 0 0,7 1 0 0 0,3-1 0 0 0,4 1 0 0 0,5 4 0 0 0,-2-2 0 0 0,2 2 0 0 0,2-2 0 0 0,2 1 0 0 0,2 2 0 0 0,2 3 0 0 0,-4-2 0 0 0,-2 1 0 0 0,-4-4 0 0 0,0 1 0 0 0,1 1 0 0 0,-2-1 0 0 0,1 0 0 0 0,2 2 0 0 0,3 4 0 0 0,-3 6 0 0 0,-4 8 0 0 0,-6 8 0 0 0,-4 6 0 0 0,-3 4 0 0 0,-2 2 0 0 0,-6-4 0 0 0,-2-1 0 0 0,-1 0 0 0 0,3 1 0 0 0,0 1 0 0 0,3 1 0 0 0,0 1 0 0 0,6-4 0 0 0,3-12 0 0 0,4-12 0 0 0,1-11 0 0 0,-2-9 0 0 0,3 0 0 0 0,-2-3 0 0 0,3 3 0 0 0,-1 0 0 0 0,-3-1 0 0 0,2 3 0 0 0,-1-1 0 0 0,-3-2 0 0 0,3-2 0 0 0,-1-2 0 0 0,-2-2 0 0 0,2 4 0 0 0,0 0 0 0 0,-2 0 0 0 0,-2-1 0 0 0,2 3 0 0 0,1 1 0 0 0,-2-2 0 0 0,-2-1 0 0 0,3 2 0 0 0,0 1 0 0 0,-1-2 0 0 0,-2-2 0 0 0,-1-1 0 0 0,-3 8 0 0 0,0 11 0 0 0,-6 8 0 0 0,-1 8 0 0 0,-1 7 0 0 0,2 6 0 0 0,1 3 0 0 0,-3 3 0 0 0,-1 1 0 0 0,-4 1 0 0 0,0-1 0 0 0,3 0 0 0 0,2 0 0 0 0,2-1 0 0 0,3 0 0 0 0,1 0 0 0 0,1 0 0 0 0,-5 0 0 0 0,-1 0 0 0 0,0-1 0 0 0,2 1 0 0 0,1 0 0 0 0,1 0 0 0 0,1 0 0 0 0,0 0 0 0 0,1-10 0 0 0,0-13 0 0 0,1-13 0 0 0,-1-9 0 0 0,0-8 0 0 0,0-4 0 0 0,0-2 0 0 0,0-2 0 0 0,0 1 0 0 0,0 0 0 0 0,0 1 0 0 0,0 0 0 0 0,0 0 0 0 0,0 1 0 0 0,0 0 0 0 0,0 0 0 0 0,0 1 0 0 0,0-1 0 0 0,0 0 0 0 0,0 0 0 0 0,0 1 0 0 0,0-1 0 0 0,0 10 0 0 0,0 13 0 0 0,0 12 0 0 0,0 11 0 0 0,0 6 0 0 0,-5 0 0 0 0,-1 1 0 0 0,-5 1 0 0 0,-1 2 0 0 0,2 0 0 0 0,3 1 0 0 0,-3-4 0 0 0,1-1 0 0 0,2-1 0 0 0,-3-2 0 0 0,0-1 0 0 0,2 1 0 0 0,-3 3 0 0 0,1 2 0 0 0,-3 2 0 0 0,1 0 0 0 0,-3-3 0 0 0,2-1 0 0 0,2 0 0 0 0,4 1 0 0 0,2-8 0 0 0,3-12 0 0 0,1-11 0 0 0,6-5 0 0 0,2-5 0 0 0,0-5 0 0 0,4-3 0 0 0,-1-3 0 0 0,-1-1 0 0 0,2 5 0 0 0,0 0 0 0 0,-2 1 0 0 0,1 3 0 0 0,1 1 0 0 0,-3-2 0 0 0,-2-2 0 0 0,2-2 0 0 0,1-1 0 0 0,-3-2 0 0 0,4-1 0 0 0,0 0 0 0 0,3 5 0 0 0,-1 1 0 0 0,-2 0 0 0 0,-3-1 0 0 0,-2-2 0 0 0,2 0 0 0 0,0-2 0 0 0,4 4 0 0 0,0 2 0 0 0,-1 9 0 0 0,-4 12 0 0 0,-1 11 0 0 0,-3 8 0 0 0,-1 7 0 0 0,-1 3 0 0 0,0 2 0 0 0,-1 2 0 0 0,1-1 0 0 0,0-1 0 0 0,-1 1 0 0 0,1-2 0 0 0,-5 1 0 0 0,-2-1 0 0 0,1 0 0 0 0,1-1 0 0 0,2 1 0 0 0,0 0 0 0 0,2 0 0 0 0,1 0 0 0 0,0-1 0 0 0,0 1 0 0 0,0 0 0 0 0,1 0 0 0 0,-1 0 0 0 0,0 0 0 0 0,0 0 0 0 0,0-10 0 0 0,5-13 0 0 0,2-13 0 0 0,-1-9 0 0 0,-1-8 0 0 0,-2-4 0 0 0,0-2 0 0 0,3-2 0 0 0,1 1 0 0 0,-1 0 0 0 0,4-4 0 0 0,-1-2 0 0 0,0 1 0 0 0,-3 2 0 0 0,-3 2 0 0 0,0 1 0 0 0,-2 1 0 0 0,4 6 0 0 0,1 1 0 0 0,0 1 0 0 0,-2-2 0 0 0,-1 9 0 0 0,-1 12 0 0 0,-1 11 0 0 0,0 9 0 0 0,-1 6 0 0 0,0 5 0 0 0,-1 2 0 0 0,6-4 0 0 0,1-1 0 0 0,0 0 0 0 0,-1 0 0 0 0,4 1 0 0 0,-1-4 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12294 1540 16383 0 0,'-5'0'0'0'0,"-7"5"0"0"0,-5 1 0 0 0,-1 5 0 0 0,-2 1 0 0 0,3 3 0 0 0,-1-2 0 0 0,-3-2 0 0 0,-2 2 0 0 0,-2-2 0 0 0,3 3 0 0 0,1-2 0 0 0,-2-2 0 0 0,-1-3 0 0 0,3 2 0 0 0,0 0 0 0 0,-1 2 0 0 0,-1 1 0 0 0,2 2 0 0 0,1-1 0 0 0,-2-2 0 0 0,-2 1 0 0 0,-1 4 0 0 0,-2-1 0 0 0,-1-3 0 0 0,-1 1 0 0 0,0-1 0 0 0,5 2 0 0 0,1-1 0 0 0,5 1 0 0 0,0 0 0 0 0,-1-4 0 0 0,-2 2 0 0 0,-4 4 0 0 0,-1-2 0 0 0,-1-2 0 0 0,3 2 0 0 0,1 2 0 0 0,5 5 0 0 0,0-2 0 0 0,-1-5 0 0 0,2 2 0 0 0,4 1 0 0 0,-1-1 0 0 0,-2-3 0 0 0,1 0 0 0 0,3 4 0 0 0,4 3 0 0 0,7-2 0 0 0,10-3 0 0 0,8-5 0 0 0,6 1 0 0 0,4-1 0 0 0,2-3 0 0 0,1-2 0 0 0,1-2 0 0 0,-1 3 0 0 0,0 1 0 0 0,0-1 0 0 0,0-1 0 0 0,-1-2 0 0 0,0-1 0 0 0,4-1 0 0 0,3-1 0 0 0,4 5 0 0 0,0 1 0 0 0,-1 0 0 0 0,-3-1 0 0 0,-3-2 0 0 0,-6 4 0 0 0,1 1 0 0 0,2-2 0 0 0,-1-1 0 0 0,1-1 0 0 0,0 2 0 0 0,0 2 0 0 0,-1-2 0 0 0,5-1 0 0 0,1-1 0 0 0,5 2 0 0 0,6 2 0 0 0,-1-2 0 0 0,-3-1 0 0 0,-3-2 0 0 0,-4-1 0 0 0,-3-1 0 0 0,-2-1 0 0 0,-1 0 0 0 0,0 0 0 0 0,-1 0 0 0 0,0-1 0 0 0,-5-4 0 0 0,-6-6 0 0 0,-11-2 0 0 0,-11 2 0 0 0,-5-3 0 0 0,-6-3 0 0 0,-5 1 0 0 0,-3 3 0 0 0,1-1 0 0 0,1 2 0 0 0,-2-2 0 0 0,-1-4 0 0 0,-1 2 0 0 0,-1 3 0 0 0,-2 4 0 0 0,1-2 0 0 0,-1 2 0 0 0,-1-3 0 0 0,1 0 0 0 0,0 3 0 0 0,0 3 0 0 0,5-3 0 0 0,2 0 0 0 0,-1 2 0 0 0,4-3 0 0 0,0 1 0 0 0,-1-4 0 0 0,-3 0 0 0 0,-2 4 0 0 0,-1 2 0 0 0,-2 2 0 0 0,-1 3 0 0 0,0 1 0 0 0,5 6 0 0 0,6 7 0 0 0,6 6 0 0 0,6 5 0 0 0,3 4 0 0 0,7 2 0 0 0,4 1 0 0 0,4-5 0 0 0,6-2 0 0 0,4 1 0 0 0,4-4 0 0 0,2-6 0 0 0,1 0 0 0 0,-4-2 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14658 3466 16383 0 0,'5'0'0'0'0,"1"0"0"0"0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14679 3487 16383 0 0,'0'5'0'0'0,"0"2"0"0"0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3376 7382 16383 0 0,'0'0'0'0'0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1916 9499 16383 0 0,'0'0'0'0'0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15021 2685 16383 0 0,'-5'0'0'0'0,"-7"0"0"0"0,-7 0 0 0 0,-5 0 0 0 0,-4 0 0 0 0,-3 0 0 0 0,0 0 0 0 0,-2 0 0 0 0,6-5 0 0 0,2-2 0 0 0,0 0 0 0 0,-1 2 0 0 0,-1 1 0 0 0,-1 1 0 0 0,-2 2 0 0 0,0 1 0 0 0,-1 0 0 0 0,0 0 0 0 0,0 0 0 0 0,5-5 0 0 0,2-2 0 0 0,0 1 0 0 0,-2 1 0 0 0,-1 1 0 0 0,-1-4 0 0 0,-2 0 0 0 0,0 1 0 0 0,-1 2 0 0 0,0 1 0 0 0,0 2 0 0 0,0 1 0 0 0,0-5 0 0 0,0 0 0 0 0,0-1 0 0 0,0 2 0 0 0,0 2 0 0 0,0 1 0 0 0,0 1 0 0 0,0 0 0 0 0,1 1 0 0 0,-1 0 0 0 0,0 1 0 0 0,0-1 0 0 0,0 0 0 0 0,0 0 0 0 0,6-5 0 0 0,1-2 0 0 0,0 1 0 0 0,-2 0 0 0 0,-1 3 0 0 0,4-5 0 0 0,1 0 0 0 0,-2 0 0 0 0,-2 3 0 0 0,-1 2 0 0 0,-2-5 0 0 0,5-5 0 0 0,0-1 0 0 0,5-3 0 0 0,6-4 0 0 0,4-4 0 0 0,10 3 0 0 0,9 5 0 0 0,4 0 0 0 0,4 2 0 0 0,4 5 0 0 0,4 4 0 0 0,-2-3 0 0 0,-1 0 0 0 0,2 3 0 0 0,1 1 0 0 0,2 2 0 0 0,1 1 0 0 0,1 1 0 0 0,1 1 0 0 0,0 1 0 0 0,0-1 0 0 0,0 0 0 0 0,0 1 0 0 0,0-1 0 0 0,0 0 0 0 0,0 0 0 0 0,0 0 0 0 0,0 0 0 0 0,0 0 0 0 0,0 0 0 0 0,-1 0 0 0 0,1 0 0 0 0,5 0 0 0 0,2 0 0 0 0,0 0 0 0 0,3 0 0 0 0,1 0 0 0 0,-3 0 0 0 0,-1 0 0 0 0,-3 0 0 0 0,-2 0 0 0 0,4 0 0 0 0,1 0 0 0 0,5 0 0 0 0,-1 0 0 0 0,4 0 0 0 0,0 0 0 0 0,1 0 0 0 0,-1 0 0 0 0,-4 0 0 0 0,-3 0 0 0 0,2 0 0 0 0,-1 0 0 0 0,-2 0 0 0 0,-2 0 0 0 0,-2 0 0 0 0,-1 0 0 0 0,-2 0 0 0 0,0 0 0 0 0,0 0 0 0 0,-1 0 0 0 0,0-5 0 0 0,1-2 0 0 0,0 0 0 0 0,-1 2 0 0 0,1 1 0 0 0,0 2 0 0 0,0 0 0 0 0,-1-3 0 0 0,1-2 0 0 0,0-5 0 0 0,0 0 0 0 0,-5 2 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14912 2196 16383 0 0,'0'0'0'0'0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15563 2582 16383 0 0,'-5'0'0'0'0,"-8"0"0"0"0,-5 0 0 0 0,-7 0 0 0 0,-3 0 0 0 0,-2 0 0 0 0,-2-5 0 0 0,0-2 0 0 0,0-5 0 0 0,0 0 0 0 0,0 2 0 0 0,6-3 0 0 0,2 1 0 0 0,0 2 0 0 0,-2-2 0 0 0,-1 1 0 0 0,-1-3 0 0 0,-2 1 0 0 0,0 3 0 0 0,-1 2 0 0 0,0 4 0 0 0,5-4 0 0 0,2 0 0 0 0,0-3 0 0 0,-2-1 0 0 0,-1 2 0 0 0,-1 3 0 0 0,-2 2 0 0 0,0 2 0 0 0,-1-3 0 0 0,0-1 0 0 0,0 1 0 0 0,0 1 0 0 0,5-4 0 0 0,2 0 0 0 0,0 2 0 0 0,-2 1 0 0 0,-1-3 0 0 0,-1 0 0 0 0,-2 2 0 0 0,0 1 0 0 0,-1 2 0 0 0,0 2 0 0 0,0 1 0 0 0,0 1 0 0 0,0 1 0 0 0,0-1 0 0 0,0 0 0 0 0,0 1 0 0 0,0-1 0 0 0,0 0 0 0 0,0 0 0 0 0,0-5 0 0 0,1-2 0 0 0,-1 0 0 0 0,0 2 0 0 0,0 1 0 0 0,0 2 0 0 0,0 0 0 0 0,1 2 0 0 0,-1 0 0 0 0,0 0 0 0 0,0 0 0 0 0,0 1 0 0 0,1-1 0 0 0,-1 0 0 0 0,0 0 0 0 0,11 0 0 0 0,13 0 0 0 0,14 0 0 0 0,11 0 0 0 0,7 0 0 0 0,5 0 0 0 0,2 0 0 0 0,2 6 0 0 0,-1 1 0 0 0,0-1 0 0 0,0 5 0 0 0,-1 0 0 0 0,-1-2 0 0 0,0-3 0 0 0,5 4 0 0 0,7-1 0 0 0,2-1 0 0 0,3 3 0 0 0,-2-1 0 0 0,3-1 0 0 0,3-3 0 0 0,-2-2 0 0 0,1 3 0 0 0,2 1 0 0 0,3-1 0 0 0,-3 3 0 0 0,0 0 0 0 0,1-1 0 0 0,3 2 0 0 0,1 0 0 0 0,7-2 0 0 0,3 3 0 0 0,-5-1 0 0 0,-3-3 0 0 0,-1-2 0 0 0,0-2 0 0 0,6 4 0 0 0,2-1 0 0 0,0 0 0 0 0,-6-2 0 0 0,-2-2 0 0 0,-2-1 0 0 0,6-1 0 0 0,-3-1 0 0 0,4 0 0 0 0,2 0 0 0 0,5-1 0 0 0,-4 6 0 0 0,-2 2 0 0 0,2 0 0 0 0,-4-2 0 0 0,-3-1 0 0 0,-6-2 0 0 0,-2-1 0 0 0,1 0 0 0 0,-3-1 0 0 0,0 0 0 0 0,-4-1 0 0 0,2 1 0 0 0,3 0 0 0 0,3 0 0 0 0,8 0 0 0 0,-1 0 0 0 0,-6 0 0 0 0,-2 0 0 0 0,-4 0 0 0 0,-6 0 0 0 0,-4 0 0 0 0,-4 0 0 0 0,2 0 0 0 0,1 0 0 0 0,-1 0 0 0 0,-2 0 0 0 0,-2 0 0 0 0,5 0 0 0 0,1 0 0 0 0,3 0 0 0 0,7 0 0 0 0,-1 0 0 0 0,-4 0 0 0 0,-3 0 0 0 0,-3 0 0 0 0,-4 0 0 0 0,-2 0 0 0 0,-1 0 0 0 0,0 0 0 0 0,-12 0 0 0 0,-13 0 0 0 0,-14 0 0 0 0,-10 0 0 0 0,-7 0 0 0 0,-5 0 0 0 0,-3 0 0 0 0,0 0 0 0 0,-1 0 0 0 0,1 0 0 0 0,1 0 0 0 0,0 0 0 0 0,0 0 0 0 0,1 0 0 0 0,1 0 0 0 0,-1 0 0 0 0,0 0 0 0 0,-5 0 0 0 0,-2 0 0 0 0,1 0 0 0 0,1 5 0 0 0,1 2 0 0 0,2-1 0 0 0,1 0 0 0 0,1-2 0 0 0,0-2 0 0 0,0-1 0 0 0,-5 0 0 0 0,4 4 0 0 0,-3 2 0 0 0,-7-1 0 0 0,-1-1 0 0 0,-3-1 0 0 0,0-2 0 0 0,3-1 0 0 0,-2 0 0 0 0,2-1 0 0 0,3-1 0 0 0,3 1 0 0 0,-3 0 0 0 0,-5-1 0 0 0,0 1 0 0 0,-3 0 0 0 0,2 0 0 0 0,3 0 0 0 0,-2 0 0 0 0,2 0 0 0 0,-2 0 0 0 0,1 0 0 0 0,-8 0 0 0 0,0 0 0 0 0,4 0 0 0 0,-1 0 0 0 0,-3 0 0 0 0,3 0 0 0 0,-1 0 0 0 0,3 0 0 0 0,-7 0 0 0 0,1 0 0 0 0,5 0 0 0 0,-1 0 0 0 0,3 0 0 0 0,-1 0 0 0 0,-3 0 0 0 0,1 0 0 0 0,0 0 0 0 0,1 0 0 0 0,0 0 0 0 0,-3 0 0 0 0,1-5 0 0 0,5-2 0 0 0,0 0 0 0 0,1 2 0 0 0,-2 1 0 0 0,2 2 0 0 0,3 1 0 0 0,-2 0 0 0 0,-4-4 0 0 0,-5-2 0 0 0,2 1 0 0 0,3 1 0 0 0,5 1 0 0 0,-1 2 0 0 0,-3 1 0 0 0,0 0 0 0 0,3 1 0 0 0,-1 1 0 0 0,1-6 0 0 0,2-2 0 0 0,4 0 0 0 0,3 2 0 0 0,1 2 0 0 0,7-5 0 0 0,2 0 0 0 0,0 1 0 0 0,-1 1 0 0 0,-1-3 0 0 0,-2 0 0 0 0,-1 2 0 0 0,-1 1 0 0 0,-1 2 0 0 0,5-3 0 0 0,2-1 0 0 0,-1 1 0 0 0,5-3 0 0 0,0 0 0 0 0,3-4 0 0 0,5-5 0 0 0,9 2 0 0 0,11-3 0 0 0,10 3 0 0 0,6 4 0 0 0,4 4 0 0 0,3 4 0 0 0,2 3 0 0 0,0 1 0 0 0,0 1 0 0 0,-1 1 0 0 0,0 0 0 0 0,-1 0 0 0 0,-5-6 0 0 0,-2-1 0 0 0,0-1 0 0 0,2 2 0 0 0,0 1 0 0 0,3 2 0 0 0,6 0 0 0 0,2 2 0 0 0,0 0 0 0 0,0 0 0 0 0,-2 0 0 0 0,-2 1 0 0 0,-1-1 0 0 0,0 0 0 0 0,4 0 0 0 0,2 0 0 0 0,-1 0 0 0 0,-1 0 0 0 0,-2 0 0 0 0,4 0 0 0 0,7 0 0 0 0,5 0 0 0 0,0 0 0 0 0,1 0 0 0 0,-2 0 0 0 0,-4 0 0 0 0,-5 0 0 0 0,1 0 0 0 0,0 5 0 0 0,2 2 0 0 0,0 0 0 0 0,-3-2 0 0 0,-2-1 0 0 0,-3-1 0 0 0,4 3 0 0 0,4 1 0 0 0,2 0 0 0 0,-3-2 0 0 0,-2-1 0 0 0,-4-2 0 0 0,4 4 0 0 0,-1 1 0 0 0,4 0 0 0 0,0-2 0 0 0,-3-1 0 0 0,-2-2 0 0 0,-2-1 0 0 0,-3-1 0 0 0,4 5 0 0 0,1 2 0 0 0,-1-1 0 0 0,-1-1 0 0 0,-2-1 0 0 0,-1-2 0 0 0,-1-1 0 0 0,-1 0 0 0 0,5-1 0 0 0,6 0 0 0 0,8 4 0 0 0,5 3 0 0 0,-2 0 0 0 0,-4-2 0 0 0,-6-2 0 0 0,-4 0 0 0 0,-4-2 0 0 0,-3 0 0 0 0,-1-1 0 0 0,-1-1 0 0 0,0 1 0 0 0,0 0 0 0 0,0 0 0 0 0,0-1 0 0 0,1 1 0 0 0,-11 0 0 0 0,-14 0 0 0 0,-13 0 0 0 0,-10 0 0 0 0,-9 0 0 0 0,-3 0 0 0 0,-4-5 0 0 0,0-2 0 0 0,-1 0 0 0 0,6-3 0 0 0,-2-1 0 0 0,-3 2 0 0 0,1 2 0 0 0,-6 3 0 0 0,-2-4 0 0 0,2 0 0 0 0,1 2 0 0 0,-3 1 0 0 0,0-4 0 0 0,1 0 0 0 0,2 2 0 0 0,3 1 0 0 0,-4-3 0 0 0,-6 0 0 0 0,-1 2 0 0 0,-3-4 0 0 0,-4 0 0 0 0,2 3 0 0 0,-1 1 0 0 0,2 3 0 0 0,0 2 0 0 0,-3 1 0 0 0,-2-4 0 0 0,-4-2 0 0 0,4 1 0 0 0,6 1 0 0 0,5-3 0 0 0,0-2 0 0 0,-4 3 0 0 0,-3 1 0 0 0,-5-3 0 0 0,2 0 0 0 0,6 1 0 0 0,4 3 0 0 0,0 1 0 0 0,1 2 0 0 0,4-4 0 0 0,-4-1 0 0 0,2 0 0 0 0,1 2 0 0 0,-3 2 0 0 0,1 1 0 0 0,1 1 0 0 0,3 1 0 0 0,3 0 0 0 0,-4 0 0 0 0,-6 0 0 0 0,-1 1 0 0 0,3-1 0 0 0,2 0 0 0 0,4-5 0 0 0,2-2 0 0 0,-4 0 0 0 0,-5 2 0 0 0,-1 1 0 0 0,1-4 0 0 0,-1 0 0 0 0,-5 1 0 0 0,1 2 0 0 0,4 1 0 0 0,4 2 0 0 0,3 1 0 0 0,-2 1 0 0 0,0 0 0 0 0,1 0 0 0 0,3-5 0 0 0,1-1 0 0 0,1-1 0 0 0,2 2 0 0 0,0 1 0 0 0,6-3 0 0 0,1-1 0 0 0,0 0 0 0 0,-1 3 0 0 0,4-4 0 0 0,-1 0 0 0 0,-1 1 0 0 0,-2 3 0 0 0,9 1 0 0 0,12 2 0 0 0,11 1 0 0 0,11 1 0 0 0,7 0 0 0 0,5 1 0 0 0,7-1 0 0 0,3 0 0 0 0,0 1 0 0 0,-2-1 0 0 0,4 5 0 0 0,-1 2 0 0 0,4 0 0 0 0,-1 3 0 0 0,2 1 0 0 0,5 3 0 0 0,8 0 0 0 0,6-3 0 0 0,-4-3 0 0 0,4 2 0 0 0,-4-1 0 0 0,-2 4 0 0 0,-1 0 0 0 0,1-3 0 0 0,1 2 0 0 0,5 5 0 0 0,8-1 0 0 0,-3 2 0 0 0,1-2 0 0 0,1-4 0 0 0,-8 2 0 0 0,1 3 0 0 0,5-1 0 0 0,2-3 0 0 0,-2-4 0 0 0,4 2 0 0 0,-6-1 0 0 0,1-3 0 0 0,0 4 0 0 0,-2-1 0 0 0,4 4 0 0 0,0-2 0 0 0,-2-1 0 0 0,4 1 0 0 0,-6 0 0 0 0,-4 2 0 0 0,4 0 0 0 0,0-4 0 0 0,0 3 0 0 0,-2-2 0 0 0,5-2 0 0 0,-5 2 0 0 0,-3 0 0 0 0,4-2 0 0 0,-4-3 0 0 0,-3-3 0 0 0,0-1 0 0 0,0-1 0 0 0,1-1 0 0 0,-5 0 0 0 0,-1 4 0 0 0,0 3 0 0 0,-3-1 0 0 0,5-1 0 0 0,4-1 0 0 0,2-2 0 0 0,-5-1 0 0 0,-1 5 0 0 0,1 1 0 0 0,-5 0 0 0 0,-6-2 0 0 0,0-2 0 0 0,-2-1 0 0 0,1 0 0 0 0,4-2 0 0 0,-2 0 0 0 0,-2 0 0 0 0,-5-1 0 0 0,-4 1 0 0 0,-2 5 0 0 0,3 2 0 0 0,1-1 0 0 0,-1 0 0 0 0,-2-2 0 0 0,-1-2 0 0 0,-1-1 0 0 0,-2 0 0 0 0,0-1 0 0 0,0 0 0 0 0,0-1 0 0 0,-1 6 0 0 0,1 2 0 0 0,-1-1 0 0 0,1 0 0 0 0,-11-3 0 0 0,-13 0 0 0 0,-14-2 0 0 0,-11-1 0 0 0,-2-5 0 0 0,-3-2 0 0 0,-3 0 0 0 0,-2 2 0 0 0,-1-5 0 0 0,-2 1 0 0 0,-6 1 0 0 0,-1 2 0 0 0,0 2 0 0 0,1 2 0 0 0,2 1 0 0 0,2 1 0 0 0,1 0 0 0 0,0 0 0 0 0,-4 1 0 0 0,-7-1 0 0 0,-1-5 0 0 0,-3-2 0 0 0,0 1 0 0 0,3 0 0 0 0,-6 3 0 0 0,0 0 0 0 0,-2 2 0 0 0,-3 0 0 0 0,3 1 0 0 0,0 1 0 0 0,3-1 0 0 0,0 0 0 0 0,-8 0 0 0 0,1-5 0 0 0,-6-1 0 0 0,-3-1 0 0 0,4 2 0 0 0,-2 1 0 0 0,3 1 0 0 0,2 2 0 0 0,-5 1 0 0 0,-3 0 0 0 0,0 0 0 0 0,-4 0 0 0 0,-7 0 0 0 0,5 1 0 0 0,-1-1 0 0 0,1-5 0 0 0,3-2 0 0 0,2 0 0 0 0,2 2 0 0 0,8 1 0 0 0,-4 2 0 0 0,5 0 0 0 0,-5 2 0 0 0,-2 0 0 0 0,-6 0 0 0 0,3 0 0 0 0,3 1 0 0 0,-4-1 0 0 0,4 0 0 0 0,2 0 0 0 0,7 0 0 0 0,7 0 0 0 0,-4 0 0 0 0,1 0 0 0 0,4 0 0 0 0,-6-5 0 0 0,1-2 0 0 0,3 0 0 0 0,0 2 0 0 0,3 1 0 0 0,-2 2 0 0 0,2 0 0 0 0,4 2 0 0 0,-2 0 0 0 0,-5 0 0 0 0,2 0 0 0 0,3 1 0 0 0,-2-1 0 0 0,-4 0 0 0 0,-4-5 0 0 0,3-2 0 0 0,3 0 0 0 0,5 2 0 0 0,4 1 0 0 0,4 2 0 0 0,2 1 0 0 0,1 0 0 0 0,1 1 0 0 0,0 0 0 0 0,0 1 0 0 0,0-1 0 0 0,0 0 0 0 0,0 0 0 0 0,-1-5 0 0 0,0-2 0 0 0,0 1 0 0 0,0 0 0 0 0,6-3 0 0 0,1 0 0 0 0,0 1 0 0 0,3-3 0 0 0,7-5 0 0 0,9 0 0 0 0,12 3 0 0 0,10 4 0 0 0,6 3 0 0 0,6 2 0 0 0,3 3 0 0 0,0 1 0 0 0,7 0 0 0 0,0 1 0 0 0,6 0 0 0 0,-1-1 0 0 0,-2 1 0 0 0,2-1 0 0 0,4 0 0 0 0,5 0 0 0 0,-2 0 0 0 0,1 0 0 0 0,-3 0 0 0 0,-5 0 0 0 0,6 0 0 0 0,0 5 0 0 0,2 2 0 0 0,-3 0 0 0 0,-5 4 0 0 0,2-1 0 0 0,7-1 0 0 0,1-2 0 0 0,2-3 0 0 0,6-1 0 0 0,-6 3 0 0 0,-4 1 0 0 0,2 0 0 0 0,0 3 0 0 0,3 0 0 0 0,-4-1 0 0 0,5 2 0 0 0,-2 0 0 0 0,0-2 0 0 0,1 3 0 0 0,1-1 0 0 0,-4-3 0 0 0,0-1 0 0 0,5 2 0 0 0,5 0 0 0 0,-5 3 0 0 0,-1 1 0 0 0,0-3 0 0 0,-5-3 0 0 0,-1-2 0 0 0,1-3 0 0 0,3-1 0 0 0,-4 4 0 0 0,0 2 0 0 0,2-1 0 0 0,-3-1 0 0 0,-5-2 0 0 0,-6-1 0 0 0,-3-1 0 0 0,2 5 0 0 0,-1 1 0 0 0,-1-1 0 0 0,4 0 0 0 0,-1-3 0 0 0,5-1 0 0 0,-2 5 0 0 0,4 0 0 0 0,-2 0 0 0 0,-3-2 0 0 0,-3-2 0 0 0,-3-1 0 0 0,-3-1 0 0 0,-1 0 0 0 0,-2-1 0 0 0,1-1 0 0 0,-1 1 0 0 0,0 0 0 0 0,-5 5 0 0 0,-1 2 0 0 0,0-1 0 0 0,-9-1 0 0 0,-13-1 0 0 0,-11-1 0 0 0,-10-7 0 0 0,-7-3 0 0 0,-4 1 0 0 0,-2 0 0 0 0,-6-3 0 0 0,-3-1 0 0 0,2 2 0 0 0,-4 2 0 0 0,1 2 0 0 0,1-4 0 0 0,3 0 0 0 0,3 2 0 0 0,2 0 0 0 0,-4-2 0 0 0,-1-1 0 0 0,-4 1 0 0 0,-6-2 0 0 0,0-1 0 0 0,-2 2 0 0 0,2-2 0 0 0,4 0 0 0 0,-1 2 0 0 0,-3 3 0 0 0,-4-3 0 0 0,-4-1 0 0 0,-3 3 0 0 0,-1 2 0 0 0,-2 1 0 0 0,5 2 0 0 0,2 2 0 0 0,-6-6 0 0 0,2 0 0 0 0,-4-1 0 0 0,-7 2 0 0 0,7-3 0 0 0,0-2 0 0 0,5 3 0 0 0,-3 1 0 0 0,-2 2 0 0 0,-1-3 0 0 0,0-1 0 0 0,6 1 0 0 0,2 2 0 0 0,-5 1 0 0 0,3-3 0 0 0,-5-1 0 0 0,-2 1 0 0 0,-1 2 0 0 0,7 2 0 0 0,1 1 0 0 0,2-5 0 0 0,-2 0 0 0 0,0 1 0 0 0,4 1 0 0 0,-5 1 0 0 0,3 2 0 0 0,6 1 0 0 0,0 1 0 0 0,4 0 0 0 0,-1 0 0 0 0,3 0 0 0 0,-3 1 0 0 0,3-1 0 0 0,2 0 0 0 0,4 0 0 0 0,-2 0 0 0 0,0 0 0 0 0,2 0 0 0 0,2 0 0 0 0,-3 0 0 0 0,-1 0 0 0 0,2 0 0 0 0,2-5 0 0 0,2-2 0 0 0,1 0 0 0 0,1 2 0 0 0,1 1 0 0 0,1 2 0 0 0,-1 0 0 0 0,1 2 0 0 0,-1 0 0 0 0,1 0 0 0 0,4-5 0 0 0,2-1 0 0 0,6-6 0 0 0,10-5 0 0 0,12-1 0 0 0,10-1 0 0 0,9 1 0 0 0,5 5 0 0 0,3 4 0 0 0,7 4 0 0 0,2 2 0 0 0,0 2 0 0 0,-2 1 0 0 0,-2 1 0 0 0,-2 0 0 0 0,3 0 0 0 0,2-1 0 0 0,3 1 0 0 0,1-1 0 0 0,3 0 0 0 0,5 0 0 0 0,-2 0 0 0 0,2 0 0 0 0,2 0 0 0 0,3 0 0 0 0,2 0 0 0 0,3 0 0 0 0,5 0 0 0 0,3 5 0 0 0,5 2 0 0 0,0 0 0 0 0,4 3 0 0 0,-1 1 0 0 0,-3-2 0 0 0,6 3 0 0 0,1-1 0 0 0,-4-2 0 0 0,2-2 0 0 0,8 2 0 0 0,-1 0 0 0 0,1 4 0 0 0,7-1 0 0 0,-2-2 0 0 0,-1 3 0 0 0,-1-2 0 0 0,1 4 0 0 0,6-2 0 0 0,-4 3 0 0 0,4-2 0 0 0,-4-3 0 0 0,-3-3 0 0 0,0-3 0 0 0,5 2 0 0 0,8 1 0 0 0,-4 4 0 0 0,3-1 0 0 0,-1-1 0 0 0,-1-3 0 0 0,-8 3 0 0 0,2 0 0 0 0,1 3 0 0 0,-6-1 0 0 0,3-2 0 0 0,2-3 0 0 0,-4 3 0 0 0,-3 0 0 0 0,0-3 0 0 0,2-1 0 0 0,-5 2 0 0 0,-1 1 0 0 0,7-2 0 0 0,-7-1 0 0 0,-1-3 0 0 0,0 5 0 0 0,-3-1 0 0 0,1 0 0 0 0,3-2 0 0 0,-3-1 0 0 0,-4 3 0 0 0,0 1 0 0 0,4-1 0 0 0,-2-2 0 0 0,-3 4 0 0 0,0 0 0 0 0,-1-2 0 0 0,-3-1 0 0 0,-8-2 0 0 0,1-2 0 0 0,0-1 0 0 0,-6-1 0 0 0,3 0 0 0 0,2-1 0 0 0,-5 1 0 0 0,-2 0 0 0 0,1 5 0 0 0,-5 1 0 0 0,0 1 0 0 0,-5-2 0 0 0,2-1 0 0 0,-4-2 0 0 0,-3 5 0 0 0,1 0 0 0 0,-1 0 0 0 0,-3-2 0 0 0,3-1 0 0 0,-1-2 0 0 0,-2 4 0 0 0,-2 1 0 0 0,-3 0 0 0 0,-1-2 0 0 0,-2-2 0 0 0,0 0 0 0 0,0-2 0 0 0,-1-1 0 0 0,0 0 0 0 0,-10 0 0 0 0,-13-1 0 0 0,-15 1 0 0 0,-9 0 0 0 0,-8 0 0 0 0,-5 0 0 0 0,-3-1 0 0 0,0 1 0 0 0,-1 0 0 0 0,1 0 0 0 0,1 0 0 0 0,0 0 0 0 0,0 1 0 0 0,1-1 0 0 0,-5 0 0 0 0,-7 0 0 0 0,-1-6 0 0 0,-4-1 0 0 0,1 1 0 0 0,3 0 0 0 0,-6 2 0 0 0,0 2 0 0 0,-2 1 0 0 0,-8-5 0 0 0,1-1 0 0 0,0 1 0 0 0,-6 1 0 0 0,3 1 0 0 0,-3 2 0 0 0,-7 1 0 0 0,4 1 0 0 0,-3 0 0 0 0,7 0 0 0 0,-3 0 0 0 0,-5-5 0 0 0,-1-2 0 0 0,-4 1 0 0 0,-4 1 0 0 0,1 1 0 0 0,-2 2 0 0 0,3 0 0 0 0,4 2 0 0 0,-1 0 0 0 0,-3 0 0 0 0,2 0 0 0 0,-3 1 0 0 0,-3-1 0 0 0,8 0 0 0 0,0 0 0 0 0,-2-5 0 0 0,1-2 0 0 0,-2 0 0 0 0,-4 2 0 0 0,-8 1 0 0 0,5 2 0 0 0,2 0 0 0 0,4 2 0 0 0,0 0 0 0 0,-2 0 0 0 0,2 0 0 0 0,-2 1 0 0 0,4-1 0 0 0,3 0 0 0 0,-1 0 0 0 0,-3 0 0 0 0,-5 0 0 0 0,2 0 0 0 0,-2 0 0 0 0,9 0 0 0 0,1 0 0 0 0,-3 0 0 0 0,-4-5 0 0 0,1-2 0 0 0,3 0 0 0 0,5 2 0 0 0,3 1 0 0 0,-2-3 0 0 0,0-2 0 0 0,-4 2 0 0 0,-4 2 0 0 0,-6-4 0 0 0,7 0 0 0 0,1 1 0 0 0,7 3 0 0 0,1-4 0 0 0,1 0 0 0 0,1 1 0 0 0,-4 3 0 0 0,0-4 0 0 0,7 0 0 0 0,2 1 0 0 0,-2-2 0 0 0,2-1 0 0 0,3 2 0 0 0,0 3 0 0 0,4-3 0 0 0,-3 0 0 0 0,1 1 0 0 0,7-2 0 0 0,-1-1 0 0 0,5 3 0 0 0,-2 2 0 0 0,-3 2 0 0 0,-3-4 0 0 0,2 0 0 0 0,4 2 0 0 0,0-5 0 0 0,3 1 0 0 0,3-4 0 0 0,4 1 0 0 0,2 2 0 0 0,3-1 0 0 0,1 0 0 0 0,0 3 0 0 0,1 2 0 0 0,-5 3 0 0 0,3-3 0 0 0,2 0 0 0 0,0 0 0 0 0,6-3 0 0 0,2 0 0 0 0,-1 1 0 0 0,-2 3 0 0 0,4-3 0 0 0,0 0 0 0 0,-2 1 0 0 0,3-3 0 0 0,5-5 0 0 0,11 1 0 0 0,5-3 0 0 0,8 2 0 0 0,8 3 0 0 0,6 4 0 0 0,-1-1 0 0 0,2 0 0 0 0,6 3 0 0 0,4 2 0 0 0,1 2 0 0 0,0 1 0 0 0,0 2 0 0 0,-2 0 0 0 0,-1 0 0 0 0,5 0 0 0 0,1 1 0 0 0,5-1 0 0 0,0 0 0 0 0,9 1 0 0 0,5-1 0 0 0,10 0 0 0 0,-2 0 0 0 0,3 0 0 0 0,7 0 0 0 0,6 0 0 0 0,-6 0 0 0 0,1 0 0 0 0,2 0 0 0 0,-1 0 0 0 0,2 0 0 0 0,3 5 0 0 0,-1 2 0 0 0,0-1 0 0 0,3 5 0 0 0,-2 0 0 0 0,0-2 0 0 0,7 3 0 0 0,4-1 0 0 0,3-2 0 0 0,0 3 0 0 0,-1-1 0 0 0,-5-3 0 0 0,2 4 0 0 0,2-1 0 0 0,5 2 0 0 0,3 0 0 0 0,-2-2 0 0 0,-1 2 0 0 0,-2-2 0 0 0,-2 3 0 0 0,4 0 0 0 0,1-4 0 0 0,4 3 0 0 0,-4-2 0 0 0,-5-2 0 0 0,-1 2 0 0 0,-8 0 0 0 0,4 3 0 0 0,1-1 0 0 0,7-3 0 0 0,-3 3 0 0 0,-2-2 0 0 0,-1-2 0 0 0,-5-3 0 0 0,-3 4 0 0 0,1-2 0 0 0,7 0 0 0 0,-2-3 0 0 0,-1-2 0 0 0,-4-1 0 0 0,-7-1 0 0 0,0-1 0 0 0,1 0 0 0 0,-1 5 0 0 0,1 1 0 0 0,3 1 0 0 0,-7-2 0 0 0,-6 4 0 0 0,1 0 0 0 0,-6-1 0 0 0,2-2 0 0 0,5-3 0 0 0,-4 0 0 0 0,-3-2 0 0 0,-7 4 0 0 0,-3 2 0 0 0,6-1 0 0 0,-3-1 0 0 0,-1-2 0 0 0,2 0 0 0 0,-5-2 0 0 0,-1 4 0 0 0,-3 2 0 0 0,0 0 0 0 0,2-2 0 0 0,-3-2 0 0 0,-3-1 0 0 0,-5 0 0 0 0,-3-2 0 0 0,1 0 0 0 0,1 5 0 0 0,-2 2 0 0 0,4-1 0 0 0,5-1 0 0 0,0-1 0 0 0,-3-2 0 0 0,-3-1 0 0 0,-3 0 0 0 0,-3-1 0 0 0,-2-1 0 0 0,-1 1 0 0 0,0 0 0 0 0,-1 0 0 0 0,0 0 0 0 0,-10-1 0 0 0,-14 1 0 0 0,-13 0 0 0 0,-11 0 0 0 0,-12 0 0 0 0,-7 0 0 0 0,-3 0 0 0 0,2 0 0 0 0,6-5 0 0 0,3-2 0 0 0,-3 1 0 0 0,-2-5 0 0 0,0 0 0 0 0,0 2 0 0 0,1 3 0 0 0,-5 1 0 0 0,-1 3 0 0 0,1 1 0 0 0,-3-5 0 0 0,-11 0 0 0 0,-7-6 0 0 0,-4 0 0 0 0,4 2 0 0 0,1-2 0 0 0,0 0 0 0 0,-1 2 0 0 0,-5-1 0 0 0,-3 0 0 0 0,-1 2 0 0 0,2 3 0 0 0,0-3 0 0 0,-3 0 0 0 0,-6-4 0 0 0,-1 1 0 0 0,-3-4 0 0 0,-4 2 0 0 0,-4 3 0 0 0,8 3 0 0 0,-3 3 0 0 0,-4-2 0 0 0,2-1 0 0 0,-5 1 0 0 0,-4-3 0 0 0,-6 0 0 0 0,8 2 0 0 0,-2 1 0 0 0,0-2 0 0 0,-1 0 0 0 0,-4 2 0 0 0,-2-4 0 0 0,-5 0 0 0 0,10 3 0 0 0,1-4 0 0 0,0 1 0 0 0,-5 3 0 0 0,-1 1 0 0 0,1-2 0 0 0,-4 0 0 0 0,10 2 0 0 0,0 1 0 0 0,-5-2 0 0 0,-1-1 0 0 0,-1 1 0 0 0,3 3 0 0 0,-5 1 0 0 0,11-3 0 0 0,-1-1 0 0 0,0 2 0 0 0,0 0 0 0 0,5 3 0 0 0,1 1 0 0 0,0 1 0 0 0,10 1 0 0 0,1 0 0 0 0,-2-5 0 0 0,2-2 0 0 0,2 1 0 0 0,10 1 0 0 0,-1 1 0 0 0,5 2 0 0 0,2 1 0 0 0,1 0 0 0 0,4 1 0 0 0,0 0 0 0 0,0 1 0 0 0,2-1 0 0 0,5 0 0 0 0,4 0 0 0 0,5 1 0 0 0,3-1 0 0 0,1 0 0 0 0,2 0 0 0 0,0 0 0 0 0,0 0 0 0 0,0 0 0 0 0,0 0 0 0 0,0 0 0 0 0,-1 0 0 0 0,0 0 0 0 0,11 0 0 0 0,14 0 0 0 0,12 0 0 0 0,12 0 0 0 0,7 0 0 0 0,10 0 0 0 0,5 0 0 0 0,0 0 0 0 0,4 0 0 0 0,0 0 0 0 0,3 0 0 0 0,-2 0 0 0 0,3 0 0 0 0,-3 0 0 0 0,3 0 0 0 0,3 0 0 0 0,3 0 0 0 0,4 0 0 0 0,6 0 0 0 0,4 0 0 0 0,-4 0 0 0 0,2 0 0 0 0,0 0 0 0 0,10 0 0 0 0,9 0 0 0 0,-1 0 0 0 0,7 0 0 0 0,-2 0 0 0 0,-6 0 0 0 0,5 0 0 0 0,8 0 0 0 0,-2 0 0 0 0,4 0 0 0 0,6 0 0 0 0,-9 0 0 0 0,1 0 0 0 0,4 0 0 0 0,6 0 0 0 0,-4 0 0 0 0,1 0 0 0 0,5 0 0 0 0,-1 0 0 0 0,-3 0 0 0 0,2 0 0 0 0,-1 0 0 0 0,2 0 0 0 0,-1 0 0 0 0,3 0 0 0 0,2 0 0 0 0,-5 0 0 0 0,-1 0 0 0 0,-3 0 0 0 0,4 0 0 0 0,-2 0 0 0 0,3 0 0 0 0,-7 0 0 0 0,7 0 0 0 0,-5 0 0 0 0,-4 0 0 0 0,2 0 0 0 0,-5 0 0 0 0,2 0 0 0 0,5 0 0 0 0,-8 0 0 0 0,-1 0 0 0 0,1 0 0 0 0,-1 0 0 0 0,0 0 0 0 0,0 0 0 0 0,0 0 0 0 0,-6 0 0 0 0,-1 0 0 0 0,-1 0 0 0 0,-3 0 0 0 0,5 0 0 0 0,4 0 0 0 0,-9 0 0 0 0,-3 0 0 0 0,2 5 0 0 0,-3 2 0 0 0,1-1 0 0 0,2 0 0 0 0,-6-2 0 0 0,-6-2 0 0 0,1-1 0 0 0,-7 0 0 0 0,3-1 0 0 0,-5-1 0 0 0,-3 1 0 0 0,0 0 0 0 0,-5 0 0 0 0,-2-1 0 0 0,-3 1 0 0 0,1 0 0 0 0,-4 0 0 0 0,-4 0 0 0 0,-3 0 0 0 0,-3 0 0 0 0,3 0 0 0 0,0 0 0 0 0,-1 0 0 0 0,-2 0 0 0 0,-11 0 0 0 0,-16 0 0 0 0,-14 0 0 0 0,-12 0 0 0 0,-7 0 0 0 0,-5 0 0 0 0,-3 0 0 0 0,-1 0 0 0 0,0 0 0 0 0,1 0 0 0 0,-5 0 0 0 0,-6 0 0 0 0,-6 0 0 0 0,-5 0 0 0 0,-10 0 0 0 0,3 0 0 0 0,0 0 0 0 0,5 0 0 0 0,8 0 0 0 0,-4 0 0 0 0,2 0 0 0 0,-1 0 0 0 0,-7 0 0 0 0,1 0 0 0 0,0 0 0 0 0,-6 6 0 0 0,3 1 0 0 0,-5-1 0 0 0,-5 0 0 0 0,-3-3 0 0 0,-3 0 0 0 0,5 3 0 0 0,5 2 0 0 0,-2-2 0 0 0,1 0 0 0 0,-5-3 0 0 0,-5-1 0 0 0,0-1 0 0 0,-2-1 0 0 0,-4 0 0 0 0,8 0 0 0 0,-4 0 0 0 0,-5-1 0 0 0,2 1 0 0 0,-1 0 0 0 0,-7 0 0 0 0,7 5 0 0 0,2 2 0 0 0,-1 0 0 0 0,-7-2 0 0 0,1-1 0 0 0,0-2 0 0 0,-1 0 0 0 0,10-2 0 0 0,-2 0 0 0 0,-3 0 0 0 0,-3 0 0 0 0,-3-1 0 0 0,0 1 0 0 0,-2 0 0 0 0,6 0 0 0 0,1 0 0 0 0,-1 0 0 0 0,0 0 0 0 0,-2 0 0 0 0,-7 0 0 0 0,3-5 0 0 0,1-2 0 0 0,1 0 0 0 0,5 2 0 0 0,-3 1 0 0 0,-3-4 0 0 0,-7 0 0 0 0,4 1 0 0 0,7 1 0 0 0,2-2 0 0 0,7-1 0 0 0,-6 1 0 0 0,-3 2 0 0 0,2-3 0 0 0,1 0 0 0 0,4 2 0 0 0,5 1 0 0 0,0-2 0 0 0,-3-1 0 0 0,7 1 0 0 0,0 3 0 0 0,-4 1 0 0 0,6-3 0 0 0,-1-1 0 0 0,2 1 0 0 0,1 2 0 0 0,2-4 0 0 0,-3 0 0 0 0,4 2 0 0 0,-1 1 0 0 0,4 2 0 0 0,7 2 0 0 0,4 1 0 0 0,4 1 0 0 0,0 0 0 0 0,-2-4 0 0 0,1-3 0 0 0,-1 1 0 0 0,3 1 0 0 0,3 1 0 0 0,-1-4 0 0 0,1 0 0 0 0,4 1 0 0 0,2-3 0 0 0,3-1 0 0 0,1 2 0 0 0,2 3 0 0 0,0-3 0 0 0,1-1 0 0 0,0 3 0 0 0,-1 1 0 0 0,1 3 0 0 0,5-4 0 0 0,6-6 0 0 0,12-1 0 0 0,13 2 0 0 0,5-2 0 0 0,6 1 0 0 0,5 3 0 0 0,4 4 0 0 0,3 1 0 0 0,2 3 0 0 0,-4-4 0 0 0,-2-1 0 0 0,0 1 0 0 0,1 2 0 0 0,7 0 0 0 0,3 2 0 0 0,6 1 0 0 0,0 1 0 0 0,5 0 0 0 0,4 0 0 0 0,4 1 0 0 0,3-1 0 0 0,8 0 0 0 0,2 0 0 0 0,1 0 0 0 0,4 1 0 0 0,1-1 0 0 0,2 5 0 0 0,5 2 0 0 0,4-1 0 0 0,4 5 0 0 0,-4 0 0 0 0,-5-2 0 0 0,5 3 0 0 0,8-1 0 0 0,5 3 0 0 0,6-1 0 0 0,2 3 0 0 0,-8-1 0 0 0,2-4 0 0 0,-7 2 0 0 0,3-1 0 0 0,5 2 0 0 0,2-1 0 0 0,3 3 0 0 0,-10-2 0 0 0,0-3 0 0 0,3-4 0 0 0,-3-2 0 0 0,2 3 0 0 0,5-1 0 0 0,2 5 0 0 0,-8 0 0 0 0,-3-2 0 0 0,2 2 0 0 0,1 0 0 0 0,0-3 0 0 0,-1 2 0 0 0,4 0 0 0 0,-10-2 0 0 0,-4 2 0 0 0,-1 0 0 0 0,-5-2 0 0 0,6 2 0 0 0,3 0 0 0 0,2-3 0 0 0,7 4 0 0 0,-8-1 0 0 0,-3-3 0 0 0,-2-2 0 0 0,-3 3 0 0 0,-7 0 0 0 0,-4-1 0 0 0,-10-3 0 0 0,1-1 0 0 0,0 3 0 0 0,0 1 0 0 0,0-2 0 0 0,-5-1 0 0 0,3-1 0 0 0,-3-2 0 0 0,-6-1 0 0 0,-2-1 0 0 0,-3 0 0 0 0,1 0 0 0 0,-3-1 0 0 0,-3 6 0 0 0,-4 2 0 0 0,3-1 0 0 0,0 0 0 0 0,3 3 0 0 0,0 0 0 0 0,-3-1 0 0 0,3-2 0 0 0,0 3 0 0 0,-3 0 0 0 0,-3-1 0 0 0,-13-3 0 0 0,-16-1 0 0 0,-14-2 0 0 0,-11-1 0 0 0,-9-1 0 0 0,-4 0 0 0 0,-3-1 0 0 0,-1 1 0 0 0,0-1 0 0 0,1 1 0 0 0,0 0 0 0 0,1 0 0 0 0,1 0 0 0 0,-6 0 0 0 0,0 0 0 0 0,-6 0 0 0 0,0 0 0 0 0,-3 0 0 0 0,-5 0 0 0 0,1-5 0 0 0,0-2 0 0 0,-9 0 0 0 0,1 2 0 0 0,-5-4 0 0 0,-8-1 0 0 0,3 2 0 0 0,-3 3 0 0 0,-5 1 0 0 0,0-4 0 0 0,-2 0 0 0 0,-5 2 0 0 0,2-5 0 0 0,4 1 0 0 0,-5 1 0 0 0,0 3 0 0 0,-7-3 0 0 0,-4-1 0 0 0,-6 3 0 0 0,-4-4 0 0 0,7 1 0 0 0,-2 1 0 0 0,-6-2 0 0 0,6 0 0 0 0,-3 2 0 0 0,-5-2 0 0 0,-5 0 0 0 0,6 2 0 0 0,0-2 0 0 0,1 0 0 0 0,-1 2 0 0 0,0 3 0 0 0,-2 2 0 0 0,-5 2 0 0 0,2-4 0 0 0,4-1 0 0 0,3 1 0 0 0,0 1 0 0 0,-5-4 0 0 0,0 0 0 0 0,-1 2 0 0 0,6 1 0 0 0,5-3 0 0 0,-1 0 0 0 0,0 1 0 0 0,-4 3 0 0 0,5 1 0 0 0,-2-3 0 0 0,6-1 0 0 0,3 1 0 0 0,1 2 0 0 0,1 2 0 0 0,-7 1 0 0 0,4 1 0 0 0,1 1 0 0 0,11 0 0 0 0,4 0 0 0 0,-2 0 0 0 0,-3-4 0 0 0,2-3 0 0 0,-1 0 0 0 0,7 2 0 0 0,6 1 0 0 0,-1 2 0 0 0,5 1 0 0 0,-2 0 0 0 0,-1 1 0 0 0,7 0 0 0 0,1 1 0 0 0,7-1 0 0 0,0 0 0 0 0,-1 0 0 0 0,-2 0 0 0 0,3 0 0 0 0,5 0 0 0 0,-1 0 0 0 0,3 0 0 0 0,4 0 0 0 0,3 0 0 0 0,2 0 0 0 0,3 0 0 0 0,1 0 0 0 0,0 0 0 0 0,1 0 0 0 0,5-5 0 0 0,7-7 0 0 0,12-2 0 0 0,12 2 0 0 0,10 3 0 0 0,8 3 0 0 0,10 2 0 0 0,10-3 0 0 0,8 0 0 0 0,5 0 0 0 0,4 3 0 0 0,2 0 0 0 0,1 3 0 0 0,-1 0 0 0 0,1 0 0 0 0,-7 2 0 0 0,4-1 0 0 0,-4 0 0 0 0,-1 1 0 0 0,6-1 0 0 0,3 0 0 0 0,0 0 0 0 0,6 0 0 0 0,0 0 0 0 0,5 0 0 0 0,5 0 0 0 0,-2 0 0 0 0,3 0 0 0 0,2 0 0 0 0,3 0 0 0 0,3 0 0 0 0,1 0 0 0 0,-4 0 0 0 0,-2 0 0 0 0,2 0 0 0 0,6 0 0 0 0,-3 0 0 0 0,6 0 0 0 0,1 0 0 0 0,-5 0 0 0 0,3 5 0 0 0,0 2 0 0 0,6 0 0 0 0,-4-2 0 0 0,-3 4 0 0 0,4 1 0 0 0,-10-3 0 0 0,1-1 0 0 0,2 3 0 0 0,5 0 0 0 0,-2-1 0 0 0,-2-2 0 0 0,4-3 0 0 0,-8-1 0 0 0,-4-1 0 0 0,0-1 0 0 0,-5 5 0 0 0,1 2 0 0 0,8-1 0 0 0,4 4 0 0 0,-8 1 0 0 0,-3-2 0 0 0,1 2 0 0 0,-3 1 0 0 0,0-3 0 0 0,3-3 0 0 0,-2 3 0 0 0,-4 1 0 0 0,0-3 0 0 0,-7 4 0 0 0,1-1 0 0 0,3-1 0 0 0,-5 2 0 0 0,2 0 0 0 0,-6-2 0 0 0,-3 2 0 0 0,-2 0 0 0 0,-6-2 0 0 0,5 2 0 0 0,2 0 0 0 0,-4-3 0 0 0,-6-1 0 0 0,0-4 0 0 0,-5-1 0 0 0,1-1 0 0 0,4 4 0 0 0,-3 2 0 0 0,-3-1 0 0 0,-4-1 0 0 0,-3 4 0 0 0,-4 0 0 0 0,-1-1 0 0 0,-1 3 0 0 0,-1-1 0 0 0,0-1 0 0 0,-10-3 0 0 0,-14-2 0 0 0,-14-1 0 0 0,-10-2 0 0 0,-7-1 0 0 0,-5-1 0 0 0,-2 1 0 0 0,-2-1 0 0 0,1 1 0 0 0,0 0 0 0 0,-5 0 0 0 0,-6-1 0 0 0,-1 1 0 0 0,2 0 0 0 0,-3 0 0 0 0,3 0 0 0 0,-4 0 0 0 0,2 0 0 0 0,-7 0 0 0 0,0 0 0 0 0,-2 0 0 0 0,-2 0 0 0 0,-2 0 0 0 0,-7 0 0 0 0,-2 0 0 0 0,-2 0 0 0 0,2 0 0 0 0,-4 0 0 0 0,0 0 0 0 0,-5 0 0 0 0,-4 0 0 0 0,-4 0 0 0 0,-4 0 0 0 0,2 0 0 0 0,-4 0 0 0 0,2 0 0 0 0,-5 0 0 0 0,-3 0 0 0 0,1 0 0 0 0,-6-5 0 0 0,4-2 0 0 0,-2 1 0 0 0,-1 0 0 0 0,-3 2 0 0 0,-1 2 0 0 0,3 1 0 0 0,-4 0 0 0 0,-4 1 0 0 0,6 1 0 0 0,4-1 0 0 0,-1 0 0 0 0,-6 0 0 0 0,-4 1 0 0 0,5-1 0 0 0,-1 0 0 0 0,3-6 0 0 0,8 0 0 0 0,4-1 0 0 0,-3 1 0 0 0,-7 3 0 0 0,4 0 0 0 0,-3 2 0 0 0,5 1 0 0 0,3-1 0 0 0,7 2 0 0 0,-4-1 0 0 0,4 0 0 0 0,0 1 0 0 0,-7-1 0 0 0,8 0 0 0 0,2 0 0 0 0,-1 0 0 0 0,3 0 0 0 0,0 0 0 0 0,3 0 0 0 0,4 0 0 0 0,4 0 0 0 0,8 0 0 0 0,-1 0 0 0 0,0 0 0 0 0,5 0 0 0 0,-4 0 0 0 0,-2 0 0 0 0,0 0 0 0 0,5 0 0 0 0,1 0 0 0 0,7 0 0 0 0,5 0 0 0 0,5 0 0 0 0,5 0 0 0 0,3 0 0 0 0,1 0 0 0 0,1 0 0 0 0,0 0 0 0 0,1 0 0 0 0,-1 0 0 0 0,10 0 0 0 0,14 0 0 0 0,13 0 0 0 0,11 0 0 0 0,7 0 0 0 0,10 0 0 0 0,10 0 0 0 0,7 0 0 0 0,6 0 0 0 0,-2 0 0 0 0,-1 0 0 0 0,8 0 0 0 0,-3 0 0 0 0,4 0 0 0 0,-3 0 0 0 0,-2 0 0 0 0,5 0 0 0 0,2 0 0 0 0,6 0 0 0 0,6 0 0 0 0,5 0 0 0 0,0 0 0 0 0,1 0 0 0 0,7 0 0 0 0,-1 0 0 0 0,4 0 0 0 0,9 0 0 0 0,1 0 0 0 0,4 0 0 0 0,0 0 0 0 0,2 0 0 0 0,-1 0 0 0 0,1 0 0 0 0,3 0 0 0 0,8 0 0 0 0,5 0 0 0 0,-8 0 0 0 0,-4 5 0 0 0,0 2 0 0 0,7 0 0 0 0,-2-2 0 0 0,0-1 0 0 0,7-2 0 0 0,-9-1 0 0 0,3 0 0 0 0,1 4 0 0 0,7 2 0 0 0,2-1 0 0 0,-5-1 0 0 0,3-1 0 0 0,-11-2 0 0 0,2-1 0 0 0,1 0 0 0 0,-4 4 0 0 0,-1 2 0 0 0,2-1 0 0 0,6-1 0 0 0,-12-1 0 0 0,-4-2 0 0 0,0-1 0 0 0,4 0 0 0 0,-2-1 0 0 0,2 5 0 0 0,3 1 0 0 0,-3 1 0 0 0,-9-2 0 0 0,-1-2 0 0 0,3 5 0 0 0,0 0 0 0 0,-2-1 0 0 0,-3-1 0 0 0,-8-3 0 0 0,-3-1 0 0 0,-1-1 0 0 0,0 5 0 0 0,-4 1 0 0 0,-1-1 0 0 0,3-1 0 0 0,-10-2 0 0 0,-6 0 0 0 0,1 3 0 0 0,-6 1 0 0 0,1 0 0 0 0,1-2 0 0 0,-1 4 0 0 0,-6 0 0 0 0,-3-1 0 0 0,-5-3 0 0 0,-1-1 0 0 0,-4-2 0 0 0,1 4 0 0 0,2 1 0 0 0,-1 0 0 0 0,-3-2 0 0 0,-5-2 0 0 0,-4-1 0 0 0,-2-1 0 0 0,-3 0 0 0 0,-10-1 0 0 0,-16-1 0 0 0,-12 1 0 0 0,-12 0 0 0 0,-7 0 0 0 0,-4-1 0 0 0,-3 1 0 0 0,0 0 0 0 0,-1 0 0 0 0,-4 0 0 0 0,-7 0 0 0 0,-6 0 0 0 0,-4 0 0 0 0,-4 0 0 0 0,3 0 0 0 0,0 0 0 0 0,0 0 0 0 0,-1-5 0 0 0,-2-2 0 0 0,-7 0 0 0 0,-1 2 0 0 0,-1 1 0 0 0,-5-3 0 0 0,1-2 0 0 0,-10 2 0 0 0,-6 2 0 0 0,-3 1 0 0 0,-3-3 0 0 0,5-1 0 0 0,-4 1 0 0 0,-2 2 0 0 0,-5-4 0 0 0,-7 0 0 0 0,-7 2 0 0 0,2 1 0 0 0,2 2 0 0 0,1-3 0 0 0,-3-1 0 0 0,1 1 0 0 0,0 2 0 0 0,-8-3 0 0 0,-5-1 0 0 0,8 1 0 0 0,-2 2 0 0 0,3-3 0 0 0,1 0 0 0 0,-8 2 0 0 0,-3 1 0 0 0,-1-3 0 0 0,9 1 0 0 0,5 0 0 0 0,0 2 0 0 0,-2 3 0 0 0,2 1 0 0 0,0 1 0 0 0,-2-4 0 0 0,3-2 0 0 0,3 1 0 0 0,1 1 0 0 0,-4 1 0 0 0,8 2 0 0 0,-1 1 0 0 0,-3 1 0 0 0,6 0 0 0 0,5 0 0 0 0,-3 0 0 0 0,0 0 0 0 0,1 1 0 0 0,2-1 0 0 0,-4 0 0 0 0,9 0 0 0 0,6 0 0 0 0,0 0 0 0 0,0 0 0 0 0,-2 0 0 0 0,-2 0 0 0 0,-1 0 0 0 0,4 0 0 0 0,11 0 0 0 0,8 0 0 0 0,0 0 0 0 0,-5 0 0 0 0,5 0 0 0 0,-1 0 0 0 0,-1 0 0 0 0,7 0 0 0 0,3 0 0 0 0,7 5 0 0 0,1 2 0 0 0,-1 0 0 0 0,-2-2 0 0 0,3-1 0 0 0,5-2 0 0 0,-1-1 0 0 0,9 5 0 0 0,-1 1 0 0 0,2 0 0 0 0,1-2 0 0 0,2-2 0 0 0,2-1 0 0 0,0-1 0 0 0,1 0 0 0 0,11-1 0 0 0,14 0 0 0 0,13-1 0 0 0,11 1 0 0 0,13 0 0 0 0,6 0 0 0 0,7-1 0 0 0,2 1 0 0 0,3 0 0 0 0,-1 0 0 0 0,2 0 0 0 0,-3 0 0 0 0,6-5 0 0 0,0-2 0 0 0,-4 1 0 0 0,0 0 0 0 0,8 2 0 0 0,4 2 0 0 0,8 1 0 0 0,2 0 0 0 0,0 1 0 0 0,9 1 0 0 0,1-1 0 0 0,-3 0 0 0 0,2 0 0 0 0,7 1 0 0 0,0-1 0 0 0,6 0 0 0 0,3 0 0 0 0,-4 0 0 0 0,-3 0 0 0 0,5 0 0 0 0,8 0 0 0 0,-4 0 0 0 0,3 0 0 0 0,-5 0 0 0 0,-4 0 0 0 0,5 0 0 0 0,0 0 0 0 0,0 0 0 0 0,-1 0 0 0 0,4 0 0 0 0,7 0 0 0 0,-11 0 0 0 0,0 0 0 0 0,0 0 0 0 0,-2 0 0 0 0,0 0 0 0 0,-1 0 0 0 0,5 0 0 0 0,-9 0 0 0 0,-4 0 0 0 0,-6 0 0 0 0,5 0 0 0 0,3 5 0 0 0,3 2 0 0 0,-3 0 0 0 0,-6-2 0 0 0,-2-1 0 0 0,-3-2 0 0 0,-4-1 0 0 0,2 0 0 0 0,-2-1 0 0 0,2 0 0 0 0,-5-1 0 0 0,-4 1 0 0 0,2 0 0 0 0,-5 0 0 0 0,-2 0 0 0 0,4-1 0 0 0,-3 7 0 0 0,-8 1 0 0 0,-1-1 0 0 0,-5 0 0 0 0,0-3 0 0 0,-2 0 0 0 0,1-2 0 0 0,4 0 0 0 0,-2-1 0 0 0,-4-1 0 0 0,-4 1 0 0 0,2 0 0 0 0,-1 0 0 0 0,-3-1 0 0 0,-2 1 0 0 0,-2 0 0 0 0,-1 0 0 0 0,-2 0 0 0 0,-11 0 0 0 0,-14 0 0 0 0,-13 0 0 0 0,-11 6 0 0 0,-8 1 0 0 0,-4 4 0 0 0,-2 2 0 0 0,-2 2 0 0 0,1 0 0 0 0,-1-3 0 0 0,2 1 0 0 0,0-1 0 0 0,6 3 0 0 0,2-2 0 0 0,0-2 0 0 0,-2-4 0 0 0,5 2 0 0 0,-1 1 0 0 0,-1-3 0 0 0,4 4 0 0 0,-1-1 0 0 0,-2 4 0 0 0,-3-1 0 0 0,-2-3 0 0 0,4-3 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14870 3254 16383 0 0,'5'0'0'0'0,"7"0"0"0"0,2 6 0 0 0,3 1 0 0 0,4-1 0 0 0,4 0 0 0 0,8-3 0 0 0,4 5 0 0 0,6 0 0 0 0,1 5 0 0 0,-2-1 0 0 0,2-2 0 0 0,5 3 0 0 0,9-1 0 0 0,1-3 0 0 0,-6-3 0 0 0,-5 4 0 0 0,-1-1 0 0 0,-4 3 0 0 0,3 0 0 0 0,2 4 0 0 0,5-2 0 0 0,3 2 0 0 0,9-1 0 0 0,-3-3 0 0 0,-1-5 0 0 0,0 3 0 0 0,-5 0 0 0 0,-2 2 0 0 0,0 0 0 0 0,-3-2 0 0 0,0 3 0 0 0,-4-2 0 0 0,6-2 0 0 0,5 2 0 0 0,-3 0 0 0 0,-5-2 0 0 0,0 2 0 0 0,-5 0 0 0 0,2-2 0 0 0,3-3 0 0 0,-2 3 0 0 0,-4 0 0 0 0,-4-2 0 0 0,2-2 0 0 0,4-1 0 0 0,4-2 0 0 0,5-1 0 0 0,4-1 0 0 0,-4-1 0 0 0,-6 1 0 0 0,-5 0 0 0 0,-6-1 0 0 0,-3 1 0 0 0,-3 0 0 0 0,-2 5 0 0 0,0 2 0 0 0,0 0 0 0 0,-1-2 0 0 0,1-1 0 0 0,1-2 0 0 0,-1 0 0 0 0,1-2 0 0 0,-1 0 0 0 0,1 0 0 0 0,0 0 0 0 0,0-1 0 0 0,0 1 0 0 0,0 0 0 0 0,-6 5 0 0 0,-1 2 0 0 0,0 0 0 0 0,2-2 0 0 0,1-1 0 0 0,-9-2 0 0 0,-13-1 0 0 0,-12 0 0 0 0,-11-1 0 0 0,-7 0 0 0 0,1 5 0 0 0,-2 1 0 0 0,0 1 0 0 0,-2-2 0 0 0,-1 4 0 0 0,-1 0 0 0 0,-1-1 0 0 0,0-2 0 0 0,0-2 0 0 0,0-2 0 0 0,5 4 0 0 0,2 1 0 0 0,0 0 0 0 0,-2-2 0 0 0,-1-2 0 0 0,-1-1 0 0 0,-2-1 0 0 0,0-1 0 0 0,-1 0 0 0 0,0 0 0 0 0,0 0 0 0 0,0 0 0 0 0,0-1 0 0 0,0 1 0 0 0,0 0 0 0 0,0 0 0 0 0,0 0 0 0 0,0 0 0 0 0,0 0 0 0 0,1 0 0 0 0,-1 0 0 0 0,0 0 0 0 0,0 0 0 0 0,0 0 0 0 0,6 0 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3:49:54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19174 3954 16383 0 0,'5'0'0'0'0,"7"0"0"0"0,7 0 0 0 0,0-5 0 0 0,2-2 0 0 0,3 1 0 0 0,-3-5 0 0 0,-10 0 0 0 0,-12-3 0 0 0,-12 0 0 0 0,-8 3 0 0 0,-6 4 0 0 0,-4 2 0 0 0,-1-3 0 0 0,-1 0 0 0 0,0 1 0 0 0,0-3 0 0 0,1 0 0 0 0,0 2 0 0 0,-4-4 0 0 0,-8 1 0 0 0,-5 2 0 0 0,-6 3 0 0 0,1 2 0 0 0,5 2 0 0 0,6 1 0 0 0,-1 1 0 0 0,-3-5 0 0 0,1-1 0 0 0,-7 0 0 0 0,-6 1 0 0 0,8-4 0 0 0,-3 0 0 0 0,2 1 0 0 0,-1 2 0 0 0,-1 2 0 0 0,-8-3 0 0 0,-3-1 0 0 0,-7 1 0 0 0,-6 2 0 0 0,-2 2 0 0 0,4 1 0 0 0,-2 1 0 0 0,3 0 0 0 0,8-4 0 0 0,5-1 0 0 0,-3-1 0 0 0,-5 2 0 0 0,3 2 0 0 0,-2 0 0 0 0,-16 2 0 0 0,-4 1 0 0 0,8 0 0 0 0,2 0 0 0 0,-1 0 0 0 0,8 1 0 0 0,0-1 0 0 0,-4 0 0 0 0,-3 0 0 0 0,5 0 0 0 0,0 0 0 0 0,2 0 0 0 0,8 0 0 0 0,5 0 0 0 0,1 0 0 0 0,6 0 0 0 0,0 5 0 0 0,0 2 0 0 0,3 0 0 0 0,-1 4 0 0 0,3-1 0 0 0,4-1 0 0 0,0-2 0 0 0,0 3 0 0 0,4-1 0 0 0,-3 4 0 0 0,-4-1 0 0 0,0-1 0 0 0,3-4 0 0 0,3-3 0 0 0,3-1 0 0 0,9 3 0 0 0,2 1 0 0 0,2-1 0 0 0,-1 4 0 0 0,-1 1 0 0 0,-2-3 0 0 0,-1-1 0 0 0,10 2 0 0 0,12 0 0 0 0,14-1 0 0 0,11-3 0 0 0,7-1 0 0 0,4-2 0 0 0,4-1 0 0 0,0-1 0 0 0,6 0 0 0 0,1-1 0 0 0,4-5 0 0 0,0-1 0 0 0,3-5 0 0 0,-1 0 0 0 0,-3-4 0 0 0,1 1 0 0 0,-1 3 0 0 0,-3 4 0 0 0,-3 3 0 0 0,3-3 0 0 0,4 0 0 0 0,7 2 0 0 0,3-4 0 0 0,5-1 0 0 0,-9-2 0 0 0,-2 0 0 0 0,12-3 0 0 0,11 1 0 0 0,4-1 0 0 0,0 1 0 0 0,-7 4 0 0 0,-1 3 0 0 0,0-2 0 0 0,-1 1 0 0 0,4 1 0 0 0,0-2 0 0 0,-1 0 0 0 0,-7 1 0 0 0,1-2 0 0 0,1 0 0 0 0,6-3 0 0 0,0 1 0 0 0,0 3 0 0 0,3-3 0 0 0,-6 1 0 0 0,2 3 0 0 0,-5 3 0 0 0,1 2 0 0 0,1-3 0 0 0,-1 0 0 0 0,0 0 0 0 0,-2 2 0 0 0,-5 2 0 0 0,2-4 0 0 0,2-1 0 0 0,-4 1 0 0 0,3 2 0 0 0,2 1 0 0 0,1 2 0 0 0,0 1 0 0 0,0 1 0 0 0,-1 0 0 0 0,-6 0 0 0 0,-2 1 0 0 0,-5-1 0 0 0,-6-5 0 0 0,-5-2 0 0 0,-4 1 0 0 0,2 0 0 0 0,1 3 0 0 0,-1 0 0 0 0,-2 2 0 0 0,-2 0 0 0 0,5 1 0 0 0,0 1 0 0 0,0-6 0 0 0,-2-2 0 0 0,-2 1 0 0 0,-1 0 0 0 0,-1 3 0 0 0,-1 0 0 0 0,-11 2 0 0 0,-14 1 0 0 0,-13 0 0 0 0,-11 0 0 0 0,-7 0 0 0 0,-5 0 0 0 0,-3 1 0 0 0,0-1 0 0 0,-1 0 0 0 0,1 5 0 0 0,1 2 0 0 0,0 0 0 0 0,0-2 0 0 0,1-1 0 0 0,0-2 0 0 0,1 5 0 0 0,-6 0 0 0 0,-2 5 0 0 0,1 0 0 0 0,1-2 0 0 0,1-2 0 0 0,2-3 0 0 0,-5-3 0 0 0,5 5 0 0 0,3 0 0 0 0,-5-1 0 0 0,-1 4 0 0 0,-5 1 0 0 0,0-3 0 0 0,-5 4 0 0 0,1-1 0 0 0,3-2 0 0 0,-2-3 0 0 0,-5 3 0 0 0,2 0 0 0 0,-2-1 0 0 0,2 3 0 0 0,4-1 0 0 0,-1-2 0 0 0,-4-1 0 0 0,-5-3 0 0 0,-2-2 0 0 0,1-2 0 0 0,1 1 0 0 0,3-2 0 0 0,0 1 0 0 0,-7 5 0 0 0,0 1 0 0 0,1 1 0 0 0,-8-2 0 0 0,4-2 0 0 0,5 5 0 0 0,2 0 0 0 0,0-1 0 0 0,-7-1 0 0 0,2-3 0 0 0,-1 0 0 0 0,-5-2 0 0 0,-8-1 0 0 0,4 5 0 0 0,2 2 0 0 0,2-1 0 0 0,2-1 0 0 0,0-2 0 0 0,6 0 0 0 0,2-2 0 0 0,0-1 0 0 0,3 5 0 0 0,1 2 0 0 0,2 0 0 0 0,-5-2 0 0 0,1-2 0 0 0,3-1 0 0 0,1 0 0 0 0,-3-2 0 0 0,2 0 0 0 0,-1 0 0 0 0,3 0 0 0 0,4-1 0 0 0,-1 1 0 0 0,2 0 0 0 0,-3 5 0 0 0,1 2 0 0 0,4 0 0 0 0,-3-2 0 0 0,-5-1 0 0 0,2-2 0 0 0,-3-1 0 0 0,2 0 0 0 0,-1-1 0 0 0,1 0 0 0 0,5-1 0 0 0,3 1 0 0 0,4 0 0 0 0,2 0 0 0 0,1 0 0 0 0,12 0 0 0 0,15 0 0 0 0,18 0 0 0 0,12 0 0 0 0,7 0 0 0 0,9 0 0 0 0,8 0 0 0 0,0 0 0 0 0,-2 0 0 0 0,1 0 0 0 0,3 0 0 0 0,8 0 0 0 0,5 0 0 0 0,2 5 0 0 0,1 2 0 0 0,3-1 0 0 0,-3 0 0 0 0,-4-2 0 0 0,4 3 0 0 0,-5 1 0 0 0,3 0 0 0 0,6-3 0 0 0,2 4 0 0 0,-1 0 0 0 0,-3-2 0 0 0,3-1 0 0 0,5 3 0 0 0,0 0 0 0 0,-3-1 0 0 0,2-3 0 0 0,-2 4 0 0 0,-2 0 0 0 0,1-2 0 0 0,10-1 0 0 0,12 3 0 0 0,-5 0 0 0 0,-3-2 0 0 0,-5 4 0 0 0,-6 0 0 0 0,0-3 0 0 0,2-2 0 0 0,-1-2 0 0 0,2 4 0 0 0,3 0 0 0 0,-7-2 0 0 0,0-1 0 0 0,-3-1 0 0 0,-3 3 0 0 0,2 1 0 0 0,5-1 0 0 0,-5-2 0 0 0,-4-2 0 0 0,2-1 0 0 0,-5-1 0 0 0,-4 0 0 0 0,5-2 0 0 0,-4 1 0 0 0,-2 0 0 0 0,-6 0 0 0 0,-1-1 0 0 0,1 6 0 0 0,-4 2 0 0 0,1 0 0 0 0,-3-2 0 0 0,-4-1 0 0 0,-4-2 0 0 0,-4 0 0 0 0,3-2 0 0 0,0 0 0 0 0,-1 5 0 0 0,-2 2 0 0 0,-1-1 0 0 0,-2-1 0 0 0,0-1 0 0 0,-1-2 0 0 0,0 0 0 0 0,-1-2 0 0 0,1 0 0 0 0,-1 0 0 0 0,-4 5 0 0 0,-13 1 0 0 0,-13 1 0 0 0,-13-2 0 0 0,-8-1 0 0 0,-7-2 0 0 0,-3-1 0 0 0,-2 0 0 0 0,0-1 0 0 0,-1 0 0 0 0,-4-6 0 0 0,-1-1 0 0 0,1 0 0 0 0,-4 1 0 0 0,0-3 0 0 0,2 0 0 0 0,-2 1 0 0 0,0 2 0 0 0,-3 2 0 0 0,-10 2 0 0 0,0-4 0 0 0,-2-1 0 0 0,4 0 0 0 0,0 2 0 0 0,-6-3 0 0 0,-4-1 0 0 0,-7 1 0 0 0,-7-3 0 0 0,-6 1 0 0 0,5 1 0 0 0,1-3 0 0 0,-3 1 0 0 0,3-3 0 0 0,-8 1 0 0 0,-4 2 0 0 0,-9-1 0 0 0,8 0 0 0 0,3-2 0 0 0,-4 1 0 0 0,-3 2 0 0 0,-1-1 0 0 0,-6 0 0 0 0,-5 3 0 0 0,8-2 0 0 0,2 0 0 0 0,-6 3 0 0 0,1-4 0 0 0,0 2 0 0 0,-3 1 0 0 0,-4 3 0 0 0,-1 2 0 0 0,9-3 0 0 0,0-1 0 0 0,-4 2 0 0 0,-6-5 0 0 0,7 1 0 0 0,-2 2 0 0 0,-3 1 0 0 0,12-2 0 0 0,0 0 0 0 0,-3 1 0 0 0,-7-3 0 0 0,5 1 0 0 0,-2 1 0 0 0,1 3 0 0 0,2-3 0 0 0,8 0 0 0 0,-1 1 0 0 0,-2 3 0 0 0,6-4 0 0 0,-3 0 0 0 0,-2 2 0 0 0,0 1 0 0 0,10 3 0 0 0,4-4 0 0 0,-1-1 0 0 0,4 1 0 0 0,-1 2 0 0 0,7 1 0 0 0,6 2 0 0 0,-8 2 0 0 0,4-1 0 0 0,3 1 0 0 0,2-4 0 0 0,7-3 0 0 0,3 1 0 0 0,4 0 0 0 0,7 3 0 0 0,-6 0 0 0 0,1 2 0 0 0,2 1 0 0 0,5 0 0 0 0,4 0 0 0 0,2 0 0 0 0,3 1 0 0 0,1-1 0 0 0,0 0 0 0 0,12 0 0 0 0,13 0 0 0 0,14 0 0 0 0,10 0 0 0 0,7 0 0 0 0,6 0 0 0 0,1 0 0 0 0,7 0 0 0 0,7 0 0 0 0,5 5 0 0 0,1 2 0 0 0,1 0 0 0 0,2-2 0 0 0,8-1 0 0 0,-3 4 0 0 0,6 0 0 0 0,1-1 0 0 0,0-2 0 0 0,-1-1 0 0 0,-1-2 0 0 0,-2-1 0 0 0,5-1 0 0 0,7 5 0 0 0,0 2 0 0 0,4-1 0 0 0,4-1 0 0 0,-2 4 0 0 0,1 0 0 0 0,3-1 0 0 0,7-2 0 0 0,-1 3 0 0 0,5 0 0 0 0,7-1 0 0 0,-4 3 0 0 0,-2-1 0 0 0,2-1 0 0 0,1-3 0 0 0,4 3 0 0 0,0 0 0 0 0,4-1 0 0 0,-7 3 0 0 0,1-1 0 0 0,-1-1 0 0 0,3 2 0 0 0,5 0 0 0 0,4-2 0 0 0,0 2 0 0 0,-10 0 0 0 0,-1-2 0 0 0,3 2 0 0 0,0 0 0 0 0,2-2 0 0 0,0 2 0 0 0,1 0 0 0 0,-6-3 0 0 0,-5-2 0 0 0,2-2 0 0 0,5 4 0 0 0,-5-1 0 0 0,2 0 0 0 0,5 3 0 0 0,-11 0 0 0 0,-5-1 0 0 0,2-3 0 0 0,2 4 0 0 0,-4-1 0 0 0,-3-2 0 0 0,0 4 0 0 0,-4 0 0 0 0,-6-3 0 0 0,0-2 0 0 0,-3 3 0 0 0,2 1 0 0 0,4-3 0 0 0,-7-1 0 0 0,0 2 0 0 0,-2 1 0 0 0,-7-1 0 0 0,0-3 0 0 0,-5-1 0 0 0,-2 3 0 0 0,0 1 0 0 0,0-1 0 0 0,-3-2 0 0 0,-2-2 0 0 0,-3 4 0 0 0,0 1 0 0 0,2-1 0 0 0,3-2 0 0 0,-3-1 0 0 0,-4-2 0 0 0,-5-1 0 0 0,-5-1 0 0 0,-3 5 0 0 0,-2 2 0 0 0,-2-1 0 0 0,0-1 0 0 0,-10-1 0 0 0,-15-2 0 0 0,-12-1 0 0 0,-12 0 0 0 0,-6-1 0 0 0,-5-1 0 0 0,-3 1 0 0 0,-5 0 0 0 0,-3 0 0 0 0,-4-1 0 0 0,-5 1 0 0 0,-4 0 0 0 0,1 0 0 0 0,5 0 0 0 0,0 0 0 0 0,3 0 0 0 0,-2 0 0 0 0,2 0 0 0 0,-6 0 0 0 0,-1 0 0 0 0,-7 0 0 0 0,2 0 0 0 0,0 0 0 0 0,-7 0 0 0 0,-7 0 0 0 0,2 0 0 0 0,-2 0 0 0 0,0 0 0 0 0,-3 0 0 0 0,0 0 0 0 0,-3 0 0 0 0,-4 0 0 0 0,-4 0 0 0 0,2 0 0 0 0,-1 0 0 0 0,-1 0 0 0 0,3 0 0 0 0,-1 0 0 0 0,-6 0 0 0 0,-5 0 0 0 0,4 0 0 0 0,-4 0 0 0 0,-2 0 0 0 0,11 0 0 0 0,-2 0 0 0 0,-2 0 0 0 0,5 0 0 0 0,-6 0 0 0 0,-2 0 0 0 0,3 0 0 0 0,7 0 0 0 0,-4 0 0 0 0,3 0 0 0 0,-1 0 0 0 0,-2 0 0 0 0,4 0 0 0 0,-6 6 0 0 0,2 1 0 0 0,0-1 0 0 0,4 0 0 0 0,0-3 0 0 0,-2 0 0 0 0,4-2 0 0 0,4-1 0 0 0,5 6 0 0 0,3 1 0 0 0,-1-1 0 0 0,-6-1 0 0 0,6-2 0 0 0,-2 5 0 0 0,6 0 0 0 0,3-1 0 0 0,3-1 0 0 0,5-3 0 0 0,2-1 0 0 0,-1 4 0 0 0,-2 2 0 0 0,-2-2 0 0 0,3-1 0 0 0,6-1 0 0 0,6-2 0 0 0,4 4 0 0 0,4 1 0 0 0,-2 0 0 0 0,-2-2 0 0 0,2-2 0 0 0,1 0 0 0 0,1-2 0 0 0,2-1 0 0 0,5 5 0 0 0,3 2 0 0 0,0-1 0 0 0,4 4 0 0 0,11 1 0 0 0,12-2 0 0 0,10-3 0 0 0,10-1 0 0 0,4-3 0 0 0,4-1 0 0 0,2-1 0 0 0,0 5 0 0 0,0 2 0 0 0,5-1 0 0 0,1-1 0 0 0,-1-2 0 0 0,-1 0 0 0 0,-2-2 0 0 0,3-1 0 0 0,1 0 0 0 0,-1 0 0 0 0,3 0 0 0 0,1-1 0 0 0,8 6 0 0 0,6 2 0 0 0,-1 0 0 0 0,1-2 0 0 0,1-1 0 0 0,1-2 0 0 0,2 0 0 0 0,0-2 0 0 0,2 0 0 0 0,4 0 0 0 0,-2 0 0 0 0,3-1 0 0 0,1 1 0 0 0,-2 0 0 0 0,5 0 0 0 0,6 0 0 0 0,0 0 0 0 0,-3 0 0 0 0,3 0 0 0 0,-3 5 0 0 0,3 2 0 0 0,4 0 0 0 0,-1-2 0 0 0,0-1 0 0 0,-1-2 0 0 0,-5-1 0 0 0,1 0 0 0 0,-6-1 0 0 0,0 0 0 0 0,4 5 0 0 0,5 1 0 0 0,-4 1 0 0 0,-1-2 0 0 0,-6-1 0 0 0,1-2 0 0 0,4-1 0 0 0,1 0 0 0 0,-2 4 0 0 0,-2 2 0 0 0,-3-1 0 0 0,-2-1 0 0 0,5-1 0 0 0,-6-2 0 0 0,-2-1 0 0 0,-1 0 0 0 0,-5 4 0 0 0,-3 2 0 0 0,2-1 0 0 0,1-1 0 0 0,3-1 0 0 0,-5-2 0 0 0,1-1 0 0 0,-5-1 0 0 0,-5 0 0 0 0,1 0 0 0 0,-3 0 0 0 0,-3 0 0 0 0,3-1 0 0 0,-1 1 0 0 0,3 0 0 0 0,-6 5 0 0 0,-4 2 0 0 0,-2 0 0 0 0,-3-2 0 0 0,1-1 0 0 0,-1-2 0 0 0,1 0 0 0 0,-11-2 0 0 0,-13 0 0 0 0,-13 0 0 0 0,-11 0 0 0 0,-7-1 0 0 0,-5 1 0 0 0,-3 0 0 0 0,0 0 0 0 0,0 0 0 0 0,-6 0 0 0 0,0 0 0 0 0,0 0 0 0 0,-3 0 0 0 0,-5 0 0 0 0,0-5 0 0 0,-2-2 0 0 0,-9 0 0 0 0,1 2 0 0 0,-1 1 0 0 0,-1 2 0 0 0,4 0 0 0 0,-4 2 0 0 0,-7 0 0 0 0,1 0 0 0 0,-3-5 0 0 0,-6-2 0 0 0,4 1 0 0 0,-1 1 0 0 0,-5-4 0 0 0,0 0 0 0 0,-2 1 0 0 0,-5 2 0 0 0,3 2 0 0 0,3-3 0 0 0,-5-1 0 0 0,0 1 0 0 0,-1-4 0 0 0,-8 1 0 0 0,-4 1 0 0 0,3 3 0 0 0,3 2 0 0 0,-1-3 0 0 0,0-1 0 0 0,0 1 0 0 0,-1 2 0 0 0,-6-4 0 0 0,-2 0 0 0 0,5 2 0 0 0,3 1 0 0 0,2 3 0 0 0,-1 0 0 0 0,0-3 0 0 0,-1-1 0 0 0,0 1 0 0 0,5 1 0 0 0,6 1 0 0 0,-4-3 0 0 0,-4-1 0 0 0,-2 1 0 0 0,3 2 0 0 0,2 1 0 0 0,9 2 0 0 0,2 1 0 0 0,-2 1 0 0 0,-4 0 0 0 0,1 0 0 0 0,-2-5 0 0 0,3-1 0 0 0,9-1 0 0 0,1 2 0 0 0,6 1 0 0 0,-1 2 0 0 0,-1 1 0 0 0,5 0 0 0 0,2 1 0 0 0,6 1 0 0 0,6-1 0 0 0,0 0 0 0 0,3 0 0 0 0,3 1 0 0 0,3-1 0 0 0,2 0 0 0 0,2 0 0 0 0,1 0 0 0 0,1 0 0 0 0,0 0 0 0 0,10 0 0 0 0,9 5 0 0 0,11 2 0 0 0,11 0 0 0 0,9-2 0 0 0,7-1 0 0 0,3 3 0 0 0,2 2 0 0 0,6-2 0 0 0,7-2 0 0 0,7-1 0 0 0,4-2 0 0 0,-1-1 0 0 0,0-1 0 0 0,6 0 0 0 0,-2-1 0 0 0,5 1 0 0 0,-3 0 0 0 0,-2 0 0 0 0,5 5 0 0 0,-3 1 0 0 0,4 1 0 0 0,6-2 0 0 0,2-1 0 0 0,-1-1 0 0 0,8 3 0 0 0,6 2 0 0 0,0-2 0 0 0,5-1 0 0 0,3-1 0 0 0,-4-2 0 0 0,4-1 0 0 0,-3-1 0 0 0,-2 6 0 0 0,5 0 0 0 0,2 1 0 0 0,6-2 0 0 0,-4-2 0 0 0,2-1 0 0 0,-5 0 0 0 0,-3 3 0 0 0,3 2 0 0 0,2 0 0 0 0,5-2 0 0 0,-4-2 0 0 0,2-1 0 0 0,-5 0 0 0 0,-4 3 0 0 0,0 2 0 0 0,4 0 0 0 0,2-2 0 0 0,0-2 0 0 0,0-1 0 0 0,-7 5 0 0 0,-8 0 0 0 0,4 0 0 0 0,-4-2 0 0 0,1-2 0 0 0,-3 5 0 0 0,0 0 0 0 0,-8-1 0 0 0,0-2 0 0 0,-3-2 0 0 0,-2-1 0 0 0,3-1 0 0 0,1 0 0 0 0,-8-1 0 0 0,-2-1 0 0 0,-8 6 0 0 0,-2 2 0 0 0,1-1 0 0 0,-3-1 0 0 0,0-1 0 0 0,-2-2 0 0 0,-5 0 0 0 0,2-2 0 0 0,3 0 0 0 0,-1 0 0 0 0,3 0 0 0 0,-3-1 0 0 0,-3 1 0 0 0,-4 0 0 0 0,-3 0 0 0 0,-3 0 0 0 0,-12 0 0 0 0,-14 0 0 0 0,-15 0 0 0 0,-10 0 0 0 0,-8 0 0 0 0,-5 0 0 0 0,4-5 0 0 0,0-2 0 0 0,0 0 0 0 0,-1 2 0 0 0,-6-4 0 0 0,-7-1 0 0 0,-3 2 0 0 0,1 3 0 0 0,-2 1 0 0 0,1 2 0 0 0,-3 1 0 0 0,-3 0 0 0 0,1-4 0 0 0,-1-1 0 0 0,-3 0 0 0 0,2 1 0 0 0,0 1 0 0 0,-8-3 0 0 0,2-2 0 0 0,-6 2 0 0 0,-13 2 0 0 0,1 1 0 0 0,3 2 0 0 0,-2-4 0 0 0,1-1 0 0 0,-2 0 0 0 0,5 2 0 0 0,5 2 0 0 0,-8 1 0 0 0,-1 1 0 0 0,0 0 0 0 0,-2 1 0 0 0,-4 1 0 0 0,6-1 0 0 0,0 0 0 0 0,3 1 0 0 0,-9-1 0 0 0,0 0 0 0 0,2 0 0 0 0,0 0 0 0 0,1 0 0 0 0,4 0 0 0 0,-1 0 0 0 0,-4 0 0 0 0,-4 0 0 0 0,1 0 0 0 0,-2 0 0 0 0,9 0 0 0 0,6 0 0 0 0,-1 0 0 0 0,0 0 0 0 0,3 0 0 0 0,-5 0 0 0 0,0 0 0 0 0,-3 0 0 0 0,5 0 0 0 0,4 0 0 0 0,2 0 0 0 0,7 0 0 0 0,-2 0 0 0 0,-3 5 0 0 0,5 2 0 0 0,5 0 0 0 0,3-2 0 0 0,2 4 0 0 0,0 0 0 0 0,2-1 0 0 0,3-2 0 0 0,4-2 0 0 0,-3-2 0 0 0,1-1 0 0 0,1 5 0 0 0,2 0 0 0 0,2 1 0 0 0,7 3 0 0 0,2 0 0 0 0,1-1 0 0 0,4 3 0 0 0,11-1 0 0 0,7 3 0 0 0,8-1 0 0 0,10-2 0 0 0,6-3 0 0 0,6-4 0 0 0,2-1 0 0 0,2-3 0 0 0,0 0 0 0 0,1 0 0 0 0,-1-1 0 0 0,5 1 0 0 0,7-1 0 0 0,1 1 0 0 0,-2 0 0 0 0,2 0 0 0 0,-1 0 0 0 0,-3 0 0 0 0,2 0 0 0 0,4-6 0 0 0,5-1 0 0 0,9 1 0 0 0,10 0 0 0 0,4-3 0 0 0,-2 0 0 0 0,-1 1 0 0 0,-9 2 0 0 0,-3 3 0 0 0,2 0 0 0 0,-3 2 0 0 0,4 1 0 0 0,2 0 0 0 0,0 1 0 0 0,-1-1 0 0 0,5 1 0 0 0,-4-1 0 0 0,3 0 0 0 0,-6 0 0 0 0,3 0 0 0 0,6 0 0 0 0,7 0 0 0 0,6 0 0 0 0,-7-5 0 0 0,0-2 0 0 0,-3 0 0 0 0,-8 2 0 0 0,-6 1 0 0 0,-7 2 0 0 0,3 0 0 0 0,2 2 0 0 0,-3 0 0 0 0,-1 0 0 0 0,1 0 0 0 0,-3 1 0 0 0,-1-1 0 0 0,-3 0 0 0 0,1 0 0 0 0,-4 0 0 0 0,2 0 0 0 0,4-5 0 0 0,-3-2 0 0 0,2 0 0 0 0,-3 2 0 0 0,-3 1 0 0 0,0 2 0 0 0,-1 1 0 0 0,-4 0 0 0 0,-2 1 0 0 0,-3 0 0 0 0,-1 1 0 0 0,-2-1 0 0 0,0 0 0 0 0,-1 0 0 0 0,0 0 0 0 0,0 0 0 0 0,1 0 0 0 0,-1 0 0 0 0,-9 0 0 0 0,-15 0 0 0 0,-13 0 0 0 0,-11 0 0 0 0,-7 0 0 0 0,-5 0 0 0 0,-2 0 0 0 0,-7 0 0 0 0,-1 0 0 0 0,0 0 0 0 0,2 0 0 0 0,2 0 0 0 0,3 0 0 0 0,-5 0 0 0 0,-6 0 0 0 0,-5 0 0 0 0,-6 0 0 0 0,2 0 0 0 0,-1 0 0 0 0,4 0 0 0 0,-6 0 0 0 0,-3 0 0 0 0,2 0 0 0 0,2 0 0 0 0,-2 0 0 0 0,-1 0 0 0 0,-6 0 0 0 0,2 0 0 0 0,-3 0 0 0 0,-3 0 0 0 0,2 0 0 0 0,-5 0 0 0 0,-6 0 0 0 0,0 0 0 0 0,-3 0 0 0 0,2 0 0 0 0,8 0 0 0 0,2 0 0 0 0,-5-5 0 0 0,1-2 0 0 0,-4 1 0 0 0,-5 0 0 0 0,2 2 0 0 0,2 2 0 0 0,6 1 0 0 0,-3 0 0 0 0,-3 1 0 0 0,1-5 0 0 0,2-1 0 0 0,-1-1 0 0 0,6 2 0 0 0,5 1 0 0 0,-3 2 0 0 0,0 1 0 0 0,0 1 0 0 0,-3-1 0 0 0,4 2 0 0 0,3-1 0 0 0,8 0 0 0 0,-4 0 0 0 0,-1 1 0 0 0,3-1 0 0 0,2 0 0 0 0,-1 0 0 0 0,-1 0 0 0 0,4 0 0 0 0,6 0 0 0 0,0 0 0 0 0,-3 0 0 0 0,3 0 0 0 0,4 0 0 0 0,3 0 0 0 0,4 0 0 0 0,3 0 0 0 0,1 0 0 0 0,7 5 0 0 0,12 2 0 0 0,9 5 0 0 0,10 0 0 0 0,9-1 0 0 0,3 2 0 0 0,2-1 0 0 0,10-3 0 0 0,4-2 0 0 0,1-3 0 0 0,1-2 0 0 0,4 4 0 0 0,6 1 0 0 0,6 4 0 0 0,-1 1 0 0 0,-4-2 0 0 0,0-3 0 0 0,-1-2 0 0 0,0 3 0 0 0,9 0 0 0 0,1-1 0 0 0,-5-2 0 0 0,5 4 0 0 0,4 0 0 0 0,1-2 0 0 0,7-1 0 0 0,2 2 0 0 0,0 1 0 0 0,3-1 0 0 0,-5-2 0 0 0,2-3 0 0 0,4-1 0 0 0,0-1 0 0 0,3-1 0 0 0,5 5 0 0 0,-7 2 0 0 0,5-1 0 0 0,-1 4 0 0 0,-3 1 0 0 0,2-2 0 0 0,7-3 0 0 0,6 4 0 0 0,-8-1 0 0 0,-1-1 0 0 0,10 3 0 0 0,1-1 0 0 0,-5-1 0 0 0,-2 2 0 0 0,0 0 0 0 0,1-2 0 0 0,-3-3 0 0 0,-1 3 0 0 0,-3 0 0 0 0,-1-1 0 0 0,3-3 0 0 0,-2 4 0 0 0,-10-1 0 0 0,0 0 0 0 0,-3 3 0 0 0,4-1 0 0 0,0-1 0 0 0,-2-3 0 0 0,4 3 0 0 0,-6 0 0 0 0,-4-1 0 0 0,4-3 0 0 0,-5-1 0 0 0,-2 3 0 0 0,4 1 0 0 0,-4-2 0 0 0,-1 0 0 0 0,0-3 0 0 0,-5-1 0 0 0,-7-1 0 0 0,-5-1 0 0 0,0 0 0 0 0,3 0 0 0 0,0 5 0 0 0,-3 1 0 0 0,2 1 0 0 0,4-2 0 0 0,4-1 0 0 0,-1 3 0 0 0,-4 1 0 0 0,-5 0 0 0 0,-5-3 0 0 0,-2-1 0 0 0,-3-2 0 0 0,-7 4 0 0 0,-2 1 0 0 0,-10 0 0 0 0,-13-2 0 0 0,-11-2 0 0 0,-9-1 0 0 0,-7-1 0 0 0,-4 0 0 0 0,-1-2 0 0 0,-2 1 0 0 0,-4 0 0 0 0,-2 0 0 0 0,-4-1 0 0 0,-5 1 0 0 0,0 0 0 0 0,-2 0 0 0 0,3 0 0 0 0,-1 0 0 0 0,2 0 0 0 0,4-5 0 0 0,0-2 0 0 0,0 0 0 0 0,-2 2 0 0 0,-3 1 0 0 0,0 2 0 0 0,-2 0 0 0 0,-3 2 0 0 0,-2 0 0 0 0,-4-5 0 0 0,5-2 0 0 0,-6 1 0 0 0,-7 1 0 0 0,2 1 0 0 0,-4-3 0 0 0,-6-2 0 0 0,5 2 0 0 0,4 2 0 0 0,-3 1 0 0 0,0 2 0 0 0,-4 1 0 0 0,-5 1 0 0 0,5-5 0 0 0,5-2 0 0 0,-3 1 0 0 0,2 1 0 0 0,-4-4 0 0 0,0 0 0 0 0,2 1 0 0 0,-3 2 0 0 0,1-3 0 0 0,2 0 0 0 0,3 2 0 0 0,-2 1 0 0 0,4-3 0 0 0,-1 0 0 0 0,-6 2 0 0 0,5 1 0 0 0,3-3 0 0 0,3 0 0 0 0,1 2 0 0 0,0 1 0 0 0,-5-2 0 0 0,3-1 0 0 0,8 1 0 0 0,2 2 0 0 0,0 3 0 0 0,-2-4 0 0 0,4-1 0 0 0,-1 1 0 0 0,4 2 0 0 0,5 1 0 0 0,-1 2 0 0 0,1 2 0 0 0,-1-1 0 0 0,0 1 0 0 0,4 1 0 0 0,2-1 0 0 0,3 0 0 0 0,-3 1 0 0 0,-1-1 0 0 0,2 0 0 0 0,1 0 0 0 0,2 0 0 0 0,7-5 0 0 0,13-2 0 0 0,14 0 0 0 0,12 2 0 0 0,10 1 0 0 0,6 1 0 0 0,3-3 0 0 0,2-2 0 0 0,1 2 0 0 0,-1 1 0 0 0,0 1 0 0 0,5 2 0 0 0,5 1 0 0 0,2 1 0 0 0,-2 0 0 0 0,-3 0 0 0 0,-3 0 0 0 0,3 1 0 0 0,-1-1 0 0 0,-1 0 0 0 0,8 0 0 0 0,3 0 0 0 0,2 0 0 0 0,-2 0 0 0 0,-4 0 0 0 0,6 0 0 0 0,5 0 0 0 0,-2 0 0 0 0,6 0 0 0 0,-3 0 0 0 0,1 0 0 0 0,-1 0 0 0 0,2 0 0 0 0,6 0 0 0 0,3 0 0 0 0,-1 0 0 0 0,0 0 0 0 0,-7 0 0 0 0,3 0 0 0 0,6 0 0 0 0,-4 0 0 0 0,3 0 0 0 0,6 0 0 0 0,-5 0 0 0 0,-3 0 0 0 0,-3 0 0 0 0,-1 0 0 0 0,4 0 0 0 0,2 0 0 0 0,0 0 0 0 0,3 0 0 0 0,-4 5 0 0 0,-4 2 0 0 0,-2 0 0 0 0,0-2 0 0 0,-1-1 0 0 0,-5-1 0 0 0,4-2 0 0 0,-3-1 0 0 0,0 6 0 0 0,0 0 0 0 0,-4 1 0 0 0,0-2 0 0 0,2-2 0 0 0,-4 0 0 0 0,-4-2 0 0 0,-6-1 0 0 0,2 0 0 0 0,3 0 0 0 0,1 0 0 0 0,1-1 0 0 0,-1 1 0 0 0,-3 0 0 0 0,-4 0 0 0 0,-3 0 0 0 0,-3 0 0 0 0,-1 0 0 0 0,-2 0 0 0 0,0 5 0 0 0,1 2 0 0 0,-1 0 0 0 0,0-2 0 0 0,0-1 0 0 0,1-2 0 0 0,0 0 0 0 0,0-2 0 0 0,-11 0 0 0 0,-14 0 0 0 0,-13 0 0 0 0,-10-1 0 0 0,-8 1 0 0 0,-5 0 0 0 0,-3 0 0 0 0,0 0 0 0 0,-1 0 0 0 0,1 0 0 0 0,1 0 0 0 0,0 0 0 0 0,0 0 0 0 0,1 0 0 0 0,0 0 0 0 0,1 0 0 0 0,-6 0 0 0 0,-7 0 0 0 0,-1 0 0 0 0,1 0 0 0 0,3 0 0 0 0,3 0 0 0 0,-3-6 0 0 0,-5-1 0 0 0,0 1 0 0 0,-2 0 0 0 0,0 3 0 0 0,4 0 0 0 0,-2 2 0 0 0,3 1 0 0 0,-4 0 0 0 0,-3 0 0 0 0,1 0 0 0 0,3 0 0 0 0,5 1 0 0 0,-2-1 0 0 0,-5 0 0 0 0,2 0 0 0 0,-3 0 0 0 0,1 0 0 0 0,-1 0 0 0 0,-3 0 0 0 0,2 0 0 0 0,-2 0 0 0 0,3 0 0 0 0,0 0 0 0 0,-4 0 0 0 0,-2 0 0 0 0,2 0 0 0 0,-1 0 0 0 0,-1 0 0 0 0,3 0 0 0 0,5 0 0 0 0,5 0 0 0 0,-1 0 0 0 0,-4 0 0 0 0,-4 0 0 0 0,0 0 0 0 0,-1 0 0 0 0,3 0 0 0 0,4 0 0 0 0,4 0 0 0 0,4 0 0 0 0,-2 0 0 0 0,-6 0 0 0 0,0 0 0 0 0,-3 0 0 0 0,-4 0 0 0 0,1 0 0 0 0,4 0 0 0 0,5 0 0 0 0,-2 0 0 0 0,2 0 0 0 0,2 0 0 0 0,-2 0 0 0 0,0 0 0 0 0,2 0 0 0 0,2 0 0 0 0,3 0 0 0 0,1 0 0 0 0,2 0 0 0 0,0 0 0 0 0,5-5 0 0 0,8-8 0 0 0,12 0 0 0 0,12 1 0 0 0,10 3 0 0 0,8-3 0 0 0,5 2 0 0 0,3-4 0 0 0,1 1 0 0 0,5 3 0 0 0,2 3 0 0 0,0 2 0 0 0,2 3 0 0 0,0 1 0 0 0,-2 1 0 0 0,-2 0 0 0 0,2 1 0 0 0,0 0 0 0 0,-1-1 0 0 0,2 0 0 0 0,1 1 0 0 0,2-1 0 0 0,5 0 0 0 0,0 0 0 0 0,1 0 0 0 0,-2 0 0 0 0,1 0 0 0 0,2 0 0 0 0,-1 0 0 0 0,0 0 0 0 0,9 0 0 0 0,3 0 0 0 0,-3 0 0 0 0,0 0 0 0 0,4 0 0 0 0,-3 0 0 0 0,0 0 0 0 0,-7 0 0 0 0,-5 0 0 0 0,-2 0 0 0 0,-3 0 0 0 0,2 0 0 0 0,3 0 0 0 0,0 0 0 0 0,-4 0 0 0 0,-4 0 0 0 0,1 0 0 0 0,5 0 0 0 0,5 0 0 0 0,-1 0 0 0 0,-4 0 0 0 0,-4 0 0 0 0,-5 0 0 0 0,-3 5 0 0 0,4 2 0 0 0,0-1 0 0 0,-1 0 0 0 0,3-2 0 0 0,1-2 0 0 0,-2-1 0 0 0,-2 0 0 0 0,-2-1 0 0 0,-2 0 0 0 0,-1-1 0 0 0,-12-4 0 0 0,-14-3 0 0 0,-13 2 0 0 0,-11-5 0 0 0,-8 0 0 0 0,-4 2 0 0 0,-2-3 0 0 0,-2 1 0 0 0,-5-3 0 0 0,-1 0 0 0 0,-4 4 0 0 0,-6-3 0 0 0,1 1 0 0 0,4 3 0 0 0,4-2 0 0 0,3 0 0 0 0,-1-3 0 0 0,-6 1 0 0 0,1 3 0 0 0,-4-3 0 0 0,2 2 0 0 0,-2 2 0 0 0,-3 3 0 0 0,1-3 0 0 0,-1 0 0 0 0,-7-4 0 0 0,1 1 0 0 0,-1 2 0 0 0,-1-2 0 0 0,0 0 0 0 0,-2 3 0 0 0,-5-3 0 0 0,3 1 0 0 0,-4-2 0 0 0,0-1 0 0 0,5 4 0 0 0,3-2 0 0 0,2 0 0 0 0,-1 3 0 0 0,-6 3 0 0 0,-3-3 0 0 0,5 0 0 0 0,3 2 0 0 0,6 1 0 0 0,-4 3 0 0 0,-3 1 0 0 0,4 1 0 0 0,1 1 0 0 0,-6 0 0 0 0,-3 1 0 0 0,-1-1 0 0 0,5 1 0 0 0,2-1 0 0 0,6 0 0 0 0,7 0 0 0 0,0 0 0 0 0,-3 0 0 0 0,-3 0 0 0 0,1 0 0 0 0,5 0 0 0 0,4 0 0 0 0,4 0 0 0 0,3 0 0 0 0,2 0 0 0 0,1 0 0 0 0,1 0 0 0 0,0 0 0 0 0,0 0 0 0 0,5 5 0 0 0,12 2 0 0 0,14 0 0 0 0,11 3 0 0 0,9 1 0 0 0,7-2 0 0 0,-2 3 0 0 0,0-1 0 0 0,1-2 0 0 0,1-2 0 0 0,1-3 0 0 0,0 3 0 0 0,2 1 0 0 0,0-1 0 0 0,0-2 0 0 0,5-2 0 0 0,2-1 0 0 0,5-1 0 0 0,5-1 0 0 0,1 0 0 0 0,1-1 0 0 0,4 6 0 0 0,-3 2 0 0 0,0-1 0 0 0,3 0 0 0 0,2-3 0 0 0,2 0 0 0 0,2-2 0 0 0,-4 5 0 0 0,-1 1 0 0 0,0-1 0 0 0,7-1 0 0 0,-2-1 0 0 0,4-2 0 0 0,8-1 0 0 0,7-1 0 0 0,0 0 0 0 0,-3 0 0 0 0,2 0 0 0 0,-2 5 0 0 0,2 1 0 0 0,3 1 0 0 0,4-2 0 0 0,-3-1 0 0 0,-4-2 0 0 0,0 0 0 0 0,-2-2 0 0 0,-4 0 0 0 0,-4 0 0 0 0,-8 0 0 0 0,1-1 0 0 0,7 1 0 0 0,-4 0 0 0 0,3 5 0 0 0,1 2 0 0 0,-6 0 0 0 0,-3-2 0 0 0,-1-1 0 0 0,0-2 0 0 0,1-1 0 0 0,0 0 0 0 0,2-1 0 0 0,-6 0 0 0 0,-5-1 0 0 0,3 1 0 0 0,-2 5 0 0 0,2 2 0 0 0,1-1 0 0 0,-3 0 0 0 0,-4-2 0 0 0,-1-2 0 0 0,3-1 0 0 0,-1 0 0 0 0,-5-1 0 0 0,2 0 0 0 0,-2-1 0 0 0,-3 1 0 0 0,2 0 0 0 0,5 0 0 0 0,-1-1 0 0 0,3 1 0 0 0,-3 0 0 0 0,-2 0 0 0 0,-5 0 0 0 0,-3 0 0 0 0,-3 0 0 0 0,-1 0 0 0 0,-12 0 0 0 0,-15 0 0 0 0,-12 0 0 0 0,-12 0 0 0 0,-6 0 0 0 0,-6 0 0 0 0,-1 0 0 0 0,-2 0 0 0 0,1-5 0 0 0,-1-2 0 0 0,2 1 0 0 0,0 0 0 0 0,-4-3 0 0 0,-8 0 0 0 0,0 1 0 0 0,1 2 0 0 0,-2 2 0 0 0,-4 2 0 0 0,1 1 0 0 0,-2-4 0 0 0,-3-2 0 0 0,3 1 0 0 0,-1 1 0 0 0,3 1 0 0 0,-1 2 0 0 0,-3 1 0 0 0,3-5 0 0 0,-6-1 0 0 0,-5 1 0 0 0,3 1 0 0 0,1 1 0 0 0,4 2 0 0 0,1 1 0 0 0,-6 1 0 0 0,0 0 0 0 0,-5 0 0 0 0,-3 0 0 0 0,5 1 0 0 0,-4-1 0 0 0,5 0 0 0 0,6 0 0 0 0,-3 0 0 0 0,2 0 0 0 0,-4 0 0 0 0,-4 0 0 0 0,-12 0 0 0 0,-4 0 0 0 0,1 0 0 0 0,3 0 0 0 0,4 0 0 0 0,8 0 0 0 0,4 0 0 0 0,7 0 0 0 0,2 0 0 0 0,-7 0 0 0 0,1 0 0 0 0,-1 0 0 0 0,-1 0 0 0 0,4 0 0 0 0,0 0 0 0 0,5 0 0 0 0,-1 0 0 0 0,-3 0 0 0 0,4 0 0 0 0,3 0 0 0 0,5 0 0 0 0,-2 0 0 0 0,-4 0 0 0 0,1 0 0 0 0,-3 0 0 0 0,2 0 0 0 0,3 0 0 0 0,-1 0 0 0 0,-4 0 0 0 0,1 0 0 0 0,4 0 0 0 0,3 0 0 0 0,-2 0 0 0 0,1 0 0 0 0,3 0 0 0 0,-4 0 0 0 0,1 0 0 0 0,8-5 0 0 0,3-2 0 0 0,2 0 0 0 0,0 2 0 0 0,1 1 0 0 0,-2 2 0 0 0,5-5 0 0 0,12 0 0 0 0,12 0 0 0 0,7-3 0 0 0,8-1 0 0 0,6 3 0 0 0,4 1 0 0 0,4 3 0 0 0,3 2 0 0 0,-1 1 0 0 0,2 1 0 0 0,-1 0 0 0 0,5 0 0 0 0,7 1 0 0 0,6-1 0 0 0,0 0 0 0 0,2 1 0 0 0,-3-1 0 0 0,7 0 0 0 0,-2 0 0 0 0,6 0 0 0 0,8 0 0 0 0,-1 0 0 0 0,3 0 0 0 0,5 0 0 0 0,11 0 0 0 0,2 0 0 0 0,1 5 0 0 0,6 2 0 0 0,-7 0 0 0 0,-3 3 0 0 0,5 1 0 0 0,2-2 0 0 0,2 3 0 0 0,6-1 0 0 0,2 3 0 0 0,-12 0 0 0 0,0-4 0 0 0,6-2 0 0 0,2 2 0 0 0,0-1 0 0 0,0-1 0 0 0,3 2 0 0 0,-10 0 0 0 0,-4-1 0 0 0,3-3 0 0 0,3-2 0 0 0,1-2 0 0 0,0 4 0 0 0,0 1 0 0 0,-11-1 0 0 0,2 4 0 0 0,1 1 0 0 0,-2-3 0 0 0,-1-1 0 0 0,2 2 0 0 0,2 0 0 0 0,-9-1 0 0 0,-1 3 0 0 0,1-1 0 0 0,-7-1 0 0 0,0-3 0 0 0,-1 3 0 0 0,-3 0 0 0 0,-6-1 0 0 0,-5-3 0 0 0,0-1 0 0 0,1-2 0 0 0,-5 4 0 0 0,0 1 0 0 0,-4-1 0 0 0,0-1 0 0 0,3 4 0 0 0,3 0 0 0 0,3-2 0 0 0,2-1 0 0 0,-3-2 0 0 0,-2-2 0 0 0,-4-1 0 0 0,-5-1 0 0 0,-5 0 0 0 0,-5 5 0 0 0,-2 1 0 0 0,-2 1 0 0 0,-12-2 0 0 0,-13-2 0 0 0,-14 0 0 0 0,-11-2 0 0 0,-7-1 0 0 0,-4 0 0 0 0,-3 0 0 0 0,0 0 0 0 0,-1 0 0 0 0,1-1 0 0 0,1 1 0 0 0,0 0 0 0 0,1 0 0 0 0,-6 0 0 0 0,-6 0 0 0 0,-1 0 0 0 0,-4 0 0 0 0,-4 0 0 0 0,-4 0 0 0 0,3-5 0 0 0,-6-2 0 0 0,-3 0 0 0 0,4 2 0 0 0,-5 1 0 0 0,4 2 0 0 0,2 1 0 0 0,-6-5 0 0 0,2-1 0 0 0,-3 0 0 0 0,-7 2 0 0 0,-2 2 0 0 0,1 1 0 0 0,3-5 0 0 0,1 0 0 0 0,-2 0 0 0 0,-5 2 0 0 0,-1 2 0 0 0,-3 1 0 0 0,2 1 0 0 0,3 0 0 0 0,3 1 0 0 0,-1 1 0 0 0,1-1 0 0 0,-3 0 0 0 0,-5 0 0 0 0,5 1 0 0 0,1-1 0 0 0,-4 0 0 0 0,1 0 0 0 0,-3 0 0 0 0,-3 0 0 0 0,7 0 0 0 0,6 0 0 0 0,4 0 0 0 0,-3 0 0 0 0,-5 0 0 0 0,-1 0 0 0 0,2 0 0 0 0,-3 0 0 0 0,6 0 0 0 0,5 0 0 0 0,-3 0 0 0 0,-1 0 0 0 0,2 0 0 0 0,-5 0 0 0 0,5 0 0 0 0,-2 0 0 0 0,6 0 0 0 0,2 0 0 0 0,1 0 0 0 0,5 0 0 0 0,-3 0 0 0 0,2 0 0 0 0,0 0 0 0 0,-1 0 0 0 0,4 0 0 0 0,0 5 0 0 0,-1 2 0 0 0,-3 0 0 0 0,4-2 0 0 0,4-1 0 0 0,6-2 0 0 0,5-1 0 0 0,3 0 0 0 0,3-1 0 0 0,0 0 0 0 0,-4-1 0 0 0,-2 1 0 0 0,1 0 0 0 0,0 0 0 0 0,2 0 0 0 0,12 0 0 0 0,14-1 0 0 0,15 1 0 0 0,10 1 0 0 0,14-1 0 0 0,6 0 0 0 0,3 0 0 0 0,4 0 0 0 0,0 0 0 0 0,4 0 0 0 0,-2 0 0 0 0,2 0 0 0 0,3-6 0 0 0,4-1 0 0 0,-2 1 0 0 0,-1 0 0 0 0,3-3 0 0 0,1 0 0 0 0,-2 1 0 0 0,-1 2 0 0 0,1 2 0 0 0,7 2 0 0 0,-1 1 0 0 0,5 1 0 0 0,1 0 0 0 0,-4 1 0 0 0,2-1 0 0 0,-5 0 0 0 0,5-5 0 0 0,6-1 0 0 0,7-1 0 0 0,-5 2 0 0 0,-3 1 0 0 0,-3 2 0 0 0,2 0 0 0 0,6-3 0 0 0,1-2 0 0 0,-2 0 0 0 0,2 2 0 0 0,-6 2 0 0 0,-5 0 0 0 0,4 2 0 0 0,-1 1 0 0 0,0 0 0 0 0,3-5 0 0 0,1-2 0 0 0,-6 1 0 0 0,-5 1 0 0 0,-1 1 0 0 0,5 2 0 0 0,-3 1 0 0 0,3 0 0 0 0,2 1 0 0 0,-5 0 0 0 0,-3 1 0 0 0,-6-1 0 0 0,-1 0 0 0 0,1 0 0 0 0,-3 0 0 0 0,6 0 0 0 0,-1 0 0 0 0,-5 0 0 0 0,0 0 0 0 0,-3 0 0 0 0,1 0 0 0 0,-2 0 0 0 0,-4-5 0 0 0,-3-2 0 0 0,-3 1 0 0 0,-2 0 0 0 0,3 2 0 0 0,2 2 0 0 0,-1 1 0 0 0,3 0 0 0 0,1 1 0 0 0,-1 0 0 0 0,-3 1 0 0 0,-2-1 0 0 0,-2 0 0 0 0,-1 0 0 0 0,-12 1 0 0 0,-13-1 0 0 0,-15 0 0 0 0,-10 0 0 0 0,-7 0 0 0 0,-6 0 0 0 0,-1 0 0 0 0,-7 0 0 0 0,-2 0 0 0 0,2 0 0 0 0,1 0 0 0 0,2 0 0 0 0,-3 0 0 0 0,0 0 0 0 0,1 0 0 0 0,2 0 0 0 0,1 0 0 0 0,-3 0 0 0 0,0 0 0 0 0,0 0 0 0 0,-3 5 0 0 0,-6 2 0 0 0,1-1 0 0 0,-3 0 0 0 0,2-2 0 0 0,3-2 0 0 0,-1-1 0 0 0,-3 0 0 0 0,-4 4 0 0 0,1 2 0 0 0,-1-1 0 0 0,4-1 0 0 0,4-1 0 0 0,4 3 0 0 0,4 1 0 0 0,3-1 0 0 0,-3-1 0 0 0,-7-3 0 0 0,-1 5 0 0 0,-3 0 0 0 0,1-1 0 0 0,3-2 0 0 0,3-2 0 0 0,4-1 0 0 0,3-1 0 0 0,-4-1 0 0 0,-1 6 0 0 0,1 0 0 0 0,1 1 0 0 0,2-2 0 0 0,2-2 0 0 0,5 5 0 0 0,3 0 0 0 0,0-1 0 0 0,-1-2 0 0 0,-2-1 0 0 0,4-7 0 0 0,11-3 0 0 0,13-1 0 0 0,12-3 0 0 0,3-7 0 0 0,4-4 0 0 0,4 0 0 0 0,4-1 0 0 0,1 4 0 0 0,-3-2 0 0 0,-2 4 0 0 0,1 4 0 0 0,1-1 0 0 0,2-3 0 0 0,1-5 0 0 0,1 1 0 0 0,6 0 0 0 0,1 2 0 0 0,1 0 0 0 0,4-3 0 0 0,0 2 0 0 0,-2 5 0 0 0,3-1 0 0 0,-1-3 0 0 0,-2-4 0 0 0,7 2 0 0 0,-3-1 0 0 0,0 4 0 0 0,-1 4 0 0 0,2-1 0 0 0,4-3 0 0 0,-1 1 0 0 0,2-2 0 0 0,2-3 0 0 0,-1 2 0 0 0,-6 4 0 0 0,2 5 0 0 0,2-1 0 0 0,4-4 0 0 0,3 0 0 0 0,-3-2 0 0 0,1 1 0 0 0,-5-1 0 0 0,-4-3 0 0 0,0 1 0 0 0,3 5 0 0 0,-2 4 0 0 0,3-1 0 0 0,2 1 0 0 0,-6-3 0 0 0,-2 1 0 0 0,-7-3 0 0 0,1 1 0 0 0,4-2 0 0 0,6 1 0 0 0,0 4 0 0 0,2-2 0 0 0,-1 1 0 0 0,-10-2 0 0 0,-5 1 0 0 0,2-2 0 0 0,0 0 0 0 0,-1 4 0 0 0,0 4 0 0 0,-1-3 0 0 0,-1 1 0 0 0,-1 1 0 0 0,-5-2 0 0 0,-3 0 0 0 0,1 1 0 0 0,2 3 0 0 0,-10 2 0 0 0,-12 2 0 0 0,-12 2 0 0 0,-10-1 0 0 0,-2 7 0 0 0,-3 1 0 0 0,-3 1 0 0 0,-2-3 0 0 0,4 5 0 0 0,1-1 0 0 0,-7 4 0 0 0,-3 5 0 0 0,-6 5 0 0 0,-8-2 0 0 0,0 1 0 0 0,2-3 0 0 0,3 0 0 0 0,10 2 0 0 0,-1-2 0 0 0,0-5 0 0 0,0 1 0 0 0,1 3 0 0 0,1-1 0 0 0,-1-5 0 0 0,1 2 0 0 0,1 4 0 0 0,-1 4 0 0 0,0-3 0 0 0,0-3 0 0 0,1 0 0 0 0,-1 3 0 0 0,0 3 0 0 0,0 4 0 0 0,-5 2 0 0 0,-2 1 0 0 0,1-3 0 0 0,6-2 0 0 0,3 1 0 0 0,2-4 0 0 0,-1 0 0 0 0,5 1 0 0 0,0-3 0 0 0,0-5 0 0 0,2 1 0 0 0,6 3 0 0 0,-1 3 0 0 0,-3-1 0 0 0,-3-4 0 0 0,1-1 0 0 0,5 4 0 0 0,-1-2 0 0 0,-3 1 0 0 0,2 4 0 0 0,-1 2 0 0 0,-3 3 0 0 0,-3 2 0 0 0,2 1 0 0 0,5 1 0 0 0,1-5 0 0 0,2-1 0 0 0,9-6 0 0 0,11-5 0 0 0,9-6 0 0 0,3-9 0 0 0,3-9 0 0 0,3-4 0 0 0,3 1 0 0 0,2-2 0 0 0,1-5 0 0 0,1 2 0 0 0,1-1 0 0 0,-1-4 0 0 0,1 3 0 0 0,-1 0 0 0 0,0-3 0 0 0,5 4 0 0 0,-3-2 0 0 0,-2 4 0 0 0,-2 5 0 0 0,-5-1 0 0 0,4-4 0 0 0,2-4 0 0 0,6 1 0 0 0,3 0 0 0 0,-5-3 0 0 0,-4 3 0 0 0,-1 4 0 0 0,-1 1 0 0 0,1-4 0 0 0,0-2 0 0 0,0 1 0 0 0,1 4 0 0 0,1 0 0 0 0,0-2 0 0 0,-1-4 0 0 0,1 2 0 0 0,0-1 0 0 0,5-2 0 0 0,2 3 0 0 0,0-1 0 0 0,3-1 0 0 0,-4-3 0 0 0,-5 3 0 0 0,5 5 0 0 0,-6 1 0 0 0,-2-3 0 0 0,-1-3 0 0 0,0 2 0 0 0,1 5 0 0 0,-5-1 0 0 0,-1 3 0 0 0,1-2 0 0 0,1 1 0 0 0,2 4 0 0 0,-4-2 0 0 0,0 1 0 0 0,-5-3 0 0 0,1 1 0 0 0,-9 3 0 0 0,-11 3 0 0 0,-11 2 0 0 0,-8 3 0 0 0,-6 1 0 0 0,-4 6 0 0 0,-2 3 0 0 0,-1-1 0 0 0,0-1 0 0 0,0 4 0 0 0,1 4 0 0 0,0 1 0 0 0,1-2 0 0 0,-5 2 0 0 0,-2-3 0 0 0,6 4 0 0 0,3-3 0 0 0,-5-2 0 0 0,5 2 0 0 0,-4-2 0 0 0,-2-2 0 0 0,6 2 0 0 0,-4 0 0 0 0,5 3 0 0 0,-4-1 0 0 0,-1 2 0 0 0,-1-1 0 0 0,0-2 0 0 0,-4 1 0 0 0,4 3 0 0 0,3 0 0 0 0,-4 3 0 0 0,-7-3 0 0 0,-1 1 0 0 0,1-2 0 0 0,3 2 0 0 0,-2 3 0 0 0,-1-2 0 0 0,-2 2 0 0 0,1-4 0 0 0,7 2 0 0 0,5-3 0 0 0,2 2 0 0 0,1-2 0 0 0,0-4 0 0 0,0 1 0 0 0,-2 0 0 0 0,6 1 0 0 0,1 0 0 0 0,-1-2 0 0 0,-2 1 0 0 0,-1-1 0 0 0,-1 3 0 0 0,3 5 0 0 0,2-2 0 0 0,-2-3 0 0 0,5 1 0 0 0,5 3 0 0 0,0-1 0 0 0,2 2 0 0 0,4 2 0 0 0,3 3 0 0 0,8-2 0 0 0,9-5 0 0 0,8 0 0 0 0,5-3 0 0 0,5-5 0 0 0,2-2 0 0 0,1 2 0 0 0,1-1 0 0 0,-1-1 0 0 0,0-2 0 0 0,0-2 0 0 0,5-1 0 0 0,1-2 0 0 0,4 0 0 0 0,7 0 0 0 0,-1 0 0 0 0,8-1 0 0 0,-1 1 0 0 0,1 0 0 0 0,-4 0 0 0 0,-6 0 0 0 0,-4-6 0 0 0,-1-1 0 0 0,5-5 0 0 0,-1 0 0 0 0,-3 2 0 0 0,3 2 0 0 0,3 3 0 0 0,4-3 0 0 0,-1 0 0 0 0,6 1 0 0 0,-1-4 0 0 0,-5 1 0 0 0,-6 2 0 0 0,-5-4 0 0 0,0 1 0 0 0,5-3 0 0 0,0 1 0 0 0,2-3 0 0 0,4 2 0 0 0,-1 2 0 0 0,-5 5 0 0 0,1-3 0 0 0,-1 0 0 0 0,-5-2 0 0 0,-2-1 0 0 0,-4-2 0 0 0,4 1 0 0 0,5 3 0 0 0,7 3 0 0 0,-6-2 0 0 0,-5 1 0 0 0,1-4 0 0 0,-1 1 0 0 0,-1-3 0 0 0,-3 1 0 0 0,-1 3 0 0 0,-2 3 0 0 0,-6-2 0 0 0,-2 1 0 0 0,0-4 0 0 0,1 1 0 0 0,1 2 0 0 0,3-3 0 0 0,-5-3 0 0 0,-6-6 0 0 0,-12 2 0 0 0,-11 5 0 0 0,-11 3 0 0 0,-7 6 0 0 0,-6 2 0 0 0,-8 3 0 0 0,-3 1 0 0 0,1 0 0 0 0,0 1 0 0 0,3 0 0 0 0,2 0 0 0 0,-4-1 0 0 0,-1 1 0 0 0,-4-1 0 0 0,0 0 0 0 0,-3 0 0 0 0,-4 0 0 0 0,1 0 0 0 0,-2 0 0 0 0,3 0 0 0 0,-1 0 0 0 0,2 5 0 0 0,-1 2 0 0 0,3 5 0 0 0,-2 0 0 0 0,2-1 0 0 0,3-4 0 0 0,9 4 0 0 0,5-2 0 0 0,2-1 0 0 0,-1 3 0 0 0,1 0 0 0 0,-2-3 0 0 0,4 4 0 0 0,2-2 0 0 0,-2 4 0 0 0,-2-1 0 0 0,5 3 0 0 0,-1-1 0 0 0,-1-4 0 0 0,3 2 0 0 0,0 4 0 0 0,-2-1 0 0 0,-3-3 0 0 0,3 1 0 0 0,6 4 0 0 0,0-2 0 0 0,2 3 0 0 0,10-3 0 0 0,10-4 0 0 0,9-4 0 0 0,8-3 0 0 0,5-2 0 0 0,2-3 0 0 0,3 0 0 0 0,0-1 0 0 0,-1 0 0 0 0,1-5 0 0 0,-1-1 0 0 0,-1-5 0 0 0,1-1 0 0 0,-2 3 0 0 0,1 2 0 0 0,-5-2 0 0 0,-2 0 0 0 0,0-3 0 0 0,6 0 0 0 0,4 3 0 0 0,1-3 0 0 0,0 2 0 0 0,-1-3 0 0 0,-6-5 0 0 0,3 2 0 0 0,1 3 0 0 0,0-1 0 0 0,1 2 0 0 0,-1-3 0 0 0,0-2 0 0 0,-1 0 0 0 0,0 4 0 0 0,0 0 0 0 0,0 1 0 0 0,-6-2 0 0 0,-1 1 0 0 0,6 4 0 0 0,-3-2 0 0 0,-1 0 0 0 0,2-2 0 0 0,-6-4 0 0 0,0 1 0 0 0,1 3 0 0 0,2-1 0 0 0,-3-3 0 0 0,-1 1 0 0 0,2 4 0 0 0,-3-2 0 0 0,-5-3 0 0 0,-10 2 0 0 0,-12 3 0 0 0,-9 4 0 0 0,-7 3 0 0 0,-6 4 0 0 0,-2 0 0 0 0,-2 3 0 0 0,0-1 0 0 0,0 1 0 0 0,1 0 0 0 0,0-1 0 0 0,1 1 0 0 0,-1 4 0 0 0,2 2 0 0 0,-1 0 0 0 0,0-2 0 0 0,0-1 0 0 0,1-2 0 0 0,-6 5 0 0 0,-2 0 0 0 0,-5 5 0 0 0,0 6 0 0 0,2-1 0 0 0,2-3 0 0 0,3-4 0 0 0,3 2 0 0 0,0-2 0 0 0,2 4 0 0 0,1-2 0 0 0,5 3 0 0 0,-4-1 0 0 0,-2-3 0 0 0,0 2 0 0 0,-1-1 0 0 0,5 2 0 0 0,2-1 0 0 0,0-3 0 0 0,-1-2 0 0 0,4 1 0 0 0,0 1 0 0 0,-1 2 0 0 0,4 6 0 0 0,-1-1 0 0 0,-2-4 0 0 0,-3-3 0 0 0,4 2 0 0 0,4 3 0 0 0,1 0 0 0 0,8-3 0 0 0,10-3 0 0 0,11-4 0 0 0,7-7 0 0 0,7-4 0 0 0,3-6 0 0 0,2 0 0 0 0,1-5 0 0 0,-5-3 0 0 0,-3 0 0 0 0,1 5 0 0 0,-5-1 0 0 0,-1 3 0 0 0,2-3 0 0 0,3 3 0 0 0,-4-3 0 0 0,0 2 0 0 0,2-2 0 0 0,-3-4 0 0 0,0 2 0 0 0,3 4 0 0 0,-4-1 0 0 0,1 2 0 0 0,2-2 0 0 0,3 2 0 0 0,-4-3 0 0 0,1 2 0 0 0,-4-2 0 0 0,1 2 0 0 0,-4-3 0 0 0,2 3 0 0 0,3 3 0 0 0,3-2 0 0 0,-3-4 0 0 0,2 1 0 0 0,1 4 0 0 0,-3-3 0 0 0,-4-2 0 0 0,-1 0 0 0 0,3-1 0 0 0,-1-4 0 0 0,1 3 0 0 0,-3-1 0 0 0,-8 3 0 0 0,-11 4 0 0 0,-5-1 0 0 0,-6 3 0 0 0,-6 2 0 0 0,-4 3 0 0 0,-4 3 0 0 0,-1 1 0 0 0,-2 2 0 0 0,0 0 0 0 0,0 0 0 0 0,0 1 0 0 0,1 0 0 0 0,0-1 0 0 0,-1 0 0 0 0,2 0 0 0 0,-1 0 0 0 0,0 0 0 0 0,0 0 0 0 0,0 0 0 0 0,1 0 0 0 0,-1 0 0 0 0,0 0 0 0 0,0 0 0 0 0,0 6 0 0 0,1 1 0 0 0,-1-1 0 0 0,0 5 0 0 0,0 0 0 0 0,0 3 0 0 0,0-1 0 0 0,1-2 0 0 0,-1-3 0 0 0,0 2 0 0 0,0 0 0 0 0,5 3 0 0 0,3-1 0 0 0,-2-2 0 0 0,0-3 0 0 0,3 3 0 0 0,6 4 0 0 0,0 1 0 0 0,-2-3 0 0 0,1 2 0 0 0,-1-1 0 0 0,3 2 0 0 0,-2-2 0 0 0,2 3 0 0 0,4 4 0 0 0,3 3 0 0 0,9-2 0 0 0,9-4 0 0 0,8-6 0 0 0,7-4 0 0 0,4-3 0 0 0,2-3 0 0 0,1-1 0 0 0,1-1 0 0 0,-1 0 0 0 0,0 0 0 0 0,0 0 0 0 0,-1 1 0 0 0,1-1 0 0 0,-1 1 0 0 0,-1 0 0 0 0,6-5 0 0 0,7-2 0 0 0,2 0 0 0 0,-3 2 0 0 0,4-4 0 0 0,-2 0 0 0 0,-9-5 0 0 0,-4 2 0 0 0,-2 1 0 0 0,-1-2 0 0 0,-1 2 0 0 0,2 1 0 0 0,0 4 0 0 0,0-3 0 0 0,2 0 0 0 0,-6-4 0 0 0,-1 1 0 0 0,0 2 0 0 0,2 3 0 0 0,1-3 0 0 0,1-5 0 0 0,2 1 0 0 0,0-4 0 0 0,1 3 0 0 0,0-3 0 0 0,0-2 0 0 0,1 1 0 0 0,-1 4 0 0 0,-6 0 0 0 0,-1-3 0 0 0,-5-4 0 0 0,0 2 0 0 0,-4-1 0 0 0,1 3 0 0 0,-2 0 0 0 0,-4-3 0 0 0,-3-3 0 0 0,-8 3 0 0 0,-9 5 0 0 0,-9 5 0 0 0,-5 4 0 0 0,0-2 0 0 0,0 2 0 0 0,-2 0 0 0 0,-1 3 0 0 0,-2 1 0 0 0,0 1 0 0 0,-2 2 0 0 0,0 0 0 0 0,0 0 0 0 0,0 1 0 0 0,0-1 0 0 0,-5 0 0 0 0,-2 0 0 0 0,0 6 0 0 0,2 1 0 0 0,1 5 0 0 0,-3 0 0 0 0,-1-2 0 0 0,1-2 0 0 0,-4 2 0 0 0,-4 0 0 0 0,-1 3 0 0 0,4 0 0 0 0,-3 2 0 0 0,2 0 0 0 0,3-4 0 0 0,4-3 0 0 0,2 2 0 0 0,2-1 0 0 0,2 4 0 0 0,-5-1 0 0 0,-1 3 0 0 0,0-1 0 0 0,-4-3 0 0 0,0-3 0 0 0,1-3 0 0 0,3-3 0 0 0,2 4 0 0 0,2 1 0 0 0,-4 5 0 0 0,-1-1 0 0 0,-5 4 0 0 0,1 0 0 0 0,-5 1 0 0 0,2-1 0 0 0,3-3 0 0 0,-2-4 0 0 0,1-3 0 0 0,8 2 0 0 0,5 1 0 0 0,2-2 0 0 0,1-1 0 0 0,-1 3 0 0 0,0 1 0 0 0,-6 4 0 0 0,-3-1 0 0 0,0-2 0 0 0,1-2 0 0 0,1-3 0 0 0,7 2 0 0 0,3 1 0 0 0,5 5 0 0 0,12-2 0 0 0,12-1 0 0 0,11-2 0 0 0,8-4 0 0 0,6-1 0 0 0,2-2 0 0 0,2-1 0 0 0,0 0 0 0 0,0-1 0 0 0,0 1 0 0 0,-1-1 0 0 0,-1 1 0 0 0,0 0 0 0 0,0 0 0 0 0,0-1 0 0 0,-5-4 0 0 0,3-2 0 0 0,2 1 0 0 0,1 0 0 0 0,0 3 0 0 0,0-5 0 0 0,0 0 0 0 0,0-5 0 0 0,4 1 0 0 0,2-3 0 0 0,5 0 0 0 0,0 4 0 0 0,-7-3 0 0 0,-4 3 0 0 0,2 1 0 0 0,-4-1 0 0 0,-2 0 0 0 0,0 3 0 0 0,-1 2 0 0 0,2-3 0 0 0,0 0 0 0 0,-5-4 0 0 0,0 1 0 0 0,0 2 0 0 0,-4-3 0 0 0,0 2 0 0 0,2 2 0 0 0,3 2 0 0 0,-4-2 0 0 0,0 0 0 0 0,3-3 0 0 0,1-1 0 0 0,2-2 0 0 0,2 1 0 0 0,-4-3 0 0 0,-1-3 0 0 0,0 2 0 0 0,-3-2 0 0 0,-6-2 0 0 0,0 2 0 0 0,-2 0 0 0 0,-4-3 0 0 0,-3-1 0 0 0,-8 2 0 0 0,-9 5 0 0 0,-8 0 0 0 0,-5 4 0 0 0,-5 3 0 0 0,3-1 0 0 0,1 0 0 0 0,-1 3 0 0 0,-1 3 0 0 0,-1 1 0 0 0,-2 3 0 0 0,0 0 0 0 0,-1 1 0 0 0,1 1 0 0 0,-1-1 0 0 0,-1 0 0 0 0,-4 1 0 0 0,-2-1 0 0 0,1 0 0 0 0,0 0 0 0 0,-3 0 0 0 0,-5 0 0 0 0,-6 0 0 0 0,1 0 0 0 0,3 0 0 0 0,0 0 0 0 0,-3 0 0 0 0,1 0 0 0 0,5 0 0 0 0,-1 0 0 0 0,1 0 0 0 0,4 0 0 0 0,-2 0 0 0 0,0 0 0 0 0,3 0 0 0 0,-3 0 0 0 0,-4 0 0 0 0,-1 0 0 0 0,-1 5 0 0 0,-4 2 0 0 0,-4 5 0 0 0,-2 1 0 0 0,3-3 0 0 0,6-2 0 0 0,6-3 0 0 0,-1-2 0 0 0,-2 3 0 0 0,-5 2 0 0 0,-3 3 0 0 0,-4 1 0 0 0,-2 3 0 0 0,4-1 0 0 0,0 3 0 0 0,6 3 0 0 0,5-1 0 0 0,5-5 0 0 0,5-3 0 0 0,2-5 0 0 0,7 2 0 0 0,3 0 0 0 0,0-1 0 0 0,4 3 0 0 0,0-1 0 0 0,3 5 0 0 0,4 4 0 0 0,5 5 0 0 0,3 3 0 0 0,7 3 0 0 0,9-4 0 0 0,8 0 0 0 0,5 0 0 0 0,3-4 0 0 0,4-5 0 0 0,5-1 0 0 0,-3 3 0 0 0,-2-2 0 0 0,-1-3 0 0 0,-6 0 0 0 0,3-1 0 0 0,8 3 0 0 0,2-2 0 0 0,6-3 0 0 0,0-3 0 0 0,-2-2 0 0 0,-2 2 0 0 0,1 1 0 0 0,5-2 0 0 0,5-1 0 0 0,5 4 0 0 0,-3-1 0 0 0,1 0 0 0 0,-4-3 0 0 0,0-1 0 0 0,-3-2 0 0 0,-5-1 0 0 0,2-1 0 0 0,3 0 0 0 0,5 0 0 0 0,3-1 0 0 0,-2 1 0 0 0,1 0 0 0 0,-5-1 0 0 0,1 1 0 0 0,2 0 0 0 0,-2 0 0 0 0,0 0 0 0 0,-3 0 0 0 0,2 0 0 0 0,-3 0 0 0 0,1 0 0 0 0,-2 0 0 0 0,-3 0 0 0 0,1 0 0 0 0,5 0 0 0 0,3-5 0 0 0,0-2 0 0 0,0 1 0 0 0,3 0 0 0 0,-3 2 0 0 0,1 2 0 0 0,-4 1 0 0 0,-10-5 0 0 0,0-1 0 0 0,3 1 0 0 0,-5-5 0 0 0,1 1 0 0 0,6-4 0 0 0,6 0 0 0 0,-1 4 0 0 0,-3 2 0 0 0,-9-2 0 0 0,0 0 0 0 0,-1 3 0 0 0,-7-4 0 0 0,-2 1 0 0 0,-1 1 0 0 0,1 3 0 0 0,-5-3 0 0 0,1 0 0 0 0,0 2 0 0 0,-2-4 0 0 0,0-5 0 0 0,2 1 0 0 0,-3-3 0 0 0,-5-4 0 0 0,-4-3 0 0 0,-4-2 0 0 0,-9-3 0 0 0,-8 5 0 0 0,-8 6 0 0 0,-1 1 0 0 0,-2-1 0 0 0,-3 2 0 0 0,-2 4 0 0 0,-7 4 0 0 0,-3-1 0 0 0,0 1 0 0 0,0 2 0 0 0,2-4 0 0 0,2 1 0 0 0,0 2 0 0 0,-4-3 0 0 0,-1 0 0 0 0,1 3 0 0 0,-4 1 0 0 0,-1 4 0 0 0,-2 0 0 0 0,-6 3 0 0 0,-4 0 0 0 0,2 0 0 0 0,4 0 0 0 0,6 1 0 0 0,4-1 0 0 0,-2 1 0 0 0,1-1 0 0 0,-4 0 0 0 0,1 0 0 0 0,2 0 0 0 0,2 0 0 0 0,3 0 0 0 0,2 0 0 0 0,-4 0 0 0 0,-1 0 0 0 0,1 0 0 0 0,1 0 0 0 0,2 0 0 0 0,1 0 0 0 0,1 0 0 0 0,1 0 0 0 0,1 5 0 0 0,-1 2 0 0 0,0 5 0 0 0,1 0 0 0 0,-1-1 0 0 0,1 2 0 0 0,4 4 0 0 0,2-1 0 0 0,0-2 0 0 0,-1-5 0 0 0,3 2 0 0 0,6 5 0 0 0,0-2 0 0 0,3 4 0 0 0,-2-3 0 0 0,2 3 0 0 0,3 2 0 0 0,-2-1 0 0 0,1 0 0 0 0,-3 4 0 0 0,1 1 0 0 0,3 4 0 0 0,3 1 0 0 0,-3-4 0 0 0,1-1 0 0 0,2 0 0 0 0,1 2 0 0 0,3 2 0 0 0,1 1 0 0 0,7-5 0 0 0,7-6 0 0 0,2 0 0 0 0,3-4 0 0 0,5-5 0 0 0,-2 3 0 0 0,1-2 0 0 0,3-2 0 0 0,1-3 0 0 0,-2 3 0 0 0,-1 1 0 0 0,2-2 0 0 0,1-2 0 0 0,3-1 0 0 0,1-2 0 0 0,1-2 0 0 0,0 1 0 0 0,1-2 0 0 0,1 1 0 0 0,-1 0 0 0 0,0-1 0 0 0,0 1 0 0 0,0 0 0 0 0,0 0 0 0 0,5 0 0 0 0,2 0 0 0 0,-1 0 0 0 0,-1 0 0 0 0,-1 0 0 0 0,-2 0 0 0 0,-1 0 0 0 0,0-5 0 0 0,-2-2 0 0 0,1 0 0 0 0,5 2 0 0 0,1 1 0 0 0,-5-4 0 0 0,-3 0 0 0 0,-1 1 0 0 0,0 1 0 0 0,0 3 0 0 0,1 1 0 0 0,1 1 0 0 0,0 1 0 0 0,0 0 0 0 0,6 0 0 0 0,2 0 0 0 0,-5-4 0 0 0,1-3 0 0 0,1 0 0 0 0,0 2 0 0 0,4-4 0 0 0,1 0 0 0 0,-2 1 0 0 0,-1-3 0 0 0,-2 0 0 0 0,-2 2 0 0 0,-1 3 0 0 0,-1 2 0 0 0,0 2 0 0 0,-1 1 0 0 0,-5-5 0 0 0,-1 0 0 0 0,0 0 0 0 0,-4-5 0 0 0,-6-4 0 0 0,-4-6 0 0 0,-5-4 0 0 0,-8 1 0 0 0,-8 1 0 0 0,-9-2 0 0 0,-5 4 0 0 0,-4 5 0 0 0,-2 0 0 0 0,-7 3 0 0 0,4-1 0 0 0,2 1 0 0 0,1-3 0 0 0,1 3 0 0 0,0 2 0 0 0,-5 4 0 0 0,-2 2 0 0 0,-6-2 0 0 0,-5-1 0 0 0,-5-3 0 0 0,-4-1 0 0 0,-4-3 0 0 0,0 1 0 0 0,3 2 0 0 0,3 5 0 0 0,4 2 0 0 0,1 2 0 0 0,3 2 0 0 0,0 1 0 0 0,2-5 0 0 0,3-1 0 0 0,0 0 0 0 0,0 1 0 0 0,-3 2 0 0 0,-3 1 0 0 0,0 0 0 0 0,3 2 0 0 0,5 0 0 0 0,3 0 0 0 0,3 6 0 0 0,2 1 0 0 0,1 5 0 0 0,1 1 0 0 0,-1-3 0 0 0,1-2 0 0 0,0 2 0 0 0,0 5 0 0 0,-1 0 0 0 0,1-3 0 0 0,4 3 0 0 0,2 2 0 0 0,0 0 0 0 0,4 2 0 0 0,0-3 0 0 0,-2 2 0 0 0,-2 2 0 0 0,2 4 0 0 0,1 2 0 0 0,-2 3 0 0 0,3 1 0 0 0,5 1 0 0 0,-1-5 0 0 0,3-1 0 0 0,4 0 0 0 0,3 0 0 0 0,3 3 0 0 0,1 0 0 0 0,7-3 0 0 0,8-7 0 0 0,1-1 0 0 0,4-3 0 0 0,4-4 0 0 0,3-4 0 0 0,-2 2 0 0 0,0 0 0 0 0,2-1 0 0 0,1-2 0 0 0,1-2 0 0 0,3-2 0 0 0,0 0 0 0 0,0-1 0 0 0,-4 5 0 0 0,-2 2 0 0 0,1-1 0 0 0,1-1 0 0 0,1-1 0 0 0,2-2 0 0 0,0-1 0 0 0,2 0 0 0 0,-1-1 0 0 0,1-1 0 0 0,1 1 0 0 0,-1 0 0 0 0,0 0 0 0 0,0-1 0 0 0,-6-4 0 0 0,-1-2 0 0 0,0-5 0 0 0,2 0 0 0 0,1 1 0 0 0,1 4 0 0 0,2-4 0 0 0,0-4 0 0 0,1 0 0 0 0,-5-2 0 0 0,-2 1 0 0 0,-5-1 0 0 0,-5-4 0 0 0,-6-3 0 0 0,-9-3 0 0 0,-9 4 0 0 0,-9 4 0 0 0,-1 2 0 0 0,-2 3 0 0 0,-3-1 0 0 0,-2 1 0 0 0,-2 4 0 0 0,4-2 0 0 0,1 1 0 0 0,-1 3 0 0 0,-1 2 0 0 0,-1 2 0 0 0,-2 3 0 0 0,-1-5 0 0 0,0-1 0 0 0,-1 1 0 0 0,0 1 0 0 0,0-4 0 0 0,-1 0 0 0 0,1 2 0 0 0,0 1 0 0 0,1 2 0 0 0,-7 2 0 0 0,-6-4 0 0 0,-6-1 0 0 0,-1 0 0 0 0,3 2 0 0 0,0-3 0 0 0,-4-1 0 0 0,3 1 0 0 0,3 2 0 0 0,5-3 0 0 0,3 0 0 0 0,4 2 0 0 0,1 1 0 0 0,1 3 0 0 0,1 1 0 0 0,0 1 0 0 0,0 1 0 0 0,0 0 0 0 0,-1 0 0 0 0,1 1 0 0 0,-1-1 0 0 0,-5 0 0 0 0,-7 0 0 0 0,-1 0 0 0 0,1 0 0 0 0,3 0 0 0 0,3 0 0 0 0,2 0 0 0 0,3 0 0 0 0,0 0 0 0 0,2 0 0 0 0,5 6 0 0 0,12 1 0 0 0,8 4 0 0 0,11 2 0 0 0,9 2 0 0 0,8 0 0 0 0,4-3 0 0 0,-2 1 0 0 0,1-1 0 0 0,0-2 0 0 0,1-4 0 0 0,2-2 0 0 0,0-2 0 0 0,-4 3 0 0 0,-1 2 0 0 0,0-1 0 0 0,7 4 0 0 0,4 1 0 0 0,0-3 0 0 0,0-1 0 0 0,-1 2 0 0 0,-1 0 0 0 0,0-1 0 0 0,-2-2 0 0 0,1-3 0 0 0,-2-1 0 0 0,1-1 0 0 0,0-1 0 0 0,5 0 0 0 0,1-1 0 0 0,6 1 0 0 0,0 0 0 0 0,-2 5 0 0 0,-2 1 0 0 0,-3 1 0 0 0,-3-2 0 0 0,-1-1 0 0 0,5-2 0 0 0,0 0 0 0 0,0-2 0 0 0,-1 0 0 0 0,-2 0 0 0 0,-1 0 0 0 0,-1-1 0 0 0,-1 1 0 0 0,0 0 0 0 0,-1 0 0 0 0,1 0 0 0 0,-1 0 0 0 0,1 0 0 0 0,0 0 0 0 0,-1 0 0 0 0,1 0 0 0 0,0 0 0 0 0,0 0 0 0 0,0 0 0 0 0,0 0 0 0 0,-1 0 0 0 0,1 0 0 0 0,0 0 0 0 0,0 0 0 0 0,0 0 0 0 0,-6-5 0 0 0,-6-8 0 0 0,-7-5 0 0 0,-11-1 0 0 0,-5-2 0 0 0,-7 2 0 0 0,-8 0 0 0 0,-5 2 0 0 0,-4 5 0 0 0,3 4 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17340 3872 16383 0 0,'0'-5'0'0'0,"-5"-2"0"0"0,-8 0 0 0 0,0-3 0 0 0,-4-1 0 0 0,0-3 0 0 0,-1 0 0 0 0,-3 3 0 0 0,2-2 0 0 0,-1 1 0 0 0,-3-2 0 0 0,-2 1 0 0 0,-2-3 0 0 0,-2 2 0 0 0,4-3 0 0 0,1 3 0 0 0,5-3 0 0 0,0 3 0 0 0,-2 2 0 0 0,8 5 0 0 0,11 2 0 0 0,12 3 0 0 0,9 1 0 0 0,6 2 0 0 0,5-1 0 0 0,2 1 0 0 0,1 0 0 0 0,0-1 0 0 0,0 0 0 0 0,-1 1 0 0 0,0-1 0 0 0,-1 0 0 0 0,0 0 0 0 0,0 0 0 0 0,5 0 0 0 0,2 0 0 0 0,-1 0 0 0 0,-1 5 0 0 0,-1 2 0 0 0,-2 0 0 0 0,-1-2 0 0 0,-1-1 0 0 0,0-2 0 0 0,5-1 0 0 0,-4 5 0 0 0,4 1 0 0 0,5-1 0 0 0,2 0 0 0 0,4-3 0 0 0,-2-1 0 0 0,-2-1 0 0 0,-3 0 0 0 0,-4-1 0 0 0,-3-1 0 0 0,-1 1 0 0 0,-1 0 0 0 0,0 0 0 0 0,-1-1 0 0 0,0 1 0 0 0,5 0 0 0 0,3 0 0 0 0,-1 0 0 0 0,-1 6 0 0 0,-1 0 0 0 0,-2 1 0 0 0,-1-1 0 0 0,-1-3 0 0 0,0 0 0 0 0,0-2 0 0 0,-11-1 0 0 0,-14-5 0 0 0,-13-2 0 0 0,-11-5 0 0 0,-7-1 0 0 0,-5-3 0 0 0,-3 1 0 0 0,-5 4 0 0 0,-3-3 0 0 0,1 2 0 0 0,-3-3 0 0 0,1 2 0 0 0,1-2 0 0 0,-2 0 0 0 0,1 4 0 0 0,-3-1 0 0 0,-4 0 0 0 0,-5-2 0 0 0,2 1 0 0 0,0-3 0 0 0,-8-3 0 0 0,-9-4 0 0 0,-3 1 0 0 0,-6 0 0 0 0,1 4 0 0 0,-3 4 0 0 0,2 0 0 0 0,4-3 0 0 0,-1 1 0 0 0,1-1 0 0 0,-2-4 0 0 0,-10-3 0 0 0,-5 2 0 0 0,2 0 0 0 0,1-2 0 0 0,-1 4 0 0 0,-1-1 0 0 0,-1-1 0 0 0,-5 2 0 0 0,-3 0 0 0 0,-5-2 0 0 0,9 3 0 0 0,1-1 0 0 0,-5 3 0 0 0,-7-1 0 0 0,-1 3 0 0 0,2 4 0 0 0,-2-2 0 0 0,1 2 0 0 0,4-3 0 0 0,2 2 0 0 0,3-4 0 0 0,-2 2 0 0 0,-7-2 0 0 0,5 2 0 0 0,10 2 0 0 0,-2-1 0 0 0,5 2 0 0 0,2 2 0 0 0,0-2 0 0 0,3 0 0 0 0,1 3 0 0 0,4 2 0 0 0,4-3 0 0 0,5 0 0 0 0,-2 2 0 0 0,6 1 0 0 0,3 3 0 0 0,2 1 0 0 0,6 1 0 0 0,2 1 0 0 0,-1 0 0 0 0,3 1 0 0 0,0-1 0 0 0,3 0 0 0 0,4 1 0 0 0,5-1 0 0 0,13 0 0 0 0,17 5 0 0 0,14 2 0 0 0,13 0 0 0 0,7-2 0 0 0,10 4 0 0 0,4 0 0 0 0,0-1 0 0 0,0-2 0 0 0,-3-2 0 0 0,-2-2 0 0 0,-2-1 0 0 0,-1-1 0 0 0,-1 0 0 0 0,5 0 0 0 0,1-1 0 0 0,0 1 0 0 0,-1 0 0 0 0,-2-1 0 0 0,5 1 0 0 0,-1 0 0 0 0,6 0 0 0 0,-1 0 0 0 0,-2 0 0 0 0,-3 0 0 0 0,-2 0 0 0 0,-3 0 0 0 0,-1 0 0 0 0,4 0 0 0 0,2 0 0 0 0,-1 0 0 0 0,-2 0 0 0 0,5 0 0 0 0,5 0 0 0 0,6 0 0 0 0,-1 0 0 0 0,-4 0 0 0 0,-3 0 0 0 0,-5 0 0 0 0,-4 0 0 0 0,-1 0 0 0 0,-2 0 0 0 0,-1-5 0 0 0,0-2 0 0 0,0 1 0 0 0,0 0 0 0 0,0 2 0 0 0,6 2 0 0 0,2-5 0 0 0,-1 0 0 0 0,-1 0 0 0 0,-1 2 0 0 0,-2 2 0 0 0,-1 1 0 0 0,0 1 0 0 0,-2-5 0 0 0,1-1 0 0 0,0 1 0 0 0,-1 1 0 0 0,1 1 0 0 0,-1 2 0 0 0,1 1 0 0 0,0 1 0 0 0,0 0 0 0 0,-6-5 0 0 0,-1-2 0 0 0,0 1 0 0 0,2 0 0 0 0,-4-2 0 0 0,-11-2 0 0 0,-13 2 0 0 0,-11 3 0 0 0,-3-4 0 0 0,-4-1 0 0 0,-5 3 0 0 0,-2 1 0 0 0,-2-3 0 0 0,-2 0 0 0 0,0 2 0 0 0,-1 1 0 0 0,0 3 0 0 0,1 1 0 0 0,10 1 0 0 0,14 1 0 0 0,9 5 0 0 0,8 3 0 0 0,9-1 0 0 0,6 4 0 0 0,3 0 0 0 0,3-2 0 0 0,-4 3 0 0 0,-1-1 0 0 0,0-2 0 0 0,1-3 0 0 0,1-2 0 0 0,1-1 0 0 0,0 3 0 0 0,2 1 0 0 0,0-1 0 0 0,0-1 0 0 0,0-2 0 0 0,0 4 0 0 0,5 1 0 0 0,2-1 0 0 0,5-2 0 0 0,0-1 0 0 0,-2-2 0 0 0,-2-1 0 0 0,-3-1 0 0 0,-3 0 0 0 0,-1 0 0 0 0,5 0 0 0 0,0-1 0 0 0,0 1 0 0 0,-1 0 0 0 0,-2 0 0 0 0,-1 0 0 0 0,-1 0 0 0 0,4 0 0 0 0,2 0 0 0 0,-1 0 0 0 0,-1 0 0 0 0,-2 0 0 0 0,-1 0 0 0 0,5 0 0 0 0,-5 0 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1515 16383 0 0,'13'-15'0'0'0,"7"-4"0"0"0,-5-2 0 0 0,1 3 0 0 0,-3-1 0 0 0,-3-2 0 0 0,2 2 0 0 0,-1-1 0 0 0,-3-1 0 0 0,-2-4 0 0 0,3 3 0 0 0,-1 0 0 0 0,5 4 0 0 0,-1-1 0 0 0,3 4 0 0 0,-1-2 0 0 0,-2-2 0 0 0,-5-4 0 0 0,4 2 0 0 0,-2 0 0 0 0,4-3 0 0 0,-1-1 0 0 0,-2-3 0 0 0,-3-1 0 0 0,3 4 0 0 0,-1 1 0 0 0,-7 17 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9886 958 16383 0 0,'-3'12'0'0'0,"-5"11"0"0"0,-4-2 0 0 0,-1-1 0 0 0,3 3 0 0 0,2 2 0 0 0,-3 3 0 0 0,-4 0 0 0 0,0 3 0 0 0,-3-6 0 0 0,3-1 0 0 0,2 1 0 0 0,0 1 0 0 0,1-9 0 0 0,2-13 0 0 0,9-7 0 0 0,5-8 0 0 0,6-7 0 0 0,7-1 0 0 0,1-3 0 0 0,-3-2 0 0 0,-4-3 0 0 0,-4-1 0 0 0,2 3 0 0 0,0 1 0 0 0,3 5 0 0 0,0 0 0 0 0,-2-2 0 0 0,-3-3 0 0 0,2-2 0 0 0,-1 4 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9909 958 16383 0 0,'-3'3'0'0'0,"-15"21"0"0"0,4 2 0 0 0,0-3 0 0 0,-4-6 0 0 0,2 0 0 0 0,-2 2 0 0 0,2 3 0 0 0,4 4 0 0 0,-1-4 0 0 0,1 0 0 0 0,-2-3 0 0 0,1 0 0 0 0,3 2 0 0 0,3 3 0 0 0,-3-3 0 0 0,-4 0 0 0 0,0 2 0 0 0,-3-3 0 0 0,1 1 0 0 0,-2-4 0 0 0,6-3 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9889 958 16383 0 0,'-12'24'0'0'0,"-3"8"0"0"0,3 0 0 0 0,3 0 0 0 0,-2-1 0 0 0,1 0 0 0 0,-4-5 0 0 0,2-3 0 0 0,-3-4 0 0 0,1 0 0 0 0,3 1 0 0 0,3 3 0 0 0,3 3 0 0 0,-2-3 0 0 0,-1-1 0 0 0,1 2 0 0 0,-3-3 0 0 0,0-1 0 0 0,2-8 0 0 0,1-12 0 0 0,9-5 0 0 0,3-8 0 0 0,0-7 0 0 0,0-4 0 0 0,5-5 0 0 0,0-2 0 0 0,-2 0 0 0 0,3 4 0 0 0,0 1 0 0 0,4 1 0 0 0,-2-1 0 0 0,-2-2 0 0 0,-4 0 0 0 0,-2-2 0 0 0,3 5 0 0 0,0 1 0 0 0,-2 0 0 0 0,4 3 0 0 0,0 1 0 0 0,-8 17 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9978 958 16383 0 0,'0'18'0'0'0,"-5"7"0"0"0,-3 0 0 0 0,1 1 0 0 0,1 2 0 0 0,2 1 0 0 0,-3-4 0 0 0,-2-2 0 0 0,2 1 0 0 0,-4-3 0 0 0,1-1 0 0 0,1 2 0 0 0,-2 3 0 0 0,0 1 0 0 0,2 3 0 0 0,-3-5 0 0 0,1 0 0 0 0,3 0 0 0 0,-4-3 0 0 0,1 0 0 0 0,3 1 0 0 0,2 2 0 0 0,-3-2 0 0 0,0-1 0 0 0,-4 3 0 0 0,1 1 0 0 0,-4-3 0 0 0,2 0 0 0 0,3 1 0 0 0,3 3 0 0 0,3 1 0 0 0,-3-4 0 0 0,1 0 0 0 0,-5-4 0 0 0,0 0 0 0 0,2 2 0 0 0,3 2 0 0 0,-3-2 0 0 0,1 0 0 0 0,-4-3 0 0 0,0 0 0 0 0,3 3 0 0 0,3 3 0 0 0,-3-3 0 0 0,-5-5 0 0 0,1 0 0 0 0,-3-2 0 0 0,1 1 0 0 0,-2-2 0 0 0,-2-3 0 0 0,-4-3 0 0 0,2 2 0 0 0,0 0 0 0 0,-1-2 0 0 0,20-5 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9610 1509 16383 0 0,'6'-3'0'0'0,"19"-13"0"0"0,-2 3 0 0 0,1 2 0 0 0,-3-1 0 0 0,-1 1 0 0 0,-3-3 0 0 0,0 1 0 0 0,3 3 0 0 0,-2-2 0 0 0,1 0 0 0 0,3-2 0 0 0,2-4 0 0 0,3 0 0 0 0,2-1 0 0 0,1-3 0 0 0,1 2 0 0 0,-5 0 0 0 0,-1 3 0 0 0,-1 4 0 0 0,-3-1 0 0 0,-1-3 0 0 0,2 1 0 0 0,3-1 0 0 0,-4-4 0 0 0,0 2 0 0 0,3 4 0 0 0,-4 0 0 0 0,0 2 0 0 0,-3-2 0 0 0,-10 1 0 0 0,-11 4 0 0 0,-5 8 0 0 0,-6 5 0 0 0,-6 2 0 0 0,0 5 0 0 0,-1 6 0 0 0,-2 0 0 0 0,-2-2 0 0 0,3 2 0 0 0,6 3 0 0 0,0-2 0 0 0,3 2 0 0 0,-1-3 0 0 0,2 2 0 0 0,-2-3 0 0 0,1 2 0 0 0,-2-2 0 0 0,-3-4 0 0 0,1 1 0 0 0,4 5 0 0 0,-2 4 0 0 0,-2-2 0 0 0,2 2 0 0 0,-3 2 0 0 0,-2-2 0 0 0,-3-1 0 0 0,2 3 0 0 0,0-3 0 0 0,3 0 0 0 0,1-3 0 0 0,2 1 0 0 0,5 2 0 0 0,-2-2 0 0 0,2 1 0 0 0,2 3 0 0 0,-2-3 0 0 0,6-4 0 0 0,4-10 0 0 0,7-6 0 0 0,8-8 0 0 0,2-8 0 0 0,2-6 0 0 0,5-4 0 0 0,3-3 0 0 0,-3-2 0 0 0,0 0 0 0 0,1 4 0 0 0,-3 3 0 0 0,-5 0 0 0 0,-6-1 0 0 0,1 4 0 0 0,4 0 0 0 0,-1-1 0 0 0,3 4 0 0 0,-2-1 0 0 0,2-2 0 0 0,-2-3 0 0 0,2 4 0 0 0,-2-1 0 0 0,-4-1 0 0 0,2 3 0 0 0,-2-1 0 0 0,3 4 0 0 0,-1-1 0 0 0,3-2 0 0 0,-2-3 0 0 0,-3-3 0 0 0,2 3 0 0 0,-2 0 0 0 0,-2-1 0 0 0,2 3 0 0 0,0 0 0 0 0,-8 4 0 0 0,-9 5 0 0 0,-4 9 0 0 0,-5 5 0 0 0,-1 8 0 0 0,-2 2 0 0 0,2 5 0 0 0,-2-2 0 0 0,2 3 0 0 0,-1-2 0 0 0,2 2 0 0 0,-1 2 0 0 0,1 4 0 0 0,-1-3 0 0 0,11-15 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9984 979 16383 0 0,'-14'15'0'0'0,"-4"9"0"0"0,-1 1 0 0 0,2 3 0 0 0,-1-4 0 0 0,3-1 0 0 0,4 1 0 0 0,-2 2 0 0 0,-4-4 0 0 0,2 0 0 0 0,-3 1 0 0 0,2 2 0 0 0,-1 3 0 0 0,-4 0 0 0 0,3 2 0 0 0,-2 1 0 0 0,-2-5 0 0 0,2-2 0 0 0,0-5 0 0 0,3 0 0 0 0,4 2 0 0 0,0-3 0 0 0,11-15 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2013 16383 0 0,'15'-11'0'0'0,"5"-6"0"0"0,3-5 0 0 0,2-3 0 0 0,2-3 0 0 0,2 3 0 0 0,-4 1 0 0 0,-1-1 0 0 0,1-1 0 0 0,0-2 0 0 0,3 5 0 0 0,-4 0 0 0 0,-2 4 0 0 0,-3 0 0 0 0,0-1 0 0 0,-4-4 0 0 0,1 3 0 0 0,4 0 0 0 0,-3-2 0 0 0,2 3 0 0 0,3 5 0 0 0,-3 0 0 0 0,-4-3 0 0 0,0 1 0 0 0,4-1 0 0 0,-3-3 0 0 0,2 2 0 0 0,-2 0 0 0 0,1 2 0 0 0,4 4 0 0 0,-3-1 0 0 0,-4-3 0 0 0,1 1 0 0 0,3-1 0 0 0,-1-4 0 0 0,1 2 0 0 0,-2-1 0 0 0,1 3 0 0 0,-1-1 0 0 0,0 2 0 0 0,-1 0 0 0 0,1 1 0 0 0,-2-1 0 0 0,3 2 0 0 0,-3-3 0 0 0,-3-2 0 0 0,2 1 0 0 0,-2 9 0 0 0,-7 6 0 0 0,-10 4 0 0 0,-4 6 0 0 0,-6 3 0 0 0,1 5 0 0 0,2 4 0 0 0,-2 0 0 0 0,-3-4 0 0 0,1 1 0 0 0,3 3 0 0 0,-1-2 0 0 0,3 2 0 0 0,-3 3 0 0 0,1 2 0 0 0,-1-2 0 0 0,1 0 0 0 0,-2 1 0 0 0,-4-2 0 0 0,2-1 0 0 0,3 3 0 0 0,0 1 0 0 0,-3-2 0 0 0,1 0 0 0 0,4 1 0 0 0,-1-3 0 0 0,-4 1 0 0 0,-3 1 0 0 0,1 2 0 0 0,-1-2 0 0 0,3 0 0 0 0,-1 1 0 0 0,-2 3 0 0 0,3 1 0 0 0,-2-3 0 0 0,4-1 0 0 0,-2-5 0 0 0,3 1 0 0 0,-2 2 0 0 0,-2-3 0 0 0,1 1 0 0 0,-1 3 0 0 0,2 2 0 0 0,-1-2 0 0 0,-2-6 0 0 0,1 1 0 0 0,5 2 0 0 0,-1-2 0 0 0,2 1 0 0 0,-1-2 0 0 0,6-5 0 0 0,10-3 0 0 0,10-8 0 0 0,2-10 0 0 0,5-3 0 0 0,4-5 0 0 0,4-4 0 0 0,-3-4 0 0 0,-1 3 0 0 0,2 0 0 0 0,1-2 0 0 0,-4-1 0 0 0,1 3 0 0 0,0 1 0 0 0,-3-2 0 0 0,0-1 0 0 0,3-2 0 0 0,1 3 0 0 0,-2 1 0 0 0,-6-1 0 0 0,0-1 0 0 0,3 2 0 0 0,-2 2 0 0 0,1-3 0 0 0,3 4 0 0 0,-2 0 0 0 0,1-2 0 0 0,-3-3 0 0 0,0 4 0 0 0,4-1 0 0 0,-3-1 0 0 0,2 3 0 0 0,-4-1 0 0 0,2-1 0 0 0,-3-3 0 0 0,2 4 0 0 0,2-1 0 0 0,-1-1 0 0 0,2 3 0 0 0,-4-1 0 0 0,2 4 0 0 0,-3 0 0 0 0,2-4 0 0 0,-3-2 0 0 0,3-3 0 0 0,2 3 0 0 0,4 0 0 0 0,-2-1 0 0 0,1 3 0 0 0,-4 0 0 0 0,1 4 0 0 0,-3-1 0 0 0,-5-2 0 0 0,2 2 0 0 0,-2-1 0 0 0,-2-3 0 0 0,2 3 0 0 0,-6 4 0 0 0,-9 11 0 0 0,-9 5 0 0 0,-8 8 0 0 0,-5 7 0 0 0,-4 2 0 0 0,4 3 0 0 0,0 2 0 0 0,0-2 0 0 0,4 1 0 0 0,1-4 0 0 0,-1 0 0 0 0,-3 3 0 0 0,-2 3 0 0 0,-1 2 0 0 0,3 3 0 0 0,2-5 0 0 0,-2-5 0 0 0,5-1 0 0 0,4 1 0 0 0,1-2 0 0 0,-3-4 0 0 0,-3 1 0 0 0,2 3 0 0 0,-2 4 0 0 0,-2-1 0 0 0,3 1 0 0 0,0 2 0 0 0,-3-3 0 0 0,-1-5 0 0 0,2 1 0 0 0,5 2 0 0 0,-5-1 0 0 0,2 1 0 0 0,-2-3 0 0 0,-2 3 0 0 0,3 2 0 0 0,0-2 0 0 0,-1 2 0 0 0,-3-4 0 0 0,3 2 0 0 0,0 3 0 0 0,-2 2 0 0 0,-1-2 0 0 0,3 1 0 0 0,0-4 0 0 0,4 1 0 0 0,0-4 0 0 0,2 2 0 0 0,0 3 0 0 0,-4-3 0 0 0,3 3 0 0 0,3 1 0 0 0,10-7 0 0 0,10-6 0 0 0,5-9 0 0 0,5-6 0 0 0,0-6 0 0 0,3 0 0 0 0,-2-5 0 0 0,1 2 0 0 0,-2-2 0 0 0,1 3 0 0 0,-2-3 0 0 0,2 3 0 0 0,2 4 0 0 0,-1-2 0 0 0,2-4 0 0 0,2-4 0 0 0,2-4 0 0 0,3-2 0 0 0,3 2 0 0 0,-5 1 0 0 0,-1-1 0 0 0,0-1 0 0 0,2-2 0 0 0,-4-1 0 0 0,0 4 0 0 0,2 2 0 0 0,-5-2 0 0 0,2 0 0 0 0,1 3 0 0 0,-3 0 0 0 0,1-1 0 0 0,2 3 0 0 0,-3 0 0 0 0,1 3 0 0 0,-3-1 0 0 0,-5-2 0 0 0,2 2 0 0 0,2-1 0 0 0,0-3 0 0 0,2 3 0 0 0,-3-1 0 0 0,3 3 0 0 0,-3-1 0 0 0,2 3 0 0 0,-3-2 0 0 0,-8 3 0 0 0,-11 3 0 0 0,-4 9 0 0 0,-6 5 0 0 0,-6 7 0 0 0,-4 7 0 0 0,-4 0 0 0 0,4 4 0 0 0,1-3 0 0 0,-2 1 0 0 0,7-3 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9965 1064 16383 0 0,'-10'10'0'0'0,"-12"12"0"0"0,-2 0 0 0 0,-1 2 0 0 0,-2-4 0 0 0,4 0 0 0 0,0 3 0 0 0,-1 1 0 0 0,-2-2 0 0 0,-1-5 0 0 0,3-1 0 0 0,7 3 0 0 0,0-3 0 0 0,-2-3 0 0 0,2 1 0 0 0,-1-1 0 0 0,6-2 0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9885 1109 16383 0 0,'4'-22'0'0'0,"3"-2"0"0"0,0 0 0 0 0,3 4 0 0 0,1 0 0 0 0,-2-2 0 0 0,-2-2 0 0 0,2 2 0 0 0,-5 6 0 0 0,-8 5 0 0 0,-9 5 0 0 0,-8 8 0 0 0,20-2 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2023 16383 0 0,'3'7'0'0'0,"12"1"0"0"0,7-3 0 0 0,7-2 0 0 0,2-2 0 0 0,2-1 0 0 0,0 0 0 0 0,0-1 0 0 0,-1 1 0 0 0,0-1 0 0 0,0 1 0 0 0,4 0 0 0 0,2 0 0 0 0,0 0 0 0 0,-2 0 0 0 0,-2 0 0 0 0,5 0 0 0 0,5 0 0 0 0,6 0 0 0 0,5 0 0 0 0,4 0 0 0 0,-4 0 0 0 0,0 0 0 0 0,-4 0 0 0 0,0 0 0 0 0,1 0 0 0 0,-3 0 0 0 0,2 0 0 0 0,-4 0 0 0 0,1 0 0 0 0,3 0 0 0 0,-2 0 0 0 0,6 0 0 0 0,0 0 0 0 0,0 0 0 0 0,1 0 0 0 0,-3 0 0 0 0,0 0 0 0 0,-4 0 0 0 0,0 0 0 0 0,7 0 0 0 0,0 0 0 0 0,1 0 0 0 0,0 0 0 0 0,2 0 0 0 0,-4 0 0 0 0,-1 0 0 0 0,1 0 0 0 0,-4 0 0 0 0,0 0 0 0 0,2 0 0 0 0,-3 0 0 0 0,-5 0 0 0 0,-4 0 0 0 0,-5 0 0 0 0,-2 0 0 0 0,-3 0 0 0 0,0 0 0 0 0,-1 0 0 0 0,0 0 0 0 0,0 0 0 0 0,0 0 0 0 0,0 0 0 0 0,1 0 0 0 0,-1 0 0 0 0,1 0 0 0 0,0 0 0 0 0,-11 0 0 0 0,-13 0 0 0 0,-14 0 0 0 0,-10 0 0 0 0,-9 0 0 0 0,-4 0 0 0 0,-2 0 0 0 0,-2 0 0 0 0,1 0 0 0 0,-5 0 0 0 0,-2 0 0 0 0,2 0 0 0 0,1 0 0 0 0,2 0 0 0 0,2 0 0 0 0,1 0 0 0 0,0 0 0 0 0,2 0 0 0 0,-1 0 0 0 0,-4 0 0 0 0,-3 0 0 0 0,1 0 0 0 0,-4 0 0 0 0,4 5 0 0 0,-1 2 0 0 0,1-1 0 0 0,0 0 0 0 0,-3-2 0 0 0,0-2 0 0 0,-4-1 0 0 0,0 0 0 0 0,3-1 0 0 0,2 0 0 0 0,4-1 0 0 0,-4 6 0 0 0,-5 2 0 0 0,0-1 0 0 0,-4 0 0 0 0,2-3 0 0 0,-3 0 0 0 0,-2 3 0 0 0,1 2 0 0 0,-1-2 0 0 0,3 0 0 0 0,5-3 0 0 0,4-1 0 0 0,3 4 0 0 0,-2 2 0 0 0,-6-2 0 0 0,0-1 0 0 0,-3-1 0 0 0,1-2 0 0 0,3-1 0 0 0,-2-1 0 0 0,-3 0 0 0 0,-4 0 0 0 0,-4 5 0 0 0,2 2 0 0 0,6-1 0 0 0,5-1 0 0 0,5 4 0 0 0,3 0 0 0 0,3 5 0 0 0,12-2 0 0 0,15-1 0 0 0,13-4 0 0 0,10-2 0 0 0,8-2 0 0 0,10 3 0 0 0,4 1 0 0 0,0-1 0 0 0,-1-1 0 0 0,-2-2 0 0 0,-2-1 0 0 0,-2-1 0 0 0,-1 0 0 0 0,4-1 0 0 0,2-1 0 0 0,4 1 0 0 0,1 0 0 0 0,3-1 0 0 0,-1 1 0 0 0,3 5 0 0 0,3 2 0 0 0,-2 0 0 0 0,-3-2 0 0 0,0-1 0 0 0,3-1 0 0 0,4-2 0 0 0,-2-1 0 0 0,1 0 0 0 0,2 0 0 0 0,-3 0 0 0 0,5 0 0 0 0,4-1 0 0 0,-2 1 0 0 0,3 0 0 0 0,-2 0 0 0 0,-2 0 0 0 0,1 0 0 0 0,-5 0 0 0 0,0 0 0 0 0,6 0 0 0 0,-2 0 0 0 0,0 0 0 0 0,-4 0 0 0 0,-1 0 0 0 0,1 5 0 0 0,-3 2 0 0 0,1 0 0 0 0,-4-2 0 0 0,1-1 0 0 0,3-2 0 0 0,3 0 0 0 0,-2-2 0 0 0,0 0 0 0 0,2 0 0 0 0,2 0 0 0 0,-2-1 0 0 0,-2 1 0 0 0,3 5 0 0 0,-4 2 0 0 0,-5 0 0 0 0,-5-2 0 0 0,-5-1 0 0 0,-2-2 0 0 0,-3 0 0 0 0,-1-2 0 0 0,0 0 0 0 0,0 0 0 0 0,-5 5 0 0 0,-7 7 0 0 0,-12 1 0 0 0,-12-1 0 0 0,-10-3 0 0 0,-8-3 0 0 0,-5-2 0 0 0,-2-3 0 0 0,-2 0 0 0 0,0-1 0 0 0,0 5 0 0 0,0 1 0 0 0,1 0 0 0 0,1-1 0 0 0,-6-1 0 0 0,-1-2 0 0 0,1-1 0 0 0,1-1 0 0 0,1 0 0 0 0,2 0 0 0 0,1 5 0 0 0,1 2 0 0 0,0-1 0 0 0,1 0 0 0 0,-6-3 0 0 0,-2 0 0 0 0,1-2 0 0 0,-4-1 0 0 0,-1 6 0 0 0,2 0 0 0 0,-2 1 0 0 0,0-2 0 0 0,2-2 0 0 0,-3 0 0 0 0,-4-2 0 0 0,1-1 0 0 0,-3 0 0 0 0,-3 0 0 0 0,-4 0 0 0 0,3-1 0 0 0,5 1 0 0 0,1 5 0 0 0,2 2 0 0 0,-1 0 0 0 0,2-2 0 0 0,2-1 0 0 0,0 3 0 0 0,-5 2 0 0 0,-5-2 0 0 0,-4 3 0 0 0,-2 1 0 0 0,-3-2 0 0 0,-1 2 0 0 0,5 0 0 0 0,2-2 0 0 0,9 3 0 0 0,9-1 0 0 0,-1-3 0 0 0,1-1 0 0 0,1-4 0 0 0,2-1 0 0 0,2-1 0 0 0,0 4 0 0 0,1 2 0 0 0,1-1 0 0 0,-1-1 0 0 0,6 4 0 0 0,12 0 0 0 0,13-1 0 0 0,13-3 0 0 0,8-1 0 0 0,7-2 0 0 0,3-1 0 0 0,2-1 0 0 0,0 0 0 0 0,1 0 0 0 0,-2-1 0 0 0,1 1 0 0 0,-2 0 0 0 0,1 0 0 0 0,-1 0 0 0 0,5 0 0 0 0,7 0 0 0 0,1 0 0 0 0,4 0 0 0 0,-1 0 0 0 0,2 0 0 0 0,-3 0 0 0 0,-3 0 0 0 0,2 0 0 0 0,8 0 0 0 0,1 0 0 0 0,1 0 0 0 0,2 0 0 0 0,-3 0 0 0 0,-1 0 0 0 0,2 0 0 0 0,1 0 0 0 0,-3 0 0 0 0,0 0 0 0 0,1 0 0 0 0,-3 0 0 0 0,0 0 0 0 0,2 0 0 0 0,2 0 0 0 0,-3 0 0 0 0,1 0 0 0 0,-4 0 0 0 0,-5 0 0 0 0,-5 0 0 0 0,-3 0 0 0 0,2 0 0 0 0,0 0 0 0 0,-1 0 0 0 0,3 0 0 0 0,1 0 0 0 0,3 0 0 0 0,0 0 0 0 0,3 0 0 0 0,-2 0 0 0 0,-3 0 0 0 0,-3-6 0 0 0,-3-1 0 0 0,-3 1 0 0 0,-1 0 0 0 0,-2 3 0 0 0,1 0 0 0 0,-12 2 0 0 0,-13 0 0 0 0,-13 1 0 0 0,-11 1 0 0 0,-8-1 0 0 0,-4 0 0 0 0,-2 0 0 0 0,-2 1 0 0 0,1-1 0 0 0,0 0 0 0 0,-5 0 0 0 0,-1 0 0 0 0,1 0 0 0 0,2 0 0 0 0,1 0 0 0 0,-3 0 0 0 0,-7 0 0 0 0,1 0 0 0 0,-4 0 0 0 0,1 0 0 0 0,4 0 0 0 0,-2 0 0 0 0,2 0 0 0 0,3 0 0 0 0,2 0 0 0 0,4 5 0 0 0,-4 2 0 0 0,0 0 0 0 0,0-2 0 0 0,3-1 0 0 0,1-2 0 0 0,1-1 0 0 0,-4 0 0 0 0,-6-1 0 0 0,-7 5 0 0 0,1 2 0 0 0,-3-1 0 0 0,3 4 0 0 0,5 1 0 0 0,3-2 0 0 0,5 3 0 0 0,3-1 0 0 0,1-2 0 0 0,2-3 0 0 0,-1-2 0 0 0,2-1 0 0 0,-1-3 0 0 0,-1 6 0 0 0,1 0 0 0 0,-1 0 0 0 0,6 4 0 0 0,1 1 0 0 0,0-2 0 0 0,-2 2 0 0 0,-1 0 0 0 0,-1-2 0 0 0,-2-2 0 0 0,0-3 0 0 0,-1-2 0 0 0,5 4 0 0 0,2 1 0 0 0,0-1 0 0 0,3 4 0 0 0,1 1 0 0 0,-2-3 0 0 0,3 4 0 0 0,-1-1 0 0 0,4 3 0 0 0,9 0 0 0 0,11-4 0 0 0,11-2 0 0 0,7 1 0 0 0,5 1 0 0 0,4-3 0 0 0,2-1 0 0 0,0-3 0 0 0,0-1 0 0 0,-1-1 0 0 0,0-1 0 0 0,0-1 0 0 0,-1 1 0 0 0,0-1 0 0 0,0 1 0 0 0,-1 0 0 0 0,6 0 0 0 0,2 0 0 0 0,5 0 0 0 0,0 0 0 0 0,-2 0 0 0 0,3 0 0 0 0,9 0 0 0 0,2 0 0 0 0,1 0 0 0 0,1 0 0 0 0,-2 0 0 0 0,-2 0 0 0 0,-3 0 0 0 0,-1 0 0 0 0,2 0 0 0 0,4 0 0 0 0,2 0 0 0 0,-4 0 0 0 0,6 0 0 0 0,-2 0 0 0 0,-6 0 0 0 0,-1 0 0 0 0,7 0 0 0 0,-1 0 0 0 0,0 0 0 0 0,-4 0 0 0 0,0 0 0 0 0,1 0 0 0 0,-3 0 0 0 0,1 0 0 0 0,1 5 0 0 0,-2 2 0 0 0,-4 0 0 0 0,-6-2 0 0 0,-3-1 0 0 0,2-2 0 0 0,-1-1 0 0 0,-1 0 0 0 0,-1-1 0 0 0,-3 0 0 0 0,5-1 0 0 0,0 1 0 0 0,0 0 0 0 0,-7 5 0 0 0,-4 2 0 0 0,-1-1 0 0 0,1 0 0 0 0,0-3 0 0 0,1 0 0 0 0,2-2 0 0 0,0 0 0 0 0,-5 4 0 0 0,-1 2 0 0 0,-10-1 0 0 0,-13-1 0 0 0,-6 4 0 0 0,-8 0 0 0 0,-7-1 0 0 0,-5-2 0 0 0,-4-3 0 0 0,-2 0 0 0 0,-1-2 0 0 0,0-1 0 0 0,0 5 0 0 0,0 1 0 0 0,0 1 0 0 0,1-2 0 0 0,0-2 0 0 0,0-1 0 0 0,0 0 0 0 0,0-2 0 0 0,1 0 0 0 0,-1 0 0 0 0,0 0 0 0 0,0-1 0 0 0,1 1 0 0 0,-1 0 0 0 0,0 0 0 0 0,0 0 0 0 0,0 0 0 0 0,6 5 0 0 0,1 2 0 0 0,0 0 0 0 0,-2-2 0 0 0,-1-1 0 0 0,-1-2 0 0 0,3 5 0 0 0,2 0 0 0 0,-1 0 0 0 0,-2-2 0 0 0,-1-2 0 0 0,-2 0 0 0 0,-1 3 0 0 0,0 1 0 0 0,-1 0 0 0 0,-5-2 0 0 0,-8-2 0 0 0,-1-1 0 0 0,2-1 0 0 0,3 0 0 0 0,3-1 0 0 0,3-1 0 0 0,1 1 0 0 0,2 0 0 0 0,0 0 0 0 0,1-1 0 0 0,0 1 0 0 0,-1 5 0 0 0,1 2 0 0 0,-1 0 0 0 0,1-2 0 0 0,-1-1 0 0 0,0 4 0 0 0,0 0 0 0 0,0-1 0 0 0,1-1 0 0 0,-1-3 0 0 0,0 5 0 0 0,5 5 0 0 0,13 1 0 0 0,13 3 0 0 0,12-1 0 0 0,10-4 0 0 0,0 2 0 0 0,2-2 0 0 0,3-2 0 0 0,1 1 0 0 0,1 0 0 0 0,2-3 0 0 0,-6 3 0 0 0,0 0 0 0 0,-1-3 0 0 0,2 4 0 0 0,1-2 0 0 0,-3 4 0 0 0,-1-1 0 0 0,0-2 0 0 0,3-4 0 0 0,-4 3 0 0 0,-1-1 0 0 0,-3 4 0 0 0,1 0 0 0 0,1-3 0 0 0,4-3 0 0 0,-4 2 0 0 0,2 1 0 0 0,-4 3 0 0 0,0-1 0 0 0,-2 3 0 0 0,0 0 0 0 0,4-4 0 0 0,-2 2 0 0 0,-4 4 0 0 0,0-1 0 0 0,4-3 0 0 0,-1 1 0 0 0,-4 4 0 0 0,1-2 0 0 0,-7-2 0 0 0,-10-5 0 0 0,-9-4 0 0 0,-9-2 0 0 0,-5-2 0 0 0,-4-1 0 0 0,-2-5 0 0 0,0-3 0 0 0,-1 0 0 0 0,0 2 0 0 0,6-3 0 0 0,3-1 0 0 0,-1-3 0 0 0,-6 0 0 0 0,-3-2 0 0 0,-1-5 0 0 0,0 1 0 0 0,6 0 0 0 0,3 2 0 0 0,-5 4 0 0 0,4-1 0 0 0,0-3 0 0 0,-1 1 0 0 0,1 3 0 0 0,-2 4 0 0 0,-1-1 0 0 0,5-5 0 0 0,2 0 0 0 0,-1-2 0 0 0,-2 1 0 0 0,-1 4 0 0 0,-2-1 0 0 0,0-5 0 0 0,-2-3 0 0 0,0 1 0 0 0,0 5 0 0 0,0 4 0 0 0,0-1 0 0 0,5-4 0 0 0,2 1 0 0 0,0 3 0 0 0,-2-1 0 0 0,-1 0 0 0 0,4-1 0 0 0,0 0 0 0 0,0 4 0 0 0,-3-3 0 0 0,-1-3 0 0 0,-2-5 0 0 0,0 1 0 0 0,-2 4 0 0 0,0 0 0 0 0,0-3 0 0 0,0 2 0 0 0,5-2 0 0 0,2 3 0 0 0,-1-1 0 0 0,0-3 0 0 0,8 1 0 0 0,13 5 0 0 0,12 4 0 0 0,10 4 0 0 0,2 9 0 0 0,3 8 0 0 0,3 3 0 0 0,2-1 0 0 0,1 2 0 0 0,2-1 0 0 0,-6 2 0 0 0,0-2 0 0 0,0-2 0 0 0,1 1 0 0 0,1 3 0 0 0,2 0 0 0 0,-5 2 0 0 0,-1-2 0 0 0,2-4 0 0 0,-5 2 0 0 0,0 3 0 0 0,2-1 0 0 0,3-3 0 0 0,2 1 0 0 0,1 4 0 0 0,2-2 0 0 0,1-3 0 0 0,0 2 0 0 0,0 2 0 0 0,0 0 0 0 0,-5 1 0 0 0,-2-2 0 0 0,1-3 0 0 0,0-5 0 0 0,-3 2 0 0 0,0-1 0 0 0,-5 4 0 0 0,1-1 0 0 0,3-2 0 0 0,2 2 0 0 0,3-1 0 0 0,-3 3 0 0 0,0 0 0 0 0,-4 1 0 0 0,-1 0 0 0 0,3 1 0 0 0,3-1 0 0 0,2 1 0 0 0,-3 4 0 0 0,-10-7 0 0 0,-14-6 0 0 0,-5-9 0 0 0,-8-4 0 0 0,-7-7 0 0 0,1-6 0 0 0,-2-5 0 0 0,-2 2 0 0 0,-3 4 0 0 0,4 0 0 0 0,0-2 0 0 0,-1 2 0 0 0,4 0 0 0 0,-1 2 0 0 0,4-2 0 0 0,0-2 0 0 0,-3 2 0 0 0,-4-1 0 0 0,-2 2 0 0 0,3-1 0 0 0,0 3 0 0 0,-1-2 0 0 0,-2 3 0 0 0,4-2 0 0 0,0 1 0 0 0,4-1 0 0 0,-1 2 0 0 0,4-2 0 0 0,-2-4 0 0 0,-2 2 0 0 0,-4-2 0 0 0,-3-2 0 0 0,-2 3 0 0 0,-2-1 0 0 0,-1-3 0 0 0,5-2 0 0 0,1 3 0 0 0,1 6 0 0 0,-2-1 0 0 0,4-2 0 0 0,0 2 0 0 0,-1 5 0 0 0,3-2 0 0 0,0 1 0 0 0,-2-1 0 0 0,-2-4 0 0 0,-3 0 0 0 0,-2 5 0 0 0,4-2 0 0 0,2-3 0 0 0,-2 1 0 0 0,-1 4 0 0 0,9 4 0 0 0,13 3 0 0 0,6 8 0 0 0,9 4 0 0 0,8 1 0 0 0,0 4 0 0 0,2 1 0 0 0,-2 3 0 0 0,1-1 0 0 0,-3 3 0 0 0,0-2 0 0 0,4-4 0 0 0,2 3 0 0 0,4 3 0 0 0,1-1 0 0 0,2 2 0 0 0,1 3 0 0 0,0 3 0 0 0,1-2 0 0 0,-1 0 0 0 0,0 2 0 0 0,0-3 0 0 0,0-6 0 0 0,-5 0 0 0 0,-2 4 0 0 0,0-3 0 0 0,-4 2 0 0 0,0-3 0 0 0,2 3 0 0 0,2-3 0 0 0,-2 1 0 0 0,-1-1 0 0 0,2-4 0 0 0,-3 1 0 0 0,1 5 0 0 0,1-1 0 0 0,2 2 0 0 0,3 3 0 0 0,-3 3 0 0 0,-1-2 0 0 0,-4 0 0 0 0,0-3 0 0 0,-4-1 0 0 0,2-2 0 0 0,2-4 0 0 0,-1 0 0 0 0,-4 5 0 0 0,-5 3 0 0 0,2 0 0 0 0,-1 0 0 0 0,-3 3 0 0 0,-7-2 0 0 0,-9-6 0 0 0,-8-5 0 0 0,-7-9 0 0 0,-4-5 0 0 0,-3-2 0 0 0,-1-4 0 0 0,-1-2 0 0 0,6-3 0 0 0,2 0 0 0 0,0-2 0 0 0,-1 2 0 0 0,-2 3 0 0 0,0-1 0 0 0,-2 1 0 0 0,5-2 0 0 0,1 1 0 0 0,0 3 0 0 0,-2 2 0 0 0,-1-1 0 0 0,4-6 0 0 0,0 1 0 0 0,-1 2 0 0 0,4-2 0 0 0,0 2 0 0 0,-2 2 0 0 0,-3-2 0 0 0,-2-4 0 0 0,-1 0 0 0 0,-2 4 0 0 0,-1 3 0 0 0,5-2 0 0 0,2-5 0 0 0,-1 2 0 0 0,-1 2 0 0 0,-1 3 0 0 0,4-2 0 0 0,0 1 0 0 0,5-3 0 0 0,-1 1 0 0 0,-2-4 0 0 0,-2 2 0 0 0,2-2 0 0 0,5 7 0 0 0,6 10 0 0 0,3 10 0 0 0,9 3 0 0 0,9 5 0 0 0,3 4 0 0 0,-1 3 0 0 0,-3 3 0 0 0,3-4 0 0 0,-2 0 0 0 0,3-5 0 0 0,-1-1 0 0 0,-2 2 0 0 0,1 3 0 0 0,0 2 0 0 0,2-3 0 0 0,-1-1 0 0 0,3-3 0 0 0,-2 0 0 0 0,-3 2 0 0 0,2-3 0 0 0,-2 1 0 0 0,4-2 0 0 0,-2 0 0 0 0,2-2 0 0 0,0 1 0 0 0,1 4 0 0 0,4 3 0 0 0,-2 3 0 0 0,1-2 0 0 0,4-1 0 0 0,1 1 0 0 0,-2 2 0 0 0,1-4 0 0 0,-5 1 0 0 0,1-5 0 0 0,-4 0 0 0 0,-3 3 0 0 0,0-3 0 0 0,5-4 0 0 0,-2 0 0 0 0,-3 4 0 0 0,-3-7 0 0 0,-9-5 0 0 0,-4-9 0 0 0,-7-9 0 0 0,-6-8 0 0 0,-6-1 0 0 0,0-1 0 0 0,6-3 0 0 0,-1 3 0 0 0,-2 0 0 0 0,2-1 0 0 0,-1 3 0 0 0,3 0 0 0 0,-1 2 0 0 0,2 1 0 0 0,-2 2 0 0 0,3-2 0 0 0,-2 3 0 0 0,1-2 0 0 0,-1 2 0 0 0,2-2 0 0 0,-3 2 0 0 0,3-3 0 0 0,-2-2 0 0 0,-4-5 0 0 0,-3-2 0 0 0,2-3 0 0 0,-1 4 0 0 0,4 1 0 0 0,-1 5 0 0 0,3 0 0 0 0,-1 3 0 0 0,3-1 0 0 0,-2 3 0 0 0,1 9 0 0 0,10 5 0 0 0,5 7 0 0 0,7 4 0 0 0,3 4 0 0 0,0 6 0 0 0,4-2 0 0 0,-2 2 0 0 0,4 2 0 0 0,-2 3 0 0 0,-3 2 0 0 0,2 1 0 0 0,4-4 0 0 0,-1-1 0 0 0,-3 1 0 0 0,1-4 0 0 0,-1-1 0 0 0,-4 2 0 0 0,-2 3 0 0 0,2-4 0 0 0,0 1 0 0 0,3 1 0 0 0,0 2 0 0 0,-2 2 0 0 0,-3 2 0 0 0,3-4 0 0 0,0-1 0 0 0,-3 0 0 0 0,4-3 0 0 0,-1-1 0 0 0,-1-8 0 0 0,-3-12 0 0 0,-2-11 0 0 0,-7-4 0 0 0,-4-4 0 0 0,1-4 0 0 0,-5 1 0 0 0,0 0 0 0 0,-4-2 0 0 0,1-2 0 0 0,-2-2 0 0 0,-5-2 0 0 0,3 0 0 0 0,-2 4 0 0 0,3 2 0 0 0,-1 0 0 0 0,2-2 0 0 0,0 4 0 0 0,1 0 0 0 0,-1-1 0 0 0,1-2 0 0 0,-1 3 0 0 0,-3 6 0 0 0,1 0 0 0 0,4-3 0 0 0,-1 2 0 0 0,2-1 0 0 0,-2 3 0 0 0,1-2 0 0 0,4-4 0 0 0,3 8 0 0 0,3 11 0 0 0,2 12 0 0 0,1 8 0 0 0,1 7 0 0 0,1 4 0 0 0,-1 3 0 0 0,1 1 0 0 0,-1 0 0 0 0,1 0 0 0 0,-1-1 0 0 0,0 0 0 0 0,0-1 0 0 0,5 1 0 0 0,2-2 0 0 0,0 1 0 0 0,-2 0 0 0 0,4-6 0 0 0,1-1 0 0 0,3 0 0 0 0,5-4 0 0 0,-1-10 0 0 0,-8-7 0 0 0,-11-5 0 0 0,-5-6 0 0 0,-2-8 0 0 0,1-5 0 0 0,-3-1 0 0 0,-5 5 0 0 0,0-1 0 0 0,2-2 0 0 0,-1 2 0 0 0,2-1 0 0 0,-2 3 0 0 0,1-1 0 0 0,4-4 0 0 0,-3 3 0 0 0,2-1 0 0 0,2-3 0 0 0,-2 2 0 0 0,0 0 0 0 0,-2 3 0 0 0,0-1 0 0 0,2-2 0 0 0,-1 2 0 0 0,0-2 0 0 0,3-1 0 0 0,-2 1 0 0 0,0 11 0 0 0,8 6 0 0 0,4 8 0 0 0,1 10 0 0 0,7 2 0 0 0,1 3 0 0 0,4-2 0 0 0,0 1 0 0 0,-2 3 0 0 0,-4 3 0 0 0,3-3 0 0 0,-2 0 0 0 0,4-3 0 0 0,0-1 0 0 0,2-2 0 0 0,-1-10 0 0 0,-3-11 0 0 0,-8-9 0 0 0,-5-9 0 0 0,-8 1 0 0 0,-1-2 0 0 0,0-2 0 0 0,3-2 0 0 0,-3 5 0 0 0,0 0 0 0 0,-2 4 0 0 0,0 0 0 0 0,2-2 0 0 0,4-2 0 0 0,-3 2 0 0 0,1 0 0 0 0,-4 3 0 0 0,1 0 0 0 0,-4 2 0 0 0,2 0 0 0 0,3-4 0 0 0,3-3 0 0 0,-2 2 0 0 0,-4 5 0 0 0,-1 0 0 0 0,3-3 0 0 0,4-4 0 0 0,-3 3 0 0 0,1 0 0 0 0,-3 2 0 0 0,0 0 0 0 0,-2 2 0 0 0,1-1 0 0 0,3-3 0 0 0,-2-3 0 0 0,-4 2 0 0 0,1 0 0 0 0,3-2 0 0 0,-1 2 0 0 0,-4 1 0 0 0,1-3 0 0 0,4-1 0 0 0,-1 2 0 0 0,1 0 0 0 0,-2 4 0 0 0,2-1 0 0 0,3 9 0 0 0,8 6 0 0 0,4 8 0 0 0,8 5 0 0 0,2 5 0 0 0,-2 5 0 0 0,4 0 0 0 0,-1 2 0 0 0,2-3 0 0 0,-1 1 0 0 0,2-2 0 0 0,-1 0 0 0 0,-4 3 0 0 0,2-2 0 0 0,-1 1 0 0 0,2-2 0 0 0,4 1 0 0 0,-1 2 0 0 0,2-2 0 0 0,-2 2 0 0 0,1-4 0 0 0,-2 2 0 0 0,-5 3 0 0 0,2-3 0 0 0,-1 1 0 0 0,2-2 0 0 0,-2 1 0 0 0,4-3 0 0 0,-2 1 0 0 0,2 4 0 0 0,4-2 0 0 0,-2 1 0 0 0,1 3 0 0 0,4-2 0 0 0,-4 0 0 0 0,2-3 0 0 0,-4 1 0 0 0,1-3 0 0 0,-3 2 0 0 0,2-3 0 0 0,-3 2 0 0 0,-3-7 0 0 0,-4-10 0 0 0,-8-5 0 0 0,-4-7 0 0 0,-1-7 0 0 0,-5-4 0 0 0,-5 1 0 0 0,-1 0 0 0 0,-2 3 0 0 0,2 0 0 0 0,3-1 0 0 0,0-4 0 0 0,-3 4 0 0 0,0 0 0 0 0,5-3 0 0 0,3-1 0 0 0,-2 3 0 0 0,-4 0 0 0 0,0-1 0 0 0,-2 3 0 0 0,2-1 0 0 0,3-1 0 0 0,3-3 0 0 0,-1 4 0 0 0,1-1 0 0 0,-4 4 0 0 0,1 0 0 0 0,2-3 0 0 0,3-3 0 0 0,-3-2 0 0 0,1-2 0 0 0,-4-2 0 0 0,-4-1 0 0 0,0 0 0 0 0,3 0 0 0 0,4-1 0 0 0,4 1 0 0 0,-3 5 0 0 0,1 2 0 0 0,1 0 0 0 0,2-2 0 0 0,-3-1 0 0 0,-1-1 0 0 0,2-2 0 0 0,1 0 0 0 0,3-1 0 0 0,1 0 0 0 0,1 0 0 0 0,-4 5 0 0 0,-2 2 0 0 0,1 0 0 0 0,1-2 0 0 0,1-1 0 0 0,2-1 0 0 0,1 9 0 0 0,0 13 0 0 0,1 13 0 0 0,1 10 0 0 0,-1 8 0 0 0,0 5 0 0 0,0 2 0 0 0,1 1 0 0 0,-1 1 0 0 0,5-7 0 0 0,2-1 0 0 0,0-1 0 0 0,3-4 0 0 0,1-1 0 0 0,-2 2 0 0 0,-2 2 0 0 0,2-3 0 0 0,0 1 0 0 0,-1 1 0 0 0,3-3 0 0 0,-1 0 0 0 0,4-3 0 0 0,-1 1 0 0 0,-2 2 0 0 0,-4 3 0 0 0,3-2 0 0 0,0-10 0 0 0,-3-12 0 0 0,-1-11 0 0 0,-3-9 0 0 0,-1-6 0 0 0,-1-4 0 0 0,-1-1 0 0 0,-1-2 0 0 0,1 1 0 0 0,-1 1 0 0 0,1 0 0 0 0,0 0 0 0 0,0 1 0 0 0,0 0 0 0 0,0 0 0 0 0,0 0 0 0 0,0 0 0 0 0,0 1 0 0 0,0-1 0 0 0,0 0 0 0 0,-6 5 0 0 0,-1 3 0 0 0,1-2 0 0 0,0 0 0 0 0,-3-2 0 0 0,0-1 0 0 0,1-2 0 0 0,2 0 0 0 0,-3 4 0 0 0,0 2 0 0 0,1 0 0 0 0,3-2 0 0 0,1-2 0 0 0,2 0 0 0 0,-4 3 0 0 0,-1 2 0 0 0,-5-1 0 0 0,1-2 0 0 0,1-1 0 0 0,2-2 0 0 0,-2 5 0 0 0,0 0 0 0 0,3 0 0 0 0,-4-2 0 0 0,0-1 0 0 0,-3-2 0 0 0,-4 4 0 0 0,1 2 0 0 0,-3 4 0 0 0,3 0 0 0 0,-1 4 0 0 0,-3 4 0 0 0,3 9 0 0 0,3 10 0 0 0,5 9 0 0 0,-1 2 0 0 0,1 3 0 0 0,-2 2 0 0 0,-1 3 0 0 0,4 2 0 0 0,-3-4 0 0 0,1-1 0 0 0,2 1 0 0 0,2 1 0 0 0,4 2 0 0 0,-5-5 0 0 0,1 0 0 0 0,0 1 0 0 0,-3-4 0 0 0,0 1 0 0 0,1 1 0 0 0,3-8 0 0 0,2-12 0 0 0,2-11 0 0 0,6-5 0 0 0,3-4 0 0 0,0-5 0 0 0,4-4 0 0 0,5 3 0 0 0,1 1 0 0 0,1-2 0 0 0,4-2 0 0 0,-2-1 0 0 0,1 4 0 0 0,-3 1 0 0 0,0-1 0 0 0,3-1 0 0 0,2 2 0 0 0,-1 2 0 0 0,-6-2 0 0 0,0 3 0 0 0,3-1 0 0 0,-2-1 0 0 0,1 3 0 0 0,-2-1 0 0 0,1 3 0 0 0,-2 0 0 0 0,-4-3 0 0 0,2 1 0 0 0,4 0 0 0 0,-2-3 0 0 0,3-2 0 0 0,-2-3 0 0 0,-4-2 0 0 0,2 4 0 0 0,-3 1 0 0 0,-7 5 0 0 0,-5 10 0 0 0,-7 7 0 0 0,-3 10 0 0 0,-4 2 0 0 0,0 6 0 0 0,-2-1 0 0 0,1 3 0 0 0,-1 4 0 0 0,-4 2 0 0 0,-3 4 0 0 0,3 1 0 0 0,-1 2 0 0 0,-2-5 0 0 0,-2-2 0 0 0,4 1 0 0 0,0 1 0 0 0,-2 2 0 0 0,4 0 0 0 0,0-3 0 0 0,-2-7 0 0 0,2-1 0 0 0,0 2 0 0 0,4 3 0 0 0,-2 3 0 0 0,-2 3 0 0 0,2 1 0 0 0,-2-4 0 0 0,4-1 0 0 0,-2-5 0 0 0,3 1 0 0 0,-1-5 0 0 0,1 2 0 0 0,-1 2 0 0 0,-4-1 0 0 0,2 0 0 0 0,4 4 0 0 0,-1-3 0 0 0,3 1 0 0 0,-3-3 0 0 0,1 1 0 0 0,-1-2 0 0 0,6-5 0 0 0,10-4 0 0 0,5-8 0 0 0,2-9 0 0 0,4-3 0 0 0,1-5 0 0 0,2 1 0 0 0,0-1 0 0 0,2 1 0 0 0,-2-1 0 0 0,2 2 0 0 0,3 5 0 0 0,-2-2 0 0 0,-3-4 0 0 0,0 1 0 0 0,3-2 0 0 0,4-3 0 0 0,3-3 0 0 0,3 2 0 0 0,-3 0 0 0 0,-2-2 0 0 0,2-1 0 0 0,1-3 0 0 0,2-1 0 0 0,1 4 0 0 0,-4 1 0 0 0,-7 0 0 0 0,-1 3 0 0 0,2 1 0 0 0,-2-2 0 0 0,1-3 0 0 0,3 4 0 0 0,-3-1 0 0 0,2-1 0 0 0,2 3 0 0 0,-2 0 0 0 0,0-3 0 0 0,-3-1 0 0 0,1-3 0 0 0,2-2 0 0 0,-2-1 0 0 0,2-1 0 0 0,-4 0 0 0 0,2 5 0 0 0,-3 2 0 0 0,-4-1 0 0 0,2 5 0 0 0,-2 0 0 0 0,-2-2 0 0 0,-3-2 0 0 0,-8 2 0 0 0,-8 6 0 0 0,-4 10 0 0 0,-3 7 0 0 0,-5 8 0 0 0,-3 7 0 0 0,-4 8 0 0 0,-1-2 0 0 0,4 1 0 0 0,1-3 0 0 0,6 0 0 0 0,-1-3 0 0 0,5 0 0 0 0,-2-2 0 0 0,-7 1 0 0 0,-1 4 0 0 0,0-2 0 0 0,6-9 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9950 1191 16383 0 0,'-2'1'0'0'0,"-21"14"0"0"0,0-3 0 0 0,5 3 0 0 0,0 4 0 0 0,-3-2 0 0 0,-2 2 0 0 0,-3 3 0 0 0,-2-3 0 0 0,-2-4 0 0 0,4 1 0 0 0,2 2 0 0 0,-1 4 0 0 0,-1-2 0 0 0,-1-4 0 0 0,27-16 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1733 16383 0 0,'16'-8'0'0'0,"9"-8"0"0"0,0 2 0 0 0,-6-1 0 0 0,0 2 0 0 0,1-2 0 0 0,4-4 0 0 0,1-4 0 0 0,3 2 0 0 0,-3-1 0 0 0,-2-1 0 0 0,2 2 0 0 0,-4 1 0 0 0,-1 2 0 0 0,2 6 0 0 0,-2-2 0 0 0,-1-3 0 0 0,3 2 0 0 0,-2-3 0 0 0,-1 3 0 0 0,-2-3 0 0 0,1-2 0 0 0,2 2 0 0 0,-2-2 0 0 0,2 3 0 0 0,-4 0 0 0 0,2 1 0 0 0,-5 2 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9975 1322 16383 0 0,'2'-2'0'0'0,"15"-13"0"0"0,2-1 0 0 0,-1-3 0 0 0,2 1 0 0 0,1-2 0 0 0,-1-1 0 0 0,0 1 0 0 0,-3 0 0 0 0,1 3 0 0 0,-3-1 0 0 0,-3-3 0 0 0,0 3 0 0 0,0-2 0 0 0,-9 9 0 0 0,-9 11 0 0 0,-5 11 0 0 0,-4 8 0 0 0,-6 7 0 0 0,-4 4 0 0 0,1 2 0 0 0,1-4 0 0 0,-2-2 0 0 0,4 0 0 0 0,0 1 0 0 0,-2-5 0 0 0,4 0 0 0 0,4 1 0 0 0,0-3 0 0 0,2 0 0 0 0,-1-3 0 0 0,-5 0 0 0 0,2 3 0 0 0,-1-2 0 0 0,-4 2 0 0 0,3 1 0 0 0,-2 4 0 0 0,-1-3 0 0 0,-3-6 0 0 0,3 1 0 0 0,5 2 0 0 0,1-2 0 0 0,-3 1 0 0 0,2 3 0 0 0,-1 3 0 0 0,-3-2 0 0 0,-3-1 0 0 0,2 3 0 0 0,0-4 0 0 0,-1-4 0 0 0,2-1 0 0 0,6 3 0 0 0,0 4 0 0 0,-3-3 0 0 0,-4-3 0 0 0,2 0 0 0 0,3-1 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9608 1381 16383 0 0,'-6'9'0'0'0,"-7"16"0"0"0,3 1 0 0 0,3-7 0 0 0,3-14 0 0 0,7-12 0 0 0,3-10 0 0 0,6-7 0 0 0,1-6 0 0 0,-9 24 0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9659 1381 16383 0 0,'-13'14'0'0'0,"-4"3"0"0"0,-2-4 0 0 0,-3 1 0 0 0,3 4 0 0 0,-2-2 0 0 0,-2 2 0 0 0,-2-2 0 0 0,-2 1 0 0 0,-2 4 0 0 0,4 2 0 0 0,4-4 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9503 1381 16383 0 0,'-16'14'0'0'0,"-8"8"0"0"0,-1-2 0 0 0,3 1 0 0 0,4-7 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9398 1504 16383 0 0,'5'-2'0'0'0,"18"-14"0"0"0,2 1 0 0 0,-3-4 0 0 0,0 2 0 0 0,1 5 0 0 0,-3-3 0 0 0,6-2 0 0 0,-16 7 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9572 1381 16383 0 0,'-12'14'0'0'0,"-4"1"0"0"0,1 1 0 0 0,-1-1 0 0 0,1 1 0 0 0,4 3 0 0 0,-2-1 0 0 0,-4 2 0 0 0,2 2 0 0 0,-3-3 0 0 0,-3 1 0 0 0,16-16 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20141 4197 16383 0 0,'-6'0'0'0'0,"-6"0"0"0"0,-2-6 0 0 0,-3-1 0 0 0,-4 1 0 0 0,-4 0 0 0 0,-3 3 0 0 0,-2 0 0 0 0,-1 2 0 0 0,0 1 0 0 0,-1-1 0 0 0,1 2 0 0 0,4-6 0 0 0,3-2 0 0 0,0 1 0 0 0,-2-5 0 0 0,-1 1 0 0 0,-1 1 0 0 0,3-3 0 0 0,2 1 0 0 0,-1 1 0 0 0,-2 4 0 0 0,-1 2 0 0 0,-2 2 0 0 0,5-4 0 0 0,0-1 0 0 0,0 1 0 0 0,-2 1 0 0 0,-1 1 0 0 0,3-3 0 0 0,1-1 0 0 0,0 1 0 0 0,-3 2 0 0 0,-1 1 0 0 0,-2 2 0 0 0,-1 1 0 0 0,0 1 0 0 0,-1 0 0 0 0,-1 1 0 0 0,1-1 0 0 0,0 0 0 0 0,0 0 0 0 0,0 1 0 0 0,0-1 0 0 0,0 0 0 0 0,0 0 0 0 0,1 0 0 0 0,-1 0 0 0 0,0 0 0 0 0,0 0 0 0 0,0 0 0 0 0,1 0 0 0 0,-1 0 0 0 0,0 0 0 0 0,0 0 0 0 0,0 0 0 0 0,0 0 0 0 0,-5 0 0 0 0,-7 0 0 0 0,-1 0 0 0 0,-4 0 0 0 0,-4 0 0 0 0,1 0 0 0 0,5 0 0 0 0,4 0 0 0 0,4 0 0 0 0,4 0 0 0 0,2 0 0 0 0,1 0 0 0 0,-4 0 0 0 0,-2 0 0 0 0,0 0 0 0 0,-3 0 0 0 0,-1 5 0 0 0,-4 2 0 0 0,-5 0 0 0 0,2-2 0 0 0,2-1 0 0 0,0-2 0 0 0,-3-1 0 0 0,1 0 0 0 0,4-1 0 0 0,-2 0 0 0 0,3 5 0 0 0,3 1 0 0 0,2 1 0 0 0,4-2 0 0 0,1-1 0 0 0,2-2 0 0 0,-5 4 0 0 0,-6 2 0 0 0,-2-1 0 0 0,2-2 0 0 0,-3-2 0 0 0,1-1 0 0 0,3 5 0 0 0,3 0 0 0 0,3-1 0 0 0,2-1 0 0 0,2-1 0 0 0,0-2 0 0 0,-5-1 0 0 0,-6 5 0 0 0,-2 1 0 0 0,2-1 0 0 0,2-1 0 0 0,3-1 0 0 0,3-2 0 0 0,1-1 0 0 0,2-1 0 0 0,0 0 0 0 0,1 0 0 0 0,-5 0 0 0 0,-3-1 0 0 0,1 1 0 0 0,1 0 0 0 0,2 0 0 0 0,1 0 0 0 0,-5 0 0 0 0,0 0 0 0 0,1 0 0 0 0,1 0 0 0 0,1 0 0 0 0,2 0 0 0 0,1 0 0 0 0,1 0 0 0 0,0 0 0 0 0,1 0 0 0 0,-1 0 0 0 0,1 0 0 0 0,-1 0 0 0 0,1 0 0 0 0,-1 0 0 0 0,0 0 0 0 0,6 5 0 0 0,11 2 0 0 0,14 5 0 0 0,13 0 0 0 0,8-1 0 0 0,7 2 0 0 0,3-1 0 0 0,2-3 0 0 0,-5 3 0 0 0,-2-1 0 0 0,6 3 0 0 0,2-1 0 0 0,0-2 0 0 0,0-4 0 0 0,0 3 0 0 0,4-1 0 0 0,6 4 0 0 0,6 4 0 0 0,0 0 0 0 0,2 2 0 0 0,3-2 0 0 0,-4-4 0 0 0,7 1 0 0 0,2-2 0 0 0,-2-3 0 0 0,-2-3 0 0 0,1 3 0 0 0,-4 0 0 0 0,4 3 0 0 0,4 0 0 0 0,1 3 0 0 0,6 5 0 0 0,2-2 0 0 0,-6 1 0 0 0,3-1 0 0 0,4 0 0 0 0,2-3 0 0 0,-2 2 0 0 0,4-2 0 0 0,-2-4 0 0 0,-7 2 0 0 0,1-2 0 0 0,4 3 0 0 0,-4-1 0 0 0,2-3 0 0 0,5-3 0 0 0,6 2 0 0 0,-1 1 0 0 0,-3 2 0 0 0,-3 1 0 0 0,-5-3 0 0 0,-3 2 0 0 0,-1-1 0 0 0,-8-2 0 0 0,4-2 0 0 0,1 2 0 0 0,-4 0 0 0 0,-2-2 0 0 0,6 4 0 0 0,4-1 0 0 0,0-1 0 0 0,-6 2 0 0 0,-1 0 0 0 0,-6-2 0 0 0,-2-3 0 0 0,-3-2 0 0 0,-5-2 0 0 0,1-1 0 0 0,3 4 0 0 0,6 2 0 0 0,-3-1 0 0 0,-3-1 0 0 0,1 3 0 0 0,-3 1 0 0 0,3-1 0 0 0,-3 3 0 0 0,2 0 0 0 0,-1-2 0 0 0,-3-3 0 0 0,-4 3 0 0 0,-3 0 0 0 0,-2-1 0 0 0,-1-3 0 0 0,-1-1 0 0 0,-1-2 0 0 0,0-1 0 0 0,0-1 0 0 0,-5 5 0 0 0,-12 1 0 0 0,-13 0 0 0 0,-12-1 0 0 0,-10-1 0 0 0,-5-2 0 0 0,-5-1 0 0 0,-1 0 0 0 0,-5-1 0 0 0,-3 0 0 0 0,2-1 0 0 0,2 1 0 0 0,1 0 0 0 0,2 0 0 0 0,-3 0 0 0 0,-7 0 0 0 0,0 0 0 0 0,2 0 0 0 0,2 0 0 0 0,-2-6 0 0 0,-4-1 0 0 0,-5 1 0 0 0,-5 0 0 0 0,-8 3 0 0 0,-9 0 0 0 0,3 2 0 0 0,3 0 0 0 0,-4 1 0 0 0,1 1 0 0 0,1-1 0 0 0,2 0 0 0 0,2 0 0 0 0,2 1 0 0 0,-5-1 0 0 0,-1 0 0 0 0,-4 0 0 0 0,5 0 0 0 0,3 0 0 0 0,-3 0 0 0 0,0 0 0 0 0,1 0 0 0 0,-4 0 0 0 0,0 0 0 0 0,-5 0 0 0 0,2 0 0 0 0,7 0 0 0 0,-1 0 0 0 0,-4 0 0 0 0,0 0 0 0 0,-5 0 0 0 0,7 0 0 0 0,4 0 0 0 0,3 0 0 0 0,2 0 0 0 0,1 0 0 0 0,-6 0 0 0 0,4 0 0 0 0,2 0 0 0 0,0 0 0 0 0,0 0 0 0 0,0 5 0 0 0,5 2 0 0 0,1 0 0 0 0,-1-2 0 0 0,-1-1 0 0 0,4 3 0 0 0,-1 2 0 0 0,5-2 0 0 0,-1-2 0 0 0,3-1 0 0 0,-1 3 0 0 0,-4 1 0 0 0,3-1 0 0 0,-2-2 0 0 0,3-1 0 0 0,4-2 0 0 0,3-1 0 0 0,5-1 0 0 0,2 0 0 0 0,1-1 0 0 0,-3 1 0 0 0,-2 5 0 0 0,0 2 0 0 0,2-1 0 0 0,1-1 0 0 0,1-1 0 0 0,1-1 0 0 0,1-2 0 0 0,10-1 0 0 0,15 0 0 0 0,13 0 0 0 0,11 0 0 0 0,7 0 0 0 0,6-1 0 0 0,1 1 0 0 0,2 0 0 0 0,-1 0 0 0 0,0 0 0 0 0,0 0 0 0 0,4 0 0 0 0,7 0 0 0 0,0 0 0 0 0,-1 0 0 0 0,2 0 0 0 0,-1 0 0 0 0,2 0 0 0 0,-1 0 0 0 0,-3 0 0 0 0,7 0 0 0 0,0 0 0 0 0,3 0 0 0 0,2 0 0 0 0,3 0 0 0 0,2 0 0 0 0,-3 0 0 0 0,-1 0 0 0 0,5 0 0 0 0,-1 0 0 0 0,4 0 0 0 0,-3 0 0 0 0,-1 0 0 0 0,5 0 0 0 0,2 0 0 0 0,0 0 0 0 0,5 0 0 0 0,1 0 0 0 0,-2 0 0 0 0,-1 0 0 0 0,-3 0 0 0 0,-2 0 0 0 0,-1 0 0 0 0,4 0 0 0 0,1 0 0 0 0,0 0 0 0 0,-1 0 0 0 0,-2 0 0 0 0,-2 0 0 0 0,0 0 0 0 0,-1 0 0 0 0,0 0 0 0 0,-1 0 0 0 0,-5 0 0 0 0,-1 0 0 0 0,0 0 0 0 0,1 0 0 0 0,1 0 0 0 0,3 0 0 0 0,-5 0 0 0 0,-6 0 0 0 0,-6 0 0 0 0,-1 0 0 0 0,5 0 0 0 0,-2 5 0 0 0,-3 2 0 0 0,2 0 0 0 0,4-2 0 0 0,-1-1 0 0 0,-3-2 0 0 0,-4 0 0 0 0,-4-2 0 0 0,-2 5 0 0 0,-2 2 0 0 0,-1 0 0 0 0,-1-2 0 0 0,0-2 0 0 0,0-1 0 0 0,1 0 0 0 0,-6 3 0 0 0,-2 2 0 0 0,1 0 0 0 0,2-2 0 0 0,-10-2 0 0 0,-12-1 0 0 0,-12-1 0 0 0,-10 0 0 0 0,-7-1 0 0 0,-5 0 0 0 0,-2-1 0 0 0,-1 1 0 0 0,0 0 0 0 0,0 0 0 0 0,-5 0 0 0 0,-1 0 0 0 0,1-1 0 0 0,2 1 0 0 0,-4 0 0 0 0,0 1 0 0 0,1-1 0 0 0,3 0 0 0 0,-4 0 0 0 0,-5 0 0 0 0,-6 0 0 0 0,1 0 0 0 0,-2 0 0 0 0,4 0 0 0 0,3 0 0 0 0,0 0 0 0 0,2 0 0 0 0,-3 0 0 0 0,3 5 0 0 0,2 2 0 0 0,-2-1 0 0 0,1 0 0 0 0,-3-2 0 0 0,-4-2 0 0 0,1-1 0 0 0,-2 0 0 0 0,-3-1 0 0 0,-8-1 0 0 0,-4 1 0 0 0,3 0 0 0 0,3 0 0 0 0,5 0 0 0 0,7 5 0 0 0,1 2 0 0 0,-2-1 0 0 0,1 0 0 0 0,-1-3 0 0 0,2 0 0 0 0,4-2 0 0 0,-2 0 0 0 0,-4-1 0 0 0,2-1 0 0 0,2 1 0 0 0,-1 0 0 0 0,2-1 0 0 0,-3 1 0 0 0,2 0 0 0 0,3 0 0 0 0,3 0 0 0 0,3 0 0 0 0,2 0 0 0 0,1 0 0 0 0,2 0 0 0 0,10 0 0 0 0,14 0 0 0 0,13 0 0 0 0,11 0 0 0 0,8 0 0 0 0,9 0 0 0 0,5 0 0 0 0,0 0 0 0 0,-1 0 0 0 0,3 0 0 0 0,5 0 0 0 0,0 0 0 0 0,-3 0 0 0 0,1 0 0 0 0,-1 0 0 0 0,2 0 0 0 0,4 0 0 0 0,3 0 0 0 0,-1 0 0 0 0,-5 0 0 0 0,1 0 0 0 0,7 0 0 0 0,0 0 0 0 0,1 0 0 0 0,6 0 0 0 0,-1 0 0 0 0,4 0 0 0 0,2 0 0 0 0,-1-5 0 0 0,5-2 0 0 0,1 0 0 0 0,-2-3 0 0 0,3-1 0 0 0,0 2 0 0 0,3-3 0 0 0,-1 1 0 0 0,3-3 0 0 0,-2 0 0 0 0,-3-2 0 0 0,-4 2 0 0 0,3-3 0 0 0,-1 3 0 0 0,-2 2 0 0 0,3-1 0 0 0,0 2 0 0 0,3-3 0 0 0,0 1 0 0 0,-8 2 0 0 0,0 4 0 0 0,0 3 0 0 0,-2 2 0 0 0,-1-4 0 0 0,5-1 0 0 0,-5 1 0 0 0,-3-4 0 0 0,-1-1 0 0 0,-5 3 0 0 0,3-4 0 0 0,-2 1 0 0 0,-1 2 0 0 0,1-2 0 0 0,-4 0 0 0 0,-5 2 0 0 0,4 3 0 0 0,-5-3 0 0 0,-1 0 0 0 0,2 1 0 0 0,-1-2 0 0 0,-3-1 0 0 0,-4 3 0 0 0,-3 2 0 0 0,3 2 0 0 0,4 2 0 0 0,2-5 0 0 0,-3 0 0 0 0,-3 1 0 0 0,-2-4 0 0 0,-4 0 0 0 0,0 1 0 0 0,-2 3 0 0 0,-1 1 0 0 0,1 3 0 0 0,-6-4 0 0 0,-13-1 0 0 0,-12 0 0 0 0,-13 2 0 0 0,-8 2 0 0 0,-7 1 0 0 0,-3 1 0 0 0,-2 1 0 0 0,-1 0 0 0 0,1 5 0 0 0,0 8 0 0 0,-4 1 0 0 0,-2 3 0 0 0,2 0 0 0 0,0 1 0 0 0,8 3 0 0 0,3-2 0 0 0,0 1 0 0 0,-5 3 0 0 0,-3 2 0 0 0,5 2 0 0 0,1-3 0 0 0,1-1 0 0 0,-1 1 0 0 0,5 2 0 0 0,1 2 0 0 0,-1-5 0 0 0,-2 0 0 0 0,3 1 0 0 0,1 2 0 0 0,-2 1 0 0 0,3 2 0 0 0,5 1 0 0 0,0 0 0 0 0,-3-4 0 0 0,2-2 0 0 0,3 1 0 0 0,-1-5 0 0 0,2 0 0 0 0,2 2 0 0 0,4 3 0 0 0,-3-4 0 0 0,1 1 0 0 0,0 1 0 0 0,-2-3 0 0 0,0-10 0 0 0,1-13 0 0 0,9-4 0 0 0,3-8 0 0 0,1-6 0 0 0,6-4 0 0 0,1-4 0 0 0,3 4 0 0 0,0 0 0 0 0,3-1 0 0 0,-2 0 0 0 0,2-3 0 0 0,-2 0 0 0 0,2 5 0 0 0,-2 0 0 0 0,-4 0 0 0 0,2 3 0 0 0,-2 1 0 0 0,3-2 0 0 0,4-2 0 0 0,5-3 0 0 0,-3-2 0 0 0,2 0 0 0 0,2 3 0 0 0,-4 2 0 0 0,-4-1 0 0 0,-1 5 0 0 0,4-6 0 0 0,2-8 0 0 0,4-4 0 0 0,3-1 0 0 0,-4 1 0 0 0,0 2 0 0 0,1 2 0 0 0,1 1 0 0 0,-4 2 0 0 0,0 5 0 0 0,1 7 0 0 0,-3 2 0 0 0,-5-1 0 0 0,1-3 0 0 0,1 1 0 0 0,5 0 0 0 0,3-2 0 0 0,2-3 0 0 0,-3-2 0 0 0,0 3 0 0 0,-5 1 0 0 0,1 4 0 0 0,1 5 0 0 0,-3 0 0 0 0,-4-3 0 0 0,1 2 0 0 0,2 3 0 0 0,0-2 0 0 0,-5-3 0 0 0,2 0 0 0 0,-1-1 0 0 0,1 2 0 0 0,5-1 0 0 0,-2-4 0 0 0,-8 3 0 0 0,-12 9 0 0 0,-10 11 0 0 0,-8 6 0 0 0,-1 6 0 0 0,4 6 0 0 0,0 0 0 0 0,-3-3 0 0 0,2 0 0 0 0,0 3 0 0 0,-3 2 0 0 0,-3 4 0 0 0,4 3 0 0 0,-1-5 0 0 0,4 0 0 0 0,-1-5 0 0 0,4 0 0 0 0,-2-3 0 0 0,3 1 0 0 0,3 2 0 0 0,4 4 0 0 0,-3-2 0 0 0,-4 0 0 0 0,0 2 0 0 0,-3 3 0 0 0,2 1 0 0 0,-3-3 0 0 0,3-1 0 0 0,-2 1 0 0 0,2 2 0 0 0,4 2 0 0 0,-2 0 0 0 0,1 2 0 0 0,-2 1 0 0 0,1 0 0 0 0,3 0 0 0 0,-2 0 0 0 0,-5 0 0 0 0,2 0 0 0 0,-3-5 0 0 0,1-2 0 0 0,5 0 0 0 0,4 2 0 0 0,-2-4 0 0 0,0-1 0 0 0,3 2 0 0 0,2 2 0 0 0,-4-3 0 0 0,6-6 0 0 0,3-10 0 0 0,1-12 0 0 0,6-5 0 0 0,7-5 0 0 0,1-6 0 0 0,4 1 0 0 0,-2-1 0 0 0,-4-2 0 0 0,-4-2 0 0 0,2 3 0 0 0,4 1 0 0 0,5-7 0 0 0,-2-4 0 0 0,-2-1 0 0 0,0 5 0 0 0,-3-3 0 0 0,3-1 0 0 0,-3-1 0 0 0,3-4 0 0 0,-2-2 0 0 0,2 1 0 0 0,4 2 0 0 0,-2 2 0 0 0,1-3 0 0 0,-2-1 0 0 0,-4 1 0 0 0,1 2 0 0 0,-3-4 0 0 0,4 6 0 0 0,3-3 0 0 0,-1 0 0 0 0,-4-4 0 0 0,2-5 0 0 0,3-6 0 0 0,-1 1 0 0 0,1 3 0 0 0,-1 6 0 0 0,-5 4 0 0 0,-4-2 0 0 0,2 1 0 0 0,5 1 0 0 0,-1 3 0 0 0,3-4 0 0 0,3-6 0 0 0,-1 0 0 0 0,-4 2 0 0 0,-4-2 0 0 0,0 7 0 0 0,0-1 0 0 0,-4 1 0 0 0,4 7 0 0 0,-1 4 0 0 0,-2-5 0 0 0,3-7 0 0 0,0-1 0 0 0,2 4 0 0 0,1 0 0 0 0,-4-1 0 0 0,3 7 0 0 0,-2-2 0 0 0,-2-1 0 0 0,-2-1 0 0 0,-4 1 0 0 0,5 6 0 0 0,-1 3 0 0 0,0-6 0 0 0,3-3 0 0 0,0-1 0 0 0,-1 1 0 0 0,-3-1 0 0 0,-2 2 0 0 0,-2 0 0 0 0,-1 0 0 0 0,4 6 0 0 0,2 3 0 0 0,-1 9 0 0 0,-1 13 0 0 0,-6 7 0 0 0,-4 7 0 0 0,-1 7 0 0 0,-4 5 0 0 0,-1 3 0 0 0,2 3 0 0 0,-3-4 0 0 0,-5-2 0 0 0,1 1 0 0 0,-3 1 0 0 0,3 0 0 0 0,3 2 0 0 0,5 1 0 0 0,-3 1 0 0 0,2-1 0 0 0,-4 1 0 0 0,1 0 0 0 0,2 0 0 0 0,3 0 0 0 0,-2 6 0 0 0,0 1 0 0 0,-4-6 0 0 0,0 2 0 0 0,-2 7 0 0 0,-4 5 0 0 0,1 7 0 0 0,3-2 0 0 0,5-3 0 0 0,-2 0 0 0 0,2 3 0 0 0,-3-8 0 0 0,1 0 0 0 0,-3 3 0 0 0,-4 3 0 0 0,1 0 0 0 0,4-4 0 0 0,4 1 0 0 0,3-2 0 0 0,-1-3 0 0 0,0-3 0 0 0,-4-4 0 0 0,0-1 0 0 0,-3 3 0 0 0,-4 7 0 0 0,1 6 0 0 0,-2 0 0 0 0,3 2 0 0 0,-1-2 0 0 0,3-4 0 0 0,3-5 0 0 0,-1-4 0 0 0,1-2 0 0 0,-2-8 0 0 0,2-2 0 0 0,-4-1 0 0 0,2 2 0 0 0,3 1 0 0 0,-1-3 0 0 0,0-1 0 0 0,-2-4 0 0 0,1 0 0 0 0,2 3 0 0 0,-1-3 0 0 0,1-9 0 0 0,2-12 0 0 0,3-10 0 0 0,2-9 0 0 0,2-10 0 0 0,1-6 0 0 0,1-1 0 0 0,1 0 0 0 0,5 3 0 0 0,1 1 0 0 0,5-4 0 0 0,1 0 0 0 0,-2 1 0 0 0,-4 2 0 0 0,4 2 0 0 0,-1-4 0 0 0,-2-1 0 0 0,-3-4 0 0 0,-1 0 0 0 0,-3 2 0 0 0,0-2 0 0 0,4 5 0 0 0,2 0 0 0 0,-1-5 0 0 0,4 0 0 0 0,1-3 0 0 0,-2 0 0 0 0,2 4 0 0 0,1-2 0 0 0,-3-4 0 0 0,-3-5 0 0 0,3 3 0 0 0,0-2 0 0 0,-1 3 0 0 0,2 0 0 0 0,1 2 0 0 0,3 4 0 0 0,-1 0 0 0 0,2 0 0 0 0,0 4 0 0 0,-4-3 0 0 0,-3-4 0 0 0,2-5 0 0 0,-1 0 0 0 0,4 0 0 0 0,-1-3 0 0 0,4 2 0 0 0,-2 0 0 0 0,-3 4 0 0 0,2 4 0 0 0,-2 5 0 0 0,-2-1 0 0 0,3 0 0 0 0,-1-3 0 0 0,-3 0 0 0 0,-2 3 0 0 0,-2 2 0 0 0,-2 3 0 0 0,-2-4 0 0 0,6 1 0 0 0,0 0 0 0 0,0 2 0 0 0,-1 2 0 0 0,-1 2 0 0 0,-2-5 0 0 0,4 4 0 0 0,1 3 0 0 0,0-5 0 0 0,-2-6 0 0 0,-1-2 0 0 0,-2 2 0 0 0,-1 2 0 0 0,-1 2 0 0 0,0-2 0 0 0,0-1 0 0 0,0 2 0 0 0,-1 2 0 0 0,-4 2 0 0 0,-2 2 0 0 0,0 0 0 0 0,2 1 0 0 0,-5 6 0 0 0,1 1 0 0 0,-4 6 0 0 0,-5 5 0 0 0,-5 5 0 0 0,-3 9 0 0 0,2 10 0 0 0,6 8 0 0 0,0 6 0 0 0,3 4 0 0 0,5 2 0 0 0,-2-4 0 0 0,2 4 0 0 0,-4 2 0 0 0,2 6 0 0 0,2 1 0 0 0,3 5 0 0 0,3-1 0 0 0,-4-2 0 0 0,1 3 0 0 0,0 3 0 0 0,-3-1 0 0 0,0-3 0 0 0,1 2 0 0 0,3-3 0 0 0,-3 3 0 0 0,0 4 0 0 0,1 3 0 0 0,2-1 0 0 0,3 0 0 0 0,1 2 0 0 0,1-2 0 0 0,1-1 0 0 0,0 3 0 0 0,1-4 0 0 0,-6 1 0 0 0,-2-3 0 0 0,1 0 0 0 0,1 3 0 0 0,-4-2 0 0 0,-1 2 0 0 0,2 1 0 0 0,3-2 0 0 0,1 1 0 0 0,2-3 0 0 0,1 1 0 0 0,-5 2 0 0 0,-1-2 0 0 0,1-4 0 0 0,1 1 0 0 0,2-3 0 0 0,-5-3 0 0 0,0-3 0 0 0,1 3 0 0 0,2 0 0 0 0,1 3 0 0 0,2-1 0 0 0,1-1 0 0 0,1-3 0 0 0,-5-3 0 0 0,-2-1 0 0 0,1-3 0 0 0,1 0 0 0 0,-4-5 0 0 0,0-3 0 0 0,1 1 0 0 0,2 1 0 0 0,2 1 0 0 0,-3 3 0 0 0,-1 0 0 0 0,1 1 0 0 0,2 1 0 0 0,2 0 0 0 0,1-10 0 0 0,1-14 0 0 0,1-14 0 0 0,0-10 0 0 0,0-9 0 0 0,6-3 0 0 0,1-9 0 0 0,0-3 0 0 0,-2 1 0 0 0,4-3 0 0 0,6-6 0 0 0,5 1 0 0 0,0 3 0 0 0,1-1 0 0 0,-3-3 0 0 0,-4 1 0 0 0,0 4 0 0 0,4 4 0 0 0,-2 4 0 0 0,-4 2 0 0 0,2-3 0 0 0,-1-6 0 0 0,-4-1 0 0 0,3 2 0 0 0,-2 3 0 0 0,-1 2 0 0 0,2 3 0 0 0,-1-3 0 0 0,4-1 0 0 0,-1 0 0 0 0,-2 3 0 0 0,-4 1 0 0 0,3-4 0 0 0,-1-1 0 0 0,4 1 0 0 0,-1-3 0 0 0,-2 0 0 0 0,3 1 0 0 0,-2 3 0 0 0,3 2 0 0 0,0 2 0 0 0,-4-4 0 0 0,-2-1 0 0 0,-4 1 0 0 0,-2-4 0 0 0,4 5 0 0 0,1 3 0 0 0,0-2 0 0 0,3 3 0 0 0,0-2 0 0 0,-2-6 0 0 0,-1-2 0 0 0,2 7 0 0 0,0 3 0 0 0,-1-2 0 0 0,-3-2 0 0 0,-1 1 0 0 0,-2 1 0 0 0,-1-5 0 0 0,-1 0 0 0 0,0 1 0 0 0,-1 1 0 0 0,6 8 0 0 0,2 3 0 0 0,-1 0 0 0 0,-1 1 0 0 0,-1-2 0 0 0,-2-1 0 0 0,0-2 0 0 0,-2 11 0 0 0,0 13 0 0 0,0 13 0 0 0,-6 10 0 0 0,-1 8 0 0 0,-5 5 0 0 0,-1 2 0 0 0,3 1 0 0 0,-3 1 0 0 0,1-1 0 0 0,2-1 0 0 0,4 0 0 0 0,2 0 0 0 0,2-1 0 0 0,-4 5 0 0 0,-1 2 0 0 0,0-1 0 0 0,3-1 0 0 0,-5-1 0 0 0,0-2 0 0 0,2 4 0 0 0,-4 7 0 0 0,0 0 0 0 0,2-1 0 0 0,3 1 0 0 0,2 5 0 0 0,2-1 0 0 0,1 2 0 0 0,-5 3 0 0 0,0-3 0 0 0,0-4 0 0 0,1 0 0 0 0,-4-7 0 0 0,0 0 0 0 0,1-2 0 0 0,3 4 0 0 0,-5 5 0 0 0,1 6 0 0 0,2-2 0 0 0,-4-3 0 0 0,0 0 0 0 0,3-2 0 0 0,1-3 0 0 0,4-5 0 0 0,0-2 0 0 0,2-2 0 0 0,1-2 0 0 0,1-1 0 0 0,-1 0 0 0 0,1 0 0 0 0,-6 1 0 0 0,-2-1 0 0 0,1 1 0 0 0,0-1 0 0 0,3 1 0 0 0,0 0 0 0 0,-3-6 0 0 0,-2-1 0 0 0,2 0 0 0 0,0 2 0 0 0,3 1 0 0 0,1 1 0 0 0,1 2 0 0 0,0 0 0 0 0,2 1 0 0 0,-1 0 0 0 0,0-10 0 0 0,0-14 0 0 0,1-19 0 0 0,-1-13 0 0 0,5-7 0 0 0,2-3 0 0 0,0-1 0 0 0,-2-5 0 0 0,4 4 0 0 0,1-1 0 0 0,3 5 0 0 0,-1 3 0 0 0,4-4 0 0 0,-1-6 0 0 0,-4-2 0 0 0,2 1 0 0 0,-1 2 0 0 0,2 3 0 0 0,0 2 0 0 0,1 1 0 0 0,-1 2 0 0 0,-3 0 0 0 0,-3-4 0 0 0,2-3 0 0 0,4-4 0 0 0,6-1 0 0 0,-1 2 0 0 0,-4 3 0 0 0,-4-3 0 0 0,1 5 0 0 0,-1 5 0 0 0,2-5 0 0 0,5-5 0 0 0,4-7 0 0 0,-2 0 0 0 0,-4 3 0 0 0,1-2 0 0 0,2 2 0 0 0,-2-1 0 0 0,-3 1 0 0 0,0 3 0 0 0,-2 4 0 0 0,3 8 0 0 0,-2-1 0 0 0,3-1 0 0 0,-2 0 0 0 0,-3 0 0 0 0,-4 1 0 0 0,-2 0 0 0 0,2 5 0 0 0,1 2 0 0 0,-2-1 0 0 0,4 0 0 0 0,0-2 0 0 0,-1-1 0 0 0,-3-2 0 0 0,-2 0 0 0 0,-2-1 0 0 0,-1 10 0 0 0,-1 15 0 0 0,0 12 0 0 0,0 12 0 0 0,-6 2 0 0 0,-1 2 0 0 0,0 4 0 0 0,1 2 0 0 0,2 2 0 0 0,-4 1 0 0 0,0 0 0 0 0,1 0 0 0 0,-3 1 0 0 0,-1-1 0 0 0,2 0 0 0 0,-2-5 0 0 0,0-2 0 0 0,2 0 0 0 0,3 2 0 0 0,2 1 0 0 0,2 1 0 0 0,-5-4 0 0 0,0 0 0 0 0,1 0 0 0 0,1 2 0 0 0,2 1 0 0 0,1 2 0 0 0,-4-5 0 0 0,-1 0 0 0 0,0 0 0 0 0,2 2 0 0 0,1 1 0 0 0,2 2 0 0 0,1 1 0 0 0,1 0 0 0 0,0 1 0 0 0,0 0 0 0 0,0 0 0 0 0,1 0 0 0 0,-1 0 0 0 0,0-10 0 0 0,0-15 0 0 0,0-12 0 0 0,0-12 0 0 0,0-7 0 0 0,0-5 0 0 0,0-3 0 0 0,6 0 0 0 0,0-1 0 0 0,1-4 0 0 0,-2-7 0 0 0,-1 0 0 0 0,4 1 0 0 0,0 4 0 0 0,-1 3 0 0 0,4-3 0 0 0,-1 1 0 0 0,-1 1 0 0 0,-3 2 0 0 0,4 7 0 0 0,-1 4 0 0 0,-1-5 0 0 0,-3-3 0 0 0,-1 0 0 0 0,-3-1 0 0 0,0 1 0 0 0,-1 1 0 0 0,0 0 0 0 0,0 1 0 0 0,-1 0 0 0 0,6 0 0 0 0,2 0 0 0 0,-1 0 0 0 0,0 1 0 0 0,-2-1 0 0 0,-2 0 0 0 0,-1-5 0 0 0,0-2 0 0 0,-1 1 0 0 0,-1 1 0 0 0,1 1 0 0 0,0 2 0 0 0,0 1 0 0 0,0 0 0 0 0,-1 2 0 0 0,1-1 0 0 0,0 0 0 0 0,0 1 0 0 0,0-1 0 0 0,0 11 0 0 0,0 14 0 0 0,-5 8 0 0 0,-2 8 0 0 0,-5 9 0 0 0,0 5 0 0 0,-4 5 0 0 0,2 2 0 0 0,2 1 0 0 0,4 1 0 0 0,-3-6 0 0 0,2-2 0 0 0,-4 0 0 0 0,1 1 0 0 0,2 2 0 0 0,3 0 0 0 0,-3-3 0 0 0,1-2 0 0 0,-4 1 0 0 0,0 2 0 0 0,3 1 0 0 0,3 2 0 0 0,-3-5 0 0 0,1 0 0 0 0,1 0 0 0 0,-2-4 0 0 0,-1 1 0 0 0,3 1 0 0 0,-4 2 0 0 0,2 3 0 0 0,1 2 0 0 0,-3 0 0 0 0,2 2 0 0 0,1 0 0 0 0,-2-5 0 0 0,0-2 0 0 0,2 1 0 0 0,3 1 0 0 0,2 1 0 0 0,-3-4 0 0 0,-1 0 0 0 0,1 1 0 0 0,2 1 0 0 0,-3-3 0 0 0,-1 0 0 0 0,1 1 0 0 0,3 2 0 0 0,-4-3 0 0 0,0 0 0 0 0,1 1 0 0 0,3 2 0 0 0,1 3 0 0 0,2 1 0 0 0,1 0 0 0 0,6-3 0 0 0,8-12 0 0 0,1-14 0 0 0,4-12 0 0 0,3-4 0 0 0,-1-4 0 0 0,-4-5 0 0 0,0-2 0 0 0,-2-3 0 0 0,1 4 0 0 0,-1 2 0 0 0,2 4 0 0 0,-3 1 0 0 0,-2-2 0 0 0,2-3 0 0 0,3-2 0 0 0,0-2 0 0 0,-3-2 0 0 0,1 0 0 0 0,-1-1 0 0 0,2-1 0 0 0,-2 1 0 0 0,-2 0 0 0 0,-4 0 0 0 0,2 5 0 0 0,0 2 0 0 0,-1 0 0 0 0,2-2 0 0 0,1-1 0 0 0,-3-1 0 0 0,3 3 0 0 0,0 2 0 0 0,-2-1 0 0 0,-3-2 0 0 0,-2-1 0 0 0,-2-2 0 0 0,4 5 0 0 0,1 0 0 0 0,-1 0 0 0 0,4-2 0 0 0,1-1 0 0 0,-3-2 0 0 0,-1-1 0 0 0,-3 0 0 0 0,-2-1 0 0 0,-1 10 0 0 0,-1 14 0 0 0,0 14 0 0 0,0 10 0 0 0,-1 8 0 0 0,1 5 0 0 0,-6-2 0 0 0,-1-2 0 0 0,0 1 0 0 0,2 1 0 0 0,1 0 0 0 0,-4 2 0 0 0,0 0 0 0 0,1 1 0 0 0,-3 5 0 0 0,-1 2 0 0 0,2-1 0 0 0,-2-6 0 0 0,0 3 0 0 0,2-1 0 0 0,3 6 0 0 0,-4-5 0 0 0,1-2 0 0 0,2-1 0 0 0,-4 4 0 0 0,1 7 0 0 0,1 1 0 0 0,3 4 0 0 0,-3-1 0 0 0,0-2 0 0 0,1-5 0 0 0,-2-2 0 0 0,-1-4 0 0 0,-3-1 0 0 0,1-1 0 0 0,3 0 0 0 0,2-1 0 0 0,4 0 0 0 0,-4 5 0 0 0,0 3 0 0 0,-4-6 0 0 0,0 2 0 0 0,-3 1 0 0 0,1-1 0 0 0,3 0 0 0 0,3-1 0 0 0,-2 4 0 0 0,-5 7 0 0 0,-5 6 0 0 0,1-1 0 0 0,-1-7 0 0 0,2-2 0 0 0,4-2 0 0 0,0-1 0 0 0,2-3 0 0 0,-2-2 0 0 0,1 0 0 0 0,2-2 0 0 0,5 1 0 0 0,-4-1 0 0 0,1 1 0 0 0,-4-6 0 0 0,1-2 0 0 0,-3 2 0 0 0,1 0 0 0 0,3 2 0 0 0,3 1 0 0 0,-2-3 0 0 0,-5-2 0 0 0,1 1 0 0 0,2-9 0 0 0,3-12 0 0 0,4-12 0 0 0,2-9 0 0 0,1-13 0 0 0,2-6 0 0 0,1-7 0 0 0,-1-1 0 0 0,1-4 0 0 0,0-4 0 0 0,4 2 0 0 0,2 4 0 0 0,0 0 0 0 0,4 3 0 0 0,0-3 0 0 0,-2 3 0 0 0,-3-2 0 0 0,-2 1 0 0 0,-1-2 0 0 0,-2 2 0 0 0,-1 3 0 0 0,0-1 0 0 0,-1 0 0 0 0,1-2 0 0 0,-1-4 0 0 0,1 1 0 0 0,0-2 0 0 0,5-2 0 0 0,2 1 0 0 0,0 0 0 0 0,-2 3 0 0 0,-1-6 0 0 0,-2 0 0 0 0,0 6 0 0 0,-2-1 0 0 0,0-8 0 0 0,0 2 0 0 0,5-2 0 0 0,1 5 0 0 0,1 0 0 0 0,-2-2 0 0 0,-1 4 0 0 0,-2-1 0 0 0,-1 4 0 0 0,0-1 0 0 0,-1-3 0 0 0,0 2 0 0 0,-1-1 0 0 0,1 3 0 0 0,0-2 0 0 0,0-2 0 0 0,0 2 0 0 0,0-1 0 0 0,-1 2 0 0 0,1 5 0 0 0,6-1 0 0 0,1 1 0 0 0,-1 3 0 0 0,0-2 0 0 0,-2 1 0 0 0,-2 2 0 0 0,-1 3 0 0 0,0 1 0 0 0,-1-3 0 0 0,-1-5 0 0 0,1-2 0 0 0,0 3 0 0 0,0 2 0 0 0,-1 4 0 0 0,1 1 0 0 0,0 3 0 0 0,0 1 0 0 0,0 0 0 0 0,0 1 0 0 0,0 0 0 0 0,0 0 0 0 0,0-1 0 0 0,0 1 0 0 0,0 9 0 0 0,-5 10 0 0 0,-2 11 0 0 0,0 11 0 0 0,2 9 0 0 0,-4 6 0 0 0,0 4 0 0 0,-4 2 0 0 0,0 6 0 0 0,-3-3 0 0 0,2 3 0 0 0,2 0 0 0 0,-1 4 0 0 0,1 5 0 0 0,-2-5 0 0 0,1 1 0 0 0,-3 3 0 0 0,2 5 0 0 0,3 4 0 0 0,-2 2 0 0 0,1-2 0 0 0,3 0 0 0 0,-2-5 0 0 0,0 0 0 0 0,-2 2 0 0 0,0-2 0 0 0,3 0 0 0 0,-3 2 0 0 0,2-2 0 0 0,-4 1 0 0 0,2 2 0 0 0,3-3 0 0 0,2 1 0 0 0,4 7 0 0 0,2 0 0 0 0,-5-1 0 0 0,1-4 0 0 0,-1 0 0 0 0,-3 5 0 0 0,0 0 0 0 0,2-1 0 0 0,-4 6 0 0 0,-4-7 0 0 0,0 2 0 0 0,3-4 0 0 0,-2 0 0 0 0,2 1 0 0 0,4-3 0 0 0,2-1 0 0 0,3 2 0 0 0,-3-3 0 0 0,-1 1 0 0 0,2 2 0 0 0,-4-3 0 0 0,0 1 0 0 0,-4 1 0 0 0,1-1 0 0 0,2 0 0 0 0,-2 1 0 0 0,2-1 0 0 0,1-6 0 0 0,-1-4 0 0 0,0 1 0 0 0,2-1 0 0 0,3-3 0 0 0,3-2 0 0 0,-5-2 0 0 0,1-2 0 0 0,0 4 0 0 0,-3 2 0 0 0,0-1 0 0 0,1-1 0 0 0,3-2 0 0 0,-3-1 0 0 0,-1-1 0 0 0,3-1 0 0 0,1 0 0 0 0,3-1 0 0 0,1 1 0 0 0,1-1 0 0 0,1-10 0 0 0,0-13 0 0 0,1-14 0 0 0,-1-11 0 0 0,0-7 0 0 0,6-5 0 0 0,1-3 0 0 0,5 5 0 0 0,0 2 0 0 0,-1-1 0 0 0,-4 0 0 0 0,4-1 0 0 0,-1-1 0 0 0,3-1 0 0 0,-1 0 0 0 0,4-6 0 0 0,-2-2 0 0 0,-3 0 0 0 0,2 2 0 0 0,-1 1 0 0 0,2 2 0 0 0,-1 0 0 0 0,-2 2 0 0 0,1 0 0 0 0,-1 1 0 0 0,-2-1 0 0 0,-3 1 0 0 0,-2-1 0 0 0,3-5 0 0 0,6 4 0 0 0,1 1 0 0 0,-3-3 0 0 0,3-3 0 0 0,-1 1 0 0 0,-3-4 0 0 0,-3-1 0 0 0,2-4 0 0 0,0 1 0 0 0,4 3 0 0 0,-1 2 0 0 0,-2 3 0 0 0,2-2 0 0 0,0-1 0 0 0,-3-4 0 0 0,-3 0 0 0 0,3 2 0 0 0,0-2 0 0 0,4 1 0 0 0,-1 2 0 0 0,-2 3 0 0 0,-3 2 0 0 0,3 2 0 0 0,0 1 0 0 0,-3 2 0 0 0,-1-1 0 0 0,-3-4 0 0 0,-1-3 0 0 0,4 7 0 0 0,1-4 0 0 0,-1 1 0 0 0,-1-1 0 0 0,4 2 0 0 0,0 0 0 0 0,-2-4 0 0 0,-1-2 0 0 0,-2 2 0 0 0,-2 0 0 0 0,-1 3 0 0 0,-1 1 0 0 0,0 1 0 0 0,0 1 0 0 0,-1 0 0 0 0,1 0 0 0 0,0 1 0 0 0,-1-1 0 0 0,1 1 0 0 0,0 10 0 0 0,0 13 0 0 0,0 14 0 0 0,0 11 0 0 0,0 7 0 0 0,0 5 0 0 0,-5 8 0 0 0,-2 2 0 0 0,-5 0 0 0 0,0 4 0 0 0,2 5 0 0 0,2-2 0 0 0,-3-2 0 0 0,2-4 0 0 0,1-4 0 0 0,2-3 0 0 0,-3 4 0 0 0,0 5 0 0 0,-3 6 0 0 0,-6 5 0 0 0,1-1 0 0 0,3-5 0 0 0,4 1 0 0 0,4-4 0 0 0,-3 2 0 0 0,1-2 0 0 0,-4-4 0 0 0,0 2 0 0 0,-3 4 0 0 0,1-1 0 0 0,-2 3 0 0 0,1 3 0 0 0,-2 3 0 0 0,3 3 0 0 0,2-3 0 0 0,-1-1 0 0 0,-3 1 0 0 0,0-3 0 0 0,-2 0 0 0 0,2-4 0 0 0,-2-5 0 0 0,3 1 0 0 0,4-2 0 0 0,-2 3 0 0 0,1 3 0 0 0,-2-5 0 0 0,1-1 0 0 0,-2 4 0 0 0,-5 4 0 0 0,3 5 0 0 0,-3 2 0 0 0,3-2 0 0 0,-1-6 0 0 0,3-5 0 0 0,-2-6 0 0 0,2-4 0 0 0,4-2 0 0 0,4-1 0 0 0,-3 4 0 0 0,1 2 0 0 0,-3-6 0 0 0,0-3 0 0 0,2 0 0 0 0,-2-1 0 0 0,0 1 0 0 0,3 1 0 0 0,-2 1 0 0 0,0 0 0 0 0,2 0 0 0 0,-2-4 0 0 0,0-13 0 0 0,3-13 0 0 0,2-12 0 0 0,2-9 0 0 0,7-12 0 0 0,3-5 0 0 0,1-2 0 0 0,-1-4 0 0 0,3 6 0 0 0,1-3 0 0 0,3 2 0 0 0,0-3 0 0 0,3 0 0 0 0,-1 2 0 0 0,-4 2 0 0 0,-3 3 0 0 0,2-3 0 0 0,0-1 0 0 0,3-4 0 0 0,-1-5 0 0 0,3 0 0 0 0,-1 4 0 0 0,2-2 0 0 0,-1-4 0 0 0,-4 2 0 0 0,2-1 0 0 0,-1-4 0 0 0,2 3 0 0 0,5-1 0 0 0,-2-2 0 0 0,-3 3 0 0 0,1-2 0 0 0,-2-1 0 0 0,2 3 0 0 0,-2-1 0 0 0,-2-7 0 0 0,1 1 0 0 0,-1 4 0 0 0,-2 2 0 0 0,2 3 0 0 0,0 1 0 0 0,3-4 0 0 0,4-2 0 0 0,-1 1 0 0 0,2 0 0 0 0,-2 4 0 0 0,-4-2 0 0 0,1-1 0 0 0,-2 1 0 0 0,-3 0 0 0 0,-3-2 0 0 0,3 7 0 0 0,-1 1 0 0 0,-1 3 0 0 0,4-3 0 0 0,4-3 0 0 0,1 0 0 0 0,-4 4 0 0 0,3-3 0 0 0,-2 3 0 0 0,-3-3 0 0 0,-4 2 0 0 0,-2 3 0 0 0,4-3 0 0 0,-1 2 0 0 0,5-3 0 0 0,0-4 0 0 0,3 1 0 0 0,-1 3 0 0 0,-3 5 0 0 0,-3 3 0 0 0,-3 3 0 0 0,-2 2 0 0 0,-3 1 0 0 0,6 1 0 0 0,0 0 0 0 0,0 0 0 0 0,-1 10 0 0 0,-2 14 0 0 0,-1 13 0 0 0,-1 11 0 0 0,0 7 0 0 0,-1 5 0 0 0,-6-3 0 0 0,-1 0 0 0 0,-5 5 0 0 0,-6 8 0 0 0,0 2 0 0 0,4-1 0 0 0,-2-1 0 0 0,3-3 0 0 0,-3-3 0 0 0,2 4 0 0 0,-2 1 0 0 0,2-2 0 0 0,3-1 0 0 0,-2 3 0 0 0,-3 1 0 0 0,0-2 0 0 0,-2 4 0 0 0,-3 5 0 0 0,-4 4 0 0 0,3 0 0 0 0,6 1 0 0 0,-1 2 0 0 0,3-2 0 0 0,-1 0 0 0 0,-4 1 0 0 0,-3-2 0 0 0,1 5 0 0 0,0 4 0 0 0,-2 8 0 0 0,-3 2 0 0 0,4-5 0 0 0,-1 2 0 0 0,0 0 0 0 0,-3-7 0 0 0,4-2 0 0 0,0 0 0 0 0,-1-6 0 0 0,3 4 0 0 0,0 4 0 0 0,-8 2 0 0 0,2-5 0 0 0,-1-1 0 0 0,0 0 0 0 0,4-4 0 0 0,6 0 0 0 0,0 6 0 0 0,-1-1 0 0 0,-4 0 0 0 0,-3-4 0 0 0,-2-7 0 0 0,3 6 0 0 0,0 4 0 0 0,-5 3 0 0 0,1 1 0 0 0,1-3 0 0 0,4-7 0 0 0,2-1 0 0 0,-2-3 0 0 0,-1 0 0 0 0,2 3 0 0 0,1-7 0 0 0,3 1 0 0 0,5-3 0 0 0,0-2 0 0 0,-4-3 0 0 0,2-2 0 0 0,-3-1 0 0 0,2-1 0 0 0,5-1 0 0 0,2 1 0 0 0,-1-1 0 0 0,1 0 0 0 0,-3-4 0 0 0,-1-3 0 0 0,4 1 0 0 0,2 2 0 0 0,-3-4 0 0 0,1-1 0 0 0,-4-3 0 0 0,1 0 0 0 0,2 2 0 0 0,2-7 0 0 0,4-11 0 0 0,7-12 0 0 0,3-8 0 0 0,0-8 0 0 0,5-3 0 0 0,0-3 0 0 0,4-1 0 0 0,5 0 0 0 0,-2 0 0 0 0,-4-5 0 0 0,2 5 0 0 0,-3 2 0 0 0,3 1 0 0 0,2 1 0 0 0,0-1 0 0 0,-4-4 0 0 0,0 2 0 0 0,-1 2 0 0 0,2-5 0 0 0,-1-1 0 0 0,-4 0 0 0 0,2-4 0 0 0,5-6 0 0 0,4-6 0 0 0,4-4 0 0 0,3 2 0 0 0,-4 5 0 0 0,-5 0 0 0 0,-1 4 0 0 0,-4-2 0 0 0,2 3 0 0 0,-3 2 0 0 0,3 0 0 0 0,2-5 0 0 0,0 0 0 0 0,-4-1 0 0 0,-5-4 0 0 0,2 7 0 0 0,-1 1 0 0 0,3-8 0 0 0,5-5 0 0 0,4-5 0 0 0,-2 5 0 0 0,-3 0 0 0 0,-1 5 0 0 0,-2 1 0 0 0,-3-1 0 0 0,-5 3 0 0 0,3-1 0 0 0,0-3 0 0 0,3 9 0 0 0,0 0 0 0 0,-2-2 0 0 0,2 1 0 0 0,0-2 0 0 0,2 2 0 0 0,-1 3 0 0 0,-2-2 0 0 0,-4-4 0 0 0,3-4 0 0 0,-1 2 0 0 0,4 3 0 0 0,-1 5 0 0 0,-2 5 0 0 0,3-3 0 0 0,-2-4 0 0 0,-2 0 0 0 0,-3 1 0 0 0,-2 4 0 0 0,-2 3 0 0 0,4 2 0 0 0,1 2 0 0 0,-1 1 0 0 0,-1 1 0 0 0,4 0 0 0 0,0-1 0 0 0,-2 1 0 0 0,-1 0 0 0 0,3 4 0 0 0,0 3 0 0 0,-1-2 0 0 0,-3 0 0 0 0,-1-2 0 0 0,-2 9 0 0 0,-7 13 0 0 0,-1 12 0 0 0,-6 11 0 0 0,-1 7 0 0 0,2 4 0 0 0,-2-2 0 0 0,-5 5 0 0 0,-4 2 0 0 0,2 5 0 0 0,-1 2 0 0 0,-3-1 0 0 0,3 3 0 0 0,1-6 0 0 0,2 2 0 0 0,0-1 0 0 0,-2-2 0 0 0,-4 4 0 0 0,3 6 0 0 0,5-1 0 0 0,0 4 0 0 0,-3 3 0 0 0,-3-7 0 0 0,-3-1 0 0 0,-3 3 0 0 0,4-1 0 0 0,0 1 0 0 0,0 10 0 0 0,-3 4 0 0 0,0-7 0 0 0,-2-3 0 0 0,4 6 0 0 0,1-2 0 0 0,0 1 0 0 0,-2 6 0 0 0,-1-2 0 0 0,-2-1 0 0 0,0 0 0 0 0,3 1 0 0 0,2 0 0 0 0,0 1 0 0 0,-2 0 0 0 0,-1 5 0 0 0,-2-7 0 0 0,0-5 0 0 0,3 0 0 0 0,2 1 0 0 0,0 1 0 0 0,-2 2 0 0 0,-1-3 0 0 0,-2-2 0 0 0,0 2 0 0 0,3-4 0 0 0,8 1 0 0 0,0 1 0 0 0,-1 2 0 0 0,-3-3 0 0 0,3 1 0 0 0,-2-5 0 0 0,4-4 0 0 0,-1 1 0 0 0,-3 3 0 0 0,3-2 0 0 0,-1-3 0 0 0,-3-3 0 0 0,2-4 0 0 0,6 3 0 0 0,4 5 0 0 0,-2 0 0 0 0,-3 3 0 0 0,1 0 0 0 0,-3-4 0 0 0,2-4 0 0 0,3-3 0 0 0,4-3 0 0 0,3-1 0 0 0,2-1 0 0 0,8-11 0 0 0,7-15 0 0 0,2-12 0 0 0,10-11 0 0 0,-1-8 0 0 0,3-4 0 0 0,0-3 0 0 0,3 0 0 0 0,1-1 0 0 0,-5 1 0 0 0,-1 1 0 0 0,5 0 0 0 0,-1 0 0 0 0,-1-4 0 0 0,5 3 0 0 0,4-2 0 0 0,-6-2 0 0 0,-2 2 0 0 0,5 0 0 0 0,1 2 0 0 0,1-5 0 0 0,5-1 0 0 0,1 2 0 0 0,-2 1 0 0 0,-2 1 0 0 0,-2 2 0 0 0,4 1 0 0 0,0-4 0 0 0,-1-2 0 0 0,3-4 0 0 0,0 4 0 0 0,-1-1 0 0 0,-3 0 0 0 0,-3 2 0 0 0,5 2 0 0 0,5-4 0 0 0,0 0 0 0 0,-1-4 0 0 0,-4 5 0 0 0,-2 4 0 0 0,2-3 0 0 0,6 0 0 0 0,0-4 0 0 0,-3 4 0 0 0,-3 4 0 0 0,3-3 0 0 0,-1-1 0 0 0,-2 6 0 0 0,3-3 0 0 0,4 0 0 0 0,0 1 0 0 0,-2 5 0 0 0,-4-3 0 0 0,-4-1 0 0 0,4-1 0 0 0,-1 1 0 0 0,4-1 0 0 0,-6 2 0 0 0,2-1 0 0 0,-1 6 0 0 0,-6 2 0 0 0,1 0 0 0 0,0-1 0 0 0,1 3 0 0 0,-2 0 0 0 0,1 0 0 0 0,3-3 0 0 0,3 3 0 0 0,-7 0 0 0 0,-3-1 0 0 0,-1 3 0 0 0,-5 0 0 0 0,-2 3 0 0 0,1-1 0 0 0,2 3 0 0 0,3-1 0 0 0,1 2 0 0 0,-4-3 0 0 0,-1-2 0 0 0,2 1 0 0 0,-5 9 0 0 0,-10 12 0 0 0,-7 10 0 0 0,-9 8 0 0 0,-9 1 0 0 0,-2 1 0 0 0,2 3 0 0 0,-2 2 0 0 0,-3-4 0 0 0,2-1 0 0 0,-1 6 0 0 0,-3 4 0 0 0,2 1 0 0 0,0 0 0 0 0,-8 5 0 0 0,2 1 0 0 0,4-1 0 0 0,1-2 0 0 0,0-2 0 0 0,-4-2 0 0 0,4-1 0 0 0,0 5 0 0 0,-7 6 0 0 0,-4 6 0 0 0,3 0 0 0 0,2-8 0 0 0,0 0 0 0 0,-6 2 0 0 0,-2 1 0 0 0,4 1 0 0 0,2 0 0 0 0,2-3 0 0 0,-1-3 0 0 0,5 2 0 0 0,1-1 0 0 0,-1 3 0 0 0,-2 6 0 0 0,-2-2 0 0 0,-2-2 0 0 0,5 1 0 0 0,1-2 0 0 0,-2-3 0 0 0,-1 1 0 0 0,-1 0 0 0 0,4 3 0 0 0,0-2 0 0 0,-1-2 0 0 0,-2-3 0 0 0,4 3 0 0 0,0-1 0 0 0,-1-2 0 0 0,-2 4 0 0 0,-2 4 0 0 0,-2 0 0 0 0,-1-2 0 0 0,5-4 0 0 0,1-4 0 0 0,4-2 0 0 0,2-1 0 0 0,-3-2 0 0 0,3-1 0 0 0,-1 0 0 0 0,3 0 0 0 0,-2-5 0 0 0,-2-1 0 0 0,2 0 0 0 0,-1 1 0 0 0,2 2 0 0 0,0 1 0 0 0,-4 2 0 0 0,3 0 0 0 0,-2-4 0 0 0,4-2 0 0 0,-2-5 0 0 0,3 0 0 0 0,3-9 0 0 0,10-11 0 0 0,10-11 0 0 0,4-8 0 0 0,4-1 0 0 0,6-3 0 0 0,-1-1 0 0 0,0 2 0 0 0,-2 1 0 0 0,0-1 0 0 0,2 2 0 0 0,-2 1 0 0 0,1-2 0 0 0,2-3 0 0 0,2-2 0 0 0,9-1 0 0 0,2-2 0 0 0,2-1 0 0 0,-1 0 0 0 0,-1-1 0 0 0,-1 6 0 0 0,-7 2 0 0 0,-2 5 0 0 0,0 0 0 0 0,0-1 0 0 0,2-3 0 0 0,1 2 0 0 0,1 0 0 0 0,2-2 0 0 0,-1-2 0 0 0,1 3 0 0 0,0 0 0 0 0,0-1 0 0 0,0 3 0 0 0,0-1 0 0 0,0-1 0 0 0,-5-3 0 0 0,-2 4 0 0 0,0-1 0 0 0,-4-1 0 0 0,0 2 0 0 0,2 6 0 0 0,2 0 0 0 0,-2-3 0 0 0,-1-3 0 0 0,2 1 0 0 0,2-1 0 0 0,3-2 0 0 0,1 3 0 0 0,1 0 0 0 0,0-3 0 0 0,-4-1 0 0 0,-1 2 0 0 0,-1 0 0 0 0,2 4 0 0 0,-4-1 0 0 0,-6-2 0 0 0,-10 3 0 0 0,-12 4 0 0 0,-10 5 0 0 0,-8 3 0 0 0,-4 3 0 0 0,-4 3 0 0 0,-1 0 0 0 0,0 1 0 0 0,-5 5 0 0 0,-1 7 0 0 0,0 1 0 0 0,2 4 0 0 0,2-2 0 0 0,2-3 0 0 0,1 1 0 0 0,1-1 0 0 0,0 2 0 0 0,0-2 0 0 0,-4 3 0 0 0,-8 3 0 0 0,4 4 0 0 0,-2 3 0 0 0,1-2 0 0 0,2-6 0 0 0,-3 0 0 0 0,5 1 0 0 0,4 3 0 0 0,-4-1 0 0 0,0-6 0 0 0,0 1 0 0 0,-3 2 0 0 0,-2 4 0 0 0,2 3 0 0 0,2-2 0 0 0,2-6 0 0 0,2 0 0 0 0,-4 3 0 0 0,-6 2 0 0 0,-2 3 0 0 0,8 3 0 0 0,-1-4 0 0 0,1-5 0 0 0,2-2 0 0 0,1 3 0 0 0,1 2 0 0 0,2-2 0 0 0,0 0 0 0 0,5 3 0 0 0,2-3 0 0 0,1 0 0 0 0,-3-3 0 0 0,5 1 0 0 0,-1 2 0 0 0,0-1 0 0 0,2 0 0 0 0,0 3 0 0 0,-2-3 0 0 0,3 1 0 0 0,9-3 0 0 0,7-10 0 0 0,10-5 0 0 0,7-10 0 0 0,8-2 0 0 0,5-5 0 0 0,3-5 0 0 0,-3-5 0 0 0,-1 2 0 0 0,-1 0 0 0 0,8-2 0 0 0,2 4 0 0 0,-5 0 0 0 0,4-2 0 0 0,1-1 0 0 0,-1 2 0 0 0,0 0 0 0 0,-1 4 0 0 0,-1 0 0 0 0,0-3 0 0 0,-1 3 0 0 0,0-1 0 0 0,4-3 0 0 0,3-2 0 0 0,-1 2 0 0 0,-1 0 0 0 0,4-1 0 0 0,-5-3 0 0 0,2 4 0 0 0,0 5 0 0 0,-6 1 0 0 0,2-3 0 0 0,5-8 0 0 0,3 0 0 0 0,4 0 0 0 0,-6-1 0 0 0,2-1 0 0 0,-2 4 0 0 0,-7 2 0 0 0,2-1 0 0 0,-1-2 0 0 0,6 4 0 0 0,1 1 0 0 0,-7-3 0 0 0,-3 5 0 0 0,-1-2 0 0 0,-2 5 0 0 0,-4-2 0 0 0,-1-2 0 0 0,1 2 0 0 0,2 4 0 0 0,1-1 0 0 0,-3-3 0 0 0,0 2 0 0 0,-4-2 0 0 0,-1 2 0 0 0,3 4 0 0 0,-3-2 0 0 0,1-3 0 0 0,3 2 0 0 0,-3-3 0 0 0,-10 2 0 0 0,-11 4 0 0 0,-11 3 0 0 0,-8 5 0 0 0,-6 1 0 0 0,-4 3 0 0 0,-2 0 0 0 0,0 0 0 0 0,0 1 0 0 0,1 0 0 0 0,0 5 0 0 0,0 1 0 0 0,1 5 0 0 0,0 1 0 0 0,0 2 0 0 0,0 0 0 0 0,0-3 0 0 0,1-4 0 0 0,-1 2 0 0 0,0 0 0 0 0,0 3 0 0 0,-5-1 0 0 0,-7-2 0 0 0,-1 2 0 0 0,1 5 0 0 0,-2 4 0 0 0,1-1 0 0 0,3 1 0 0 0,3-3 0 0 0,3 1 0 0 0,-4 2 0 0 0,1 3 0 0 0,1-3 0 0 0,-4-4 0 0 0,-6-1 0 0 0,1 3 0 0 0,3 3 0 0 0,2-2 0 0 0,5 1 0 0 0,-4-4 0 0 0,-4 2 0 0 0,4 1 0 0 0,0 4 0 0 0,-5 2 0 0 0,-5-2 0 0 0,-4-1 0 0 0,6 1 0 0 0,2 2 0 0 0,3 1 0 0 0,3-3 0 0 0,-1-6 0 0 0,0-1 0 0 0,3 2 0 0 0,2-2 0 0 0,2 1 0 0 0,-4-3 0 0 0,0 2 0 0 0,0 3 0 0 0,-3-2 0 0 0,0 2 0 0 0,2-4 0 0 0,7 2 0 0 0,4-3 0 0 0,1-3 0 0 0,6 1 0 0 0,1-2 0 0 0,9-2 0 0 0,6-9 0 0 0,10-9 0 0 0,9-3 0 0 0,7 1 0 0 0,0-4 0 0 0,2-4 0 0 0,2 2 0 0 0,8-8 0 0 0,3 1 0 0 0,0-1 0 0 0,6-1 0 0 0,-1-2 0 0 0,0-1 0 0 0,-3 5 0 0 0,-3 0 0 0 0,-2 0 0 0 0,5-2 0 0 0,0 4 0 0 0,-1 0 0 0 0,4-1 0 0 0,0-2 0 0 0,4-2 0 0 0,4-2 0 0 0,5-1 0 0 0,3 0 0 0 0,-2-1 0 0 0,-1-1 0 0 0,2 6 0 0 0,-4 2 0 0 0,-6-5 0 0 0,1 1 0 0 0,2 1 0 0 0,8 0 0 0 0,-5-1 0 0 0,-1-1 0 0 0,2 0 0 0 0,1-2 0 0 0,-2 1 0 0 0,-6-1 0 0 0,-4 5 0 0 0,0 2 0 0 0,-1 0 0 0 0,2 3 0 0 0,-5 1 0 0 0,-5-2 0 0 0,-2-2 0 0 0,-1 3 0 0 0,-1-1 0 0 0,0 5 0 0 0,-4-2 0 0 0,-2 4 0 0 0,0 3 0 0 0,-3 0 0 0 0,0-4 0 0 0,-3-5 0 0 0,0 2 0 0 0,3 3 0 0 0,-2 0 0 0 0,-5-3 0 0 0,-8 2 0 0 0,-12 4 0 0 0,-9 4 0 0 0,-7 3 0 0 0,-6 4 0 0 0,-2 1 0 0 0,-6 1 0 0 0,-3 1 0 0 0,-5-1 0 0 0,0 1 0 0 0,3 0 0 0 0,-3-1 0 0 0,-3 0 0 0 0,1 0 0 0 0,3 6 0 0 0,-2 1 0 0 0,-3-1 0 0 0,-3 5 0 0 0,1 0 0 0 0,-1 3 0 0 0,3-1 0 0 0,0 4 0 0 0,2-3 0 0 0,5 3 0 0 0,-2 3 0 0 0,-4-1 0 0 0,-8-5 0 0 0,-2 1 0 0 0,0-2 0 0 0,4 2 0 0 0,7 4 0 0 0,-1-2 0 0 0,-1 2 0 0 0,-4 3 0 0 0,-2-3 0 0 0,2-4 0 0 0,5 1 0 0 0,-5 2 0 0 0,1 4 0 0 0,0-2 0 0 0,-3 1 0 0 0,3 2 0 0 0,0-3 0 0 0,-2-5 0 0 0,9 1 0 0 0,1-3 0 0 0,-2 1 0 0 0,1 5 0 0 0,-2 3 0 0 0,-4-2 0 0 0,2-3 0 0 0,-1-1 0 0 0,2-2 0 0 0,5 1 0 0 0,-2 4 0 0 0,3-2 0 0 0,2 2 0 0 0,-2-3 0 0 0,1-3 0 0 0,2 0 0 0 0,2-1 0 0 0,3-3 0 0 0,1 2 0 0 0,-4 5 0 0 0,-1-1 0 0 0,1-2 0 0 0,2-4 0 0 0,0 2 0 0 0,3-1 0 0 0,0 3 0 0 0,1-1 0 0 0,0-2 0 0 0,6 2 0 0 0,12 0 0 0 0,13-3 0 0 0,12-3 0 0 0,10-2 0 0 0,6-2 0 0 0,3-2 0 0 0,2 0 0 0 0,6 0 0 0 0,1-1 0 0 0,-1-4 0 0 0,4-3 0 0 0,5-4 0 0 0,-1 0 0 0 0,-3 1 0 0 0,2 3 0 0 0,3-2 0 0 0,-1 0 0 0 0,7 2 0 0 0,4 3 0 0 0,8 1 0 0 0,-2 2 0 0 0,-1-4 0 0 0,3-1 0 0 0,-4 1 0 0 0,-2-4 0 0 0,-1 0 0 0 0,-5 1 0 0 0,3 3 0 0 0,-3-4 0 0 0,5 1 0 0 0,3 1 0 0 0,-4-3 0 0 0,-2 1 0 0 0,1 1 0 0 0,-6 3 0 0 0,6-3 0 0 0,2 0 0 0 0,2 1 0 0 0,1-2 0 0 0,-6-1 0 0 0,-1 3 0 0 0,0 2 0 0 0,1 2 0 0 0,-4 2 0 0 0,-6 1 0 0 0,-5-5 0 0 0,-5 0 0 0 0,-4-1 0 0 0,-1 3 0 0 0,-2-5 0 0 0,0 0 0 0 0,0 1 0 0 0,-1 2 0 0 0,-9 3 0 0 0,-14 0 0 0 0,-13 2 0 0 0,-11 1 0 0 0,-7 0 0 0 0,-5 1 0 0 0,-3-1 0 0 0,0 1 0 0 0,0-1 0 0 0,-1 0 0 0 0,2 0 0 0 0,0 0 0 0 0,1 0 0 0 0,-6 0 0 0 0,0 0 0 0 0,-6 0 0 0 0,0 0 0 0 0,2 0 0 0 0,-3 0 0 0 0,1 0 0 0 0,-8 5 0 0 0,-5 2 0 0 0,1 0 0 0 0,-6-2 0 0 0,-3 4 0 0 0,5 1 0 0 0,-5-2 0 0 0,0-3 0 0 0,-1-1 0 0 0,0 4 0 0 0,-4 0 0 0 0,5-2 0 0 0,-9 0 0 0 0,-2-3 0 0 0,2-1 0 0 0,-3-1 0 0 0,-5-1 0 0 0,8 5 0 0 0,4 2 0 0 0,-1-1 0 0 0,-5-1 0 0 0,1 4 0 0 0,-4 0 0 0 0,1-1 0 0 0,-1-2 0 0 0,1 3 0 0 0,-1 0 0 0 0,6-1 0 0 0,-4 2 0 0 0,-1 1 0 0 0,3-2 0 0 0,3 2 0 0 0,-2 0 0 0 0,7-2 0 0 0,3-3 0 0 0,-3 3 0 0 0,0 0 0 0 0,5-1 0 0 0,2-3 0 0 0,2-2 0 0 0,4 5 0 0 0,7-1 0 0 0,0 0 0 0 0,3 3 0 0 0,-2 1 0 0 0,-4 3 0 0 0,2-1 0 0 0,-2-2 0 0 0,7 2 0 0 0,6-2 0 0 0,3-2 0 0 0,3-2 0 0 0,0 2 0 0 0,1 0 0 0 0,11-2 0 0 0,12-2 0 0 0,14-1 0 0 0,10-2 0 0 0,8-2 0 0 0,9 0 0 0 0,10 0 0 0 0,2 0 0 0 0,-2-6 0 0 0,2-1 0 0 0,4 0 0 0 0,4-4 0 0 0,-3 0 0 0 0,0-3 0 0 0,3-5 0 0 0,1 1 0 0 0,-2-1 0 0 0,-1 1 0 0 0,1 5 0 0 0,8 0 0 0 0,3-5 0 0 0,1 2 0 0 0,5-2 0 0 0,2-3 0 0 0,3 2 0 0 0,-1-1 0 0 0,4-2 0 0 0,2 2 0 0 0,0 0 0 0 0,0-3 0 0 0,-2 4 0 0 0,1 4 0 0 0,-3 0 0 0 0,7 2 0 0 0,4-2 0 0 0,-1-3 0 0 0,-6-5 0 0 0,-1 3 0 0 0,-3-1 0 0 0,-5 3 0 0 0,2-1 0 0 0,4-2 0 0 0,-2 2 0 0 0,3 0 0 0 0,-7 2 0 0 0,-5 5 0 0 0,-4 4 0 0 0,-2-2 0 0 0,-1-5 0 0 0,1 1 0 0 0,-1-3 0 0 0,-5 2 0 0 0,-6 3 0 0 0,-2-1 0 0 0,-3 1 0 0 0,2-3 0 0 0,-3 2 0 0 0,3-2 0 0 0,4 0 0 0 0,3 4 0 0 0,-1 4 0 0 0,-10-3 0 0 0,-7 1 0 0 0,-4 1 0 0 0,-7-2 0 0 0,-3 0 0 0 0,1 1 0 0 0,-10 3 0 0 0,-10 3 0 0 0,-13 1 0 0 0,-8 1 0 0 0,-7 1 0 0 0,-4 0 0 0 0,-7 0 0 0 0,-9 1 0 0 0,0-1 0 0 0,-4 0 0 0 0,1 1 0 0 0,-1-1 0 0 0,3 0 0 0 0,4 0 0 0 0,-7 5 0 0 0,-5 2 0 0 0,2 0 0 0 0,-1 3 0 0 0,-2 1 0 0 0,4 3 0 0 0,0 0 0 0 0,-7-3 0 0 0,-4 2 0 0 0,-1-2 0 0 0,-6 4 0 0 0,-2 3 0 0 0,7 0 0 0 0,-2-4 0 0 0,6-4 0 0 0,-3 1 0 0 0,-12-1 0 0 0,3 3 0 0 0,2 5 0 0 0,-2-1 0 0 0,1 1 0 0 0,2-1 0 0 0,3 1 0 0 0,-3 3 0 0 0,4-3 0 0 0,-1 2 0 0 0,0-3 0 0 0,6-4 0 0 0,-3 0 0 0 0,0 4 0 0 0,0 4 0 0 0,0-1 0 0 0,1 0 0 0 0,6-2 0 0 0,1 0 0 0 0,1 3 0 0 0,-1-2 0 0 0,-2 1 0 0 0,-1-4 0 0 0,-1 2 0 0 0,-1 2 0 0 0,4-2 0 0 0,8 2 0 0 0,0-4 0 0 0,5 2 0 0 0,3-3 0 0 0,4-3 0 0 0,3-5 0 0 0,3 3 0 0 0,0 4 0 0 0,1 0 0 0 0,0-2 0 0 0,-1-4 0 0 0,7 3 0 0 0,0 4 0 0 0,0 5 0 0 0,4 4 0 0 0,11-1 0 0 0,11 0 0 0 0,12-4 0 0 0,8-5 0 0 0,5-5 0 0 0,4-4 0 0 0,2-3 0 0 0,0-1 0 0 0,0-2 0 0 0,0 0 0 0 0,-1 0 0 0 0,-1 0 0 0 0,6 1 0 0 0,6-1 0 0 0,7 1 0 0 0,5 0 0 0 0,-2 0 0 0 0,1 0 0 0 0,2 0 0 0 0,-4 0 0 0 0,1 0 0 0 0,0 0 0 0 0,3 0 0 0 0,-3 0 0 0 0,5 0 0 0 0,-3 0 0 0 0,1 0 0 0 0,1 0 0 0 0,-4 0 0 0 0,5 0 0 0 0,2 0 0 0 0,-3-5 0 0 0,0-2 0 0 0,-6 0 0 0 0,0 2 0 0 0,1 1 0 0 0,-3 2 0 0 0,1-5 0 0 0,3 0 0 0 0,-4 0 0 0 0,2 2 0 0 0,-3 2 0 0 0,0-5 0 0 0,3 0 0 0 0,4 1 0 0 0,2 2 0 0 0,-3 1 0 0 0,-6 2 0 0 0,0 1 0 0 0,-3 1 0 0 0,-9-5 0 0 0,-1-2 0 0 0,0 1 0 0 0,-2 1 0 0 0,0 1 0 0 0,-1-3 0 0 0,-1-1 0 0 0,0 1 0 0 0,-1 1 0 0 0,1-2 0 0 0,0-1 0 0 0,-11 1 0 0 0,-14 2 0 0 0,-13 3 0 0 0,-11 1 0 0 0,-7 1 0 0 0,-5 0 0 0 0,-2 2 0 0 0,-2-1 0 0 0,1 0 0 0 0,0 1 0 0 0,-5-1 0 0 0,-1 0 0 0 0,1 0 0 0 0,-4 0 0 0 0,1 0 0 0 0,1 0 0 0 0,3 0 0 0 0,2 6 0 0 0,-4 0 0 0 0,0 1 0 0 0,-3-2 0 0 0,-7-1 0 0 0,2 4 0 0 0,-3 0 0 0 0,-3-1 0 0 0,2 4 0 0 0,-1-1 0 0 0,4-1 0 0 0,-1-2 0 0 0,-8 2 0 0 0,1 0 0 0 0,4-1 0 0 0,1-3 0 0 0,4-1 0 0 0,-1-2 0 0 0,-3-2 0 0 0,3 0 0 0 0,4 5 0 0 0,3 2 0 0 0,0-1 0 0 0,-5-1 0 0 0,6 4 0 0 0,-1 0 0 0 0,1-1 0 0 0,3 3 0 0 0,2 0 0 0 0,1-2 0 0 0,2-3 0 0 0,-4-2 0 0 0,-2-2 0 0 0,1-1 0 0 0,7 4 0 0 0,2 2 0 0 0,2-1 0 0 0,0 4 0 0 0,-2 1 0 0 0,5 3 0 0 0,1-1 0 0 0,9-2 0 0 0,12 2 0 0 0,12-1 0 0 0,9-3 0 0 0,6-3 0 0 0,4-2 0 0 0,3-2 0 0 0,0-1 0 0 0,0-1 0 0 0,0-1 0 0 0,-1 1 0 0 0,0-1 0 0 0,-1 1 0 0 0,0 0 0 0 0,0-1 0 0 0,5 1 0 0 0,1 0 0 0 0,1 0 0 0 0,3 0 0 0 0,11 0 0 0 0,2 0 0 0 0,-3-5 0 0 0,5-2 0 0 0,-1 0 0 0 0,-5 2 0 0 0,-1 1 0 0 0,2 2 0 0 0,4-5 0 0 0,1 0 0 0 0,3 0 0 0 0,1-3 0 0 0,2-1 0 0 0,-6 3 0 0 0,0-4 0 0 0,4 1 0 0 0,-1 2 0 0 0,-1-3 0 0 0,5 2 0 0 0,8-4 0 0 0,-2 0 0 0 0,-4 4 0 0 0,-1-3 0 0 0,-7 2 0 0 0,-3 2 0 0 0,-4 2 0 0 0,-7 4 0 0 0,1 1 0 0 0,-8-4 0 0 0,1-1 0 0 0,5 1 0 0 0,5-4 0 0 0,0-1 0 0 0,3-2 0 0 0,-2-1 0 0 0,-5 4 0 0 0,-3 2 0 0 0,-4 3 0 0 0,-2-3 0 0 0,-3 0 0 0 0,-5-4 0 0 0,-3 0 0 0 0,-5-3 0 0 0,-11 1 0 0 0,-11-2 0 0 0,-11 1 0 0 0,-8 3 0 0 0,-5 4 0 0 0,-4 4 0 0 0,-1-4 0 0 0,0 0 0 0 0,0 2 0 0 0,1 1 0 0 0,0 2 0 0 0,0 1 0 0 0,1 2 0 0 0,0-1 0 0 0,0 2 0 0 0,1-1 0 0 0,-1 0 0 0 0,-5 1 0 0 0,-2-1 0 0 0,1 0 0 0 0,-5 0 0 0 0,1 0 0 0 0,-4 0 0 0 0,-5 0 0 0 0,-4 0 0 0 0,2 0 0 0 0,-1 0 0 0 0,3 0 0 0 0,1 0 0 0 0,-4 0 0 0 0,4 0 0 0 0,-1 0 0 0 0,2 0 0 0 0,0 0 0 0 0,-3 5 0 0 0,2 2 0 0 0,-2 0 0 0 0,4-2 0 0 0,-1 4 0 0 0,-4 1 0 0 0,3-3 0 0 0,-1-1 0 0 0,-3 3 0 0 0,-2 1 0 0 0,-8 2 0 0 0,1 1 0 0 0,1-3 0 0 0,6 3 0 0 0,2-2 0 0 0,4-1 0 0 0,5-4 0 0 0,1-2 0 0 0,-5-2 0 0 0,3-1 0 0 0,-3-2 0 0 0,-4 6 0 0 0,-3 2 0 0 0,3 4 0 0 0,4 1 0 0 0,6-2 0 0 0,4-2 0 0 0,-1 2 0 0 0,0 0 0 0 0,2-2 0 0 0,1-3 0 0 0,3-1 0 0 0,6 3 0 0 0,2 1 0 0 0,-4-2 0 0 0,-3-1 0 0 0,-2-1 0 0 0,1-2 0 0 0,0-1 0 0 0,0-1 0 0 0,12 0 0 0 0,14-1 0 0 0,14 1 0 0 0,10 0 0 0 0,8 0 0 0 0,5-1 0 0 0,-2-4 0 0 0,-2-2 0 0 0,7 0 0 0 0,1 2 0 0 0,2-4 0 0 0,-1 0 0 0 0,-1 1 0 0 0,4-3 0 0 0,1 0 0 0 0,-1-3 0 0 0,-2 1 0 0 0,-1 2 0 0 0,3 3 0 0 0,6-1 0 0 0,1-1 0 0 0,3-3 0 0 0,-1 1 0 0 0,6-3 0 0 0,1 1 0 0 0,-5-3 0 0 0,6 3 0 0 0,9-3 0 0 0,4-3 0 0 0,1 2 0 0 0,-1 3 0 0 0,4 0 0 0 0,-5 2 0 0 0,-4-2 0 0 0,4-3 0 0 0,0-5 0 0 0,0 2 0 0 0,-1 0 0 0 0,3-2 0 0 0,7-3 0 0 0,-5 3 0 0 0,1 1 0 0 0,-6 4 0 0 0,-4-1 0 0 0,-2 4 0 0 0,-6-2 0 0 0,3-2 0 0 0,8-4 0 0 0,9-3 0 0 0,2-3 0 0 0,4 5 0 0 0,-7 0 0 0 0,-4-1 0 0 0,-5-1 0 0 0,-2-2 0 0 0,-6-1 0 0 0,-8 5 0 0 0,-1 5 0 0 0,-4 2 0 0 0,-3 3 0 0 0,1-1 0 0 0,0-3 0 0 0,-3-4 0 0 0,-2 2 0 0 0,-2 4 0 0 0,4 0 0 0 0,-5-3 0 0 0,-3 2 0 0 0,5-1 0 0 0,1 2 0 0 0,-6-2 0 0 0,3 3 0 0 0,1-1 0 0 0,-5-4 0 0 0,-3 2 0 0 0,0 4 0 0 0,-5-1 0 0 0,-5-3 0 0 0,-1 1 0 0 0,-3-1 0 0 0,-3-3 0 0 0,-3-3 0 0 0,-3-3 0 0 0,-7 3 0 0 0,-8 0 0 0 0,-8 5 0 0 0,-5 6 0 0 0,-3 4 0 0 0,-3 4 0 0 0,-1 3 0 0 0,-1 2 0 0 0,1-5 0 0 0,0-1 0 0 0,0 1 0 0 0,1 0 0 0 0,0 2 0 0 0,-5 1 0 0 0,-2 1 0 0 0,-5-5 0 0 0,0-1 0 0 0,2 1 0 0 0,-8 1 0 0 0,-6 1 0 0 0,1 2 0 0 0,-6 1 0 0 0,-3 0 0 0 0,4 1 0 0 0,1 1 0 0 0,5-1 0 0 0,-3 0 0 0 0,-4 1 0 0 0,-1-1 0 0 0,-2 0 0 0 0,1 0 0 0 0,-1 0 0 0 0,1 0 0 0 0,-1 5 0 0 0,1 2 0 0 0,0 0 0 0 0,-5 3 0 0 0,4 1 0 0 0,2-2 0 0 0,-5 3 0 0 0,4-1 0 0 0,3-2 0 0 0,-6-2 0 0 0,4-3 0 0 0,2 3 0 0 0,5 1 0 0 0,2 4 0 0 0,-2 0 0 0 0,5 3 0 0 0,-1-1 0 0 0,-3 3 0 0 0,4-3 0 0 0,-2-2 0 0 0,-1 1 0 0 0,1-1 0 0 0,1 2 0 0 0,2-1 0 0 0,5-3 0 0 0,4-2 0 0 0,-2 1 0 0 0,-4 6 0 0 0,0-1 0 0 0,3-2 0 0 0,2 2 0 0 0,4-2 0 0 0,3-2 0 0 0,1 2 0 0 0,1-1 0 0 0,0 3 0 0 0,1-1 0 0 0,0 2 0 0 0,-1 0 0 0 0,11-4 0 0 0,14-4 0 0 0,13-2 0 0 0,11-3 0 0 0,7-1 0 0 0,5-1 0 0 0,3 0 0 0 0,0-1 0 0 0,1 0 0 0 0,4 1 0 0 0,7-1 0 0 0,0-4 0 0 0,-2-2 0 0 0,-2 0 0 0 0,-4-3 0 0 0,2-1 0 0 0,6 2 0 0 0,0-3 0 0 0,3 1 0 0 0,-2 2 0 0 0,-3 2 0 0 0,7 3 0 0 0,5 2 0 0 0,-1-4 0 0 0,0-1 0 0 0,-3 1 0 0 0,5 1 0 0 0,3-3 0 0 0,3-1 0 0 0,1 1 0 0 0,5-3 0 0 0,-3 0 0 0 0,-3 3 0 0 0,5 1 0 0 0,-5-2 0 0 0,3 0 0 0 0,2 1 0 0 0,-1-2 0 0 0,-7-1 0 0 0,4 3 0 0 0,-5 1 0 0 0,-1-2 0 0 0,-6 0 0 0 0,5 2 0 0 0,3 1 0 0 0,2 3 0 0 0,2 1 0 0 0,-6 1 0 0 0,-1-4 0 0 0,-6-2 0 0 0,0 1 0 0 0,-3 1 0 0 0,-5-4 0 0 0,1 0 0 0 0,-2 1 0 0 0,4 2 0 0 0,-2 3 0 0 0,-8-5 0 0 0,1 0 0 0 0,0 1 0 0 0,-2 2 0 0 0,-1 2 0 0 0,-1 1 0 0 0,0 1 0 0 0,-1 1 0 0 0,-11 0 0 0 0,-14 0 0 0 0,-13 0 0 0 0,-11 1 0 0 0,-7-1 0 0 0,-5 0 0 0 0,-3 0 0 0 0,-5 0 0 0 0,-3 0 0 0 0,2 0 0 0 0,1 0 0 0 0,2 0 0 0 0,-3 0 0 0 0,0 0 0 0 0,1 0 0 0 0,-4 0 0 0 0,1 0 0 0 0,-4 0 0 0 0,-9 0 0 0 0,-2 0 0 0 0,0 0 0 0 0,-3 0 0 0 0,5 0 0 0 0,-5 0 0 0 0,2 0 0 0 0,-4 0 0 0 0,-8 0 0 0 0,2 5 0 0 0,3 2 0 0 0,-4 0 0 0 0,-1-2 0 0 0,-4-1 0 0 0,-6-1 0 0 0,1-2 0 0 0,-3-1 0 0 0,2 0 0 0 0,4 0 0 0 0,0 0 0 0 0,1 0 0 0 0,3-1 0 0 0,-2 1 0 0 0,-5 5 0 0 0,7 2 0 0 0,-2 0 0 0 0,2-2 0 0 0,3-1 0 0 0,-4-2 0 0 0,6 0 0 0 0,4-2 0 0 0,1 0 0 0 0,7 0 0 0 0,-4 0 0 0 0,-3-1 0 0 0,5 1 0 0 0,0 0 0 0 0,5 5 0 0 0,1 2 0 0 0,3 0 0 0 0,5-2 0 0 0,4-1 0 0 0,3-2 0 0 0,-2 0 0 0 0,-1 3 0 0 0,1 2 0 0 0,2 0 0 0 0,1-2 0 0 0,1-2 0 0 0,2-1 0 0 0,10 0 0 0 0,15-2 0 0 0,13 0 0 0 0,11 0 0 0 0,8-1 0 0 0,4 1 0 0 0,8 0 0 0 0,2 0 0 0 0,0 0 0 0 0,-1 0 0 0 0,-3-1 0 0 0,4 1 0 0 0,10 1 0 0 0,2-1 0 0 0,8 0 0 0 0,4 0 0 0 0,-3 0 0 0 0,-2 0 0 0 0,0 0 0 0 0,5 0 0 0 0,8 0 0 0 0,7 0 0 0 0,0 0 0 0 0,-1 0 0 0 0,5 0 0 0 0,0 0 0 0 0,2 0 0 0 0,6 0 0 0 0,0 0 0 0 0,4 0 0 0 0,-3 0 0 0 0,-2 0 0 0 0,0 0 0 0 0,5 0 0 0 0,8 0 0 0 0,-3 0 0 0 0,2 0 0 0 0,5-6 0 0 0,-11-1 0 0 0,0 1 0 0 0,4 0 0 0 0,1 3 0 0 0,-2-5 0 0 0,0 0 0 0 0,-3 1 0 0 0,-7 1 0 0 0,-2 3 0 0 0,4-5 0 0 0,3 0 0 0 0,-4 1 0 0 0,-2 2 0 0 0,0-4 0 0 0,-9 1 0 0 0,-4 0 0 0 0,-2 2 0 0 0,-5-3 0 0 0,-2 0 0 0 0,2 2 0 0 0,-4 1 0 0 0,-3-3 0 0 0,-1 0 0 0 0,-6 2 0 0 0,-1 1 0 0 0,-5 3 0 0 0,0-4 0 0 0,3-1 0 0 0,2 1 0 0 0,-2-3 0 0 0,-4-1 0 0 0,-5 3 0 0 0,-5 1 0 0 0,-3 3 0 0 0,-2 2 0 0 0,-2 1 0 0 0,0 1 0 0 0,-5-5 0 0 0,-7-7 0 0 0,-12-1 0 0 0,-12 1 0 0 0,-11 3 0 0 0,-7 3 0 0 0,-5 3 0 0 0,-2 1 0 0 0,-2 2 0 0 0,-6 0 0 0 0,-1 0 0 0 0,-4 1 0 0 0,0-6 0 0 0,-4-1 0 0 0,-3-1 0 0 0,2 2 0 0 0,-2 1 0 0 0,-8 2 0 0 0,2 1 0 0 0,-1 0 0 0 0,-6 1 0 0 0,-3 0 0 0 0,5 1 0 0 0,-2-1 0 0 0,-2 0 0 0 0,1 0 0 0 0,0 0 0 0 0,-4 1 0 0 0,-6-1 0 0 0,4 0 0 0 0,-1 0 0 0 0,-9 0 0 0 0,3 0 0 0 0,0-1 0 0 0,-9 1 0 0 0,7 0 0 0 0,0 0 0 0 0,-2 0 0 0 0,3 0 0 0 0,-7 0 0 0 0,2 0 0 0 0,4 0 0 0 0,-1 0 0 0 0,-1 0 0 0 0,8 0 0 0 0,0 6 0 0 0,-2 1 0 0 0,-5-1 0 0 0,2 0 0 0 0,-2 3 0 0 0,2 0 0 0 0,5-1 0 0 0,-2-2 0 0 0,8-2 0 0 0,-1-2 0 0 0,-4-1 0 0 0,4 4 0 0 0,0 2 0 0 0,5-1 0 0 0,3-1 0 0 0,2-1 0 0 0,-5 3 0 0 0,-2 1 0 0 0,5-1 0 0 0,2-2 0 0 0,6-1 0 0 0,2 3 0 0 0,-2 1 0 0 0,-1-1 0 0 0,2-2 0 0 0,6-1 0 0 0,-1 3 0 0 0,-2 1 0 0 0,2-1 0 0 0,3-2 0 0 0,5-1 0 0 0,3-2 0 0 0,2-1 0 0 0,8 4 0 0 0,2 2 0 0 0,0-1 0 0 0,0-1 0 0 0,8-1 0 0 0,13-2 0 0 0,11-6 0 0 0,10-8 0 0 0,13-2 0 0 0,6 2 0 0 0,7-2 0 0 0,1 0 0 0 0,-1-2 0 0 0,-3 2 0 0 0,1-2 0 0 0,5 1 0 0 0,5 4 0 0 0,-2-2 0 0 0,-4 2 0 0 0,7-3 0 0 0,-2 1 0 0 0,2-3 0 0 0,8 2 0 0 0,-2-2 0 0 0,5 1 0 0 0,-4 4 0 0 0,0 3 0 0 0,-1-2 0 0 0,0 1 0 0 0,7-3 0 0 0,6-1 0 0 0,8-2 0 0 0,-5 1 0 0 0,1-2 0 0 0,2-4 0 0 0,0 2 0 0 0,1-2 0 0 0,4-2 0 0 0,3 2 0 0 0,-8 0 0 0 0,-2 2 0 0 0,8 0 0 0 0,-5 3 0 0 0,4 4 0 0 0,5-2 0 0 0,-3-3 0 0 0,-11 0 0 0 0,-1-1 0 0 0,1-4 0 0 0,0 1 0 0 0,2 0 0 0 0,0-2 0 0 0,1 2 0 0 0,-6 0 0 0 0,-5 3 0 0 0,-4-1 0 0 0,-1 2 0 0 0,0 5 0 0 0,-1-1 0 0 0,-5-5 0 0 0,-7 2 0 0 0,-1-3 0 0 0,-3 2 0 0 0,2-1 0 0 0,2-4 0 0 0,5 3 0 0 0,-2 4 0 0 0,-10-2 0 0 0,-6 3 0 0 0,1-1 0 0 0,0-5 0 0 0,-1 2 0 0 0,-1 3 0 0 0,-7-1 0 0 0,-2 3 0 0 0,-1-3 0 0 0,-3-4 0 0 0,-7-4 0 0 0,-10 3 0 0 0,-11 3 0 0 0,-4 1 0 0 0,-6 2 0 0 0,-5 4 0 0 0,-4 3 0 0 0,-3 4 0 0 0,-2 1 0 0 0,0 2 0 0 0,-7 0 0 0 0,-6-4 0 0 0,-6-3 0 0 0,-6 1 0 0 0,2 1 0 0 0,0 2 0 0 0,-7 1 0 0 0,-9 1 0 0 0,2 0 0 0 0,3 1 0 0 0,-4 0 0 0 0,-1 0 0 0 0,2 1 0 0 0,-4-1 0 0 0,0 0 0 0 0,2 0 0 0 0,2 0 0 0 0,-3 0 0 0 0,-5 0 0 0 0,0 0 0 0 0,-9 0 0 0 0,-4 0 0 0 0,6 0 0 0 0,3 0 0 0 0,-7 0 0 0 0,-4 0 0 0 0,3 0 0 0 0,-4 0 0 0 0,-3 0 0 0 0,10 0 0 0 0,-2 0 0 0 0,-2 0 0 0 0,5 0 0 0 0,-1 0 0 0 0,-5 0 0 0 0,-4 5 0 0 0,8 2 0 0 0,5 0 0 0 0,4-2 0 0 0,0 5 0 0 0,-3-1 0 0 0,-3 4 0 0 0,7 0 0 0 0,6-3 0 0 0,-1-2 0 0 0,1-3 0 0 0,3-3 0 0 0,-4-1 0 0 0,0 5 0 0 0,1 0 0 0 0,8 0 0 0 0,4 4 0 0 0,-4 1 0 0 0,-3 2 0 0 0,6 1 0 0 0,2-3 0 0 0,5 2 0 0 0,6-2 0 0 0,1-1 0 0 0,3 1 0 0 0,2 0 0 0 0,-1-2 0 0 0,0 2 0 0 0,3 0 0 0 0,2-3 0 0 0,1-2 0 0 0,8 3 0 0 0,3 0 0 0 0,-1-1 0 0 0,5 2 0 0 0,1 1 0 0 0,8-3 0 0 0,6 4 0 0 0,10-1 0 0 0,8-3 0 0 0,8-1 0 0 0,6-4 0 0 0,3 0 0 0 0,1-3 0 0 0,2 0 0 0 0,-1 0 0 0 0,1-1 0 0 0,-1 1 0 0 0,-1 0 0 0 0,1-1 0 0 0,-1 1 0 0 0,5 0 0 0 0,2 0 0 0 0,-1 0 0 0 0,10 0 0 0 0,1 0 0 0 0,-1 0 0 0 0,-5 0 0 0 0,8 0 0 0 0,4-5 0 0 0,5-2 0 0 0,2 0 0 0 0,7 2 0 0 0,-4-4 0 0 0,4 0 0 0 0,6 1 0 0 0,1 2 0 0 0,3 2 0 0 0,4 2 0 0 0,-1-4 0 0 0,-5-2 0 0 0,2 2 0 0 0,-3 1 0 0 0,2 2 0 0 0,4 1 0 0 0,3-5 0 0 0,3 0 0 0 0,3 0 0 0 0,-3 2 0 0 0,-7 2 0 0 0,5 1 0 0 0,3 1 0 0 0,-2 0 0 0 0,-1-4 0 0 0,-4-1 0 0 0,0-1 0 0 0,2 2 0 0 0,2 2 0 0 0,-2 0 0 0 0,0 2 0 0 0,2 1 0 0 0,-9 0 0 0 0,-1 0 0 0 0,3-5 0 0 0,-8-2 0 0 0,1 1 0 0 0,4 1 0 0 0,-6 1 0 0 0,-4 2 0 0 0,-8 0 0 0 0,3 2 0 0 0,6-5 0 0 0,-3-2 0 0 0,-7 1 0 0 0,4 0 0 0 0,1 3 0 0 0,0 1 0 0 0,-3 1 0 0 0,-8 0 0 0 0,-7 1 0 0 0,-5 0 0 0 0,-4 1 0 0 0,-2-1 0 0 0,-2 0 0 0 0,0 0 0 0 0,-1 0 0 0 0,-4-5 0 0 0,-2-2 0 0 0,0 1 0 0 0,-8 0 0 0 0,-13 2 0 0 0,-11 2 0 0 0,-10 1 0 0 0,-7 0 0 0 0,-3 1 0 0 0,-4 0 0 0 0,0 1 0 0 0,0-1 0 0 0,0 0 0 0 0,-4 0 0 0 0,-2 1 0 0 0,1-1 0 0 0,-4 0 0 0 0,1 0 0 0 0,-5 0 0 0 0,2 0 0 0 0,-8 0 0 0 0,0 0 0 0 0,-3 0 0 0 0,-1 0 0 0 0,-7 0 0 0 0,1 0 0 0 0,-4 0 0 0 0,-1 0 0 0 0,0 0 0 0 0,-4 0 0 0 0,-6 0 0 0 0,-6 0 0 0 0,-4 0 0 0 0,-3 0 0 0 0,-2 0 0 0 0,-1 0 0 0 0,5 0 0 0 0,1 0 0 0 0,0 5 0 0 0,-6 2 0 0 0,3-1 0 0 0,0 5 0 0 0,0 0 0 0 0,-1-2 0 0 0,5-3 0 0 0,-3 4 0 0 0,-4-1 0 0 0,5-1 0 0 0,1 3 0 0 0,0-1 0 0 0,9-1 0 0 0,2-3 0 0 0,-6-2 0 0 0,-6 3 0 0 0,7 1 0 0 0,2-1 0 0 0,-2 3 0 0 0,8 0 0 0 0,1 4 0 0 0,2-1 0 0 0,2 3 0 0 0,2-1 0 0 0,-2 2 0 0 0,3-3 0 0 0,4-2 0 0 0,-4 1 0 0 0,3-2 0 0 0,3 4 0 0 0,0-2 0 0 0,5 2 0 0 0,2-1 0 0 0,3-3 0 0 0,1-3 0 0 0,2-4 0 0 0,5 4 0 0 0,-2 0 0 0 0,1-2 0 0 0,-2 4 0 0 0,1 0 0 0 0,2-1 0 0 0,3 2 0 0 0,3 0 0 0 0,2-2 0 0 0,12-3 0 0 0,14-2 0 0 0,15-2 0 0 0,10-6 0 0 0,8-3 0 0 0,4 0 0 0 0,3 1 0 0 0,0-3 0 0 0,1-1 0 0 0,-1-4 0 0 0,0 1 0 0 0,-1-2 0 0 0,-1 0 0 0 0,0 4 0 0 0,5-3 0 0 0,2 3 0 0 0,4-4 0 0 0,7 2 0 0 0,-1-2 0 0 0,2-5 0 0 0,4 2 0 0 0,2 4 0 0 0,3 4 0 0 0,1-1 0 0 0,1 1 0 0 0,1-4 0 0 0,1-3 0 0 0,-1 0 0 0 0,0-2 0 0 0,5 3 0 0 0,7-2 0 0 0,-3 2 0 0 0,-5-1 0 0 0,4 3 0 0 0,-6-3 0 0 0,2 3 0 0 0,1 3 0 0 0,-1-2 0 0 0,4 2 0 0 0,-4-3 0 0 0,-4 1 0 0 0,4-3 0 0 0,-4 2 0 0 0,3 3 0 0 0,1-1 0 0 0,-5 0 0 0 0,-3 3 0 0 0,-1-2 0 0 0,-4 0 0 0 0,-2-3 0 0 0,7 1 0 0 0,-1 3 0 0 0,0 3 0 0 0,-5 2 0 0 0,-5 3 0 0 0,-6 1 0 0 0,-4-4 0 0 0,1-2 0 0 0,0 1 0 0 0,-1 1 0 0 0,-2 2 0 0 0,-1 1 0 0 0,-2-4 0 0 0,-1-2 0 0 0,0 2 0 0 0,0 1 0 0 0,-1 1 0 0 0,1 2 0 0 0,-1 1 0 0 0,1 1 0 0 0,-6 5 0 0 0,-11 2 0 0 0,-9 5 0 0 0,-5 6 0 0 0,-8 0 0 0 0,-8-4 0 0 0,-6 2 0 0 0,1 3 0 0 0,-2-2 0 0 0,-7 2 0 0 0,-4 3 0 0 0,-1 2 0 0 0,-1 3 0 0 0,2-3 0 0 0,1-1 0 0 0,0 2 0 0 0,1 1 0 0 0,1-4 0 0 0,0 0 0 0 0,-5 1 0 0 0,-1 3 0 0 0,0-4 0 0 0,-5 5 0 0 0,1 3 0 0 0,1 2 0 0 0,3-5 0 0 0,-4 4 0 0 0,1 2 0 0 0,-4 0 0 0 0,-4 0 0 0 0,0 0 0 0 0,3-1 0 0 0,-1 4 0 0 0,2-3 0 0 0,3 3 0 0 0,-2 1 0 0 0,-4 4 0 0 0,1-5 0 0 0,3-3 0 0 0,3 4 0 0 0,-2 0 0 0 0,2-1 0 0 0,-4-1 0 0 0,1-1 0 0 0,2 3 0 0 0,3-3 0 0 0,-3-4 0 0 0,1 5 0 0 0,2 1 0 0 0,2-5 0 0 0,-4 2 0 0 0,6 1 0 0 0,3-6 0 0 0,-4-1 0 0 0,4 4 0 0 0,2 3 0 0 0,-4-5 0 0 0,3-2 0 0 0,2 5 0 0 0,0-3 0 0 0,0-7 0 0 0,4 4 0 0 0,1 3 0 0 0,0-4 0 0 0,-2-1 0 0 0,3 1 0 0 0,1 1 0 0 0,-2 2 0 0 0,3 1 0 0 0,0 1 0 0 0,-2 0 0 0 0,2 1 0 0 0,6 0 0 0 0,4 0 0 0 0,9-5 0 0 0,11-7 0 0 0,8-7 0 0 0,6-5 0 0 0,5-4 0 0 0,3-3 0 0 0,0-6 0 0 0,1-2 0 0 0,0 0 0 0 0,4-4 0 0 0,-3-5 0 0 0,2-5 0 0 0,1 2 0 0 0,-7-2 0 0 0,3-2 0 0 0,1-2 0 0 0,0 4 0 0 0,-1-1 0 0 0,5-1 0 0 0,-5-1 0 0 0,4 3 0 0 0,4 0 0 0 0,-3-7 0 0 0,2-3 0 0 0,4-2 0 0 0,0 0 0 0 0,4 5 0 0 0,3-2 0 0 0,4-2 0 0 0,-2-5 0 0 0,0-2 0 0 0,-4 7 0 0 0,-4-3 0 0 0,0 1 0 0 0,8-5 0 0 0,6-1 0 0 0,-2 1 0 0 0,0 3 0 0 0,5-3 0 0 0,-2-6 0 0 0,0 1 0 0 0,-6 7 0 0 0,-2 0 0 0 0,-3 1 0 0 0,-6 2 0 0 0,0-4 0 0 0,4 4 0 0 0,4-1 0 0 0,-1-6 0 0 0,1-1 0 0 0,3 2 0 0 0,-3 8 0 0 0,0-1 0 0 0,-2 0 0 0 0,-1-5 0 0 0,-2 4 0 0 0,2 4 0 0 0,-3 0 0 0 0,-3-3 0 0 0,1 2 0 0 0,4 3 0 0 0,0 1 0 0 0,1-1 0 0 0,4-5 0 0 0,-2-3 0 0 0,-4 6 0 0 0,0 2 0 0 0,-2 1 0 0 0,-3 0 0 0 0,-4 5 0 0 0,-2 1 0 0 0,-3-1 0 0 0,-1 4 0 0 0,0-1 0 0 0,-1 3 0 0 0,0 0 0 0 0,0-3 0 0 0,1 2 0 0 0,-6-1 0 0 0,-1 2 0 0 0,0 5 0 0 0,-4-1 0 0 0,0 1 0 0 0,2-2 0 0 0,2 1 0 0 0,3 3 0 0 0,-4-2 0 0 0,0 1 0 0 0,-10 2 0 0 0,-11 3 0 0 0,-8 7 0 0 0,-1 10 0 0 0,-5 2 0 0 0,-6 4 0 0 0,0 5 0 0 0,-2 3 0 0 0,-3-2 0 0 0,-3 1 0 0 0,3 0 0 0 0,1-3 0 0 0,-2-5 0 0 0,3 5 0 0 0,6 4 0 0 0,-6-2 0 0 0,-4 0 0 0 0,2 2 0 0 0,0 1 0 0 0,-2 2 0 0 0,-1 1 0 0 0,3 2 0 0 0,-4-6 0 0 0,-4 5 0 0 0,4 1 0 0 0,1-4 0 0 0,1 4 0 0 0,-8 2 0 0 0,4 6 0 0 0,0-4 0 0 0,-5 2 0 0 0,-2 1 0 0 0,-5 4 0 0 0,-1 0 0 0 0,6-1 0 0 0,-1-4 0 0 0,1 4 0 0 0,-4-1 0 0 0,-1 4 0 0 0,2-1 0 0 0,2-2 0 0 0,2-3 0 0 0,2-2 0 0 0,1-3 0 0 0,6-1 0 0 0,-3-1 0 0 0,-1-6 0 0 0,3-2 0 0 0,-3 6 0 0 0,-3-2 0 0 0,6-1 0 0 0,1 1 0 0 0,0 1 0 0 0,-1-4 0 0 0,4-2 0 0 0,-4 2 0 0 0,2 1 0 0 0,0-3 0 0 0,5 0 0 0 0,-5 1 0 0 0,-4-3 0 0 0,4 0 0 0 0,0 2 0 0 0,-1 3 0 0 0,0-4 0 0 0,3 1 0 0 0,1 1 0 0 0,-2-2 0 0 0,4-1 0 0 0,5 2 0 0 0,5-8 0 0 0,10-6 0 0 0,5-10 0 0 0,6-5 0 0 0,7-5 0 0 0,5-2 0 0 0,0-4 0 0 0,0 2 0 0 0,2-2 0 0 0,-4-3 0 0 0,1 2 0 0 0,1 4 0 0 0,2 0 0 0 0,-3-3 0 0 0,0 1 0 0 0,6-1 0 0 0,-1-4 0 0 0,0 3 0 0 0,1-1 0 0 0,0 3 0 0 0,1-1 0 0 0,1-2 0 0 0,1 2 0 0 0,-1-2 0 0 0,1 3 0 0 0,0 0 0 0 0,0-4 0 0 0,0-2 0 0 0,0 2 0 0 0,5-1 0 0 0,2-1 0 0 0,0-3 0 0 0,-2 4 0 0 0,-2 0 0 0 0,0-1 0 0 0,-2 2 0 0 0,-6 1 0 0 0,3 3 0 0 0,2-1 0 0 0,1-2 0 0 0,0 2 0 0 0,-5-1 0 0 0,-3-3 0 0 0,1 3 0 0 0,1-1 0 0 0,1 3 0 0 0,2-1 0 0 0,0 3 0 0 0,2-2 0 0 0,-6-2 0 0 0,-1-4 0 0 0,1 2 0 0 0,0 4 0 0 0,-3 1 0 0 0,0-3 0 0 0,1 2 0 0 0,2 4 0 0 0,-3-1 0 0 0,-11 2 0 0 0,-12 2 0 0 0,-12 4 0 0 0,-8 2 0 0 0,-6 8 0 0 0,-4 8 0 0 0,-1 2 0 0 0,-2-2 0 0 0,1 3 0 0 0,0 4 0 0 0,1-1 0 0 0,1 1 0 0 0,-1-2 0 0 0,1 1 0 0 0,1-3 0 0 0,-1 2 0 0 0,0 3 0 0 0,-5-2 0 0 0,4 1 0 0 0,-4 3 0 0 0,-6 3 0 0 0,-6-3 0 0 0,5 0 0 0 0,-1 1 0 0 0,-3 3 0 0 0,1 2 0 0 0,3-5 0 0 0,-1 6 0 0 0,-5 2 0 0 0,-3 1 0 0 0,-4 1 0 0 0,8-1 0 0 0,1 1 0 0 0,-2-1 0 0 0,-2-1 0 0 0,1 0 0 0 0,5 0 0 0 0,-1 0 0 0 0,-3 0 0 0 0,1-1 0 0 0,4 1 0 0 0,4-5 0 0 0,4-3 0 0 0,3 2 0 0 0,1-5 0 0 0,-4 0 0 0 0,4 2 0 0 0,2-3 0 0 0,2 0 0 0 0,-1-2 0 0 0,5 0 0 0 0,2 3 0 0 0,-2 4 0 0 0,-1-3 0 0 0,-1 0 0 0 0,-3-3 0 0 0,5 1 0 0 0,0-4 0 0 0,5 2 0 0 0,1-2 0 0 0,2 1 0 0 0,10-2 0 0 0,11-3 0 0 0,10-4 0 0 0,8-3 0 0 0,-1-7 0 0 0,2-3 0 0 0,2-1 0 0 0,2-4 0 0 0,1-1 0 0 0,1-3 0 0 0,6-4 0 0 0,2 1 0 0 0,0 3 0 0 0,3 0 0 0 0,1-4 0 0 0,4-3 0 0 0,-2 1 0 0 0,3 6 0 0 0,4-1 0 0 0,4-3 0 0 0,-3-3 0 0 0,1-4 0 0 0,1 4 0 0 0,-2-1 0 0 0,-1-1 0 0 0,3 3 0 0 0,-4 0 0 0 0,1 4 0 0 0,2 0 0 0 0,-3-4 0 0 0,1 3 0 0 0,7-1 0 0 0,-1-3 0 0 0,1-2 0 0 0,0-3 0 0 0,1 3 0 0 0,2 1 0 0 0,-6 4 0 0 0,0 0 0 0 0,0-2 0 0 0,1-2 0 0 0,-3 2 0 0 0,-6 5 0 0 0,-5 0 0 0 0,-5 2 0 0 0,2-1 0 0 0,-1-3 0 0 0,-1 1 0 0 0,4-2 0 0 0,-1 2 0 0 0,-1 5 0 0 0,-2-1 0 0 0,-3 1 0 0 0,-1-2 0 0 0,-1 1 0 0 0,-6-3 0 0 0,-3 2 0 0 0,1 3 0 0 0,1-1 0 0 0,2 0 0 0 0,-4-2 0 0 0,-1 1 0 0 0,-9 2 0 0 0,-12 4 0 0 0,-11 3 0 0 0,-10 7 0 0 0,-6 3 0 0 0,-4 1 0 0 0,-3-1 0 0 0,5 3 0 0 0,2 1 0 0 0,-5 4 0 0 0,-3 4 0 0 0,0 0 0 0 0,-6-4 0 0 0,-1 1 0 0 0,7 4 0 0 0,-1-2 0 0 0,-1 2 0 0 0,1-3 0 0 0,2-4 0 0 0,0 2 0 0 0,1 3 0 0 0,-4 4 0 0 0,-2-2 0 0 0,1-3 0 0 0,-5 0 0 0 0,-4 3 0 0 0,-6 3 0 0 0,-4 3 0 0 0,-3 3 0 0 0,3-3 0 0 0,6-1 0 0 0,6-5 0 0 0,5 0 0 0 0,-1 2 0 0 0,2-3 0 0 0,0 2 0 0 0,3 1 0 0 0,2-2 0 0 0,1-4 0 0 0,1 0 0 0 0,0 3 0 0 0,0 4 0 0 0,-4-2 0 0 0,-3 0 0 0 0,-4-2 0 0 0,4 0 0 0 0,4-2 0 0 0,2-4 0 0 0,2 0 0 0 0,0 0 0 0 0,0 1 0 0 0,0 5 0 0 0,0-1 0 0 0,0-3 0 0 0,4 1 0 0 0,3-2 0 0 0,-1 2 0 0 0,-2-2 0 0 0,-1-2 0 0 0,9-4 0 0 0,8-8 0 0 0,10-4 0 0 0,11-1 0 0 0,3-4 0 0 0,5-7 0 0 0,4 0 0 0 0,4 4 0 0 0,-3-3 0 0 0,-1 3 0 0 0,2-3 0 0 0,-4-3 0 0 0,0 1 0 0 0,2 4 0 0 0,1-1 0 0 0,3-3 0 0 0,2 2 0 0 0,6-3 0 0 0,3-2 0 0 0,-6-3 0 0 0,-2 2 0 0 0,3 5 0 0 0,8 0 0 0 0,1-2 0 0 0,4-3 0 0 0,0 2 0 0 0,-3-1 0 0 0,2-1 0 0 0,-2-4 0 0 0,-2 4 0 0 0,-4 0 0 0 0,-2 4 0 0 0,-3-1 0 0 0,0 4 0 0 0,-2-2 0 0 0,1-2 0 0 0,-1 1 0 0 0,0-1 0 0 0,1 2 0 0 0,-6 0 0 0 0,-1 2 0 0 0,-6-2 0 0 0,1 3 0 0 0,1 2 0 0 0,-7 5 0 0 0,-12 3 0 0 0,-10 2 0 0 0,-10 1 0 0 0,-7 7 0 0 0,-3 1 0 0 0,-3 1 0 0 0,-1-2 0 0 0,5 3 0 0 0,-3 1 0 0 0,-2 3 0 0 0,5 5 0 0 0,-3 0 0 0 0,-2-4 0 0 0,-5 1 0 0 0,3 4 0 0 0,-2-2 0 0 0,-1-4 0 0 0,1 2 0 0 0,-3 3 0 0 0,-1-2 0 0 0,7 2 0 0 0,-1 4 0 0 0,0-3 0 0 0,1 1 0 0 0,-5-3 0 0 0,0 1 0 0 0,0 3 0 0 0,-2 2 0 0 0,-1 4 0 0 0,2 1 0 0 0,-2-3 0 0 0,5-1 0 0 0,4-5 0 0 0,-2 0 0 0 0,3 2 0 0 0,-2-3 0 0 0,-1 2 0 0 0,1 1 0 0 0,0 3 0 0 0,1-2 0 0 0,1-6 0 0 0,-5 1 0 0 0,4 2 0 0 0,3 3 0 0 0,-5-2 0 0 0,4 0 0 0 0,2-2 0 0 0,1 0 0 0 0,0 3 0 0 0,-1-3 0 0 0,-1 2 0 0 0,0-4 0 0 0,5 2 0 0 0,2-3 0 0 0,-2-3 0 0 0,5 0 0 0 0,0 5 0 0 0,-2 4 0 0 0,-2-2 0 0 0,-3 2 0 0 0,-1 2 0 0 0,-2-3 0 0 0,4 1 0 0 0,13-4 0 0 0,13-4 0 0 0,6-10 0 0 0,8-5 0 0 0,2-8 0 0 0,2-2 0 0 0,5 1 0 0 0,-3-3 0 0 0,1 1 0 0 0,3-2 0 0 0,-4-5 0 0 0,1 2 0 0 0,6 4 0 0 0,0-1 0 0 0,0 1 0 0 0,0-1 0 0 0,2 2 0 0 0,0-3 0 0 0,1 2 0 0 0,1 3 0 0 0,-1-1 0 0 0,1-5 0 0 0,0 1 0 0 0,0-2 0 0 0,0 2 0 0 0,0-1 0 0 0,0 1 0 0 0,0 0 0 0 0,0 1 0 0 0,0 4 0 0 0,5-2 0 0 0,-4-4 0 0 0,-1 2 0 0 0,-2-3 0 0 0,1 2 0 0 0,-1 4 0 0 0,6-2 0 0 0,2-3 0 0 0,0-4 0 0 0,4 1 0 0 0,1 5 0 0 0,-8-1 0 0 0,-3 2 0 0 0,-3-1 0 0 0,0 1 0 0 0,0 4 0 0 0,1 3 0 0 0,-5-3 0 0 0,4 1 0 0 0,3-3 0 0 0,-4-6 0 0 0,-2 2 0 0 0,1 2 0 0 0,0 4 0 0 0,2 4 0 0 0,-4-3 0 0 0,-1 1 0 0 0,1 1 0 0 0,-9 2 0 0 0,-12 2 0 0 0,-12 7 0 0 0,-10 7 0 0 0,-7 3 0 0 0,-3 3 0 0 0,-9 0 0 0 0,3 1 0 0 0,-3 4 0 0 0,0 3 0 0 0,0 2 0 0 0,3-3 0 0 0,0-1 0 0 0,3-4 0 0 0,0 0 0 0 0,1 2 0 0 0,0 3 0 0 0,1-3 0 0 0,-1 0 0 0 0,1 2 0 0 0,-1 3 0 0 0,1 1 0 0 0,-1-3 0 0 0,5-1 0 0 0,2-4 0 0 0,0-1 0 0 0,4 3 0 0 0,0-3 0 0 0,-2 2 0 0 0,-2 1 0 0 0,-3 3 0 0 0,-1-2 0 0 0,3 0 0 0 0,2 1 0 0 0,-2-2 0 0 0,5-1 0 0 0,-1 2 0 0 0,-1-2 0 0 0,-3 0 0 0 0,4 2 0 0 0,-1 2 0 0 0,-1-2 0 0 0,3 0 0 0 0,0-4 0 0 0,3 1 0 0 0,-1-4 0 0 0,3 2 0 0 0,-1-3 0 0 0,1 2 0 0 0,5 3 0 0 0,-3-1 0 0 0,2 1 0 0 0,-3-2 0 0 0,7-5 0 0 0,9-3 0 0 0,9-4 0 0 0,9-3 0 0 0,6-2 0 0 0,4-5 0 0 0,1-8 0 0 0,2-7 0 0 0,0 0 0 0 0,-1 4 0 0 0,6-1 0 0 0,-5-3 0 0 0,3-3 0 0 0,1 2 0 0 0,-1 0 0 0 0,-1-2 0 0 0,-2-3 0 0 0,5 4 0 0 0,5 0 0 0 0,7-2 0 0 0,0-1 0 0 0,-4-2 0 0 0,2 3 0 0 0,-3 1 0 0 0,1-1 0 0 0,4-2 0 0 0,-6-1 0 0 0,-1-2 0 0 0,3-1 0 0 0,4-1 0 0 0,4 1 0 0 0,-2-7 0 0 0,-4 4 0 0 0,0 2 0 0 0,-4 2 0 0 0,-2-1 0 0 0,0 1 0 0 0,5-1 0 0 0,4 0 0 0 0,-6 0 0 0 0,-1 4 0 0 0,-2 3 0 0 0,-8-2 0 0 0,0 0 0 0 0,0 3 0 0 0,-1 0 0 0 0,0-1 0 0 0,-1-2 0 0 0,4-2 0 0 0,2 4 0 0 0,-6 0 0 0 0,-3 4 0 0 0,-1 1 0 0 0,0 2 0 0 0,-5 0 0 0 0,-6-4 0 0 0,-1 3 0 0 0,2 3 0 0 0,-2-1 0 0 0,1 3 0 0 0,-1-3 0 0 0,1 2 0 0 0,-8 2 0 0 0,-10 4 0 0 0,-10 3 0 0 0,-9 2 0 0 0,-6 1 0 0 0,-4 1 0 0 0,-2 6 0 0 0,-1 2 0 0 0,0 4 0 0 0,1 1 0 0 0,0-2 0 0 0,0 2 0 0 0,1 4 0 0 0,-6 5 0 0 0,0-2 0 0 0,-1 2 0 0 0,-3-4 0 0 0,5 1 0 0 0,-3 2 0 0 0,-3-2 0 0 0,-2 0 0 0 0,-2 3 0 0 0,-5 3 0 0 0,-4 2 0 0 0,7 1 0 0 0,-3-3 0 0 0,1-1 0 0 0,-1 1 0 0 0,3 1 0 0 0,-2 1 0 0 0,-1 2 0 0 0,1-4 0 0 0,5-2 0 0 0,-1 1 0 0 0,-2 2 0 0 0,0 2 0 0 0,-1-5 0 0 0,-3 0 0 0 0,3 1 0 0 0,3 1 0 0 0,0 2 0 0 0,2-3 0 0 0,4-1 0 0 0,-3 1 0 0 0,2 1 0 0 0,2 3 0 0 0,2-5 0 0 0,3 0 0 0 0,-4 1 0 0 0,0-4 0 0 0,0 1 0 0 0,2-4 0 0 0,2 0 0 0 0,2-2 0 0 0,0 1 0 0 0,1 4 0 0 0,0-2 0 0 0,1 1 0 0 0,-1-3 0 0 0,6 2 0 0 0,1-3 0 0 0,0-4 0 0 0,-1-3 0 0 0,3 2 0 0 0,11-1 0 0 0,13-2 0 0 0,10-2 0 0 0,10-2 0 0 0,5-1 0 0 0,4-2 0 0 0,2-5 0 0 0,0-2 0 0 0,0-6 0 0 0,0 1 0 0 0,-1 1 0 0 0,5 3 0 0 0,-4-3 0 0 0,3 2 0 0 0,0-5 0 0 0,5-4 0 0 0,6 1 0 0 0,0-2 0 0 0,3 2 0 0 0,-3 5 0 0 0,-3 3 0 0 0,6-1 0 0 0,6-5 0 0 0,-2 1 0 0 0,0-3 0 0 0,2-4 0 0 0,-4 2 0 0 0,0-1 0 0 0,2 3 0 0 0,2-2 0 0 0,1-1 0 0 0,3 1 0 0 0,-4 5 0 0 0,-7-1 0 0 0,-1 2 0 0 0,2-2 0 0 0,3-3 0 0 0,3 1 0 0 0,-3-2 0 0 0,0-3 0 0 0,-4 3 0 0 0,-4 4 0 0 0,-1 4 0 0 0,4 0 0 0 0,-1-4 0 0 0,-4 0 0 0 0,2-2 0 0 0,-8-3 0 0 0,2 1 0 0 0,-2 4 0 0 0,-1-1 0 0 0,-2 3 0 0 0,-1-2 0 0 0,-1 2 0 0 0,-1-3 0 0 0,-1 2 0 0 0,1-2 0 0 0,-1 2 0 0 0,-4-3 0 0 0,-3 3 0 0 0,1 3 0 0 0,2 3 0 0 0,-4-2 0 0 0,-1-4 0 0 0,2 0 0 0 0,-3-3 0 0 0,0 1 0 0 0,-4-1 0 0 0,2 2 0 0 0,-3-2 0 0 0,-4-4 0 0 0,-4-2 0 0 0,-8 2 0 0 0,-4-1 0 0 0,-6 4 0 0 0,-2-1 0 0 0,-3 3 0 0 0,-5 5 0 0 0,-4 3 0 0 0,-2 4 0 0 0,2-3 0 0 0,1 0 0 0 0,0 0 0 0 0,-3 3 0 0 0,0 1 0 0 0,-3 1 0 0 0,0 1 0 0 0,0 1 0 0 0,-6 0 0 0 0,-2 1 0 0 0,0-1 0 0 0,-4 0 0 0 0,-5 1 0 0 0,-5-1 0 0 0,-5 0 0 0 0,-2 0 0 0 0,-2 0 0 0 0,4 0 0 0 0,1 0 0 0 0,5 0 0 0 0,6 0 0 0 0,6 0 0 0 0,3 0 0 0 0,-2 0 0 0 0,-5 0 0 0 0,0 0 0 0 0,-4 0 0 0 0,-4 5 0 0 0,-4 7 0 0 0,2 2 0 0 0,5 3 0 0 0,0-1 0 0 0,3-3 0 0 0,-1-4 0 0 0,1 2 0 0 0,4-1 0 0 0,4 3 0 0 0,2 4 0 0 0,-3 0 0 0 0,-6-3 0 0 0,5 1 0 0 0,-1-2 0 0 0,0 2 0 0 0,2 4 0 0 0,-2 3 0 0 0,-1-1 0 0 0,2-4 0 0 0,-3-1 0 0 0,6 3 0 0 0,3 4 0 0 0,3-3 0 0 0,-5-5 0 0 0,4 1 0 0 0,2 3 0 0 0,1-2 0 0 0,0 1 0 0 0,4 3 0 0 0,2-2 0 0 0,-2 1 0 0 0,-1 2 0 0 0,4 3 0 0 0,-1-3 0 0 0,4 0 0 0 0,0 2 0 0 0,-2 1 0 0 0,-4 3 0 0 0,4 1 0 0 0,3 1 0 0 0,6 0 0 0 0,5 2 0 0 0,3-1 0 0 0,2 0 0 0 0,6-5 0 0 0,8-7 0 0 0,2-2 0 0 0,3-3 0 0 0,4-5 0 0 0,4-3 0 0 0,2-3 0 0 0,2-2 0 0 0,1-1 0 0 0,0-1 0 0 0,1 0 0 0 0,5 1 0 0 0,1-1 0 0 0,0 1 0 0 0,4-1 0 0 0,-1 1 0 0 0,-1 0 0 0 0,-2 0 0 0 0,-3 0 0 0 0,-2 0 0 0 0,-1-5 0 0 0,-1-2 0 0 0,-1-5 0 0 0,6 0 0 0 0,1-4 0 0 0,0 2 0 0 0,4 2 0 0 0,1 4 0 0 0,3-3 0 0 0,-6-4 0 0 0,1 1 0 0 0,4-3 0 0 0,5 1 0 0 0,0-1 0 0 0,-4 1 0 0 0,-4-1 0 0 0,-3-3 0 0 0,-4 2 0 0 0,3 4 0 0 0,-4-1 0 0 0,-3 2 0 0 0,4-2 0 0 0,-4-4 0 0 0,4 2 0 0 0,1 3 0 0 0,-6 0 0 0 0,-1 1 0 0 0,3-2 0 0 0,3 1 0 0 0,1-1 0 0 0,-6-4 0 0 0,-3-5 0 0 0,5 3 0 0 0,3 5 0 0 0,-5-1 0 0 0,3-2 0 0 0,-4-3 0 0 0,-1 2 0 0 0,0 4 0 0 0,1 0 0 0 0,-5-3 0 0 0,-1 2 0 0 0,1 4 0 0 0,-3-1 0 0 0,-5-3 0 0 0,0 0 0 0 0,-3-1 0 0 0,3 2 0 0 0,3 4 0 0 0,-1-1 0 0 0,-4-4 0 0 0,2 1 0 0 0,-2-2 0 0 0,-4-3 0 0 0,-2-4 0 0 0,-9-2 0 0 0,-8 4 0 0 0,-9 4 0 0 0,0 2 0 0 0,-3 3 0 0 0,-2 4 0 0 0,-3 3 0 0 0,-2 4 0 0 0,-1 2 0 0 0,0 0 0 0 0,-7 2 0 0 0,-1 0 0 0 0,0 0 0 0 0,1-1 0 0 0,2 1 0 0 0,2-1 0 0 0,1 0 0 0 0,-5 0 0 0 0,-6 0 0 0 0,-6 0 0 0 0,-1 0 0 0 0,4 0 0 0 0,4 0 0 0 0,-2 0 0 0 0,-3 0 0 0 0,1 0 0 0 0,-2 0 0 0 0,1 0 0 0 0,4 0 0 0 0,-1 0 0 0 0,2 0 0 0 0,-4 0 0 0 0,-3 0 0 0 0,1 5 0 0 0,-1 2 0 0 0,1 0 0 0 0,5 3 0 0 0,-2 1 0 0 0,8 3 0 0 0,-2 0 0 0 0,-3 2 0 0 0,-6-1 0 0 0,1-4 0 0 0,2 3 0 0 0,4-3 0 0 0,-2 4 0 0 0,7 3 0 0 0,-1-1 0 0 0,1-3 0 0 0,0 1 0 0 0,2-2 0 0 0,6 2 0 0 0,4-1 0 0 0,-1-4 0 0 0,5 2 0 0 0,0 0 0 0 0,-1 2 0 0 0,-3-1 0 0 0,3 2 0 0 0,-1-1 0 0 0,-1 3 0 0 0,3 3 0 0 0,0-2 0 0 0,3 1 0 0 0,10-2 0 0 0,11-4 0 0 0,10-5 0 0 0,8-8 0 0 0,6-5 0 0 0,-2-6 0 0 0,-1-2 0 0 0,7-3 0 0 0,2-5 0 0 0,2-4 0 0 0,4-2 0 0 0,1 2 0 0 0,-6 1 0 0 0,0 0 0 0 0,1 3 0 0 0,-1 0 0 0 0,-2-2 0 0 0,5-1 0 0 0,6-3 0 0 0,-4-2 0 0 0,1-1 0 0 0,4 5 0 0 0,0 1 0 0 0,3-1 0 0 0,-2-1 0 0 0,-3-1 0 0 0,-4 4 0 0 0,2 0 0 0 0,-1-1 0 0 0,4-7 0 0 0,-1-3 0 0 0,-2 4 0 0 0,2 2 0 0 0,-1 0 0 0 0,-2 0 0 0 0,-3 5 0 0 0,3 0 0 0 0,0 0 0 0 0,-2-2 0 0 0,-2 3 0 0 0,-2-4 0 0 0,-1-4 0 0 0,-2 3 0 0 0,0 2 0 0 0,0-1 0 0 0,-1-1 0 0 0,1 4 0 0 0,-1 1 0 0 0,1-2 0 0 0,-1-1 0 0 0,1-2 0 0 0,0-1 0 0 0,0-2 0 0 0,0-1 0 0 0,-6 0 0 0 0,-1 5 0 0 0,0 2 0 0 0,2 0 0 0 0,-4-2 0 0 0,-1 4 0 0 0,-3 0 0 0 0,0 5 0 0 0,-3-1 0 0 0,-4-3 0 0 0,-4-2 0 0 0,-3-3 0 0 0,-7 3 0 0 0,-9 5 0 0 0,-8 6 0 0 0,-4 6 0 0 0,-5 2 0 0 0,-2 3 0 0 0,-2 2 0 0 0,1 0 0 0 0,0 0 0 0 0,0 0 0 0 0,-5-1 0 0 0,4 6 0 0 0,2 7 0 0 0,1 0 0 0 0,1 0 0 0 0,-6 1 0 0 0,-6 4 0 0 0,-3 5 0 0 0,2 3 0 0 0,-3-3 0 0 0,1 0 0 0 0,3 7 0 0 0,-3-2 0 0 0,-3-1 0 0 0,6 1 0 0 0,-1 1 0 0 0,-4 0 0 0 0,-4 1 0 0 0,1 6 0 0 0,4-4 0 0 0,-2-2 0 0 0,-2 0 0 0 0,1 5 0 0 0,-7 1 0 0 0,1 1 0 0 0,-6-2 0 0 0,7-1 0 0 0,2-1 0 0 0,0 5 0 0 0,2-5 0 0 0,0 3 0 0 0,-3 0 0 0 0,-8 5 0 0 0,1 0 0 0 0,6-6 0 0 0,0 1 0 0 0,5 0 0 0 0,0 3 0 0 0,-8 7 0 0 0,0-5 0 0 0,0-4 0 0 0,4-3 0 0 0,5-3 0 0 0,1 0 0 0 0,-3-1 0 0 0,-4 5 0 0 0,3 2 0 0 0,4-6 0 0 0,0-2 0 0 0,1 4 0 0 0,-1 2 0 0 0,-3 0 0 0 0,1-6 0 0 0,9-3 0 0 0,0 0 0 0 0,2 0 0 0 0,2-3 0 0 0,2-2 0 0 0,0 2 0 0 0,-3 2 0 0 0,-2 2 0 0 0,1-4 0 0 0,6 0 0 0 0,4-5 0 0 0,1 1 0 0 0,-1-3 0 0 0,5 0 0 0 0,11-2 0 0 0,13-3 0 0 0,11-4 0 0 0,14-8 0 0 0,2-9 0 0 0,2-4 0 0 0,0-3 0 0 0,1 0 0 0 0,0-2 0 0 0,-1-3 0 0 0,1 3 0 0 0,4-2 0 0 0,2 4 0 0 0,0-1 0 0 0,3-3 0 0 0,1-2 0 0 0,-2 1 0 0 0,2 1 0 0 0,11-2 0 0 0,6-3 0 0 0,-2-7 0 0 0,1-3 0 0 0,-5 5 0 0 0,-7 2 0 0 0,6 0 0 0 0,4 1 0 0 0,-3 0 0 0 0,1-2 0 0 0,1-5 0 0 0,2 3 0 0 0,-3 7 0 0 0,-1-3 0 0 0,7-1 0 0 0,3-2 0 0 0,-9 0 0 0 0,-3 4 0 0 0,6-3 0 0 0,3-7 0 0 0,2-2 0 0 0,-4 0 0 0 0,-2 6 0 0 0,-5 4 0 0 0,-5 2 0 0 0,-1 0 0 0 0,-3-1 0 0 0,-3 0 0 0 0,3 4 0 0 0,-2 1 0 0 0,-1-1 0 0 0,-3-2 0 0 0,4 4 0 0 0,-1 1 0 0 0,-6-2 0 0 0,2-2 0 0 0,-1 3 0 0 0,-5 0 0 0 0,-3-1 0 0 0,0-2 0 0 0,1 3 0 0 0,-5 0 0 0 0,-1 4 0 0 0,2-1 0 0 0,2-1 0 0 0,2-4 0 0 0,-4-2 0 0 0,0 3 0 0 0,-4 0 0 0 0,-6-1 0 0 0,1 3 0 0 0,-3 1 0 0 0,3 3 0 0 0,-1-1 0 0 0,-4-2 0 0 0,-7 2 0 0 0,-10 4 0 0 0,-9 4 0 0 0,-7 5 0 0 0,-4 2 0 0 0,-3 2 0 0 0,-1 2 0 0 0,-1-1 0 0 0,1 1 0 0 0,0 0 0 0 0,0 5 0 0 0,0 1 0 0 0,1 5 0 0 0,0 1 0 0 0,0-3 0 0 0,1-2 0 0 0,-1 2 0 0 0,5 5 0 0 0,-3 0 0 0 0,3 3 0 0 0,-4-3 0 0 0,-3 3 0 0 0,0 3 0 0 0,-6 3 0 0 0,-6-3 0 0 0,-1 1 0 0 0,2 2 0 0 0,3 1 0 0 0,4-2 0 0 0,8-1 0 0 0,-2-4 0 0 0,0 1 0 0 0,-1 1 0 0 0,0-2 0 0 0,-5 2 0 0 0,4 1 0 0 0,2-2 0 0 0,-4 1 0 0 0,4 2 0 0 0,-3 3 0 0 0,-1-3 0 0 0,0 0 0 0 0,0-4 0 0 0,2 1 0 0 0,1 1 0 0 0,0-1 0 0 0,1 0 0 0 0,0-2 0 0 0,0 0 0 0 0,1 3 0 0 0,-1-1 0 0 0,1 0 0 0 0,-1 3 0 0 0,0-3 0 0 0,0 1 0 0 0,0-3 0 0 0,6 1 0 0 0,-4-3 0 0 0,-8 2 0 0 0,4 3 0 0 0,-5-3 0 0 0,0 3 0 0 0,1 1 0 0 0,2 4 0 0 0,1-3 0 0 0,1-5 0 0 0,1-1 0 0 0,7 3 0 0 0,1-2 0 0 0,0-4 0 0 0,4 1 0 0 0,0-2 0 0 0,4 3 0 0 0,-1-2 0 0 0,2 2 0 0 0,10-1 0 0 0,4-8 0 0 0,9-5 0 0 0,8-9 0 0 0,6-2 0 0 0,5-5 0 0 0,3-5 0 0 0,7-4 0 0 0,2 1 0 0 0,6 0 0 0 0,-6-1 0 0 0,2 3 0 0 0,-2 0 0 0 0,-7-2 0 0 0,2-2 0 0 0,5-2 0 0 0,7-2 0 0 0,6-1 0 0 0,-6 0 0 0 0,-6 4 0 0 0,1 7 0 0 0,-1 1 0 0 0,3-1 0 0 0,5-8 0 0 0,4-5 0 0 0,-1-2 0 0 0,-4 5 0 0 0,-5 7 0 0 0,-4 2 0 0 0,2-6 0 0 0,4-3 0 0 0,6-3 0 0 0,-1 4 0 0 0,-3 2 0 0 0,-5 1 0 0 0,2-2 0 0 0,4-1 0 0 0,-1 4 0 0 0,-3 1 0 0 0,1 0 0 0 0,0-3 0 0 0,-4 4 0 0 0,-3 1 0 0 0,-2-3 0 0 0,-2-1 0 0 0,3 3 0 0 0,2 1 0 0 0,-1-3 0 0 0,-2-1 0 0 0,-1 3 0 0 0,-1 0 0 0 0,-1-1 0 0 0,-1 3 0 0 0,-5 0 0 0 0,-3 3 0 0 0,1 4 0 0 0,-4 0 0 0 0,0-4 0 0 0,2 2 0 0 0,2 2 0 0 0,-3 0 0 0 0,0-5 0 0 0,3-4 0 0 0,1 2 0 0 0,-3-1 0 0 0,-11 3 0 0 0,-12 5 0 0 0,-16 4 0 0 0,-17 9 0 0 0,-1 10 0 0 0,-1 4 0 0 0,1 3 0 0 0,1 0 0 0 0,1-3 0 0 0,1 1 0 0 0,0 3 0 0 0,1 4 0 0 0,-5-1 0 0 0,-1 0 0 0 0,-6 2 0 0 0,0 3 0 0 0,2 1 0 0 0,3-3 0 0 0,-3-1 0 0 0,0 2 0 0 0,-3 6 0 0 0,-5 3 0 0 0,1-4 0 0 0,4-1 0 0 0,-2-2 0 0 0,-4 7 0 0 0,3 1 0 0 0,-3-4 0 0 0,-2 2 0 0 0,7 2 0 0 0,-4-1 0 0 0,1 0 0 0 0,3-1 0 0 0,-1 4 0 0 0,-3 1 0 0 0,-4 5 0 0 0,-4 1 0 0 0,-1 2 0 0 0,-3-1 0 0 0,5 3 0 0 0,0-7 0 0 0,1-1 0 0 0,3 0 0 0 0,6-4 0 0 0,0 4 0 0 0,-3-5 0 0 0,2 2 0 0 0,-1-1 0 0 0,-4 5 0 0 0,2 1 0 0 0,5-8 0 0 0,-1 2 0 0 0,-3-1 0 0 0,1 5 0 0 0,-1 1 0 0 0,3-8 0 0 0,3-2 0 0 0,4-3 0 0 0,-2 0 0 0 0,1 0 0 0 0,2 1 0 0 0,-3 0 0 0 0,0 1 0 0 0,-3 0 0 0 0,5 1 0 0 0,5-5 0 0 0,-3-2 0 0 0,5 0 0 0 0,3 1 0 0 0,1-3 0 0 0,0 0 0 0 0,-1 1 0 0 0,0-3 0 0 0,5 0 0 0 0,1 2 0 0 0,-1 2 0 0 0,9-2 0 0 0,7-11 0 0 0,10-7 0 0 0,5-9 0 0 0,6-5 0 0 0,7 1 0 0 0,-1-4 0 0 0,2-6 0 0 0,3 2 0 0 0,-3-3 0 0 0,5-2 0 0 0,4-3 0 0 0,2-3 0 0 0,1-1 0 0 0,-6-2 0 0 0,4 0 0 0 0,1 0 0 0 0,1-1 0 0 0,5 1 0 0 0,2 0 0 0 0,-2-5 0 0 0,4-2 0 0 0,-5 0 0 0 0,-4 7 0 0 0,-2 3 0 0 0,-1-3 0 0 0,-1 2 0 0 0,6 2 0 0 0,1-5 0 0 0,-4-3 0 0 0,-4 5 0 0 0,5-3 0 0 0,-3-1 0 0 0,-2 0 0 0 0,5 0 0 0 0,2-4 0 0 0,0-1 0 0 0,5 1 0 0 0,1-4 0 0 0,-1 5 0 0 0,-3-1 0 0 0,3-4 0 0 0,1-2 0 0 0,2-2 0 0 0,1-5 0 0 0,2 2 0 0 0,-1-2 0 0 0,-2 2 0 0 0,0 5 0 0 0,0 5 0 0 0,-8 3 0 0 0,0-2 0 0 0,5-6 0 0 0,-4 0 0 0 0,-3 2 0 0 0,-3 8 0 0 0,-5 0 0 0 0,-2-1 0 0 0,0 7 0 0 0,1-3 0 0 0,3-1 0 0 0,1-1 0 0 0,-4 1 0 0 0,-1 5 0 0 0,-4 2 0 0 0,0 0 0 0 0,1 4 0 0 0,-1 1 0 0 0,-6-1 0 0 0,2-4 0 0 0,3 4 0 0 0,-2 0 0 0 0,-3-2 0 0 0,1 3 0 0 0,-2-1 0 0 0,3 4 0 0 0,-2 0 0 0 0,-3 7 0 0 0,-8 6 0 0 0,-5 8 0 0 0,-6 10 0 0 0,-8 1 0 0 0,-1 4 0 0 0,-2 5 0 0 0,-8 2 0 0 0,0 2 0 0 0,0 3 0 0 0,-1 0 0 0 0,0-5 0 0 0,4 4 0 0 0,2 2 0 0 0,-1-5 0 0 0,-1-1 0 0 0,-3 5 0 0 0,0-3 0 0 0,-2 5 0 0 0,0 2 0 0 0,-1-1 0 0 0,0-4 0 0 0,0 1 0 0 0,0 7 0 0 0,-1-3 0 0 0,-4 3 0 0 0,4 0 0 0 0,1-6 0 0 0,1 1 0 0 0,-4 7 0 0 0,-8 6 0 0 0,-1 6 0 0 0,-4 4 0 0 0,0 4 0 0 0,-1-3 0 0 0,-4-7 0 0 0,7-1 0 0 0,1 2 0 0 0,2-2 0 0 0,4-5 0 0 0,3-5 0 0 0,-4 2 0 0 0,0 5 0 0 0,-3-1 0 0 0,-1-3 0 0 0,2 3 0 0 0,3-7 0 0 0,3 0 0 0 0,1 5 0 0 0,-3-5 0 0 0,-1 1 0 0 0,-4 0 0 0 0,-1 3 0 0 0,3 0 0 0 0,1-2 0 0 0,-1-3 0 0 0,4-2 0 0 0,0-1 0 0 0,-1-3 0 0 0,1 6 0 0 0,2-5 0 0 0,1-2 0 0 0,6-1 0 0 0,-2 0 0 0 0,-3 0 0 0 0,6 0 0 0 0,-5 1 0 0 0,-1 1 0 0 0,4-1 0 0 0,2 1 0 0 0,0-5 0 0 0,-1-3 0 0 0,5 2 0 0 0,0-5 0 0 0,-1 0 0 0 0,3 2 0 0 0,0 2 0 0 0,-2-2 0 0 0,-2-1 0 0 0,2 2 0 0 0,1-3 0 0 0,3 0 0 0 0,-1 3 0 0 0,4 1 0 0 0,-2-2 0 0 0,3-11 0 0 0,8-12 0 0 0,11-6 0 0 0,5-7 0 0 0,5-6 0 0 0,6-6 0 0 0,4 3 0 0 0,-1-1 0 0 0,-1-7 0 0 0,2 3 0 0 0,2 0 0 0 0,1-1 0 0 0,1 1 0 0 0,1-2 0 0 0,-4 0 0 0 0,-2 0 0 0 0,6-1 0 0 0,-3 1 0 0 0,0-1 0 0 0,1 0 0 0 0,0 0 0 0 0,1 0 0 0 0,0 5 0 0 0,2-3 0 0 0,-1-7 0 0 0,1 2 0 0 0,5-4 0 0 0,-3 1 0 0 0,-2 5 0 0 0,4-2 0 0 0,1-6 0 0 0,0-6 0 0 0,-1 5 0 0 0,4-2 0 0 0,-4 2 0 0 0,1 2 0 0 0,1 3 0 0 0,-1 2 0 0 0,4-4 0 0 0,0 0 0 0 0,-1-5 0 0 0,3 1 0 0 0,0 1 0 0 0,-2 3 0 0 0,-3 2 0 0 0,3-2 0 0 0,0-1 0 0 0,-2 1 0 0 0,-1-3 0 0 0,-3 0 0 0 0,-1 1 0 0 0,-2 3 0 0 0,5-3 0 0 0,2 0 0 0 0,-1 2 0 0 0,-1 2 0 0 0,-2-4 0 0 0,4 0 0 0 0,-4 2 0 0 0,-3 2 0 0 0,4-4 0 0 0,1 0 0 0 0,-1 2 0 0 0,0 2 0 0 0,-6 1 0 0 0,-4 2 0 0 0,0 2 0 0 0,1 0 0 0 0,-4 0 0 0 0,-1 6 0 0 0,2 1 0 0 0,-4 1 0 0 0,-4-3 0 0 0,0 5 0 0 0,-3-1 0 0 0,3-1 0 0 0,3 4 0 0 0,-1-1 0 0 0,-3-2 0 0 0,0-3 0 0 0,-6 9 0 0 0,-6 12 0 0 0,-7 6 0 0 0,-9 4 0 0 0,-1 5 0 0 0,-5 6 0 0 0,-2 1 0 0 0,1 2 0 0 0,-1 8 0 0 0,-1 0 0 0 0,-3-1 0 0 0,4 2 0 0 0,-1 0 0 0 0,-5 1 0 0 0,-5 0 0 0 0,4 1 0 0 0,2-1 0 0 0,-5 1 0 0 0,-3 5 0 0 0,0 8 0 0 0,0-5 0 0 0,1-3 0 0 0,2 3 0 0 0,0-1 0 0 0,0-1 0 0 0,1 4 0 0 0,-5 5 0 0 0,-1 0 0 0 0,5-2 0 0 0,-3 1 0 0 0,0-6 0 0 0,1 0 0 0 0,0 4 0 0 0,2 0 0 0 0,-5 3 0 0 0,-2 0 0 0 0,7 1 0 0 0,-3-1 0 0 0,1 1 0 0 0,-6 4 0 0 0,0 4 0 0 0,-5-3 0 0 0,6 1 0 0 0,4 1 0 0 0,-2-3 0 0 0,0-4 0 0 0,0 4 0 0 0,-3 0 0 0 0,0-4 0 0 0,1 0 0 0 0,2 3 0 0 0,2-1 0 0 0,2 0 0 0 0,-4 4 0 0 0,-1-3 0 0 0,1-5 0 0 0,1 1 0 0 0,2-2 0 0 0,1-4 0 0 0,1 3 0 0 0,6-2 0 0 0,2-2 0 0 0,-5 3 0 0 0,-3-1 0 0 0,-1 4 0 0 0,-1-2 0 0 0,1-7 0 0 0,5 1 0 0 0,3-2 0 0 0,1-5 0 0 0,3-4 0 0 0,6 0 0 0 0,0 0 0 0 0,-2 1 0 0 0,-4 1 0 0 0,2 2 0 0 0,-2 0 0 0 0,4 0 0 0 0,-1-4 0 0 0,2-2 0 0 0,4 1 0 0 0,5-10 0 0 0,8-7 0 0 0,4-10 0 0 0,1-11 0 0 0,5-7 0 0 0,6-6 0 0 0,5-4 0 0 0,4-2 0 0 0,3-1 0 0 0,-4 0 0 0 0,0 6 0 0 0,0 2 0 0 0,2-5 0 0 0,1-3 0 0 0,1-1 0 0 0,-4 0 0 0 0,-2 6 0 0 0,1-3 0 0 0,2-1 0 0 0,-4-1 0 0 0,0 1 0 0 0,1-1 0 0 0,2 1 0 0 0,-3 1 0 0 0,0 0 0 0 0,1 5 0 0 0,2-3 0 0 0,2-7 0 0 0,2 2 0 0 0,1 2 0 0 0,-4-4 0 0 0,-2 4 0 0 0,0 2 0 0 0,2-4 0 0 0,2-2 0 0 0,-5 0 0 0 0,5-4 0 0 0,3 5 0 0 0,-4-3 0 0 0,3-5 0 0 0,3 0 0 0 0,-4 2 0 0 0,-3-3 0 0 0,0 1 0 0 0,1 8 0 0 0,-4-1 0 0 0,-1 0 0 0 0,1 2 0 0 0,2-4 0 0 0,-3-1 0 0 0,-1 1 0 0 0,2 1 0 0 0,2 3 0 0 0,-3 1 0 0 0,0 1 0 0 0,-4-5 0 0 0,1 5 0 0 0,1 2 0 0 0,-2 1 0 0 0,-4 0 0 0 0,1 0 0 0 0,3-1 0 0 0,3 0 0 0 0,-1 0 0 0 0,-4-1 0 0 0,0 6 0 0 0,-3 1 0 0 0,2-1 0 0 0,-1 0 0 0 0,-4-2 0 0 0,-3-2 0 0 0,3 5 0 0 0,-1 1 0 0 0,3-2 0 0 0,0 0 0 0 0,-2-3 0 0 0,-3 0 0 0 0,3 3 0 0 0,-1 2 0 0 0,-1 9 0 0 0,-8 7 0 0 0,-3 11 0 0 0,-8 9 0 0 0,0 8 0 0 0,-5 5 0 0 0,-4-1 0 0 0,1 0 0 0 0,4 1 0 0 0,-1-4 0 0 0,-3 5 0 0 0,-4 3 0 0 0,3 2 0 0 0,-1 0 0 0 0,-2 0 0 0 0,-3-5 0 0 0,4 4 0 0 0,0 0 0 0 0,-2 7 0 0 0,-1 2 0 0 0,-2-1 0 0 0,3-2 0 0 0,1-2 0 0 0,-1 4 0 0 0,-2 0 0 0 0,-1-1 0 0 0,-2 4 0 0 0,4 4 0 0 0,2-5 0 0 0,-2 1 0 0 0,0 4 0 0 0,-3-1 0 0 0,5-2 0 0 0,0 1 0 0 0,-1-1 0 0 0,-1-3 0 0 0,3 2 0 0 0,0 0 0 0 0,-1 3 0 0 0,-3 4 0 0 0,-1-1 0 0 0,-7 2 0 0 0,3-3 0 0 0,5-3 0 0 0,-2 1 0 0 0,-2 3 0 0 0,-1 4 0 0 0,0-2 0 0 0,-1 2 0 0 0,6-3 0 0 0,1-5 0 0 0,1-5 0 0 0,-2 2 0 0 0,4-1 0 0 0,0 4 0 0 0,0-2 0 0 0,-3-1 0 0 0,3-4 0 0 0,0 4 0 0 0,-1-1 0 0 0,-2 3 0 0 0,-2 6 0 0 0,-2 4 0 0 0,-1-7 0 0 0,4-5 0 0 0,2-5 0 0 0,5-4 0 0 0,0-1 0 0 0,3-1 0 0 0,0-6 0 0 0,2-1 0 0 0,4 0 0 0 0,-3-4 0 0 0,3 1 0 0 0,1 2 0 0 0,-2-4 0 0 0,1-8 0 0 0,6-8 0 0 0,6-13 0 0 0,6-6 0 0 0,2-5 0 0 0,5-3 0 0 0,5-4 0 0 0,-1-1 0 0 0,2-2 0 0 0,2 1 0 0 0,-3-1 0 0 0,-4 0 0 0 0,0 1 0 0 0,2-1 0 0 0,4 1 0 0 0,-2 0 0 0 0,-5 1 0 0 0,1-1 0 0 0,3 0 0 0 0,3 0 0 0 0,-2 0 0 0 0,-4 1 0 0 0,0-1 0 0 0,2 0 0 0 0,4 0 0 0 0,-1-5 0 0 0,-6-2 0 0 0,1 1 0 0 0,3-5 0 0 0,-2 1 0 0 0,1 6 0 0 0,-2 0 0 0 0,1-6 0 0 0,4 5 0 0 0,2-3 0 0 0,-2-4 0 0 0,1-6 0 0 0,1-5 0 0 0,3-4 0 0 0,1 3 0 0 0,3 0 0 0 0,-6 5 0 0 0,-5 5 0 0 0,-1 5 0 0 0,1-2 0 0 0,3 3 0 0 0,-2-4 0 0 0,-5 0 0 0 0,0-2 0 0 0,4-5 0 0 0,3-4 0 0 0,-2-3 0 0 0,0-3 0 0 0,-2 4 0 0 0,0 11 0 0 0,-2 3 0 0 0,1 4 0 0 0,-3 2 0 0 0,3-2 0 0 0,-3-1 0 0 0,-3 1 0 0 0,-4 3 0 0 0,3 1 0 0 0,-1 1 0 0 0,3 2 0 0 0,0 0 0 0 0,-2 0 0 0 0,-3 0 0 0 0,3 1 0 0 0,-1-1 0 0 0,4 6 0 0 0,-1 1 0 0 0,-2 0 0 0 0,3-1 0 0 0,-2-2 0 0 0,-2-2 0 0 0,-2 10 0 0 0,-3 13 0 0 0,-8 13 0 0 0,-2 11 0 0 0,-6 7 0 0 0,-1 4 0 0 0,2 3 0 0 0,3 2 0 0 0,-3-1 0 0 0,-4 0 0 0 0,0 5 0 0 0,-3 1 0 0 0,3 4 0 0 0,-3-5 0 0 0,3-3 0 0 0,-2-3 0 0 0,2-2 0 0 0,3 0 0 0 0,5-1 0 0 0,-3 1 0 0 0,-4 5 0 0 0,-6 8 0 0 0,2 1 0 0 0,3-1 0 0 0,4-3 0 0 0,-1 2 0 0 0,-4-1 0 0 0,1-1 0 0 0,-2-4 0 0 0,1-1 0 0 0,-1 3 0 0 0,2 5 0 0 0,-2 7 0 0 0,-3 0 0 0 0,2-4 0 0 0,-2 1 0 0 0,4-2 0 0 0,-2-4 0 0 0,2-3 0 0 0,5-3 0 0 0,3 3 0 0 0,-1 0 0 0 0,0-1 0 0 0,-4-2 0 0 0,1-1 0 0 0,3 4 0 0 0,-3 1 0 0 0,0-2 0 0 0,-2-1 0 0 0,1-1 0 0 0,-3-2 0 0 0,2-2 0 0 0,2 1 0 0 0,5-2 0 0 0,-3 6 0 0 0,-5 2 0 0 0,1-1 0 0 0,-3-1 0 0 0,1 3 0 0 0,4 1 0 0 0,4-1 0 0 0,-3-7 0 0 0,2-5 0 0 0,-4 0 0 0 0,1-1 0 0 0,2 1 0 0 0,3 2 0 0 0,3 0 0 0 0,-4-5 0 0 0,0 0 0 0 0,1-10 0 0 0,3-13 0 0 0,0-12 0 0 0,8-9 0 0 0,2-6 0 0 0,0-4 0 0 0,5-3 0 0 0,0 0 0 0 0,-1 0 0 0 0,-4 0 0 0 0,-1 1 0 0 0,3-5 0 0 0,0-1 0 0 0,4 0 0 0 0,0 2 0 0 0,-2 1 0 0 0,2 2 0 0 0,0 1 0 0 0,-3 1 0 0 0,-2 0 0 0 0,-3 0 0 0 0,3 1 0 0 0,1-1 0 0 0,-2 1 0 0 0,4-6 0 0 0,1-7 0 0 0,-3-1 0 0 0,-2 1 0 0 0,4-2 0 0 0,-1 1 0 0 0,-2 2 0 0 0,4 5 0 0 0,0 1 0 0 0,3 3 0 0 0,-1-3 0 0 0,3-7 0 0 0,-2-1 0 0 0,-3 1 0 0 0,-3 4 0 0 0,-3 3 0 0 0,3 1 0 0 0,-1-2 0 0 0,5-1 0 0 0,0 0 0 0 0,-2 3 0 0 0,-3 1 0 0 0,-3-4 0 0 0,4-6 0 0 0,0-1 0 0 0,-1 2 0 0 0,3-2 0 0 0,0 2 0 0 0,-1 2 0 0 0,2 3 0 0 0,0-2 0 0 0,-2 0 0 0 0,-3 2 0 0 0,-2 2 0 0 0,-1 2 0 0 0,-3 1 0 0 0,0 2 0 0 0,0 0 0 0 0,0 0 0 0 0,-1 1 0 0 0,1-1 0 0 0,-1 11 0 0 0,1 14 0 0 0,0 13 0 0 0,0 11 0 0 0,0 7 0 0 0,-5 5 0 0 0,-2 3 0 0 0,0 0 0 0 0,2 1 0 0 0,-4-1 0 0 0,0-1 0 0 0,-5 0 0 0 0,2-1 0 0 0,1 0 0 0 0,-2 0 0 0 0,2 0 0 0 0,1 0 0 0 0,4-1 0 0 0,-3 1 0 0 0,0 5 0 0 0,-4-3 0 0 0,1-3 0 0 0,2 5 0 0 0,-2 1 0 0 0,0 0 0 0 0,3 5 0 0 0,3-1 0 0 0,-4 0 0 0 0,2-3 0 0 0,-5-2 0 0 0,1 3 0 0 0,-4 1 0 0 0,2 4 0 0 0,-2 6 0 0 0,1 4 0 0 0,3-2 0 0 0,-1-3 0 0 0,2 0 0 0 0,-3-3 0 0 0,0 1 0 0 0,-1-1 0 0 0,1-4 0 0 0,3-3 0 0 0,3-3 0 0 0,-2 3 0 0 0,1 5 0 0 0,-3 2 0 0 0,-1-3 0 0 0,3 2 0 0 0,-2-5 0 0 0,1 0 0 0 0,-4 4 0 0 0,2 5 0 0 0,3 5 0 0 0,-3-1 0 0 0,2-4 0 0 0,-4-5 0 0 0,2 0 0 0 0,3 4 0 0 0,-3-1 0 0 0,2-3 0 0 0,2 1 0 0 0,3-1 0 0 0,2-3 0 0 0,-3-8 0 0 0,-1-4 0 0 0,2-2 0 0 0,1 0 0 0 0,1 1 0 0 0,3 1 0 0 0,-6-4 0 0 0,0-2 0 0 0,1 2 0 0 0,1 1 0 0 0,1-8 0 0 0,2-13 0 0 0,1-12 0 0 0,1-9 0 0 0,5-3 0 0 0,2-3 0 0 0,0-8 0 0 0,4-4 0 0 0,0-6 0 0 0,4 3 0 0 0,-2 4 0 0 0,4-4 0 0 0,-3-5 0 0 0,-2-1 0 0 0,1 2 0 0 0,-1 3 0 0 0,2 2 0 0 0,-1 3 0 0 0,3-3 0 0 0,3-7 0 0 0,-1 0 0 0 0,-4 2 0 0 0,-4-3 0 0 0,1 2 0 0 0,0 2 0 0 0,2 3 0 0 0,4 3 0 0 0,0-8 0 0 0,-4-3 0 0 0,-3 2 0 0 0,1-2 0 0 0,5-4 0 0 0,4-4 0 0 0,-1-3 0 0 0,1 3 0 0 0,-2 0 0 0 0,-4-2 0 0 0,0 10 0 0 0,-2 1 0 0 0,2-2 0 0 0,4 3 0 0 0,-1 2 0 0 0,2 4 0 0 0,3-3 0 0 0,-3-4 0 0 0,-4 0 0 0 0,-4 2 0 0 0,0-1 0 0 0,4 0 0 0 0,0-1 0 0 0,2-5 0 0 0,4 1 0 0 0,-3 5 0 0 0,-3-2 0 0 0,-5 2 0 0 0,2-2 0 0 0,-2 2 0 0 0,3 3 0 0 0,-1-3 0 0 0,3 2 0 0 0,-1 3 0 0 0,2 2 0 0 0,-1 2 0 0 0,-4 3 0 0 0,-3-5 0 0 0,-4-1 0 0 0,4 1 0 0 0,0 2 0 0 0,3 6 0 0 0,1-2 0 0 0,-2-1 0 0 0,-3-6 0 0 0,3-7 0 0 0,-1 0 0 0 0,-1 1 0 0 0,3 9 0 0 0,-1 5 0 0 0,-1 2 0 0 0,2 0 0 0 0,0 1 0 0 0,-2-1 0 0 0,-3 9 0 0 0,-2 14 0 0 0,-2 12 0 0 0,-1 11 0 0 0,-7 2 0 0 0,-1 3 0 0 0,0 3 0 0 0,1 2 0 0 0,-3 1 0 0 0,-1 2 0 0 0,-3 0 0 0 0,0 1 0 0 0,2-1 0 0 0,-1 0 0 0 0,0 0 0 0 0,3 0 0 0 0,-3 0 0 0 0,1 6 0 0 0,-3-5 0 0 0,1 4 0 0 0,-2 6 0 0 0,0 6 0 0 0,-1 5 0 0 0,-4 0 0 0 0,2-5 0 0 0,-2-5 0 0 0,3 1 0 0 0,-1 3 0 0 0,-2 4 0 0 0,1-1 0 0 0,5 1 0 0 0,-1-2 0 0 0,2-5 0 0 0,-2 0 0 0 0,-3 4 0 0 0,1 4 0 0 0,-2 4 0 0 0,-3 2 0 0 0,3 3 0 0 0,-2 6 0 0 0,-1-3 0 0 0,2-2 0 0 0,0-1 0 0 0,-3-6 0 0 0,-1-1 0 0 0,2 0 0 0 0,0-3 0 0 0,4-1 0 0 0,5 2 0 0 0,-1-2 0 0 0,2 0 0 0 0,-2 3 0 0 0,-4 2 0 0 0,2-2 0 0 0,-3-1 0 0 0,-3 3 0 0 0,3-4 0 0 0,4 0 0 0 0,4-3 0 0 0,5-5 0 0 0,-2 1 0 0 0,0-1 0 0 0,-4-4 0 0 0,1 3 0 0 0,1-1 0 0 0,-2-2 0 0 0,1-3 0 0 0,-4-1 0 0 0,2-3 0 0 0,2 0 0 0 0,4-1 0 0 0,3-1 0 0 0,1 1 0 0 0,2-1 0 0 0,-4 0 0 0 0,-1 1 0 0 0,0 0 0 0 0,1-1 0 0 0,1 1 0 0 0,-3 0 0 0 0,-1 0 0 0 0,1-11 0 0 0,2-13 0 0 0,1-14 0 0 0,2-11 0 0 0,6-7 0 0 0,3-10 0 0 0,0-10 0 0 0,-2-7 0 0 0,0-6 0 0 0,3-3 0 0 0,0 3 0 0 0,-1 7 0 0 0,-1 6 0 0 0,3 11 0 0 0,0 1 0 0 0,-2 1 0 0 0,-1 0 0 0 0,-2 1 0 0 0,-2 0 0 0 0,4-5 0 0 0,1-2 0 0 0,-1 1 0 0 0,-1 1 0 0 0,4-4 0 0 0,0 0 0 0 0,-1-4 0 0 0,-3 1 0 0 0,-1 1 0 0 0,-2-1 0 0 0,-1 0 0 0 0,-1-2 0 0 0,0-5 0 0 0,0-3 0 0 0,-1 1 0 0 0,1 5 0 0 0,0-1 0 0 0,5 3 0 0 0,2-1 0 0 0,-1-4 0 0 0,0 2 0 0 0,-3 4 0 0 0,0 4 0 0 0,-2-2 0 0 0,0-4 0 0 0,-1 0 0 0 0,5 4 0 0 0,1 2 0 0 0,1-1 0 0 0,-2 0 0 0 0,-2 3 0 0 0,0-4 0 0 0,-2 1 0 0 0,-1-3 0 0 0,0-5 0 0 0,0-5 0 0 0,0 2 0 0 0,0 5 0 0 0,-1-1 0 0 0,1-2 0 0 0,0 2 0 0 0,0 4 0 0 0,0 4 0 0 0,0 4 0 0 0,0-3 0 0 0,0 0 0 0 0,0-3 0 0 0,0-1 0 0 0,0 3 0 0 0,0-3 0 0 0,0 1 0 0 0,0 2 0 0 0,0 2 0 0 0,0 4 0 0 0,0 1 0 0 0,0 1 0 0 0,0 1 0 0 0,0 1 0 0 0,0 0 0 0 0,0 10 0 0 0,0 14 0 0 0,0 13 0 0 0,0 11 0 0 0,0 12 0 0 0,-5 2 0 0 0,-2 0 0 0 0,0 0 0 0 0,-3 0 0 0 0,-1 0 0 0 0,-3 4 0 0 0,0 3 0 0 0,-2 3 0 0 0,1 7 0 0 0,4 4 0 0 0,3-1 0 0 0,-2-4 0 0 0,0-5 0 0 0,3-5 0 0 0,-4 2 0 0 0,1-1 0 0 0,-3 4 0 0 0,0 5 0 0 0,2-1 0 0 0,-1 3 0 0 0,0-3 0 0 0,3-3 0 0 0,3 0 0 0 0,-4 5 0 0 0,2-2 0 0 0,-5 7 0 0 0,1-1 0 0 0,2-3 0 0 0,-3 5 0 0 0,2-2 0 0 0,-4 1 0 0 0,2 2 0 0 0,3-4 0 0 0,-3 0 0 0 0,1 2 0 0 0,-2-3 0 0 0,1 0 0 0 0,3 2 0 0 0,-3 2 0 0 0,2 3 0 0 0,2 1 0 0 0,3 7 0 0 0,2-2 0 0 0,2-3 0 0 0,1-5 0 0 0,-4-3 0 0 0,-1 1 0 0 0,0-3 0 0 0,1-1 0 0 0,1 2 0 0 0,2-2 0 0 0,1 0 0 0 0,1 3 0 0 0,0 2 0 0 0,-5-8 0 0 0,-2-1 0 0 0,1-4 0 0 0,0 2 0 0 0,3-1 0 0 0,1-4 0 0 0,0-2 0 0 0,2-2 0 0 0,0-3 0 0 0,0 0 0 0 0,0-1 0 0 0,1 4 0 0 0,-1 2 0 0 0,0 0 0 0 0,0-1 0 0 0,0-2 0 0 0,0-1 0 0 0,0-1 0 0 0,5-5 0 0 0,2-14 0 0 0,0-14 0 0 0,4-6 0 0 0,-1-8 0 0 0,5-6 0 0 0,-2-5 0 0 0,-2-3 0 0 0,-3-2 0 0 0,2-1 0 0 0,0 0 0 0 0,2-6 0 0 0,6 5 0 0 0,-1 1 0 0 0,-3 2 0 0 0,-4 1 0 0 0,1-1 0 0 0,-1 1 0 0 0,3-1 0 0 0,0-1 0 0 0,2-4 0 0 0,-1-3 0 0 0,-3 0 0 0 0,-3 2 0 0 0,-4-4 0 0 0,4 0 0 0 0,5 1 0 0 0,0-3 0 0 0,4 1 0 0 0,-1 1 0 0 0,-4-2 0 0 0,-4 0 0 0 0,-2-3 0 0 0,2-4 0 0 0,-1 0 0 0 0,0-1 0 0 0,3-8 0 0 0,5-5 0 0 0,1-7 0 0 0,2-2 0 0 0,-2 5 0 0 0,-4-1 0 0 0,-3 1 0 0 0,2 6 0 0 0,-2-3 0 0 0,4 0 0 0 0,-1-5 0 0 0,-2-2 0 0 0,-3 7 0 0 0,-3 3 0 0 0,-2 2 0 0 0,5 5 0 0 0,0 2 0 0 0,-1 4 0 0 0,4-5 0 0 0,0-5 0 0 0,-1 4 0 0 0,-3-1 0 0 0,3 4 0 0 0,1 0 0 0 0,-3-1 0 0 0,4 3 0 0 0,0-7 0 0 0,-3-3 0 0 0,-2 2 0 0 0,-2 6 0 0 0,-2 1 0 0 0,-1 4 0 0 0,-1 0 0 0 0,5-4 0 0 0,2 2 0 0 0,-1-1 0 0 0,-1 2 0 0 0,-1 4 0 0 0,3-2 0 0 0,1 3 0 0 0,-1-3 0 0 0,-1 1 0 0 0,2 3 0 0 0,1 3 0 0 0,-1-2 0 0 0,-2 0 0 0 0,3-3 0 0 0,0 0 0 0 0,-2 2 0 0 0,-1 3 0 0 0,-3 3 0 0 0,-1 1 0 0 0,-1 3 0 0 0,-1 0 0 0 0,0 0 0 0 0,5 6 0 0 0,2 12 0 0 0,-1 14 0 0 0,-1 12 0 0 0,-1 8 0 0 0,-2 12 0 0 0,-1 5 0 0 0,0 2 0 0 0,-7-1 0 0 0,-1-2 0 0 0,0 3 0 0 0,-4-5 0 0 0,0 3 0 0 0,2-2 0 0 0,3 0 0 0 0,-4 4 0 0 0,1 5 0 0 0,1 6 0 0 0,2 0 0 0 0,-2 1 0 0 0,-1-3 0 0 0,1-5 0 0 0,-2 2 0 0 0,-1-3 0 0 0,2 2 0 0 0,-2 4 0 0 0,0-1 0 0 0,-3 2 0 0 0,1-3 0 0 0,2-4 0 0 0,-1 2 0 0 0,0 3 0 0 0,3-2 0 0 0,3 8 0 0 0,-3 0 0 0 0,0-4 0 0 0,1-1 0 0 0,3-2 0 0 0,2 5 0 0 0,1 6 0 0 0,1-3 0 0 0,-4 0 0 0 0,-2 1 0 0 0,1-3 0 0 0,1-1 0 0 0,-4-4 0 0 0,0 1 0 0 0,1 2 0 0 0,3-2 0 0 0,1 1 0 0 0,-4 2 0 0 0,1-2 0 0 0,0 1 0 0 0,1-3 0 0 0,3 0 0 0 0,-4 4 0 0 0,-1-3 0 0 0,1-4 0 0 0,2 0 0 0 0,1-1 0 0 0,2 1 0 0 0,-4 5 0 0 0,-1-2 0 0 0,0 1 0 0 0,2-1 0 0 0,2-5 0 0 0,1-4 0 0 0,1-3 0 0 0,0-3 0 0 0,2-1 0 0 0,-1-2 0 0 0,0 0 0 0 0,0 0 0 0 0,1 0 0 0 0,-1 1 0 0 0,0-1 0 0 0,0 1 0 0 0,0-1 0 0 0,0 1 0 0 0,0 0 0 0 0,0 0 0 0 0,0 0 0 0 0,0 0 0 0 0,0-11 0 0 0,5-8 0 0 0,2-12 0 0 0,5-11 0 0 0,0-9 0 0 0,-1-11 0 0 0,2-7 0 0 0,-1 0 0 0 0,-3-6 0 0 0,3 5 0 0 0,-1 5 0 0 0,3-4 0 0 0,-1 1 0 0 0,-2-5 0 0 0,-4 0 0 0 0,3-4 0 0 0,4-4 0 0 0,1 1 0 0 0,2-1 0 0 0,-1 2 0 0 0,1 4 0 0 0,-2-1 0 0 0,-3 2 0 0 0,-4-2 0 0 0,-3 1 0 0 0,2 3 0 0 0,1 4 0 0 0,4-4 0 0 0,-1-4 0 0 0,4-5 0 0 0,-1-5 0 0 0,-3-3 0 0 0,-3-3 0 0 0,2 4 0 0 0,0 7 0 0 0,-3 6 0 0 0,-1 0 0 0 0,2-2 0 0 0,1 1 0 0 0,4 2 0 0 0,-1-1 0 0 0,-2-4 0 0 0,3-4 0 0 0,-2 1 0 0 0,-2 0 0 0 0,3 2 0 0 0,-1 5 0 0 0,-2-1 0 0 0,-3-3 0 0 0,-3-4 0 0 0,-1 1 0 0 0,4 5 0 0 0,1 4 0 0 0,0 5 0 0 0,-3-2 0 0 0,5 5 0 0 0,0-2 0 0 0,-1 1 0 0 0,-3 0 0 0 0,-1 1 0 0 0,-2-4 0 0 0,-1-1 0 0 0,5 1 0 0 0,0-4 0 0 0,1-5 0 0 0,3 1 0 0 0,0 2 0 0 0,-1 4 0 0 0,3 8 0 0 0,-1 5 0 0 0,-2 1 0 0 0,-3 1 0 0 0,-2 8 0 0 0,-2 14 0 0 0,-1 12 0 0 0,-1 10 0 0 0,0 6 0 0 0,-1 5 0 0 0,1 3 0 0 0,0 5 0 0 0,-1 2 0 0 0,-4 0 0 0 0,-2-2 0 0 0,0-3 0 0 0,2-1 0 0 0,-4-2 0 0 0,-1 0 0 0 0,2 4 0 0 0,3 1 0 0 0,1 0 0 0 0,2 4 0 0 0,-5 6 0 0 0,0 5 0 0 0,1 4 0 0 0,1-2 0 0 0,-4 0 0 0 0,0-4 0 0 0,2-4 0 0 0,-4-1 0 0 0,0 3 0 0 0,2-1 0 0 0,3 1 0 0 0,2 4 0 0 0,-4-3 0 0 0,1-3 0 0 0,0-5 0 0 0,2 1 0 0 0,-4 4 0 0 0,0-1 0 0 0,2 3 0 0 0,1 4 0 0 0,3 3 0 0 0,1-3 0 0 0,1-4 0 0 0,0 0 0 0 0,2-4 0 0 0,-1 3 0 0 0,-5-3 0 0 0,-1-3 0 0 0,-1 2 0 0 0,2-1 0 0 0,1 2 0 0 0,2 0 0 0 0,1-3 0 0 0,0-3 0 0 0,1-3 0 0 0,-5-2 0 0 0,-2 4 0 0 0,1 1 0 0 0,1-1 0 0 0,1-1 0 0 0,2-2 0 0 0,1-2 0 0 0,0 0 0 0 0,1-1 0 0 0,0 0 0 0 0,1 5 0 0 0,-1 7 0 0 0,0 1 0 0 0,0-2 0 0 0,1-2 0 0 0,-1-3 0 0 0,0-2 0 0 0,0-3 0 0 0,0-1 0 0 0,0-10 0 0 0,0-15 0 0 0,0-14 0 0 0,0-10 0 0 0,5-2 0 0 0,2-9 0 0 0,-1-4 0 0 0,0-7 0 0 0,-2-7 0 0 0,-2-1 0 0 0,-1-3 0 0 0,5 2 0 0 0,1 4 0 0 0,-1 5 0 0 0,-1 4 0 0 0,-1 2 0 0 0,-2 2 0 0 0,-1 2 0 0 0,0-1 0 0 0,4-4 0 0 0,1-2 0 0 0,1 0 0 0 0,-2 2 0 0 0,-1-5 0 0 0,-2 0 0 0 0,-1 1 0 0 0,-1-3 0 0 0,0 1 0 0 0,0-4 0 0 0,5 1 0 0 0,2 2 0 0 0,-1-1 0 0 0,-1 0 0 0 0,-1-2 0 0 0,-2-4 0 0 0,0-5 0 0 0,-2 2 0 0 0,0 0 0 0 0,0-3 0 0 0,0-1 0 0 0,-1-3 0 0 0,1-1 0 0 0,0 4 0 0 0,0 1 0 0 0,0 0 0 0 0,0 3 0 0 0,0 1 0 0 0,0 3 0 0 0,0 5 0 0 0,0 5 0 0 0,0 3 0 0 0,0-3 0 0 0,0 0 0 0 0,0 1 0 0 0,0 2 0 0 0,0 1 0 0 0,0-4 0 0 0,0 0 0 0 0,0 0 0 0 0,0 2 0 0 0,0 2 0 0 0,0 1 0 0 0,0 1 0 0 0,0 1 0 0 0,0 0 0 0 0,0 1 0 0 0,0-1 0 0 0,0 1 0 0 0,0-1 0 0 0,0 0 0 0 0,0 1 0 0 0,-5 4 0 0 0,-2 2 0 0 0,0 0 0 0 0,2-1 0 0 0,-4 3 0 0 0,-6 6 0 0 0,-5 5 0 0 0,0 10 0 0 0,5 10 0 0 0,-2 10 0 0 0,3 5 0 0 0,-2 0 0 0 0,2 1 0 0 0,4 6 0 0 0,-3-2 0 0 0,2 0 0 0 0,-3-1 0 0 0,-4 1 0 0 0,1 1 0 0 0,3 5 0 0 0,-1-3 0 0 0,2 3 0 0 0,-2-3 0 0 0,2-3 0 0 0,-3 4 0 0 0,2 2 0 0 0,3 6 0 0 0,-2 1 0 0 0,2-2 0 0 0,-3 3 0 0 0,-5 0 0 0 0,2-3 0 0 0,-2 3 0 0 0,2 4 0 0 0,-1 5 0 0 0,-2 4 0 0 0,-4 3 0 0 0,2-4 0 0 0,1 0 0 0 0,-3 1 0 0 0,4 1 0 0 0,5-3 0 0 0,4-1 0 0 0,5-4 0 0 0,-2 0 0 0 0,1 2 0 0 0,-5-2 0 0 0,1 1 0 0 0,-4 2 0 0 0,-4 4 0 0 0,1 1 0 0 0,4-2 0 0 0,-2-1 0 0 0,3 1 0 0 0,3-4 0 0 0,3-5 0 0 0,-2 1 0 0 0,1-4 0 0 0,1 2 0 0 0,-4-6 0 0 0,1 0 0 0 0,2 4 0 0 0,2 5 0 0 0,-3-5 0 0 0,-1 0 0 0 0,3 4 0 0 0,2 3 0 0 0,1 0 0 0 0,2-4 0 0 0,1-5 0 0 0,1-4 0 0 0,0-3 0 0 0,1-2 0 0 0,-1-1 0 0 0,0-1 0 0 0,1 0 0 0 0,-1 0 0 0 0,0 1 0 0 0,0-1 0 0 0,0 0 0 0 0,0-9 0 0 0,0-15 0 0 0,0-13 0 0 0,0-11 0 0 0,0-7 0 0 0,0-5 0 0 0,0-2 0 0 0,5-2 0 0 0,2 1 0 0 0,0-5 0 0 0,-2-2 0 0 0,-1 2 0 0 0,-2 1 0 0 0,5 2 0 0 0,0-4 0 0 0,0 0 0 0 0,-2 2 0 0 0,4 1 0 0 0,0 1 0 0 0,-1 2 0 0 0,3-4 0 0 0,-1-6 0 0 0,-1-1 0 0 0,-3 1 0 0 0,3-1 0 0 0,1 0 0 0 0,-3-2 0 0 0,-1 1 0 0 0,-3 3 0 0 0,-1-1 0 0 0,-1 0 0 0 0,-1-2 0 0 0,0 1 0 0 0,-1 3 0 0 0,6-2 0 0 0,2-4 0 0 0,-1-5 0 0 0,-1 1 0 0 0,-1-1 0 0 0,4-2 0 0 0,0-2 0 0 0,-1-3 0 0 0,-2 4 0 0 0,-1 1 0 0 0,-2 4 0 0 0,4 0 0 0 0,2 4 0 0 0,-2 4 0 0 0,-1-2 0 0 0,-1 3 0 0 0,3 1 0 0 0,1-1 0 0 0,-1 0 0 0 0,-2 2 0 0 0,-1-3 0 0 0,-2 0 0 0 0,-1-2 0 0 0,-1-5 0 0 0,0-5 0 0 0,-1 2 0 0 0,1 0 0 0 0,0 2 0 0 0,0 6 0 0 0,-1 4 0 0 0,1 4 0 0 0,0 3 0 0 0,0 2 0 0 0,0 0 0 0 0,0 1 0 0 0,0 0 0 0 0,0 0 0 0 0,6 0 0 0 0,1 0 0 0 0,-1-1 0 0 0,0 0 0 0 0,-3 1 0 0 0,0-1 0 0 0,-2 0 0 0 0,0 11 0 0 0,-1 13 0 0 0,-1 14 0 0 0,1 11 0 0 0,0 7 0 0 0,-1 5 0 0 0,1 8 0 0 0,0 2 0 0 0,0 5 0 0 0,-5-4 0 0 0,-2 0 0 0 0,0-1 0 0 0,-3-3 0 0 0,-1-1 0 0 0,2-2 0 0 0,2 3 0 0 0,3 1 0 0 0,2-1 0 0 0,1 4 0 0 0,0 1 0 0 0,-4-3 0 0 0,-1 3 0 0 0,-6 6 0 0 0,1-2 0 0 0,0 3 0 0 0,4 4 0 0 0,-3-3 0 0 0,0 1 0 0 0,2 3 0 0 0,2-3 0 0 0,3 0 0 0 0,-4-3 0 0 0,-1 1 0 0 0,1-3 0 0 0,2-4 0 0 0,2 1 0 0 0,-4 4 0 0 0,-1 0 0 0 0,1 1 0 0 0,2-1 0 0 0,1 1 0 0 0,2 3 0 0 0,1 4 0 0 0,1 2 0 0 0,0-3 0 0 0,0 0 0 0 0,-5-4 0 0 0,-1 0 0 0 0,-1-3 0 0 0,2-5 0 0 0,1 2 0 0 0,2-3 0 0 0,1 4 0 0 0,0 4 0 0 0,1 4 0 0 0,0 3 0 0 0,-4-7 0 0 0,-3-2 0 0 0,0 2 0 0 0,2-3 0 0 0,2 2 0 0 0,0-2 0 0 0,2-4 0 0 0,0-4 0 0 0,1-2 0 0 0,1-3 0 0 0,-1-2 0 0 0,0-1 0 0 0,0 1 0 0 0,1-1 0 0 0,-1 0 0 0 0,0 0 0 0 0,0 1 0 0 0,0-1 0 0 0,0-9 0 0 0,0-15 0 0 0,0-13 0 0 0,0-11 0 0 0,0-7 0 0 0,0-5 0 0 0,0-2 0 0 0,0-7 0 0 0,0-7 0 0 0,0 0 0 0 0,0-4 0 0 0,0 2 0 0 0,0 4 0 0 0,0 4 0 0 0,0 3 0 0 0,0 4 0 0 0,0 1 0 0 0,0 1 0 0 0,0 1 0 0 0,0 0 0 0 0,0-5 0 0 0,0-2 0 0 0,5-1 0 0 0,2 3 0 0 0,0-5 0 0 0,-2 0 0 0 0,-1-4 0 0 0,-2 0 0 0 0,-1-3 0 0 0,0-3 0 0 0,-1-5 0 0 0,0 3 0 0 0,-1-1 0 0 0,1-2 0 0 0,0 4 0 0 0,0 4 0 0 0,0 1 0 0 0,0 2 0 0 0,0-1 0 0 0,0 1 0 0 0,0-2 0 0 0,0 1 0 0 0,0 4 0 0 0,0-3 0 0 0,0-3 0 0 0,0 0 0 0 0,0 4 0 0 0,0-2 0 0 0,0-4 0 0 0,0-4 0 0 0,0 2 0 0 0,0-1 0 0 0,0 4 0 0 0,0 3 0 0 0,0 1 0 0 0,0 1 0 0 0,0 3 0 0 0,0 3 0 0 0,0 3 0 0 0,0-3 0 0 0,0-2 0 0 0,5 2 0 0 0,2 2 0 0 0,-1 1 0 0 0,0 1 0 0 0,-2 1 0 0 0,-2 1 0 0 0,-1 0 0 0 0,0 1 0 0 0,-1-1 0 0 0,0 1 0 0 0,-1-6 0 0 0,1-2 0 0 0,0 1 0 0 0,0 1 0 0 0,-1 1 0 0 0,1 2 0 0 0,0 1 0 0 0,0 1 0 0 0,0 10 0 0 0,0 15 0 0 0,0 13 0 0 0,0 11 0 0 0,-5 13 0 0 0,-2 11 0 0 0,-5-1 0 0 0,0-2 0 0 0,2-3 0 0 0,2-2 0 0 0,3 3 0 0 0,-3-4 0 0 0,-1-3 0 0 0,2 5 0 0 0,-3 1 0 0 0,0-1 0 0 0,1 5 0 0 0,-2 1 0 0 0,0-2 0 0 0,2-2 0 0 0,-2-2 0 0 0,0 4 0 0 0,2 0 0 0 0,3 3 0 0 0,2 7 0 0 0,-3-1 0 0 0,-1-4 0 0 0,1 2 0 0 0,-3-1 0 0 0,0 1 0 0 0,1-2 0 0 0,-2 3 0 0 0,0 3 0 0 0,-3 4 0 0 0,0 4 0 0 0,-1-4 0 0 0,0 0 0 0 0,4 1 0 0 0,-2-3 0 0 0,1-6 0 0 0,3-5 0 0 0,3 1 0 0 0,2 4 0 0 0,3-1 0 0 0,-5 3 0 0 0,-1 3 0 0 0,1-2 0 0 0,-4-3 0 0 0,-1 0 0 0 0,3-2 0 0 0,1-3 0 0 0,-2-4 0 0 0,0 3 0 0 0,1 5 0 0 0,3 5 0 0 0,1-1 0 0 0,2-3 0 0 0,1 1 0 0 0,1 3 0 0 0,0-2 0 0 0,-4-4 0 0 0,-3-4 0 0 0,1-3 0 0 0,1-3 0 0 0,1-3 0 0 0,2 0 0 0 0,0-1 0 0 0,2 0 0 0 0,0 0 0 0 0,0 0 0 0 0,0 1 0 0 0,1-1 0 0 0,-1 1 0 0 0,0-16 0 0 0,0-15 0 0 0,0-14 0 0 0,0-9 0 0 0,0-6 0 0 0,0-3 0 0 0,0-7 0 0 0,0-7 0 0 0,5 4 0 0 0,2-1 0 0 0,0 1 0 0 0,4-2 0 0 0,-1-5 0 0 0,-1 1 0 0 0,3 4 0 0 0,0 4 0 0 0,-3-2 0 0 0,-3 1 0 0 0,-2 2 0 0 0,-2 3 0 0 0,-1-4 0 0 0,-1-4 0 0 0,0-7 0 0 0,-1-3 0 0 0,6 0 0 0 0,1 1 0 0 0,1 2 0 0 0,-2-4 0 0 0,-1 1 0 0 0,3 5 0 0 0,1-1 0 0 0,0 5 0 0 0,-3-2 0 0 0,-1-9 0 0 0,3 1 0 0 0,1 4 0 0 0,-1 0 0 0 0,-2-1 0 0 0,-1-3 0 0 0,-2-2 0 0 0,-2 3 0 0 0,1 0 0 0 0,-1-6 0 0 0,5-3 0 0 0,1 3 0 0 0,0 2 0 0 0,0 5 0 0 0,-3 2 0 0 0,0-2 0 0 0,-2-2 0 0 0,-1 4 0 0 0,0-1 0 0 0,0-2 0 0 0,0 3 0 0 0,0 0 0 0 0,-1 4 0 0 0,1-2 0 0 0,0 3 0 0 0,0 4 0 0 0,0-1 0 0 0,0 1 0 0 0,0-3 0 0 0,0-3 0 0 0,0 0 0 0 0,0 3 0 0 0,0 5 0 0 0,0 3 0 0 0,0 3 0 0 0,0 2 0 0 0,0 1 0 0 0,0 1 0 0 0,0 0 0 0 0,0 10 0 0 0,0 14 0 0 0,0 14 0 0 0,0 9 0 0 0,0 9 0 0 0,0 4 0 0 0,0 2 0 0 0,0 7 0 0 0,-5 2 0 0 0,-7 3 0 0 0,-2 1 0 0 0,2-2 0 0 0,3-4 0 0 0,3-3 0 0 0,2-2 0 0 0,2 3 0 0 0,-4 6 0 0 0,0 6 0 0 0,0 6 0 0 0,-4-2 0 0 0,-1-5 0 0 0,3 1 0 0 0,1-4 0 0 0,-2-3 0 0 0,0-5 0 0 0,1-2 0 0 0,2 8 0 0 0,3 7 0 0 0,1 1 0 0 0,1 1 0 0 0,-4 4 0 0 0,-2 1 0 0 0,1 3 0 0 0,-4-5 0 0 0,-1-5 0 0 0,2-2 0 0 0,3-3 0 0 0,-4-4 0 0 0,1-4 0 0 0,1 2 0 0 0,3 5 0 0 0,-4 1 0 0 0,0 2 0 0 0,2-1 0 0 0,1-3 0 0 0,3 2 0 0 0,1 3 0 0 0,1 4 0 0 0,1-1 0 0 0,-5-5 0 0 0,-2-4 0 0 0,1-4 0 0 0,1 1 0 0 0,1 0 0 0 0,-3-1 0 0 0,-1-3 0 0 0,1-1 0 0 0,1-2 0 0 0,3 0 0 0 0,1-2 0 0 0,-5 6 0 0 0,0 2 0 0 0,1 4 0 0 0,1 1 0 0 0,1-2 0 0 0,2-3 0 0 0,1-2 0 0 0,1-2 0 0 0,0-2 0 0 0,0-1 0 0 0,0 0 0 0 0,1-1 0 0 0,-1 0 0 0 0,0 1 0 0 0,0-11 0 0 0,0-14 0 0 0,0-13 0 0 0,0-11 0 0 0,0-7 0 0 0,0-5 0 0 0,0-3 0 0 0,0 0 0 0 0,0 0 0 0 0,0-6 0 0 0,0 0 0 0 0,0 0 0 0 0,0 2 0 0 0,0 3 0 0 0,0 0 0 0 0,0-3 0 0 0,0-1 0 0 0,5-5 0 0 0,2 0 0 0 0,0-3 0 0 0,-2 1 0 0 0,-1 3 0 0 0,-2 3 0 0 0,0 3 0 0 0,3 3 0 0 0,2 1 0 0 0,0 1 0 0 0,-2-4 0 0 0,-2-3 0 0 0,0 2 0 0 0,-2-5 0 0 0,-1-1 0 0 0,0-2 0 0 0,0-1 0 0 0,0 4 0 0 0,-1-3 0 0 0,1 1 0 0 0,0 3 0 0 0,0 3 0 0 0,0 2 0 0 0,0-3 0 0 0,0 0 0 0 0,0 0 0 0 0,0 3 0 0 0,0-5 0 0 0,0 1 0 0 0,0 0 0 0 0,0 3 0 0 0,0-4 0 0 0,0 0 0 0 0,0 2 0 0 0,0 2 0 0 0,0 1 0 0 0,0-3 0 0 0,0-6 0 0 0,0-1 0 0 0,0-2 0 0 0,0 0 0 0 0,0-1 0 0 0,0 1 0 0 0,0 4 0 0 0,0 4 0 0 0,0 4 0 0 0,0 2 0 0 0,0 1 0 0 0,0 2 0 0 0,0-1 0 0 0,0 1 0 0 0,0 0 0 0 0,0 0 0 0 0,0-1 0 0 0,0 1 0 0 0,0-1 0 0 0,0 0 0 0 0,0 1 0 0 0,-6 4 0 0 0,0 13 0 0 0,-1 13 0 0 0,2 12 0 0 0,1 9 0 0 0,1 7 0 0 0,2 3 0 0 0,-5 2 0 0 0,-1 1 0 0 0,1-1 0 0 0,1 0 0 0 0,-4 4 0 0 0,0 7 0 0 0,1 1 0 0 0,3-2 0 0 0,1 2 0 0 0,-4-6 0 0 0,0 0 0 0 0,2-1 0 0 0,0 4 0 0 0,-2 4 0 0 0,-1 1 0 0 0,1-3 0 0 0,3 1 0 0 0,1-1 0 0 0,2 2 0 0 0,1 4 0 0 0,1-2 0 0 0,0-3 0 0 0,0-4 0 0 0,1 1 0 0 0,-1 4 0 0 0,-5-1 0 0 0,-2 9 0 0 0,1 4 0 0 0,0 4 0 0 0,-3 6 0 0 0,0-2 0 0 0,1-3 0 0 0,2-6 0 0 0,2-3 0 0 0,2 1 0 0 0,1-5 0 0 0,-4 0 0 0 0,-2-3 0 0 0,1 1 0 0 0,1 8 0 0 0,1-1 0 0 0,2-4 0 0 0,-4 0 0 0 0,-1-4 0 0 0,0 1 0 0 0,2-2 0 0 0,1 1 0 0 0,2 3 0 0 0,-4-2 0 0 0,-1 2 0 0 0,0-3 0 0 0,2 2 0 0 0,2 2 0 0 0,0 4 0 0 0,2-3 0 0 0,1-5 0 0 0,0 0 0 0 0,0 3 0 0 0,1 3 0 0 0,-1 3 0 0 0,0-3 0 0 0,0-5 0 0 0,0 0 0 0 0,1-3 0 0 0,-1-4 0 0 0,0-4 0 0 0,0-3 0 0 0,0-1 0 0 0,0-2 0 0 0,-1-1 0 0 0,1 0 0 0 0,6-5 0 0 0,1-18 0 0 0,5-19 0 0 0,0-15 0 0 0,-2-11 0 0 0,-2-6 0 0 0,-3 0 0 0 0,3-3 0 0 0,1-5 0 0 0,3 3 0 0 0,0 3 0 0 0,-2 4 0 0 0,-3 5 0 0 0,3-2 0 0 0,-1 0 0 0 0,-1 1 0 0 0,-3 3 0 0 0,-1 1 0 0 0,-2 2 0 0 0,-2-5 0 0 0,1-6 0 0 0,-2-1 0 0 0,1-4 0 0 0,-1-4 0 0 0,1-3 0 0 0,5-4 0 0 0,2 4 0 0 0,-1 6 0 0 0,0 5 0 0 0,-2 1 0 0 0,-2-4 0 0 0,-1-4 0 0 0,0 2 0 0 0,-1-2 0 0 0,0-2 0 0 0,-1 2 0 0 0,1 5 0 0 0,0 5 0 0 0,0 4 0 0 0,-1-2 0 0 0,1 0 0 0 0,0-3 0 0 0,0-1 0 0 0,0-2 0 0 0,0 0 0 0 0,0 3 0 0 0,0 4 0 0 0,0 2 0 0 0,0-3 0 0 0,0-5 0 0 0,0-5 0 0 0,0-1 0 0 0,0 4 0 0 0,0 5 0 0 0,0 3 0 0 0,0 3 0 0 0,0-2 0 0 0,0-7 0 0 0,0 1 0 0 0,0-5 0 0 0,0-3 0 0 0,0 1 0 0 0,0 4 0 0 0,0 5 0 0 0,0 3 0 0 0,0 4 0 0 0,0 2 0 0 0,0 1 0 0 0,0 1 0 0 0,0 0 0 0 0,0 0 0 0 0,-5 5 0 0 0,-2 2 0 0 0,1-1 0 0 0,0-1 0 0 0,-3-2 0 0 0,0 9 0 0 0,1 13 0 0 0,2 12 0 0 0,2 10 0 0 0,-3 8 0 0 0,-1 5 0 0 0,1 2 0 0 0,-3 1 0 0 0,-1 6 0 0 0,3 1 0 0 0,-4-1 0 0 0,1-2 0 0 0,2-1 0 0 0,3-3 0 0 0,2-1 0 0 0,2 5 0 0 0,1 0 0 0 0,1 1 0 0 0,-5-3 0 0 0,-1 0 0 0 0,0-3 0 0 0,1 0 0 0 0,1 0 0 0 0,2 9 0 0 0,-5 9 0 0 0,0 0 0 0 0,0-2 0 0 0,2 1 0 0 0,2-3 0 0 0,-5 2 0 0 0,0 8 0 0 0,1 5 0 0 0,-3 2 0 0 0,-1 2 0 0 0,3 0 0 0 0,1-1 0 0 0,3-1 0 0 0,2-5 0 0 0,1-8 0 0 0,1-2 0 0 0,0-3 0 0 0,-5 0 0 0 0,-1 4 0 0 0,0-2 0 0 0,1 2 0 0 0,-4-2 0 0 0,-1-4 0 0 0,3 1 0 0 0,1-1 0 0 0,2 2 0 0 0,2-2 0 0 0,-5 4 0 0 0,0 3 0 0 0,1 4 0 0 0,1-2 0 0 0,1-5 0 0 0,2 1 0 0 0,1-4 0 0 0,-4-3 0 0 0,-2-3 0 0 0,1-4 0 0 0,1-2 0 0 0,1 5 0 0 0,2 0 0 0 0,1 0 0 0 0,0-2 0 0 0,1-1 0 0 0,1-1 0 0 0,-1-1 0 0 0,0-1 0 0 0,0 0 0 0 0,1-1 0 0 0,-1 1 0 0 0,0 0 0 0 0,0-1 0 0 0,0 1 0 0 0,0 0 0 0 0,0-11 0 0 0,0-14 0 0 0,0-13 0 0 0,5-10 0 0 0,2-8 0 0 0,0-5 0 0 0,-2-8 0 0 0,-1-3 0 0 0,3 7 0 0 0,2 2 0 0 0,-2 2 0 0 0,3 2 0 0 0,1-7 0 0 0,-2-6 0 0 0,2-2 0 0 0,0-5 0 0 0,-2 2 0 0 0,-3-3 0 0 0,-2 3 0 0 0,-2 2 0 0 0,-1 0 0 0 0,4-4 0 0 0,2-4 0 0 0,-1 1 0 0 0,-1 5 0 0 0,-1 4 0 0 0,3 5 0 0 0,1-3 0 0 0,-1 1 0 0 0,-2-3 0 0 0,-1-1 0 0 0,3-2 0 0 0,1 0 0 0 0,-1 3 0 0 0,-2-2 0 0 0,-1-4 0 0 0,-2 2 0 0 0,-1-3 0 0 0,4 2 0 0 0,2 3 0 0 0,-1-5 0 0 0,-1-1 0 0 0,-1-2 0 0 0,-2 3 0 0 0,-1-1 0 0 0,0-2 0 0 0,-1-4 0 0 0,-1 4 0 0 0,1-1 0 0 0,0-1 0 0 0,0 3 0 0 0,-1 0 0 0 0,1 3 0 0 0,0-1 0 0 0,0-2 0 0 0,0 2 0 0 0,0-1 0 0 0,0 3 0 0 0,0 4 0 0 0,0-2 0 0 0,0 3 0 0 0,0-3 0 0 0,0-4 0 0 0,0-4 0 0 0,0 2 0 0 0,0 4 0 0 0,0 5 0 0 0,0-1 0 0 0,0 1 0 0 0,0-2 0 0 0,0 1 0 0 0,0 3 0 0 0,0 2 0 0 0,0 3 0 0 0,0 2 0 0 0,-5 1 0 0 0,-2 2 0 0 0,0-1 0 0 0,2 1 0 0 0,1 0 0 0 0,2-1 0 0 0,1 1 0 0 0,-5 4 0 0 0,-1 3 0 0 0,0-1 0 0 0,2-2 0 0 0,2-1 0 0 0,1-1 0 0 0,-5 3 0 0 0,-5 12 0 0 0,-2 14 0 0 0,3 11 0 0 0,2 9 0 0 0,-2 11 0 0 0,0 6 0 0 0,3 2 0 0 0,-3-2 0 0 0,0-1 0 0 0,3-1 0 0 0,-3-3 0 0 0,0-1 0 0 0,2-1 0 0 0,3 0 0 0 0,2 0 0 0 0,2-1 0 0 0,1 6 0 0 0,1 7 0 0 0,-5 6 0 0 0,-1 6 0 0 0,0 4 0 0 0,1-3 0 0 0,1-1 0 0 0,-3-4 0 0 0,-1-5 0 0 0,1-6 0 0 0,1-4 0 0 0,-3 2 0 0 0,0 5 0 0 0,2 1 0 0 0,1-2 0 0 0,2 2 0 0 0,2-1 0 0 0,1-2 0 0 0,1-4 0 0 0,0 3 0 0 0,1 5 0 0 0,-6 6 0 0 0,-2-2 0 0 0,1-2 0 0 0,1 0 0 0 0,1-3 0 0 0,2-2 0 0 0,-5 0 0 0 0,0 5 0 0 0,0 0 0 0 0,2-4 0 0 0,1 2 0 0 0,-3-7 0 0 0,-1-5 0 0 0,1 3 0 0 0,2 0 0 0 0,1 0 0 0 0,2-2 0 0 0,1 0 0 0 0,1-2 0 0 0,0-1 0 0 0,0 0 0 0 0,1 0 0 0 0,-1 0 0 0 0,0-1 0 0 0,0 1 0 0 0,1-1 0 0 0,-1 1 0 0 0,0 0 0 0 0,0 0 0 0 0,0 0 0 0 0,0-1 0 0 0,0 1 0 0 0,0 0 0 0 0,0 0 0 0 0,0 0 0 0 0,0 0 0 0 0,0-1 0 0 0,0-9 0 0 0,0-15 0 0 0,0-13 0 0 0,0-16 0 0 0,0-9 0 0 0,0-4 0 0 0,0-8 0 0 0,0 0 0 0 0,0 2 0 0 0,0-3 0 0 0,0 1 0 0 0,0 3 0 0 0,0-2 0 0 0,0 1 0 0 0,0 2 0 0 0,0 3 0 0 0,0 3 0 0 0,0-4 0 0 0,0-1 0 0 0,0 2 0 0 0,0 1 0 0 0,0 2 0 0 0,0 1 0 0 0,0-3 0 0 0,0-2 0 0 0,0-5 0 0 0,0 0 0 0 0,0 2 0 0 0,0 3 0 0 0,0 2 0 0 0,0 3 0 0 0,5 1 0 0 0,2 1 0 0 0,-1 0 0 0 0,0-4 0 0 0,-2-8 0 0 0,-2-6 0 0 0,-1-1 0 0 0,0-1 0 0 0,-1 1 0 0 0,0 6 0 0 0,-1 3 0 0 0,1 5 0 0 0,0-3 0 0 0,0 1 0 0 0,-1-5 0 0 0,1 1 0 0 0,0 1 0 0 0,0 4 0 0 0,0 1 0 0 0,0 3 0 0 0,0 1 0 0 0,0-4 0 0 0,0-7 0 0 0,0-1 0 0 0,0 2 0 0 0,0 2 0 0 0,0 4 0 0 0,0 1 0 0 0,0 3 0 0 0,0 1 0 0 0,0 0 0 0 0,0 1 0 0 0,0 0 0 0 0,0-1 0 0 0,0 1 0 0 0,0 10 0 0 0,0 19 0 0 0,0 15 0 0 0,0 10 0 0 0,0 6 0 0 0,0 4 0 0 0,-5 1 0 0 0,-2 0 0 0 0,1-1 0 0 0,0-1 0 0 0,2 4 0 0 0,2 2 0 0 0,1 4 0 0 0,0 5 0 0 0,1 0 0 0 0,0-3 0 0 0,-4-3 0 0 0,-3-5 0 0 0,0-3 0 0 0,2 4 0 0 0,2 0 0 0 0,-5-1 0 0 0,0 3 0 0 0,1 7 0 0 0,1-1 0 0 0,3 3 0 0 0,-5 3 0 0 0,0-2 0 0 0,1 2 0 0 0,2-4 0 0 0,-3-4 0 0 0,-1 1 0 0 0,1-2 0 0 0,2 1 0 0 0,3 5 0 0 0,1-1 0 0 0,1 2 0 0 0,0-3 0 0 0,2-4 0 0 0,-1 2 0 0 0,0-2 0 0 0,-4 2 0 0 0,-3 4 0 0 0,0-1 0 0 0,2-4 0 0 0,1-3 0 0 0,2 1 0 0 0,1 4 0 0 0,0 0 0 0 0,1 2 0 0 0,-5 3 0 0 0,-2 4 0 0 0,1-2 0 0 0,1-5 0 0 0,1-1 0 0 0,2-2 0 0 0,-4 1 0 0 0,-2-1 0 0 0,1 1 0 0 0,2-1 0 0 0,2-4 0 0 0,1 2 0 0 0,1 0 0 0 0,-5 1 0 0 0,-1 0 0 0 0,1-3 0 0 0,1-3 0 0 0,1-2 0 0 0,2-3 0 0 0,1-2 0 0 0,1 0 0 0 0,0-1 0 0 0,0 1 0 0 0,0-1 0 0 0,0 0 0 0 0,1 1 0 0 0,-1-1 0 0 0,0-9 0 0 0,0-15 0 0 0,0-13 0 0 0,0-11 0 0 0,0-7 0 0 0,0-5 0 0 0,0-2 0 0 0,5-2 0 0 0,2-4 0 0 0,0-2 0 0 0,-2 0 0 0 0,-1 3 0 0 0,-2-3 0 0 0,0-1 0 0 0,-2-3 0 0 0,0 1 0 0 0,5-4 0 0 0,2-3 0 0 0,-1 1 0 0 0,-1 3 0 0 0,-1 0 0 0 0,-2-3 0 0 0,-1 1 0 0 0,0 4 0 0 0,-1 4 0 0 0,0 4 0 0 0,5-3 0 0 0,1-5 0 0 0,1 0 0 0 0,-2 2 0 0 0,-1 2 0 0 0,-2 4 0 0 0,-1-3 0 0 0,0 0 0 0 0,-1-4 0 0 0,5-5 0 0 0,1-5 0 0 0,1 1 0 0 0,-2 5 0 0 0,-1-1 0 0 0,-2 3 0 0 0,-1-1 0 0 0,0 1 0 0 0,-1 4 0 0 0,-1-2 0 0 0,1 1 0 0 0,0-3 0 0 0,0 1 0 0 0,-1 3 0 0 0,1-2 0 0 0,0-4 0 0 0,0 0 0 0 0,0-2 0 0 0,0-3 0 0 0,0-3 0 0 0,0 2 0 0 0,0 5 0 0 0,0 0 0 0 0,0 4 0 0 0,0 3 0 0 0,0-2 0 0 0,0 2 0 0 0,0 2 0 0 0,0-3 0 0 0,0 1 0 0 0,0 2 0 0 0,0 2 0 0 0,0-2 0 0 0,0-1 0 0 0,0 2 0 0 0,0 1 0 0 0,0 3 0 0 0,0 1 0 0 0,0 2 0 0 0,0 0 0 0 0,0 0 0 0 0,0 1 0 0 0,0-1 0 0 0,0 1 0 0 0,0-1 0 0 0,0 1 0 0 0,0-1 0 0 0,0 11 0 0 0,0 13 0 0 0,0 14 0 0 0,0 11 0 0 0,0 7 0 0 0,-5 0 0 0 0,-2 0 0 0 0,0 2 0 0 0,2 1 0 0 0,1 1 0 0 0,2 1 0 0 0,1 1 0 0 0,0 0 0 0 0,1 0 0 0 0,0 0 0 0 0,1 0 0 0 0,-1 0 0 0 0,0 5 0 0 0,0 7 0 0 0,0 2 0 0 0,-5-2 0 0 0,-2 2 0 0 0,1 4 0 0 0,0-1 0 0 0,-3 2 0 0 0,0-2 0 0 0,1-5 0 0 0,2 2 0 0 0,2 3 0 0 0,2-2 0 0 0,1 3 0 0 0,-4-2 0 0 0,-2-4 0 0 0,1 1 0 0 0,1-1 0 0 0,1 2 0 0 0,2 4 0 0 0,1-1 0 0 0,1-4 0 0 0,0-3 0 0 0,0-5 0 0 0,0-2 0 0 0,0-2 0 0 0,1-1 0 0 0,-1-1 0 0 0,0 0 0 0 0,0 1 0 0 0,0 4 0 0 0,0 2 0 0 0,0 1 0 0 0,0-2 0 0 0,0-2 0 0 0,0 5 0 0 0,0 0 0 0 0,0-1 0 0 0,0-2 0 0 0,0-2 0 0 0,0-1 0 0 0,0-1 0 0 0,0-1 0 0 0,0 0 0 0 0,0-1 0 0 0,0 1 0 0 0,0-1 0 0 0,0 1 0 0 0,0 0 0 0 0,0-1 0 0 0,0 1 0 0 0,0 0 0 0 0,0-11 0 0 0,0-13 0 0 0,0-14 0 0 0,0-11 0 0 0,0-7 0 0 0,5-5 0 0 0,2-2 0 0 0,0-2 0 0 0,-2 1 0 0 0,-1 0 0 0 0,-2 0 0 0 0,0 1 0 0 0,-2 1 0 0 0,0 0 0 0 0,0 0 0 0 0,0 0 0 0 0,-1 0 0 0 0,1 1 0 0 0,0-1 0 0 0,0 0 0 0 0,0 0 0 0 0,5 1 0 0 0,2-1 0 0 0,0 0 0 0 0,-2 0 0 0 0,-1-5 0 0 0,-2-7 0 0 0,-1-1 0 0 0,0 1 0 0 0,-1-3 0 0 0,0-3 0 0 0,-1-4 0 0 0,1-4 0 0 0,0-2 0 0 0,0-2 0 0 0,0 4 0 0 0,0 7 0 0 0,0 6 0 0 0,0 1 0 0 0,0 2 0 0 0,0 2 0 0 0,-6-1 0 0 0,-1-6 0 0 0,1 0 0 0 0,0-2 0 0 0,3 2 0 0 0,-5-3 0 0 0,0-2 0 0 0,1 1 0 0 0,1 0 0 0 0,3-3 0 0 0,-5-3 0 0 0,0 3 0 0 0,1 0 0 0 0,-3-1 0 0 0,0-3 0 0 0,1 4 0 0 0,3 1 0 0 0,2 3 0 0 0,1-1 0 0 0,2 4 0 0 0,1 4 0 0 0,-5-1 0 0 0,-1 1 0 0 0,0 3 0 0 0,1-3 0 0 0,-4 6 0 0 0,0-1 0 0 0,1 0 0 0 0,2 1 0 0 0,2 2 0 0 0,-3 1 0 0 0,-1-4 0 0 0,1-2 0 0 0,2 2 0 0 0,1 1 0 0 0,2 2 0 0 0,2 1 0 0 0,-1 1 0 0 0,1 1 0 0 0,1 0 0 0 0,-1 0 0 0 0,0 1 0 0 0,1-1 0 0 0,-1 1 0 0 0,-5 4 0 0 0,-2 13 0 0 0,0 13 0 0 0,2 13 0 0 0,-4 8 0 0 0,-1 7 0 0 0,2 3 0 0 0,2 2 0 0 0,3 0 0 0 0,1 0 0 0 0,1 5 0 0 0,0 2 0 0 0,2-2 0 0 0,-1-1 0 0 0,-5-3 0 0 0,-2 0 0 0 0,1 3 0 0 0,1 1 0 0 0,1 5 0 0 0,2-1 0 0 0,1-1 0 0 0,0-2 0 0 0,1-4 0 0 0,0-1 0 0 0,1-2 0 0 0,-1-1 0 0 0,0-1 0 0 0,0 6 0 0 0,0 1 0 0 0,0 0 0 0 0,0-1 0 0 0,0 4 0 0 0,0 5 0 0 0,0 1 0 0 0,0 2 0 0 0,0-1 0 0 0,0-3 0 0 0,0-5 0 0 0,0 2 0 0 0,0 0 0 0 0,0-3 0 0 0,0 4 0 0 0,0-1 0 0 0,0-2 0 0 0,0-3 0 0 0,0 4 0 0 0,0 0 0 0 0,0-2 0 0 0,0-1 0 0 0,0-3 0 0 0,0-1 0 0 0,0-2 0 0 0,0 0 0 0 0,0 0 0 0 0,0-1 0 0 0,0 1 0 0 0,0-1 0 0 0,0 1 0 0 0,0-1 0 0 0,0 1 0 0 0,0 0 0 0 0,0 0 0 0 0,0 0 0 0 0,6-6 0 0 0,6-6 0 0 0,7-12 0 0 0,5-8 0 0 0,-1-8 0 0 0,-5-8 0 0 0,0-6 0 0 0,2-5 0 0 0,-2-3 0 0 0,1 4 0 0 0,-3 2 0 0 0,-4-1 0 0 0,1 4 0 0 0,-1 1 0 0 0,1-1 0 0 0,0-3 0 0 0,-3-1 0 0 0,3-3 0 0 0,-2-1 0 0 0,3 0 0 0 0,-1-1 0 0 0,3 5 0 0 0,-2 2 0 0 0,-3-1 0 0 0,-3-1 0 0 0,1-1 0 0 0,1-1 0 0 0,2-2 0 0 0,1 0 0 0 0,-3-1 0 0 0,-3 0 0 0 0,2 0 0 0 0,6-6 0 0 0,-1-1 0 0 0,4 6 0 0 0,-3 3 0 0 0,-2 1 0 0 0,-5 0 0 0 0,-3-1 0 0 0,3 0 0 0 0,0 0 0 0 0,4-1 0 0 0,-1-1 0 0 0,4 1 0 0 0,-1-1 0 0 0,-2 0 0 0 0,-5-5 0 0 0,4 3 0 0 0,-2 2 0 0 0,-1 2 0 0 0,2-1 0 0 0,0 1 0 0 0,-1-1 0 0 0,-3 0 0 0 0,-2 0 0 0 0,-2-1 0 0 0,4 1 0 0 0,1-1 0 0 0,4 0 0 0 0,1 0 0 0 0,-2 0 0 0 0,3 5 0 0 0,-7 8 0 0 0,-3 11 0 0 0,-9 7 0 0 0,-2 9 0 0 0,-5 9 0 0 0,-1 5 0 0 0,-3 0 0 0 0,1 0 0 0 0,4 3 0 0 0,-2-4 0 0 0,2-1 0 0 0,-3-3 0 0 0,-3 1 0 0 0,0 1 0 0 0,-1-2 0 0 0,3 1 0 0 0,-2-2 0 0 0,-3 0 0 0 0,3 3 0 0 0,-2-1 0 0 0,-2-5 0 0 0,2 1 0 0 0,0-3 0 0 0,3 3 0 0 0,-1-2 0 0 0,-2 3 0 0 0,-4-2 0 0 0,3 2 0 0 0,0-2 0 0 0,3 3 0 0 0,-1-3 0 0 0,-1-3 0 0 0,1 2 0 0 0,5 4 0 0 0,-1-1 0 0 0,8-4 0 0 0,10-3 0 0 0,9-3 0 0 0,9-3 0 0 0,5-2 0 0 0,5-1 0 0 0,0-1 0 0 0,2 1 0 0 0,0-1 0 0 0,0 0 0 0 0,-1 1 0 0 0,-1 0 0 0 0,-5-6 0 0 0,4-1 0 0 0,1 1 0 0 0,1 0 0 0 0,0 3 0 0 0,0 0 0 0 0,0 2 0 0 0,0 1 0 0 0,-1 0 0 0 0,0 0 0 0 0,0 0 0 0 0,5 0 0 0 0,2 1 0 0 0,-1-1 0 0 0,-1 0 0 0 0,-1 0 0 0 0,-2 0 0 0 0,-1 0 0 0 0,-6-5 0 0 0,-2-2 0 0 0,0 0 0 0 0,1 2 0 0 0,2 1 0 0 0,1 2 0 0 0,-4-5 0 0 0,-6-6 0 0 0,-11 0 0 0 0,-12 1 0 0 0,-11 3 0 0 0,-8 3 0 0 0,-4 3 0 0 0,-4 1 0 0 0,4-3 0 0 0,2-2 0 0 0,0 1 0 0 0,-1 1 0 0 0,-1 2 0 0 0,-1-5 0 0 0,-1 1 0 0 0,-1 0 0 0 0,0 1 0 0 0,0 3 0 0 0,-5 1 0 0 0,-7 1 0 0 0,4-5 0 0 0,3-1 0 0 0,2 1 0 0 0,2 1 0 0 0,2 1 0 0 0,0 2 0 0 0,0-4 0 0 0,-1-2 0 0 0,-4 2 0 0 0,-3-4 0 0 0,1-1 0 0 0,-4 2 0 0 0,-1 3 0 0 0,3 2 0 0 0,1 1 0 0 0,3 2 0 0 0,2 1 0 0 0,1 1 0 0 0,1-1 0 0 0,0 0 0 0 0,-4-4 0 0 0,-3-3 0 0 0,-4 0 0 0 0,-1 2 0 0 0,2 1 0 0 0,3 2 0 0 0,2 1 0 0 0,2 0 0 0 0,7-4 0 0 0,3-2 0 0 0,0 1 0 0 0,10 1 0 0 0,11 1 0 0 0,13 2 0 0 0,9 1 0 0 0,7 0 0 0 0,4 1 0 0 0,3 1 0 0 0,0-1 0 0 0,0 0 0 0 0,-5 6 0 0 0,-3 1 0 0 0,0 0 0 0 0,1-2 0 0 0,1-1 0 0 0,2-2 0 0 0,0-1 0 0 0,2 0 0 0 0,-1-1 0 0 0,1 0 0 0 0,0-1 0 0 0,0 1 0 0 0,0 0 0 0 0,0 0 0 0 0,0 0 0 0 0,0 0 0 0 0,-10-1 0 0 0,-15 1 0 0 0,-13 0 0 0 0,-10 1 0 0 0,-9-1 0 0 0,-4 0 0 0 0,-2 0 0 0 0,-2 0 0 0 0,1 0 0 0 0,0 0 0 0 0,0 0 0 0 0,1 0 0 0 0,1 0 0 0 0,0 0 0 0 0,0 0 0 0 0,0 0 0 0 0,1 0 0 0 0,-1 0 0 0 0,0 0 0 0 0,0 0 0 0 0,1 0 0 0 0,-1 0 0 0 0,0 0 0 0 0,0 0 0 0 0,6 5 0 0 0,1 2 0 0 0,0-1 0 0 0,-2 0 0 0 0,-1-2 0 0 0,4 3 0 0 0,0 1 0 0 0,0 0 0 0 0,-3 2 0 0 0,-1 1 0 0 0,9-3 0 0 0,12-1 0 0 0,13-3 0 0 0,11-2 0 0 0,7-1 0 0 0,4-1 0 0 0,3 0 0 0 0,2-1 0 0 0,-1 1 0 0 0,0 0 0 0 0,-1-1 0 0 0,0 1 0 0 0,0 0 0 0 0,-1 0 0 0 0,0 0 0 0 0,0 0 0 0 0,-1 0 0 0 0,1 0 0 0 0,0 0 0 0 0,-1 0 0 0 0,1 0 0 0 0,0 0 0 0 0,0 0 0 0 0,0 0 0 0 0,-1 0 0 0 0,1 0 0 0 0,0 0 0 0 0,-11 0 0 0 0,-13 0 0 0 0,-14 0 0 0 0,-11 0 0 0 0,-7 0 0 0 0,-5 0 0 0 0,-2 0 0 0 0,-2-5 0 0 0,1-2 0 0 0,0 0 0 0 0,-5 2 0 0 0,4-4 0 0 0,3-1 0 0 0,1 3 0 0 0,1 1 0 0 0,0 2 0 0 0,-1 2 0 0 0,0 1 0 0 0,0-5 0 0 0,-1 0 0 0 0,-4-1 0 0 0,2-3 0 0 0,2 0 0 0 0,-3 1 0 0 0,-3 2 0 0 0,1 3 0 0 0,-4 2 0 0 0,-6 1 0 0 0,-1-5 0 0 0,4 0 0 0 0,-8-1 0 0 0,-6-3 0 0 0,3 0 0 0 0,4 1 0 0 0,1-2 0 0 0,3-1 0 0 0,-6 3 0 0 0,0 3 0 0 0,4-3 0 0 0,5 0 0 0 0,-1 1 0 0 0,2 3 0 0 0,-2 1 0 0 0,0 2 0 0 0,4 2 0 0 0,2 0 0 0 0,3 0 0 0 0,-3 0 0 0 0,-1 1 0 0 0,2-1 0 0 0,1 0 0 0 0,2 0 0 0 0,2 0 0 0 0,0-5 0 0 0,1-2 0 0 0,0 1 0 0 0,1 0 0 0 0,-1 2 0 0 0,1 2 0 0 0,-1 1 0 0 0,1 0 0 0 0,-1 1 0 0 0,0 0 0 0 0,0 1 0 0 0,0-6 0 0 0,0-2 0 0 0,1 1 0 0 0,-1 0 0 0 0,0 3 0 0 0,0 0 0 0 0,0 2 0 0 0,0-5 0 0 0,11-1 0 0 0,14 1 0 0 0,13 1 0 0 0,10 1 0 0 0,3-3 0 0 0,3-1 0 0 0,3 1 0 0 0,2 1 0 0 0,2 3 0 0 0,1 1 0 0 0,0 1 0 0 0,0 1 0 0 0,1 0 0 0 0,-1 0 0 0 0,0 0 0 0 0,5 1 0 0 0,2-1 0 0 0,5 0 0 0 0,5 0 0 0 0,1 0 0 0 0,1 0 0 0 0,-2 0 0 0 0,-4 0 0 0 0,-4 0 0 0 0,-4 0 0 0 0,-2 0 0 0 0,3 0 0 0 0,5 5 0 0 0,2 2 0 0 0,-2 0 0 0 0,-3-2 0 0 0,-2-1 0 0 0,-3-1 0 0 0,-2-2 0 0 0,-1 5 0 0 0,0 0 0 0 0,5 1 0 0 0,1-2 0 0 0,0-2 0 0 0,-1 0 0 0 0,-2-2 0 0 0,-1 4 0 0 0,-1 2 0 0 0,-1 0 0 0 0,0-2 0 0 0,0-2 0 0 0,5 5 0 0 0,1 0 0 0 0,0-1 0 0 0,-1-2 0 0 0,-1-1 0 0 0,-2-2 0 0 0,-1-1 0 0 0,-1-1 0 0 0,0 0 0 0 0,0 0 0 0 0,-1-1 0 0 0,-4 6 0 0 0,-3 2 0 0 0,1-1 0 0 0,-9 0 0 0 0,-12-3 0 0 0,-12 0 0 0 0,-10-2 0 0 0,-7 0 0 0 0,-4-1 0 0 0,-2-1 0 0 0,-1 1 0 0 0,-1 0 0 0 0,1 0 0 0 0,1-1 0 0 0,-5 1 0 0 0,-1 0 0 0 0,-5 0 0 0 0,0 0 0 0 0,1 0 0 0 0,4 0 0 0 0,2 0 0 0 0,-3 0 0 0 0,-5 0 0 0 0,-1 0 0 0 0,-2 0 0 0 0,0 0 0 0 0,4 0 0 0 0,-1-5 0 0 0,1-2 0 0 0,2 0 0 0 0,4 2 0 0 0,3 1 0 0 0,-4 2 0 0 0,-6 1 0 0 0,-5 0 0 0 0,0 1 0 0 0,2 0 0 0 0,6 1 0 0 0,3-1 0 0 0,-2 0 0 0 0,0 0 0 0 0,-2 0 0 0 0,-6 0 0 0 0,-5 0 0 0 0,-4 0 0 0 0,-2 0 0 0 0,3 0 0 0 0,1 0 0 0 0,-1 0 0 0 0,4 0 0 0 0,5 0 0 0 0,1-5 0 0 0,3-2 0 0 0,-3 1 0 0 0,3 0 0 0 0,2 2 0 0 0,3 2 0 0 0,-2 1 0 0 0,-5 0 0 0 0,0 1 0 0 0,3 0 0 0 0,2 1 0 0 0,4-1 0 0 0,2 0 0 0 0,2 0 0 0 0,1 1 0 0 0,0-1 0 0 0,1 0 0 0 0,0-6 0 0 0,0-1 0 0 0,-1 1 0 0 0,1 0 0 0 0,-1 3 0 0 0,0 0 0 0 0,0 2 0 0 0,0 0 0 0 0,1 1 0 0 0,4-5 0 0 0,13-1 0 0 0,13-1 0 0 0,12 2 0 0 0,10 2 0 0 0,5-5 0 0 0,4 0 0 0 0,2 1 0 0 0,1 1 0 0 0,4 3 0 0 0,2 1 0 0 0,-1 1 0 0 0,3 1 0 0 0,0 0 0 0 0,-2 0 0 0 0,-2 0 0 0 0,-3 1 0 0 0,-2-1 0 0 0,-1 0 0 0 0,4 0 0 0 0,1 0 0 0 0,5 0 0 0 0,1 0 0 0 0,3 0 0 0 0,-1 0 0 0 0,-2 0 0 0 0,-4 0 0 0 0,-3 0 0 0 0,2 0 0 0 0,6 0 0 0 0,6 0 0 0 0,-1 0 0 0 0,-3 0 0 0 0,1 0 0 0 0,-2 0 0 0 0,1 0 0 0 0,-1 0 0 0 0,-3 0 0 0 0,1 0 0 0 0,4 0 0 0 0,0 0 0 0 0,1 0 0 0 0,4 0 0 0 0,-2 0 0 0 0,1 0 0 0 0,-2 0 0 0 0,-1 0 0 0 0,-1 0 0 0 0,0 5 0 0 0,-1 2 0 0 0,-5 0 0 0 0,-2-2 0 0 0,-4-1 0 0 0,-3-1 0 0 0,0-2 0 0 0,-2-1 0 0 0,0 0 0 0 0,1 0 0 0 0,-1 0 0 0 0,0-1 0 0 0,1 1 0 0 0,-1 0 0 0 0,1 5 0 0 0,0 2 0 0 0,0 0 0 0 0,-1-2 0 0 0,1-1 0 0 0,-5 4 0 0 0,-13 0 0 0 0,-13-1 0 0 0,-12-2 0 0 0,-10-1 0 0 0,-5-2 0 0 0,-4-1 0 0 0,-2-1 0 0 0,-1 0 0 0 0,1 0 0 0 0,0-1 0 0 0,1 1 0 0 0,0 0 0 0 0,-4 0 0 0 0,-2 0 0 0 0,0 0 0 0 0,2 0 0 0 0,2 0 0 0 0,1 0 0 0 0,-5 0 0 0 0,0 0 0 0 0,1 0 0 0 0,1 0 0 0 0,-4 0 0 0 0,-5-6 0 0 0,0-1 0 0 0,-4 1 0 0 0,2 0 0 0 0,-1 3 0 0 0,-4-5 0 0 0,2 0 0 0 0,5 1 0 0 0,-1 1 0 0 0,2 3 0 0 0,-7 1 0 0 0,0 1 0 0 0,-2 0 0 0 0,3 1 0 0 0,-6 1 0 0 0,1-1 0 0 0,5-5 0 0 0,1-2 0 0 0,-8 1 0 0 0,1 1 0 0 0,0 1 0 0 0,4 2 0 0 0,0-5 0 0 0,-1 0 0 0 0,2 0 0 0 0,1 2 0 0 0,-3 1 0 0 0,3 2 0 0 0,-1 1 0 0 0,-1 1 0 0 0,-4 0 0 0 0,4 0 0 0 0,-1-5 0 0 0,4-1 0 0 0,5-1 0 0 0,4 2 0 0 0,5 1 0 0 0,-3 2 0 0 0,0 1 0 0 0,-4 0 0 0 0,-1 1 0 0 0,3 0 0 0 0,2 1 0 0 0,3-1 0 0 0,2 0 0 0 0,1 0 0 0 0,1 0 0 0 0,0 1 0 0 0,6-7 0 0 0,2-1 0 0 0,-1 1 0 0 0,9 0 0 0 0,13 2 0 0 0,11 2 0 0 0,10 1 0 0 0,7 0 0 0 0,4 1 0 0 0,7 1 0 0 0,4-1 0 0 0,-2 0 0 0 0,0 0 0 0 0,-3 1 0 0 0,-2-1 0 0 0,-2 0 0 0 0,0 0 0 0 0,4 0 0 0 0,2 0 0 0 0,-1 0 0 0 0,4 0 0 0 0,0 0 0 0 0,-1 0 0 0 0,2 0 0 0 0,0 0 0 0 0,-2 0 0 0 0,-3 0 0 0 0,-2 0 0 0 0,-2 0 0 0 0,4 0 0 0 0,1 0 0 0 0,-1 0 0 0 0,-1 0 0 0 0,-2 0 0 0 0,-2 0 0 0 0,0 0 0 0 0,-1 0 0 0 0,5 0 0 0 0,2 0 0 0 0,-1 0 0 0 0,-1 0 0 0 0,4 0 0 0 0,5 0 0 0 0,1 0 0 0 0,-3 0 0 0 0,2 0 0 0 0,-1 0 0 0 0,-3 0 0 0 0,-4 0 0 0 0,-2 0 0 0 0,-2 0 0 0 0,-1 0 0 0 0,3 0 0 0 0,3 0 0 0 0,-1 0 0 0 0,-2 0 0 0 0,-1 0 0 0 0,-1 0 0 0 0,-1 0 0 0 0,-1 0 0 0 0,0 0 0 0 0,-11 0 0 0 0,-14 0 0 0 0,-13 0 0 0 0,-11 0 0 0 0,-7 0 0 0 0,-5 0 0 0 0,-2 0 0 0 0,-2 0 0 0 0,0 0 0 0 0,1 0 0 0 0,1 5 0 0 0,0 2 0 0 0,1 0 0 0 0,0-2 0 0 0,0-1 0 0 0,-5-2 0 0 0,-2-1 0 0 0,1 0 0 0 0,1 4 0 0 0,1 2 0 0 0,2-1 0 0 0,1-1 0 0 0,1-1 0 0 0,0-2 0 0 0,0-1 0 0 0,1 0 0 0 0,-1-1 0 0 0,0-1 0 0 0,1 1 0 0 0,-1 5 0 0 0,0 2 0 0 0,0-1 0 0 0,1 0 0 0 0,-1-3 0 0 0,0 0 0 0 0,0 3 0 0 0,0 2 0 0 0,0-2 0 0 0,1-1 0 0 0,-1-1 0 0 0,0-2 0 0 0,0-1 0 0 0,0-1 0 0 0,1 0 0 0 0,-1 5 0 0 0,0 2 0 0 0,0-1 0 0 0,11-1 0 0 0,13-1 0 0 0,14-2 0 0 0,11 0 0 0 0,7-2 0 0 0,5 0 0 0 0,2 0 0 0 0,2 0 0 0 0,-1-1 0 0 0,1 1 0 0 0,-2 0 0 0 0,0 0 0 0 0,-1 0 0 0 0,0 0 0 0 0,0 0 0 0 0,5 0 0 0 0,2 5 0 0 0,-1 2 0 0 0,-1 0 0 0 0,-1-2 0 0 0,-2-1 0 0 0,-1-2 0 0 0,5-1 0 0 0,1 0 0 0 0,-1-1 0 0 0,-1 0 0 0 0,-2-1 0 0 0,-1 1 0 0 0,-1 0 0 0 0,-1 0 0 0 0,0 0 0 0 0,-1 0 0 0 0,1 0 0 0 0,-6 5 0 0 0,-1 2 0 0 0,0-1 0 0 0,1 0 0 0 0,2-2 0 0 0,2-2 0 0 0,0-1 0 0 0,2 0 0 0 0,-11-1 0 0 0,-13 0 0 0 0,-14-1 0 0 0,-10 1 0 0 0,-8 0 0 0 0,-5 0 0 0 0,-2-1 0 0 0,-2 1 0 0 0,1 0 0 0 0,0 0 0 0 0,0 0 0 0 0,-4 0 0 0 0,-1 0 0 0 0,0 0 0 0 0,2 0 0 0 0,1 0 0 0 0,-3 0 0 0 0,-1 0 0 0 0,-4 0 0 0 0,0 0 0 0 0,2 0 0 0 0,2 0 0 0 0,4 0 0 0 0,1 0 0 0 0,-3 0 0 0 0,-1 0 0 0 0,1 0 0 0 0,1 0 0 0 0,2 0 0 0 0,-4 0 0 0 0,-1 0 0 0 0,2 0 0 0 0,-5 0 0 0 0,1 0 0 0 0,2 0 0 0 0,-4 0 0 0 0,1 0 0 0 0,3 0 0 0 0,-4 0 0 0 0,1 0 0 0 0,3 0 0 0 0,2 0 0 0 0,2 0 0 0 0,2 0 0 0 0,2 0 0 0 0,5-5 0 0 0,-3-2 0 0 0,-1 1 0 0 0,-2 0 0 0 0,0 2 0 0 0,0 2 0 0 0,0 1 0 0 0,1 0 0 0 0,10 1 0 0 0,14 0 0 0 0,14 1 0 0 0,11-1 0 0 0,7 0 0 0 0,5-5 0 0 0,3-2 0 0 0,0 1 0 0 0,1 0 0 0 0,-1 3 0 0 0,-1 0 0 0 0,5 2 0 0 0,2 0 0 0 0,-1 1 0 0 0,-2 1 0 0 0,4-1 0 0 0,5 0 0 0 0,1 0 0 0 0,-3 1 0 0 0,-3-1 0 0 0,-4 0 0 0 0,-1 0 0 0 0,-3 0 0 0 0,-1 0 0 0 0,-1 0 0 0 0,1 0 0 0 0,-1 0 0 0 0,0 0 0 0 0,0 0 0 0 0,1 0 0 0 0,0 0 0 0 0,-1 0 0 0 0,1 0 0 0 0,0 0 0 0 0,0 0 0 0 0,0 0 0 0 0,0 0 0 0 0,0 0 0 0 0,-1 0 0 0 0,1 0 0 0 0,0 0 0 0 0,0 0 0 0 0,0 0 0 0 0,-1 0 0 0 0,1 0 0 0 0,-5 5 0 0 0,-2 2 0 0 0,0 0 0 0 0,1-2 0 0 0,2-1 0 0 0,-3 3 0 0 0,-2 2 0 0 0,-9-2 0 0 0,-12-2 0 0 0,-11-1 0 0 0,-10-2 0 0 0,-6-1 0 0 0,-4-1 0 0 0,-2 0 0 0 0,-2 0 0 0 0,1-1 0 0 0,0 1 0 0 0,1 0 0 0 0,0 0 0 0 0,1-1 0 0 0,0 1 0 0 0,0 6 0 0 0,0 1 0 0 0,1-1 0 0 0,-1 0 0 0 0,-5-3 0 0 0,-2 0 0 0 0,1-2 0 0 0,1 0 0 0 0,1-1 0 0 0,-3-1 0 0 0,-1 1 0 0 0,1 0 0 0 0,1 0 0 0 0,3-1 0 0 0,1 1 0 0 0,7 5 0 0 0,1 2 0 0 0,1 0 0 0 0,-1-2 0 0 0,-1-1 0 0 0,-3-1 0 0 0,0-2 0 0 0,-1-1 0 0 0,-1 0 0 0 0,0 0 0 0 0,0 0 0 0 0,0 0 0 0 0,0 5 0 0 0,0 1 0 0 0,0 1 0 0 0,0-2 0 0 0,11-1 0 0 0,13-2 0 0 0,14 0 0 0 0,11-2 0 0 0,7 0 0 0 0,5 0 0 0 0,3 0 0 0 0,0-1 0 0 0,1 1 0 0 0,-1 0 0 0 0,-1 0 0 0 0,5 0 0 0 0,2 0 0 0 0,-2 0 0 0 0,0 0 0 0 0,-3 0 0 0 0,-1 0 0 0 0,4 0 0 0 0,7 0 0 0 0,0 0 0 0 0,4 0 0 0 0,-1 0 0 0 0,1 0 0 0 0,-1 0 0 0 0,-4 0 0 0 0,-4 0 0 0 0,-4 0 0 0 0,4 0 0 0 0,4 0 0 0 0,2 0 0 0 0,-3 0 0 0 0,-3 0 0 0 0,3 0 0 0 0,-2 0 0 0 0,-1 0 0 0 0,3 0 0 0 0,-1 0 0 0 0,4 0 0 0 0,4 0 0 0 0,-1 0 0 0 0,-3 0 0 0 0,-4 0 0 0 0,1 0 0 0 0,-1 0 0 0 0,8 0 0 0 0,2 0 0 0 0,-4 0 0 0 0,1 5 0 0 0,4 2 0 0 0,2 0 0 0 0,-2-2 0 0 0,-5-1 0 0 0,-5 4 0 0 0,1 0 0 0 0,-2-1 0 0 0,-3-2 0 0 0,-2-1 0 0 0,-2-2 0 0 0,-2-1 0 0 0,-1-1 0 0 0,0 0 0 0 0,-1 0 0 0 0,0-1 0 0 0,1 1 0 0 0,-6 5 0 0 0,-7 7 0 0 0,-11 2 0 0 0,-13-2 0 0 0,-10-3 0 0 0,-7-3 0 0 0,-6-2 0 0 0,-3-3 0 0 0,-1 0 0 0 0,0-1 0 0 0,0-1 0 0 0,0 1 0 0 0,1-1 0 0 0,1 1 0 0 0,-6-1 0 0 0,0 1 0 0 0,-1 0 0 0 0,2 0 0 0 0,2 0 0 0 0,0 0 0 0 0,2 0 0 0 0,-4 0 0 0 0,-7 0 0 0 0,-1 0 0 0 0,1 0 0 0 0,3 0 0 0 0,4 0 0 0 0,-4 0 0 0 0,1 0 0 0 0,-5 0 0 0 0,2 0 0 0 0,1 0 0 0 0,-2 0 0 0 0,0 0 0 0 0,3 5 0 0 0,3 2 0 0 0,-3 0 0 0 0,-5-2 0 0 0,-5-1 0 0 0,0 4 0 0 0,-2 0 0 0 0,-2-1 0 0 0,3-1 0 0 0,4-3 0 0 0,6-1 0 0 0,4-1 0 0 0,3 5 0 0 0,2 1 0 0 0,2-1 0 0 0,0-1 0 0 0,0-2 0 0 0,0-1 0 0 0,-5 0 0 0 0,-3-2 0 0 0,1 0 0 0 0,-4 0 0 0 0,-1 5 0 0 0,2 1 0 0 0,3 1 0 0 0,2 3 0 0 0,2 1 0 0 0,1-2 0 0 0,1 3 0 0 0,11-1 0 0 0,14-2 0 0 0,13-3 0 0 0,11-2 0 0 0,7-1 0 0 0,6-3 0 0 0,6 0 0 0 0,4 0 0 0 0,-1 0 0 0 0,-1-1 0 0 0,-3 1 0 0 0,-2-1 0 0 0,-1 1 0 0 0,4 0 0 0 0,0 0 0 0 0,1 0 0 0 0,-3 0 0 0 0,0 0 0 0 0,-3 0 0 0 0,5 0 0 0 0,2 0 0 0 0,-2 0 0 0 0,-1 0 0 0 0,-2 0 0 0 0,4 0 0 0 0,1 0 0 0 0,-1 0 0 0 0,-2 0 0 0 0,4 0 0 0 0,0 0 0 0 0,-2 0 0 0 0,-1 0 0 0 0,-3 0 0 0 0,-1 0 0 0 0,4 0 0 0 0,1 0 0 0 0,-1 0 0 0 0,4 0 0 0 0,0 0 0 0 0,-1 0 0 0 0,-3 0 0 0 0,-2 0 0 0 0,-2 0 0 0 0,-1 0 0 0 0,-1 0 0 0 0,0 0 0 0 0,4 0 0 0 0,3 0 0 0 0,-1 0 0 0 0,-1 0 0 0 0,-2 0 0 0 0,4 0 0 0 0,1 0 0 0 0,-1 0 0 0 0,-1 0 0 0 0,-3 0 0 0 0,-1 0 0 0 0,-1 0 0 0 0,-1 0 0 0 0,-1 0 0 0 0,1 0 0 0 0,-11 0 0 0 0,-14 0 0 0 0,-13 0 0 0 0,-11 0 0 0 0,-7 0 0 0 0,-5 0 0 0 0,-3 0 0 0 0,0 0 0 0 0,-1 0 0 0 0,1 0 0 0 0,1 0 0 0 0,-5 0 0 0 0,-2 0 0 0 0,2 0 0 0 0,0 0 0 0 0,3 0 0 0 0,1 0 0 0 0,-4 0 0 0 0,-2 0 0 0 0,-3 0 0 0 0,-1 0 0 0 0,2 0 0 0 0,-3 0 0 0 0,-4 0 0 0 0,1 0 0 0 0,3 0 0 0 0,-1 0 0 0 0,1 0 0 0 0,-2 0 0 0 0,-3 0 0 0 0,-10 0 0 0 0,-5 0 0 0 0,3 0 0 0 0,2 0 0 0 0,0 0 0 0 0,5 0 0 0 0,1 0 0 0 0,-6 0 0 0 0,-4 0 0 0 0,-1 0 0 0 0,0 0 0 0 0,-1 0 0 0 0,7 0 0 0 0,2 0 0 0 0,-10 0 0 0 0,-10 0 0 0 0,3 0 0 0 0,3 0 0 0 0,9 0 0 0 0,3 0 0 0 0,-3 0 0 0 0,-2 0 0 0 0,-1 0 0 0 0,0 0 0 0 0,6 0 0 0 0,7 0 0 0 0,2 0 0 0 0,4 0 0 0 0,-1 0 0 0 0,3 0 0 0 0,-3 0 0 0 0,2 0 0 0 0,3 0 0 0 0,3 0 0 0 0,3 0 0 0 0,2 0 0 0 0,2 0 0 0 0,0 0 0 0 0,1 0 0 0 0,-1 0 0 0 0,1 0 0 0 0,0 5 0 0 0,5 8 0 0 0,11 0 0 0 0,10 4 0 0 0,9 0 0 0 0,10-5 0 0 0,7-3 0 0 0,5-3 0 0 0,4-3 0 0 0,1-2 0 0 0,1-1 0 0 0,0-1 0 0 0,-1 1 0 0 0,0-1 0 0 0,-1 6 0 0 0,6 1 0 0 0,1 1 0 0 0,-1-2 0 0 0,5-1 0 0 0,-1-2 0 0 0,-1 4 0 0 0,3 2 0 0 0,-1-1 0 0 0,8-2 0 0 0,6-2 0 0 0,-1-1 0 0 0,-4-1 0 0 0,-1 0 0 0 0,1-1 0 0 0,3 5 0 0 0,3 1 0 0 0,2 1 0 0 0,-4-2 0 0 0,5-2 0 0 0,-3 0 0 0 0,-1-2 0 0 0,1-1 0 0 0,2 0 0 0 0,0 0 0 0 0,1 0 0 0 0,1 0 0 0 0,-5-1 0 0 0,-1 1 0 0 0,0 0 0 0 0,2 0 0 0 0,-4 0 0 0 0,-1 0 0 0 0,-3 0 0 0 0,-6 0 0 0 0,2 0 0 0 0,-3 0 0 0 0,2 0 0 0 0,0 0 0 0 0,-4 0 0 0 0,3 0 0 0 0,4 0 0 0 0,0 0 0 0 0,-4 0 0 0 0,-3 0 0 0 0,-3 0 0 0 0,-3 0 0 0 0,-2 0 0 0 0,-1 0 0 0 0,4 0 0 0 0,2 0 0 0 0,0 0 0 0 0,-1 0 0 0 0,-2 0 0 0 0,-1 0 0 0 0,-1 0 0 0 0,-1 0 0 0 0,-11 0 0 0 0,-13 0 0 0 0,-14 0 0 0 0,-11 0 0 0 0,-8 0 0 0 0,-4 0 0 0 0,-2 0 0 0 0,-2 0 0 0 0,0 0 0 0 0,1 0 0 0 0,1 0 0 0 0,0 0 0 0 0,1 0 0 0 0,0 0 0 0 0,0 0 0 0 0,0 0 0 0 0,0 0 0 0 0,1 0 0 0 0,-1 0 0 0 0,0 0 0 0 0,0 0 0 0 0,0 0 0 0 0,1 0 0 0 0,-1 5 0 0 0,0 2 0 0 0,0 0 0 0 0,0-2 0 0 0,1-1 0 0 0,4 4 0 0 0,2 0 0 0 0,-5-1 0 0 0,-4-2 0 0 0,0-1 0 0 0,-7-2 0 0 0,0 4 0 0 0,1 2 0 0 0,1-2 0 0 0,8 4 0 0 0,4 1 0 0 0,0-3 0 0 0,0-1 0 0 0,-1 2 0 0 0,-1 1 0 0 0,-1-3 0 0 0,-1-1 0 0 0,0-3 0 0 0,4 4 0 0 0,2 1 0 0 0,0-1 0 0 0,3 3 0 0 0,1 1 0 0 0,-2-3 0 0 0,-2-1 0 0 0,2 2 0 0 0,1 5 0 0 0,8 1 0 0 0,12-3 0 0 0,12 2 0 0 0,8-1 0 0 0,7-3 0 0 0,5-4 0 0 0,1-2 0 0 0,1-2 0 0 0,0-1 0 0 0,0-1 0 0 0,-1-1 0 0 0,0 1 0 0 0,-1-1 0 0 0,0 1 0 0 0,0 0 0 0 0,0-1 0 0 0,-1 1 0 0 0,1 0 0 0 0,0 0 0 0 0,0 0 0 0 0,5 0 0 0 0,7 0 0 0 0,6 0 0 0 0,6 0 0 0 0,4 0 0 0 0,-3 0 0 0 0,0 6 0 0 0,-5 1 0 0 0,-6-1 0 0 0,-5 0 0 0 0,1-3 0 0 0,5 0 0 0 0,-2-2 0 0 0,-2 0 0 0 0,-3-1 0 0 0,-3-1 0 0 0,-2 1 0 0 0,3 0 0 0 0,1-1 0 0 0,-1 1 0 0 0,-2 0 0 0 0,5 0 0 0 0,-6 5 0 0 0,-2 2 0 0 0,3 0 0 0 0,1-2 0 0 0,-1-1 0 0 0,0-1 0 0 0,-1-2 0 0 0,-2-1 0 0 0,0 0 0 0 0,-1 0 0 0 0,-10 0 0 0 0,-15 0 0 0 0,-13-1 0 0 0,-11 1 0 0 0,-8 0 0 0 0,-4 0 0 0 0,-2 0 0 0 0,-2 0 0 0 0,1 0 0 0 0,0 0 0 0 0,0 0 0 0 0,1 0 0 0 0,1 0 0 0 0,0 0 0 0 0,-5 0 0 0 0,-7 0 0 0 0,-7 0 0 0 0,0 0 0 0 0,4 0 0 0 0,4 0 0 0 0,3 0 0 0 0,-1-5 0 0 0,-5-2 0 0 0,1 0 0 0 0,1 2 0 0 0,4 1 0 0 0,3 2 0 0 0,-3 0 0 0 0,0 2 0 0 0,-4 0 0 0 0,0 0 0 0 0,-3 0 0 0 0,1 1 0 0 0,3-1 0 0 0,4 0 0 0 0,-3 0 0 0 0,1 0 0 0 0,-4 0 0 0 0,1 0 0 0 0,-3 0 0 0 0,-4 0 0 0 0,6-5 0 0 0,1-2 0 0 0,1 0 0 0 0,-1 2 0 0 0,-5 1 0 0 0,1 2 0 0 0,-2 1 0 0 0,-4 0 0 0 0,-2 1 0 0 0,2-5 0 0 0,0-2 0 0 0,3 1 0 0 0,1 1 0 0 0,2 1 0 0 0,5 2 0 0 0,4 1 0 0 0,-3 0 0 0 0,2 1 0 0 0,1 0 0 0 0,2 1 0 0 0,3-1 0 0 0,0 0 0 0 0,-4 0 0 0 0,0 1 0 0 0,0-1 0 0 0,1 0 0 0 0,2 0 0 0 0,1 0 0 0 0,1 0 0 0 0,11 0 0 0 0,15 0 0 0 0,13 0 0 0 0,11 0 0 0 0,7 0 0 0 0,5 0 0 0 0,8 0 0 0 0,3 0 0 0 0,-1 0 0 0 0,4 0 0 0 0,-1 0 0 0 0,3 0 0 0 0,4 0 0 0 0,5 0 0 0 0,-3 0 0 0 0,-5 0 0 0 0,1 0 0 0 0,-3 0 0 0 0,-4 0 0 0 0,2 0 0 0 0,-2 0 0 0 0,3 0 0 0 0,0 0 0 0 0,2 0 0 0 0,-1 0 0 0 0,2 0 0 0 0,-2 0 0 0 0,-3 0 0 0 0,2 0 0 0 0,4 0 0 0 0,-2 0 0 0 0,3 0 0 0 0,3 0 0 0 0,4 0 0 0 0,-4 0 0 0 0,-4 0 0 0 0,-6 0 0 0 0,-4 0 0 0 0,2 0 0 0 0,-2 0 0 0 0,0 0 0 0 0,-3 0 0 0 0,-2 0 0 0 0,0 0 0 0 0,-2 0 0 0 0,0 0 0 0 0,-1 0 0 0 0,6 0 0 0 0,7 0 0 0 0,1 0 0 0 0,-1 0 0 0 0,-4 0 0 0 0,-2 0 0 0 0,-2 0 0 0 0,-8-6 0 0 0,-2-1 0 0 0,-1 1 0 0 0,1 0 0 0 0,1 3 0 0 0,2 0 0 0 0,-9 2 0 0 0,-14 0 0 0 0,-12 1 0 0 0,-10 1 0 0 0,-8-1 0 0 0,-5-5 0 0 0,-2-2 0 0 0,-1 1 0 0 0,-1 0 0 0 0,1 3 0 0 0,-5 0 0 0 0,0 2 0 0 0,-6 1 0 0 0,1-6 0 0 0,2 0 0 0 0,-3-1 0 0 0,-4 2 0 0 0,-5 2 0 0 0,-3 0 0 0 0,-3 2 0 0 0,3 1 0 0 0,1 0 0 0 0,0-5 0 0 0,-3-2 0 0 0,5 1 0 0 0,5 1 0 0 0,1 1 0 0 0,3 2 0 0 0,-2 0 0 0 0,3 2 0 0 0,-3 0 0 0 0,1 0 0 0 0,4 0 0 0 0,3 1 0 0 0,-3-1 0 0 0,1 0 0 0 0,-3 0 0 0 0,-5 0 0 0 0,0 0 0 0 0,-2 0 0 0 0,3 0 0 0 0,-2 0 0 0 0,2 0 0 0 0,5 0 0 0 0,3 0 0 0 0,4 0 0 0 0,2 0 0 0 0,1 0 0 0 0,-3 0 0 0 0,-3 0 0 0 0,2 0 0 0 0,0 5 0 0 0,-3 2 0 0 0,-1 0 0 0 0,2-2 0 0 0,1 4 0 0 0,2 1 0 0 0,2-2 0 0 0,2-2 0 0 0,-1-3 0 0 0,2 0 0 0 0,10-2 0 0 0,14-1 0 0 0,13 0 0 0 0,11-1 0 0 0,7 1 0 0 0,5-1 0 0 0,3 1 0 0 0,0 0 0 0 0,1 0 0 0 0,-1 0 0 0 0,-1 0 0 0 0,0 0 0 0 0,5 0 0 0 0,1 0 0 0 0,0 0 0 0 0,3 0 0 0 0,0 0 0 0 0,4 0 0 0 0,0 0 0 0 0,2 0 0 0 0,-2 0 0 0 0,-3 0 0 0 0,2 0 0 0 0,-1 0 0 0 0,2 0 0 0 0,-1 0 0 0 0,2 0 0 0 0,5 0 0 0 0,-3 0 0 0 0,3-5 0 0 0,2-2 0 0 0,8 0 0 0 0,-1 2 0 0 0,-1 1 0 0 0,-4 1 0 0 0,-2 2 0 0 0,1-5 0 0 0,2-1 0 0 0,7 1 0 0 0,-2 1 0 0 0,-1 1 0 0 0,-5 2 0 0 0,-2 1 0 0 0,-5-4 0 0 0,-4-2 0 0 0,0 0 0 0 0,-3 2 0 0 0,4 2 0 0 0,3 1 0 0 0,-1 0 0 0 0,-2 2 0 0 0,0 0 0 0 0,4 0 0 0 0,-1 1 0 0 0,-4-1 0 0 0,1 0 0 0 0,-2-5 0 0 0,-2-2 0 0 0,1 1 0 0 0,0 0 0 0 0,-3 2 0 0 0,-3 2 0 0 0,-1 1 0 0 0,-8-5 0 0 0,-2-1 0 0 0,-1 1 0 0 0,1 1 0 0 0,-4-4 0 0 0,-10 0 0 0 0,-13 1 0 0 0,-11 2 0 0 0,-9 2 0 0 0,-5 2 0 0 0,-4 1 0 0 0,-7-4 0 0 0,-2-2 0 0 0,0 1 0 0 0,2 1 0 0 0,2 1 0 0 0,2 2 0 0 0,2-4 0 0 0,0-1 0 0 0,-4 0 0 0 0,-7 2 0 0 0,-6 1 0 0 0,-6-3 0 0 0,-3-1 0 0 0,2 1 0 0 0,1 2 0 0 0,-2 1 0 0 0,5 2 0 0 0,0 1 0 0 0,-1 1 0 0 0,2 0 0 0 0,1 0 0 0 0,2 1 0 0 0,0-1 0 0 0,-3-5 0 0 0,2-2 0 0 0,-1 1 0 0 0,2 0 0 0 0,-5 2 0 0 0,-5 2 0 0 0,2 1 0 0 0,6 0 0 0 0,0 1 0 0 0,-1-5 0 0 0,-3-1 0 0 0,3-1 0 0 0,-1 2 0 0 0,-2 1 0 0 0,4 2 0 0 0,-1 1 0 0 0,3 1 0 0 0,-1 0 0 0 0,-2 0 0 0 0,2 0 0 0 0,-1 0 0 0 0,-3 1 0 0 0,3-1 0 0 0,5 0 0 0 0,4 0 0 0 0,4 0 0 0 0,3 0 0 0 0,3 0 0 0 0,0-5 0 0 0,1-2 0 0 0,-5 0 0 0 0,-2 2 0 0 0,0 1 0 0 0,1 1 0 0 0,2 2 0 0 0,1 1 0 0 0,1 0 0 0 0,6-5 0 0 0,12-2 0 0 0,15 1 0 0 0,11 0 0 0 0,10 3 0 0 0,6 1 0 0 0,3 0 0 0 0,2 2 0 0 0,1 0 0 0 0,4 0 0 0 0,7 0 0 0 0,1 1 0 0 0,3-1 0 0 0,-1 0 0 0 0,-5 0 0 0 0,2 0 0 0 0,-1 0 0 0 0,1 0 0 0 0,-1 0 0 0 0,-3 0 0 0 0,3 0 0 0 0,-2 0 0 0 0,2-5 0 0 0,6-2 0 0 0,-2 0 0 0 0,-4 2 0 0 0,-3 1 0 0 0,1 2 0 0 0,10 0 0 0 0,0 2 0 0 0,3 0 0 0 0,-3 0 0 0 0,-6 0 0 0 0,1 1 0 0 0,2-1 0 0 0,4 0 0 0 0,3 0 0 0 0,-3 0 0 0 0,0 0 0 0 0,2 0 0 0 0,2 0 0 0 0,-4 0 0 0 0,-5 0 0 0 0,-6 0 0 0 0,0 0 0 0 0,-1 0 0 0 0,3 0 0 0 0,-2 0 0 0 0,-1 0 0 0 0,-4 0 0 0 0,-2-5 0 0 0,3-2 0 0 0,1 0 0 0 0,-2 2 0 0 0,-1 1 0 0 0,-2 2 0 0 0,-6-5 0 0 0,-4 0 0 0 0,1 0 0 0 0,0 2 0 0 0,2 2 0 0 0,1 1 0 0 0,-4-5 0 0 0,-12-5 0 0 0,-12-2 0 0 0,-12-3 0 0 0,-9 1 0 0 0,-7 4 0 0 0,-3 3 0 0 0,-1 4 0 0 0,-2 2 0 0 0,1 2 0 0 0,-5 1 0 0 0,-1 1 0 0 0,1-6 0 0 0,-4-1 0 0 0,-5 0 0 0 0,0 1 0 0 0,-2 1 0 0 0,1-3 0 0 0,5-2 0 0 0,-2 2 0 0 0,2 2 0 0 0,-2 1 0 0 0,1 2 0 0 0,3 1 0 0 0,-2 1 0 0 0,1 0 0 0 0,-3 0 0 0 0,1 1 0 0 0,-3-6 0 0 0,2-2 0 0 0,4 1 0 0 0,-3 0 0 0 0,-9 3 0 0 0,-1 0 0 0 0,-1 2 0 0 0,2 0 0 0 0,7 1 0 0 0,-6 1 0 0 0,1-1 0 0 0,-2 0 0 0 0,-1-5 0 0 0,2-2 0 0 0,0 1 0 0 0,4 1 0 0 0,-1 1 0 0 0,-2 1 0 0 0,2 2 0 0 0,-2 1 0 0 0,4 0 0 0 0,-1 0 0 0 0,-3 0 0 0 0,-4 0 0 0 0,3 1 0 0 0,5-1 0 0 0,0 0 0 0 0,3 0 0 0 0,3 0 0 0 0,4 0 0 0 0,28 0 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9457 1720 16383 0 0,'-11'2'0'0'0,"-12"5"0"0"0,4 5 0 0 0,13-2 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9349 1741 16383 0 0,'-18'14'0'0'0,"7"-4"0"0"0,11-4 0 0 0,4-8 0 0 0,8-4 0 0 0,2-7 0 0 0,-2 4 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9375 1804 16383 0 0,'-9'6'0'0'0,"-11"4"0"0"0,-2-1 0 0 0,-3-3 0 0 0,-2 4 0 0 0,-2-1 0 0 0,-1 3 0 0 0,3-1 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1920 16383 0 0,'22'0'0'0'0,"12"-6"0"0"0,-18 2 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9308 1910 16383 0 0,'-3'1'0'0'0,"-21"8"0"0"0,0 0 0 0 0,-1-1 0 0 0,-1-2 0 0 0,6 2 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9186 2040 16383 0 0,'24'0'0'0'0,"8"-1"0"0"0,1 1 0 0 0,-1-1 0 0 0,-1 1 0 0 0,0-1 0 0 0,0 1 0 0 0,0 0 0 0 0,0 0 0 0 0,0 0 0 0 0,-1 0 0 0 0,-4-5 0 0 0,-2-2 0 0 0,0 0 0 0 0,1 2 0 0 0,2 1 0 0 0,2 2 0 0 0,-10 1 0 0 0,-13 0 0 0 0,-13 1 0 0 0,-11 0 0 0 0,-7 1 0 0 0,-4-1 0 0 0,-3 0 0 0 0,30 0 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9335 2628 16383 0 0,'0'0'0'0'0,"33"0"0"0"0,0-1 0 0 0,0 1 0 0 0,-1-1 0 0 0,1 1 0 0 0,-1 0 0 0 0,-1 0 0 0 0,0 0 0 0 0,0 0 0 0 0,0 0 0 0 0,-1 0 0 0 0,1 0 0 0 0,0 0 0 0 0,0 0 0 0 0,-1 0 0 0 0,1 0 0 0 0,0 0 0 0 0,-11 0 0 0 0,-8 5 0 0 0,-12 2 0 0 0,-11 0 0 0 0,-9-2 0 0 0,-6-1 0 0 0,-4-1 0 0 0,3 3 0 0 0,1 2 0 0 0,0-2 0 0 0,-2-1 0 0 0,0-1 0 0 0,-2-2 0 0 0,0-1 0 0 0,0-1 0 0 0,-1 0 0 0 0,0 0 0 0 0,0 0 0 0 0,0-1 0 0 0,0 1 0 0 0,0 0 0 0 0,11 0 0 0 0,13 0 0 0 0,14 0 0 0 0,11 0 0 0 0,7 0 0 0 0,5 0 0 0 0,2 0 0 0 0,2 0 0 0 0,-1 0 0 0 0,1 0 0 0 0,-2 0 0 0 0,0 0 0 0 0,-1 0 0 0 0,0 0 0 0 0,0 0 0 0 0,0 0 0 0 0,0 0 0 0 0,-1 0 0 0 0,1 0 0 0 0,0 0 0 0 0,0 0 0 0 0,-6 5 0 0 0,-1 2 0 0 0,-5 5 0 0 0,0 0 0 0 0,-4 4 0 0 0,1-1 0 0 0,-2 2 0 0 0,1-2 0 0 0,-1 2 0 0 0,2-2 0 0 0,-2 2 0 0 0,2-3 0 0 0,-1 3 0 0 0,-4 2 0 0 0,2-1 0 0 0,3-3 0 0 0,0 0 0 0 0,2 3 0 0 0,3-2 0 0 0,4-3 0 0 0,2-4 0 0 0,2-3 0 0 0,1-3 0 0 0,-4 3 0 0 0,-1 1 0 0 0,-6 4 0 0 0,0 1 0 0 0,2-3 0 0 0,-3 4 0 0 0,1-2 0 0 0,-3 4 0 0 0,2-2 0 0 0,-4 3 0 0 0,3-1 0 0 0,-3 1 0 0 0,2-1 0 0 0,4 1 0 0 0,3 4 0 0 0,3-2 0 0 0,3-3 0 0 0,-4 0 0 0 0,-1-2 0 0 0,1-4 0 0 0,-5 3 0 0 0,-4 4 0 0 0,-1-1 0 0 0,-2 3 0 0 0,1-2 0 0 0,4-4 0 0 0,-1 2 0 0 0,-3 3 0 0 0,0-1 0 0 0,-1 2 0 0 0,2-2 0 0 0,-2 1 0 0 0,3 4 0 0 0,3-3 0 0 0,-1 2 0 0 0,1-3 0 0 0,-2 0 0 0 0,-4 4 0 0 0,1-3 0 0 0,-2 2 0 0 0,2-4 0 0 0,-1 2 0 0 0,-3 2 0 0 0,2-1 0 0 0,-1 0 0 0 0,-2 3 0 0 0,-3 3 0 0 0,-2 2 0 0 0,-2 2 0 0 0,-2 1 0 0 0,0 1 0 0 0,0 0 0 0 0,-1 0 0 0 0,1 1 0 0 0,5-1 0 0 0,1 0 0 0 0,1 0 0 0 0,3 0 0 0 0,1 0 0 0 0,-2 0 0 0 0,-2-1 0 0 0,-3 1 0 0 0,-2 0 0 0 0,-1 0 0 0 0,0 0 0 0 0,-2-1 0 0 0,1 1 0 0 0,-1 0 0 0 0,1 0 0 0 0,0 0 0 0 0,0 0 0 0 0,-6-1 0 0 0,-1 1 0 0 0,1-10 0 0 0,0-15 0 0 0,2-13 0 0 0,2-11 0 0 0,1-7 0 0 0,0-5 0 0 0,1-2 0 0 0,1-2 0 0 0,-1 1 0 0 0,0 0 0 0 0,0 0 0 0 0,1 1 0 0 0,-1 1 0 0 0,0 0 0 0 0,0 0 0 0 0,0 0 0 0 0,0 1 0 0 0,0-1 0 0 0,0 0 0 0 0,0 0 0 0 0,0 1 0 0 0,0-1 0 0 0,0 0 0 0 0,0 0 0 0 0,0 0 0 0 0,0 0 0 0 0,-6 6 0 0 0,-1 1 0 0 0,1 0 0 0 0,0-2 0 0 0,3-1 0 0 0,0-1 0 0 0,2-2 0 0 0,1 0 0 0 0,0-1 0 0 0,-6 5 0 0 0,0 2 0 0 0,-1 0 0 0 0,-3 3 0 0 0,-1 1 0 0 0,3-2 0 0 0,1-2 0 0 0,-2 3 0 0 0,-1-1 0 0 0,2-1 0 0 0,-2 3 0 0 0,-6 5 0 0 0,0 0 0 0 0,4-3 0 0 0,-3 1 0 0 0,2-1 0 0 0,-2 3 0 0 0,1-3 0 0 0,4-2 0 0 0,-3 2 0 0 0,-3-1 0 0 0,0-3 0 0 0,-2 2 0 0 0,2 0 0 0 0,-2 3 0 0 0,3-1 0 0 0,3-3 0 0 0,-1 3 0 0 0,-3-1 0 0 0,0-3 0 0 0,-2 3 0 0 0,-3 4 0 0 0,2 0 0 0 0,4-4 0 0 0,-1 3 0 0 0,3-2 0 0 0,-2 2 0 0 0,-3-1 0 0 0,0-4 0 0 0,0 3 0 0 0,-4 4 0 0 0,2-1 0 0 0,0-3 0 0 0,-2-4 0 0 0,-3-3 0 0 0,-2-3 0 0 0,3-2 0 0 0,1 5 0 0 0,4 0 0 0 0,0 6 0 0 0,3-1 0 0 0,0 5 0 0 0,1-2 0 0 0,-1 3 0 0 0,2-2 0 0 0,-2 2 0 0 0,2-1 0 0 0,-2-5 0 0 0,2-3 0 0 0,-2 2 0 0 0,-4 5 0 0 0,2-1 0 0 0,4-2 0 0 0,-2 2 0 0 0,4-1 0 0 0,-3 2 0 0 0,1-2 0 0 0,4-2 0 0 0,-2 2 0 0 0,0-1 0 0 0,-2 2 0 0 0,1-1 0 0 0,-2 3 0 0 0,1-2 0 0 0,3-2 0 0 0,3-5 0 0 0,3-2 0 0 0,3-2 0 0 0,-4 3 0 0 0,-1 1 0 0 0,1-1 0 0 0,-4 4 0 0 0,0 1 0 0 0,2-3 0 0 0,1-1 0 0 0,3-3 0 0 0,2-2 0 0 0,1 0 0 0 0,1-2 0 0 0,0 0 0 0 0,0 0 0 0 0,1-1 0 0 0,4 6 0 0 0,3 2 0 0 0,-2 0 0 0 0,0-2 0 0 0,-2-1 0 0 0,3-1 0 0 0,2-2 0 0 0,-2 0 0 0 0,3 4 0 0 0,1 2 0 0 0,-2 0 0 0 0,-3-2 0 0 0,3 4 0 0 0,0 1 0 0 0,-1-2 0 0 0,-3-3 0 0 0,-1-1 0 0 0,-2-1 0 0 0,-1-2 0 0 0,-1-1 0 0 0,0 0 0 0 0,-1 0 0 0 0,1 0 0 0 0,-1 0 0 0 0,1 11 0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9477 2016 16383 0 0,'-20'5'0'0'0,"-7"1"0"0"0,-1-2 0 0 0,9-2 0 0 0,14-1 0 0 0,12 0 0 0 0,11-1 0 0 0,7-1 0 0 0,5 1 0 0 0,2 0 0 0 0,1 0 0 0 0,1-1 0 0 0,-1 1 0 0 0,-1 0 0 0 0,0 0 0 0 0,-1 0 0 0 0,0 0 0 0 0,0 0 0 0 0,0 0 0 0 0,0 0 0 0 0,-1 0 0 0 0,-4 6 0 0 0,-13 6 0 0 0,-13 1 0 0 0,-12-1 0 0 0,-10 3 0 0 0,-5-2 0 0 0,-5-3 0 0 0,-1-3 0 0 0,0-2 0 0 0,0-3 0 0 0,0-1 0 0 0,1 4 0 0 0,0 1 0 0 0,1 0 0 0 0,5 4 0 0 0,2 1 0 0 0,0-3 0 0 0,-1-1 0 0 0,-2 2 0 0 0,-2 0 0 0 0,5 4 0 0 0,1 0 0 0 0,2-4 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11539 2399 16383 0 0,'5'0'0'0'0,"6"0"0"0"0,7 0 0 0 0,4 0 0 0 0,5 0 0 0 0,1 0 0 0 0,2 0 0 0 0,0 0 0 0 0,0 0 0 0 0,0 0 0 0 0,0 0 0 0 0,-1 0 0 0 0,0 0 0 0 0,0 0 0 0 0,0 0 0 0 0,-10 0 0 0 0,-13 0 0 0 0,-13 0 0 0 0,-9 0 0 0 0,-3-5 0 0 0,-2-2 0 0 0,-4 1 0 0 0,-1-4 0 0 0,-2 0 0 0 0,-1 1 0 0 0,0 3 0 0 0,0-3 0 0 0,-1 1 0 0 0,1-5 0 0 0,0 2 0 0 0,0 1 0 0 0,0 3 0 0 0,0 3 0 0 0,5-3 0 0 0,2-1 0 0 0,-1 2 0 0 0,-1 1 0 0 0,-1-3 0 0 0,-2 0 0 0 0,0 1 0 0 0,-2 2 0 0 0,5-3 0 0 0,2-1 0 0 0,-1 2 0 0 0,9 2 0 0 0,11 2 0 0 0,11 1 0 0 0,10 1 0 0 0,6 1 0 0 0,4 0 0 0 0,2 5 0 0 0,1 2 0 0 0,1 5 0 0 0,-2-1 0 0 0,1-1 0 0 0,-2-2 0 0 0,1-4 0 0 0,-1 4 0 0 0,0 0 0 0 0,-1-2 0 0 0,-4 4 0 0 0,-1-1 0 0 0,-1-1 0 0 0,2-2 0 0 0,1-2 0 0 0,2-2 0 0 0,-9-1 0 0 0,-13-1 0 0 0,-6 5 0 0 0,-9 1 0 0 0,-7-1 0 0 0,-1 5 0 0 0,-2 0 0 0 0,2 3 0 0 0,9 0 0 0 0,11-3 0 0 0,11-3 0 0 0,7-2 0 0 0,0-3 0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11654 2576 16383 0 0,'-5'0'0'0'0,"-2"-5"0"0"0,1-6 0 0 0,1-7 0 0 0,6 0 0 0 0,4-1 0 0 0,4 1 0 0 0,7 5 0 0 0,6 4 0 0 0,3 4 0 0 0,2 2 0 0 0,3 3 0 0 0,0 0 0 0 0,0 1 0 0 0,0 0 0 0 0,-11-1 0 0 0,-12-4 0 0 0,-13-2 0 0 0,-10-5 0 0 0,-8 0 0 0 0,-4 1 0 0 0,2-2 0 0 0,2 0 0 0 0,-2 3 0 0 0,0 3 0 0 0,-1 2 0 0 0,0 2 0 0 0,3-3 0 0 0,2-2 0 0 0,0 1 0 0 0,-2-3 0 0 0,-2-1 0 0 0,-1 2 0 0 0,0 2 0 0 0,-2 3 0 0 0,0 0 0 0 0,0 2 0 0 0,0 1 0 0 0,5-4 0 0 0,1-2 0 0 0,0 0 0 0 0,-1 1 0 0 0,-1 2 0 0 0,-2 1 0 0 0,5-4 0 0 0,5-6 0 0 0,10-1 0 0 0,8-3 0 0 0,7 1 0 0 0,3-1 0 0 0,4 1 0 0 0,5 4 0 0 0,-2-2 0 0 0,2 2 0 0 0,2-2 0 0 0,2 1 0 0 0,2 2 0 0 0,2 3 0 0 0,-4-2 0 0 0,-2 1 0 0 0,-4-4 0 0 0,0 1 0 0 0,1 1 0 0 0,-2-1 0 0 0,1 0 0 0 0,2 2 0 0 0,3 4 0 0 0,-3 6 0 0 0,-4 8 0 0 0,-6 8 0 0 0,-4 6 0 0 0,-3 4 0 0 0,-2 2 0 0 0,-6-4 0 0 0,-2-1 0 0 0,-1 0 0 0 0,3 1 0 0 0,0 1 0 0 0,3 1 0 0 0,0 1 0 0 0,6-4 0 0 0,3-12 0 0 0,4-12 0 0 0,1-11 0 0 0,-2-9 0 0 0,3 0 0 0 0,-2-3 0 0 0,3 3 0 0 0,-1 0 0 0 0,-3-1 0 0 0,2 3 0 0 0,-1-1 0 0 0,-3-2 0 0 0,3-2 0 0 0,-1-2 0 0 0,-2-2 0 0 0,2 4 0 0 0,0 0 0 0 0,-2 0 0 0 0,-2-1 0 0 0,2 3 0 0 0,1 1 0 0 0,-2-2 0 0 0,-2-1 0 0 0,3 2 0 0 0,0 1 0 0 0,-1-2 0 0 0,-2-2 0 0 0,-1-1 0 0 0,-3 8 0 0 0,0 11 0 0 0,-6 8 0 0 0,-1 8 0 0 0,-1 7 0 0 0,2 6 0 0 0,1 3 0 0 0,-3 3 0 0 0,-1 1 0 0 0,-4 1 0 0 0,0-1 0 0 0,3 0 0 0 0,2 0 0 0 0,2-1 0 0 0,3 0 0 0 0,1 0 0 0 0,1 0 0 0 0,-5 0 0 0 0,-1 0 0 0 0,0-1 0 0 0,2 1 0 0 0,1 0 0 0 0,1 0 0 0 0,1 0 0 0 0,0 0 0 0 0,1-10 0 0 0,0-13 0 0 0,1-13 0 0 0,-1-9 0 0 0,0-8 0 0 0,0-4 0 0 0,0-2 0 0 0,0-2 0 0 0,0 1 0 0 0,0 0 0 0 0,0 1 0 0 0,0 0 0 0 0,0 0 0 0 0,0 1 0 0 0,0 0 0 0 0,0 0 0 0 0,0 1 0 0 0,0-1 0 0 0,0 0 0 0 0,0 0 0 0 0,0 1 0 0 0,0-1 0 0 0,0 10 0 0 0,0 13 0 0 0,0 12 0 0 0,0 11 0 0 0,0 6 0 0 0,-5 0 0 0 0,-1 1 0 0 0,-5 1 0 0 0,-1 2 0 0 0,2 0 0 0 0,3 1 0 0 0,-3-4 0 0 0,1-1 0 0 0,2-1 0 0 0,-3-2 0 0 0,0-1 0 0 0,2 1 0 0 0,-3 3 0 0 0,1 2 0 0 0,-3 2 0 0 0,1 0 0 0 0,-3-3 0 0 0,2-1 0 0 0,2 0 0 0 0,4 1 0 0 0,2-8 0 0 0,3-12 0 0 0,1-11 0 0 0,6-5 0 0 0,2-5 0 0 0,0-5 0 0 0,4-3 0 0 0,-1-3 0 0 0,-1-1 0 0 0,2 5 0 0 0,0 0 0 0 0,-2 1 0 0 0,1 3 0 0 0,1 1 0 0 0,-3-2 0 0 0,-2-2 0 0 0,2-2 0 0 0,1-1 0 0 0,-3-2 0 0 0,4-1 0 0 0,0 0 0 0 0,3 5 0 0 0,-1 1 0 0 0,-2 0 0 0 0,-3-1 0 0 0,-2-2 0 0 0,2 0 0 0 0,0-2 0 0 0,4 4 0 0 0,0 2 0 0 0,-1 9 0 0 0,-4 12 0 0 0,-1 11 0 0 0,-3 8 0 0 0,-1 7 0 0 0,-1 3 0 0 0,0 2 0 0 0,-1 2 0 0 0,1-1 0 0 0,0-1 0 0 0,-1 1 0 0 0,1-2 0 0 0,-5 1 0 0 0,-2-1 0 0 0,1 0 0 0 0,1-1 0 0 0,2 1 0 0 0,0 0 0 0 0,2 0 0 0 0,1 0 0 0 0,0-1 0 0 0,0 1 0 0 0,0 0 0 0 0,1 0 0 0 0,-1 0 0 0 0,0 0 0 0 0,0 0 0 0 0,0-10 0 0 0,5-13 0 0 0,2-13 0 0 0,-1-9 0 0 0,-1-8 0 0 0,-2-4 0 0 0,0-2 0 0 0,3-2 0 0 0,1 1 0 0 0,-1 0 0 0 0,4-4 0 0 0,-1-2 0 0 0,0 1 0 0 0,-3 2 0 0 0,-3 2 0 0 0,0 1 0 0 0,-2 1 0 0 0,4 6 0 0 0,1 1 0 0 0,0 1 0 0 0,-2-2 0 0 0,-1 9 0 0 0,-1 12 0 0 0,-1 11 0 0 0,0 9 0 0 0,-1 6 0 0 0,0 5 0 0 0,-1 2 0 0 0,6-4 0 0 0,1-1 0 0 0,0 0 0 0 0,-1 0 0 0 0,4 1 0 0 0,-1-4 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09:00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12294 1540 16383 0 0,'-5'0'0'0'0,"-7"5"0"0"0,-5 1 0 0 0,-1 5 0 0 0,-2 1 0 0 0,3 3 0 0 0,-1-2 0 0 0,-3-2 0 0 0,-2 2 0 0 0,-2-2 0 0 0,3 3 0 0 0,1-2 0 0 0,-2-2 0 0 0,-1-3 0 0 0,3 2 0 0 0,0 0 0 0 0,-1 2 0 0 0,-1 1 0 0 0,2 2 0 0 0,1-1 0 0 0,-2-2 0 0 0,-2 1 0 0 0,-1 4 0 0 0,-2-1 0 0 0,-1-3 0 0 0,-1 1 0 0 0,0-1 0 0 0,5 2 0 0 0,1-1 0 0 0,5 1 0 0 0,0 0 0 0 0,-1-4 0 0 0,-2 2 0 0 0,-4 4 0 0 0,-1-2 0 0 0,-1-2 0 0 0,3 2 0 0 0,1 2 0 0 0,5 5 0 0 0,0-2 0 0 0,-1-5 0 0 0,2 2 0 0 0,4 1 0 0 0,-1-1 0 0 0,-2-3 0 0 0,1 0 0 0 0,3 4 0 0 0,4 3 0 0 0,7-2 0 0 0,10-3 0 0 0,8-5 0 0 0,6 1 0 0 0,4-1 0 0 0,2-3 0 0 0,1-2 0 0 0,1-2 0 0 0,-1 3 0 0 0,0 1 0 0 0,0-1 0 0 0,0-1 0 0 0,-1-2 0 0 0,0-1 0 0 0,4-1 0 0 0,3-1 0 0 0,4 5 0 0 0,0 1 0 0 0,-1 0 0 0 0,-3-1 0 0 0,-3-2 0 0 0,-6 4 0 0 0,1 1 0 0 0,2-2 0 0 0,-1-1 0 0 0,1-1 0 0 0,0 2 0 0 0,0 2 0 0 0,-1-2 0 0 0,5-1 0 0 0,1-1 0 0 0,5 2 0 0 0,6 2 0 0 0,-1-2 0 0 0,-3-1 0 0 0,-3-2 0 0 0,-4-1 0 0 0,-3-1 0 0 0,-2-1 0 0 0,-1 0 0 0 0,0 0 0 0 0,-1 0 0 0 0,0-1 0 0 0,-5-4 0 0 0,-6-6 0 0 0,-11-2 0 0 0,-11 2 0 0 0,-5-3 0 0 0,-6-3 0 0 0,-5 1 0 0 0,-3 3 0 0 0,1-1 0 0 0,1 2 0 0 0,-2-2 0 0 0,-1-4 0 0 0,-1 2 0 0 0,-1 3 0 0 0,-2 4 0 0 0,1-2 0 0 0,-1 2 0 0 0,-1-3 0 0 0,1 0 0 0 0,0 3 0 0 0,0 3 0 0 0,5-3 0 0 0,2 0 0 0 0,-1 2 0 0 0,4-3 0 0 0,0 1 0 0 0,-1-4 0 0 0,-3 0 0 0 0,-2 4 0 0 0,-1 2 0 0 0,-2 2 0 0 0,-1 3 0 0 0,0 1 0 0 0,5 6 0 0 0,6 7 0 0 0,6 6 0 0 0,6 5 0 0 0,3 4 0 0 0,7 2 0 0 0,4 1 0 0 0,4-5 0 0 0,6-2 0 0 0,4 1 0 0 0,4-4 0 0 0,2-6 0 0 0,1 0 0 0 0,-4-2 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14658 3466 16383 0 0,'5'0'0'0'0,"1"0"0"0"0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14679 3487 16383 0 0,'0'5'0'0'0,"0"2"0"0"0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3376 7382 16383 0 0,'0'0'0'0'0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12372 3974 16383 0 0,'0'0'0'0'0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5T14:11:36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1916 9499 16383 0 0,'0'0'0'0'0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5824C-A716-463E-BFE3-9E27D876B19D}" type="datetimeFigureOut"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A74C9-EF0D-4681-9471-7F5D22ED2C8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74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6379D-1129-9D47-74C7-0A0A72A01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8434D-6982-8449-F6FF-CD21B0BF1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13E49-F996-C1C7-292F-4CF6140F1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DD13A-D29B-ADB1-D108-4CEA83EA6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A74C9-EF0D-4681-9471-7F5D22ED2C80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76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26953-34E6-6C7C-F331-ADBC8C57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891C6-DD54-6ADA-822E-5AA46BACF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1721B-C81D-AD26-37D4-DDEFF6D60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,Sans-Serif"/>
              <a:buChar char="•"/>
            </a:pPr>
            <a:r>
              <a:rPr lang="en-US"/>
              <a:t>The "SST" Stanford Sentiment Treebank was introduced at Stanford in 2013</a:t>
            </a:r>
            <a:endParaRPr lang="en-US">
              <a:solidFill>
                <a:srgbClr val="444444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/>
              <a:t>Before that, sentiment analysis was mostly treated as a "bag of words." Models would just count how many positive or negative words were in a sentence and guess the overall vibe.</a:t>
            </a:r>
            <a:endParaRPr lang="en-US">
              <a:solidFill>
                <a:srgbClr val="444444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/>
              <a:t>SST revolutionized this by introducing the concept of </a:t>
            </a:r>
            <a:r>
              <a:rPr lang="en-US" b="1"/>
              <a:t>Compositionality</a:t>
            </a:r>
            <a:r>
              <a:rPr lang="en-US"/>
              <a:t>—how the meaning of a sentence is built from the ground up.</a:t>
            </a:r>
            <a:endParaRPr lang="en-US">
              <a:solidFill>
                <a:srgbClr val="444444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/>
              <a:t>Every sentence is broken down into a syntactic parse tree, and every node is given a sentiment score. </a:t>
            </a:r>
            <a:endParaRPr lang="en-US">
              <a:solidFill>
                <a:srgbClr val="444444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/>
              <a:t>Humans labeled 200,000+ phrases across 12,000 movie reviews.</a:t>
            </a:r>
            <a:endParaRPr lang="en-US">
              <a:solidFill>
                <a:srgbClr val="444444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2C14-50D1-8B48-0118-8C1443594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A74C9-EF0D-4681-9471-7F5D22ED2C80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81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5F2C-0355-4B9F-171A-BB8174A52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D6610-4080-DF24-70DE-A31100C6D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31AFD-2B8B-E517-3774-534C8ADB6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,Sans-Serif"/>
              <a:buChar char="•"/>
            </a:pPr>
            <a:r>
              <a:rPr lang="en-US" b="1">
                <a:solidFill>
                  <a:srgbClr val="34495E"/>
                </a:solidFill>
              </a:rPr>
              <a:t>Bidirectional + Self Attention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b="1" dirty="0">
                <a:solidFill>
                  <a:srgbClr val="34495E"/>
                </a:solidFill>
                <a:ea typeface="Calibri"/>
                <a:cs typeface="Calibri"/>
              </a:rPr>
              <a:t>BERT-Base 110M parameters 12 layers -&gt; knowledge distillation -&gt; </a:t>
            </a:r>
            <a:r>
              <a:rPr lang="en-US" b="1" dirty="0" err="1">
                <a:solidFill>
                  <a:srgbClr val="34495E"/>
                </a:solidFill>
                <a:ea typeface="Calibri"/>
                <a:cs typeface="Calibri"/>
              </a:rPr>
              <a:t>DistilBERT</a:t>
            </a:r>
            <a:r>
              <a:rPr lang="en-US" b="1" dirty="0">
                <a:solidFill>
                  <a:srgbClr val="34495E"/>
                </a:solidFill>
                <a:ea typeface="Calibri"/>
                <a:cs typeface="Calibri"/>
              </a:rPr>
              <a:t> 6 layers 40M parameters</a:t>
            </a:r>
          </a:p>
          <a:p>
            <a:pPr marL="285750" indent="-285750">
              <a:buFont typeface="Arial,Sans-Serif"/>
              <a:buChar char="•"/>
            </a:pPr>
            <a:r>
              <a:rPr lang="en-US" b="1" dirty="0">
                <a:solidFill>
                  <a:srgbClr val="34495E"/>
                </a:solidFill>
                <a:ea typeface="Calibri"/>
                <a:cs typeface="Calibri"/>
              </a:rPr>
              <a:t>When </a:t>
            </a:r>
            <a:r>
              <a:rPr lang="en-US" b="1" dirty="0" err="1">
                <a:solidFill>
                  <a:srgbClr val="34495E"/>
                </a:solidFill>
                <a:ea typeface="Calibri"/>
                <a:cs typeface="Calibri"/>
              </a:rPr>
              <a:t>DistilBert</a:t>
            </a:r>
            <a:r>
              <a:rPr lang="en-US" b="1" dirty="0">
                <a:solidFill>
                  <a:srgbClr val="34495E"/>
                </a:solidFill>
                <a:ea typeface="Calibri"/>
                <a:cs typeface="Calibri"/>
              </a:rPr>
              <a:t> processes a sentence, it adds a special classification token at the beginning. </a:t>
            </a:r>
          </a:p>
          <a:p>
            <a:pPr marL="285750" indent="-285750">
              <a:buFont typeface="Arial,Sans-Serif"/>
              <a:buChar char="•"/>
            </a:pPr>
            <a:r>
              <a:rPr lang="en-US" b="1" dirty="0">
                <a:solidFill>
                  <a:srgbClr val="34495E"/>
                </a:solidFill>
                <a:ea typeface="Calibri"/>
                <a:cs typeface="Calibri"/>
              </a:rPr>
              <a:t>Pre-trained on </a:t>
            </a:r>
            <a:r>
              <a:rPr lang="en-US" b="1" dirty="0" err="1">
                <a:solidFill>
                  <a:srgbClr val="34495E"/>
                </a:solidFill>
                <a:ea typeface="Calibri"/>
                <a:cs typeface="Calibri"/>
              </a:rPr>
              <a:t>wikipedia</a:t>
            </a:r>
            <a:r>
              <a:rPr lang="en-US" b="1" dirty="0">
                <a:solidFill>
                  <a:srgbClr val="34495E"/>
                </a:solidFill>
                <a:ea typeface="Calibri"/>
                <a:cs typeface="Calibri"/>
              </a:rPr>
              <a:t> + </a:t>
            </a:r>
            <a:r>
              <a:rPr lang="en-US" b="1" dirty="0" err="1">
                <a:solidFill>
                  <a:srgbClr val="34495E"/>
                </a:solidFill>
                <a:ea typeface="Calibri"/>
                <a:cs typeface="Calibri"/>
              </a:rPr>
              <a:t>BookCorupus</a:t>
            </a:r>
            <a:r>
              <a:rPr lang="en-US" b="1" dirty="0">
                <a:solidFill>
                  <a:srgbClr val="34495E"/>
                </a:solidFill>
                <a:ea typeface="Calibri"/>
                <a:cs typeface="Calibri"/>
              </a:rPr>
              <a:t>, fine-tuned for binary sentiment on SST-2 dataset.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E488C-E538-6032-F80C-D362BD8B2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A74C9-EF0D-4681-9471-7F5D22ED2C80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15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F5DA-9531-B995-57BA-0CBFF3B75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DC3DB-5077-67C1-171D-D560B70C7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C88FD-79BB-AEA3-88B0-015994F0E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solidFill>
                <a:srgbClr val="34495E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2622E-1080-8230-417D-01B41828D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A74C9-EF0D-4681-9471-7F5D22ED2C80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92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D9791-F436-1C78-C573-EF22CB5C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0EC97-5E07-5446-A3BD-787CCAA1C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5E721-0075-8344-1C5E-15C0D21A5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,Sans-Serif"/>
              <a:buChar char="•"/>
            </a:pPr>
            <a:endParaRPr lang="en-US" b="1" dirty="0">
              <a:solidFill>
                <a:srgbClr val="34495E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BB88A-D874-61D4-9D96-31179277D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A74C9-EF0D-4681-9471-7F5D22ED2C80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26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AE075-2B90-B9BA-4FA9-73A5E9B58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20D81-2857-9193-432B-9D1B29E72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254A1-A237-5FB9-5007-C593127F3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,Sans-Serif"/>
              <a:buChar char="•"/>
            </a:pPr>
            <a:endParaRPr lang="en-US" b="1" dirty="0">
              <a:solidFill>
                <a:srgbClr val="34495E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E3D5A-55C9-FFF1-F3D7-74AA30962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A74C9-EF0D-4681-9471-7F5D22ED2C80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46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0C22A-44FC-797C-BCB1-F51CF757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EA565-C9C3-478D-FD38-F049ABACB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FD080-CFB1-DF28-A9F4-DC821E33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,Sans-Serif"/>
              <a:buChar char="•"/>
            </a:pPr>
            <a:endParaRPr lang="en-US" b="1" dirty="0">
              <a:solidFill>
                <a:srgbClr val="34495E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72826-90D8-5353-7937-278CD1BC0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A74C9-EF0D-4681-9471-7F5D22ED2C80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74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E39FE-3224-A33A-46E7-3E4455F8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05AB4-02A4-24BB-DB47-B0558B9DF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D5132-A263-D35D-43EE-E80E1D95E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,Sans-Serif"/>
              <a:buChar char="•"/>
            </a:pPr>
            <a:endParaRPr lang="en-US" b="1" dirty="0">
              <a:solidFill>
                <a:srgbClr val="34495E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C5191-22AE-5BAB-23F0-BFFFE702A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A74C9-EF0D-4681-9471-7F5D22ED2C80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41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4197-71E5-6E61-06F2-74198873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9D023-B34C-4A48-8333-75D61B9CF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69FD4-7070-7E9D-FB4D-42A4FADF8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,Sans-Serif"/>
              <a:buChar char="•"/>
            </a:pPr>
            <a:endParaRPr lang="en-US" b="1" dirty="0">
              <a:solidFill>
                <a:srgbClr val="34495E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28E4D-D6B1-D7CE-C48C-E606723FC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A74C9-EF0D-4681-9471-7F5D22ED2C80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34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EF318-6672-2EC1-3264-FE4E2191C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45CBA-F509-679B-0632-4D6E90490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EF905-E8A6-79EA-C961-5876C4165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,Sans-Serif"/>
              <a:buChar char="•"/>
            </a:pPr>
            <a:endParaRPr lang="en-US" b="1" dirty="0">
              <a:solidFill>
                <a:srgbClr val="34495E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D3129-F005-DD51-D6AB-9ADBDEF58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A74C9-EF0D-4681-9471-7F5D22ED2C80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8939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ustomXml" Target="../ink/ink1.xml"/><Relationship Id="rId4" Type="http://schemas.openxmlformats.org/officeDocument/2006/relationships/image" Target="../media/image2.png"/><Relationship Id="rId5" Type="http://schemas.openxmlformats.org/officeDocument/2006/relationships/customXml" Target="../ink/ink2.xml"/><Relationship Id="rId6" Type="http://schemas.openxmlformats.org/officeDocument/2006/relationships/image" Target="../media/image3.png"/><Relationship Id="rId7" Type="http://schemas.openxmlformats.org/officeDocument/2006/relationships/customXml" Target="../ink/ink3.xml"/><Relationship Id="rId8" Type="http://schemas.openxmlformats.org/officeDocument/2006/relationships/image" Target="../media/image4.png"/><Relationship Id="rId9" Type="http://schemas.openxmlformats.org/officeDocument/2006/relationships/customXml" Target="../ink/ink4.xml"/><Relationship Id="rId10" Type="http://schemas.openxmlformats.org/officeDocument/2006/relationships/image" Target="../media/image5.png"/><Relationship Id="rId11" Type="http://schemas.openxmlformats.org/officeDocument/2006/relationships/customXml" Target="../ink/ink5.xml"/><Relationship Id="rId12" Type="http://schemas.openxmlformats.org/officeDocument/2006/relationships/image" Target="../media/image6.png"/><Relationship Id="rId13" Type="http://schemas.openxmlformats.org/officeDocument/2006/relationships/customXml" Target="../ink/ink6.xml"/><Relationship Id="rId14" Type="http://schemas.openxmlformats.org/officeDocument/2006/relationships/image" Target="../media/image7.png"/><Relationship Id="rId15" Type="http://schemas.openxmlformats.org/officeDocument/2006/relationships/customXml" Target="../ink/ink7.xml"/><Relationship Id="rId16" Type="http://schemas.openxmlformats.org/officeDocument/2006/relationships/image" Target="../media/image8.png"/><Relationship Id="rId17" Type="http://schemas.openxmlformats.org/officeDocument/2006/relationships/customXml" Target="../ink/ink8.xml"/><Relationship Id="rId18" Type="http://schemas.openxmlformats.org/officeDocument/2006/relationships/image" Target="../media/image9.png"/><Relationship Id="rId19" Type="http://schemas.openxmlformats.org/officeDocument/2006/relationships/customXml" Target="../ink/ink9.xml"/><Relationship Id="rId20" Type="http://schemas.openxmlformats.org/officeDocument/2006/relationships/image" Target="../media/image10.png"/><Relationship Id="rId21" Type="http://schemas.openxmlformats.org/officeDocument/2006/relationships/customXml" Target="../ink/ink10.xml"/><Relationship Id="rId22" Type="http://schemas.openxmlformats.org/officeDocument/2006/relationships/image" Target="../media/image11.png"/><Relationship Id="rId23" Type="http://schemas.openxmlformats.org/officeDocument/2006/relationships/customXml" Target="../ink/ink11.xml"/><Relationship Id="rId24" Type="http://schemas.openxmlformats.org/officeDocument/2006/relationships/image" Target="../media/image12.png"/><Relationship Id="rId25" Type="http://schemas.openxmlformats.org/officeDocument/2006/relationships/customXml" Target="../ink/ink12.xml"/><Relationship Id="rId26" Type="http://schemas.openxmlformats.org/officeDocument/2006/relationships/image" Target="../media/image13.png"/><Relationship Id="rId27" Type="http://schemas.openxmlformats.org/officeDocument/2006/relationships/customXml" Target="../ink/ink13.xml"/><Relationship Id="rId28" Type="http://schemas.openxmlformats.org/officeDocument/2006/relationships/image" Target="../media/image14.png"/><Relationship Id="rId29" Type="http://schemas.openxmlformats.org/officeDocument/2006/relationships/customXml" Target="../ink/ink14.xml"/><Relationship Id="rId30" Type="http://schemas.openxmlformats.org/officeDocument/2006/relationships/image" Target="../media/image15.png"/><Relationship Id="rId31" Type="http://schemas.openxmlformats.org/officeDocument/2006/relationships/customXml" Target="../ink/ink15.xml"/><Relationship Id="rId32" Type="http://schemas.openxmlformats.org/officeDocument/2006/relationships/image" Target="../media/image16.png"/><Relationship Id="rId33" Type="http://schemas.openxmlformats.org/officeDocument/2006/relationships/customXml" Target="../ink/ink16.xml"/><Relationship Id="rId34" Type="http://schemas.openxmlformats.org/officeDocument/2006/relationships/image" Target="../media/image17.png"/><Relationship Id="rId35" Type="http://schemas.openxmlformats.org/officeDocument/2006/relationships/customXml" Target="../ink/ink17.xml"/><Relationship Id="rId36" Type="http://schemas.openxmlformats.org/officeDocument/2006/relationships/image" Target="../media/image18.png"/><Relationship Id="rId37" Type="http://schemas.openxmlformats.org/officeDocument/2006/relationships/customXml" Target="../ink/ink18.xml"/><Relationship Id="rId38" Type="http://schemas.openxmlformats.org/officeDocument/2006/relationships/image" Target="../media/image19.png"/><Relationship Id="rId39" Type="http://schemas.openxmlformats.org/officeDocument/2006/relationships/customXml" Target="../ink/ink19.xml"/><Relationship Id="rId40" Type="http://schemas.openxmlformats.org/officeDocument/2006/relationships/image" Target="../media/image20.png"/><Relationship Id="rId41" Type="http://schemas.openxmlformats.org/officeDocument/2006/relationships/customXml" Target="../ink/ink20.xml"/><Relationship Id="rId42" Type="http://schemas.openxmlformats.org/officeDocument/2006/relationships/image" Target="../media/image21.png"/><Relationship Id="rId43" Type="http://schemas.openxmlformats.org/officeDocument/2006/relationships/customXml" Target="../ink/ink21.xml"/><Relationship Id="rId44" Type="http://schemas.openxmlformats.org/officeDocument/2006/relationships/image" Target="../media/image22.png"/><Relationship Id="rId45" Type="http://schemas.openxmlformats.org/officeDocument/2006/relationships/customXml" Target="../ink/ink22.xml"/><Relationship Id="rId46" Type="http://schemas.openxmlformats.org/officeDocument/2006/relationships/image" Target="../media/image23.png"/><Relationship Id="rId47" Type="http://schemas.openxmlformats.org/officeDocument/2006/relationships/customXml" Target="../ink/ink23.xml"/><Relationship Id="rId48" Type="http://schemas.openxmlformats.org/officeDocument/2006/relationships/image" Target="../media/image24.png"/><Relationship Id="rId49" Type="http://schemas.openxmlformats.org/officeDocument/2006/relationships/customXml" Target="../ink/ink24.xml"/><Relationship Id="rId50" Type="http://schemas.openxmlformats.org/officeDocument/2006/relationships/image" Target="../media/image25.png"/><Relationship Id="rId51" Type="http://schemas.openxmlformats.org/officeDocument/2006/relationships/customXml" Target="../ink/ink25.xml"/><Relationship Id="rId52" Type="http://schemas.openxmlformats.org/officeDocument/2006/relationships/image" Target="../media/image26.png"/><Relationship Id="rId53" Type="http://schemas.openxmlformats.org/officeDocument/2006/relationships/customXml" Target="../ink/ink26.xml"/><Relationship Id="rId54" Type="http://schemas.openxmlformats.org/officeDocument/2006/relationships/image" Target="../media/image27.png"/><Relationship Id="rId55" Type="http://schemas.openxmlformats.org/officeDocument/2006/relationships/customXml" Target="../ink/ink27.xml"/><Relationship Id="rId56" Type="http://schemas.openxmlformats.org/officeDocument/2006/relationships/image" Target="../media/image28.png"/><Relationship Id="rId57" Type="http://schemas.openxmlformats.org/officeDocument/2006/relationships/customXml" Target="../ink/ink28.xml"/><Relationship Id="rId58" Type="http://schemas.openxmlformats.org/officeDocument/2006/relationships/image" Target="../media/image29.png"/><Relationship Id="rId59" Type="http://schemas.openxmlformats.org/officeDocument/2006/relationships/customXml" Target="../ink/ink29.xml"/><Relationship Id="rId60" Type="http://schemas.openxmlformats.org/officeDocument/2006/relationships/image" Target="../media/image30.png"/><Relationship Id="rId61" Type="http://schemas.openxmlformats.org/officeDocument/2006/relationships/customXml" Target="../ink/ink30.xml"/><Relationship Id="rId62" Type="http://schemas.openxmlformats.org/officeDocument/2006/relationships/image" Target="../media/image31.png"/><Relationship Id="rId63" Type="http://schemas.openxmlformats.org/officeDocument/2006/relationships/customXml" Target="../ink/ink31.xml"/><Relationship Id="rId64" Type="http://schemas.openxmlformats.org/officeDocument/2006/relationships/image" Target="../media/image32.png"/><Relationship Id="rId65" Type="http://schemas.openxmlformats.org/officeDocument/2006/relationships/customXml" Target="../ink/ink32.xml"/><Relationship Id="rId66" Type="http://schemas.openxmlformats.org/officeDocument/2006/relationships/image" Target="../media/image33.png"/><Relationship Id="rId67" Type="http://schemas.openxmlformats.org/officeDocument/2006/relationships/customXml" Target="../ink/ink33.xml"/><Relationship Id="rId68" Type="http://schemas.openxmlformats.org/officeDocument/2006/relationships/image" Target="../media/image34.png"/><Relationship Id="rId69" Type="http://schemas.openxmlformats.org/officeDocument/2006/relationships/customXml" Target="../ink/ink34.xml"/><Relationship Id="rId70" Type="http://schemas.openxmlformats.org/officeDocument/2006/relationships/image" Target="../media/image35.png"/><Relationship Id="rId71" Type="http://schemas.openxmlformats.org/officeDocument/2006/relationships/customXml" Target="../ink/ink35.xml"/><Relationship Id="rId72" Type="http://schemas.openxmlformats.org/officeDocument/2006/relationships/image" Target="../media/image36.png"/><Relationship Id="rId73" Type="http://schemas.openxmlformats.org/officeDocument/2006/relationships/customXml" Target="../ink/ink36.xml"/><Relationship Id="rId74" Type="http://schemas.openxmlformats.org/officeDocument/2006/relationships/image" Target="../media/image37.png"/><Relationship Id="rId75" Type="http://schemas.openxmlformats.org/officeDocument/2006/relationships/customXml" Target="../ink/ink37.xml"/><Relationship Id="rId76" Type="http://schemas.openxmlformats.org/officeDocument/2006/relationships/image" Target="../media/image38.png"/><Relationship Id="rId77" Type="http://schemas.openxmlformats.org/officeDocument/2006/relationships/customXml" Target="../ink/ink38.xml"/><Relationship Id="rId78" Type="http://schemas.openxmlformats.org/officeDocument/2006/relationships/image" Target="../media/image39.png"/><Relationship Id="rId79" Type="http://schemas.openxmlformats.org/officeDocument/2006/relationships/customXml" Target="../ink/ink39.xml"/><Relationship Id="rId80" Type="http://schemas.openxmlformats.org/officeDocument/2006/relationships/image" Target="../media/image40.png"/><Relationship Id="rId81" Type="http://schemas.openxmlformats.org/officeDocument/2006/relationships/customXml" Target="../ink/ink40.xml"/><Relationship Id="rId82" Type="http://schemas.openxmlformats.org/officeDocument/2006/relationships/image" Target="../media/image41.png"/><Relationship Id="rId83" Type="http://schemas.openxmlformats.org/officeDocument/2006/relationships/customXml" Target="../ink/ink41.xml"/><Relationship Id="rId84" Type="http://schemas.openxmlformats.org/officeDocument/2006/relationships/customXml" Target="../ink/ink42.xml"/><Relationship Id="rId85" Type="http://schemas.openxmlformats.org/officeDocument/2006/relationships/customXml" Target="../ink/ink43.xml"/><Relationship Id="rId86" Type="http://schemas.openxmlformats.org/officeDocument/2006/relationships/customXml" Target="../ink/ink4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customXml" Target="../ink/ink45.xml"/><Relationship Id="rId5" Type="http://schemas.openxmlformats.org/officeDocument/2006/relationships/image" Target="../media/image2.png"/><Relationship Id="rId6" Type="http://schemas.openxmlformats.org/officeDocument/2006/relationships/customXml" Target="../ink/ink46.xml"/><Relationship Id="rId7" Type="http://schemas.openxmlformats.org/officeDocument/2006/relationships/image" Target="../media/image3.png"/><Relationship Id="rId8" Type="http://schemas.openxmlformats.org/officeDocument/2006/relationships/customXml" Target="../ink/ink47.xml"/><Relationship Id="rId9" Type="http://schemas.openxmlformats.org/officeDocument/2006/relationships/image" Target="../media/image4.png"/><Relationship Id="rId10" Type="http://schemas.openxmlformats.org/officeDocument/2006/relationships/customXml" Target="../ink/ink48.xml"/><Relationship Id="rId11" Type="http://schemas.openxmlformats.org/officeDocument/2006/relationships/image" Target="../media/image5.png"/><Relationship Id="rId12" Type="http://schemas.openxmlformats.org/officeDocument/2006/relationships/customXml" Target="../ink/ink49.xml"/><Relationship Id="rId13" Type="http://schemas.openxmlformats.org/officeDocument/2006/relationships/image" Target="../media/image6.png"/><Relationship Id="rId14" Type="http://schemas.openxmlformats.org/officeDocument/2006/relationships/customXml" Target="../ink/ink50.xml"/><Relationship Id="rId15" Type="http://schemas.openxmlformats.org/officeDocument/2006/relationships/image" Target="../media/image7.png"/><Relationship Id="rId16" Type="http://schemas.openxmlformats.org/officeDocument/2006/relationships/customXml" Target="../ink/ink51.xml"/><Relationship Id="rId17" Type="http://schemas.openxmlformats.org/officeDocument/2006/relationships/image" Target="../media/image8.png"/><Relationship Id="rId18" Type="http://schemas.openxmlformats.org/officeDocument/2006/relationships/customXml" Target="../ink/ink52.xml"/><Relationship Id="rId19" Type="http://schemas.openxmlformats.org/officeDocument/2006/relationships/image" Target="../media/image9.png"/><Relationship Id="rId20" Type="http://schemas.openxmlformats.org/officeDocument/2006/relationships/customXml" Target="../ink/ink53.xml"/><Relationship Id="rId21" Type="http://schemas.openxmlformats.org/officeDocument/2006/relationships/image" Target="../media/image10.png"/><Relationship Id="rId22" Type="http://schemas.openxmlformats.org/officeDocument/2006/relationships/customXml" Target="../ink/ink54.xml"/><Relationship Id="rId23" Type="http://schemas.openxmlformats.org/officeDocument/2006/relationships/image" Target="../media/image11.png"/><Relationship Id="rId24" Type="http://schemas.openxmlformats.org/officeDocument/2006/relationships/customXml" Target="../ink/ink55.xml"/><Relationship Id="rId25" Type="http://schemas.openxmlformats.org/officeDocument/2006/relationships/image" Target="../media/image12.png"/><Relationship Id="rId26" Type="http://schemas.openxmlformats.org/officeDocument/2006/relationships/customXml" Target="../ink/ink56.xml"/><Relationship Id="rId27" Type="http://schemas.openxmlformats.org/officeDocument/2006/relationships/image" Target="../media/image13.png"/><Relationship Id="rId28" Type="http://schemas.openxmlformats.org/officeDocument/2006/relationships/customXml" Target="../ink/ink57.xml"/><Relationship Id="rId29" Type="http://schemas.openxmlformats.org/officeDocument/2006/relationships/image" Target="../media/image14.png"/><Relationship Id="rId30" Type="http://schemas.openxmlformats.org/officeDocument/2006/relationships/customXml" Target="../ink/ink58.xml"/><Relationship Id="rId31" Type="http://schemas.openxmlformats.org/officeDocument/2006/relationships/image" Target="../media/image15.png"/><Relationship Id="rId32" Type="http://schemas.openxmlformats.org/officeDocument/2006/relationships/customXml" Target="../ink/ink59.xml"/><Relationship Id="rId33" Type="http://schemas.openxmlformats.org/officeDocument/2006/relationships/image" Target="../media/image16.png"/><Relationship Id="rId34" Type="http://schemas.openxmlformats.org/officeDocument/2006/relationships/customXml" Target="../ink/ink60.xml"/><Relationship Id="rId35" Type="http://schemas.openxmlformats.org/officeDocument/2006/relationships/image" Target="../media/image17.png"/><Relationship Id="rId36" Type="http://schemas.openxmlformats.org/officeDocument/2006/relationships/customXml" Target="../ink/ink61.xml"/><Relationship Id="rId37" Type="http://schemas.openxmlformats.org/officeDocument/2006/relationships/image" Target="../media/image18.png"/><Relationship Id="rId38" Type="http://schemas.openxmlformats.org/officeDocument/2006/relationships/customXml" Target="../ink/ink62.xml"/><Relationship Id="rId39" Type="http://schemas.openxmlformats.org/officeDocument/2006/relationships/image" Target="../media/image19.png"/><Relationship Id="rId40" Type="http://schemas.openxmlformats.org/officeDocument/2006/relationships/customXml" Target="../ink/ink63.xml"/><Relationship Id="rId41" Type="http://schemas.openxmlformats.org/officeDocument/2006/relationships/image" Target="../media/image20.png"/><Relationship Id="rId42" Type="http://schemas.openxmlformats.org/officeDocument/2006/relationships/customXml" Target="../ink/ink64.xml"/><Relationship Id="rId43" Type="http://schemas.openxmlformats.org/officeDocument/2006/relationships/image" Target="../media/image21.png"/><Relationship Id="rId44" Type="http://schemas.openxmlformats.org/officeDocument/2006/relationships/customXml" Target="../ink/ink65.xml"/><Relationship Id="rId45" Type="http://schemas.openxmlformats.org/officeDocument/2006/relationships/image" Target="../media/image22.png"/><Relationship Id="rId46" Type="http://schemas.openxmlformats.org/officeDocument/2006/relationships/customXml" Target="../ink/ink66.xml"/><Relationship Id="rId47" Type="http://schemas.openxmlformats.org/officeDocument/2006/relationships/image" Target="../media/image23.png"/><Relationship Id="rId48" Type="http://schemas.openxmlformats.org/officeDocument/2006/relationships/customXml" Target="../ink/ink67.xml"/><Relationship Id="rId49" Type="http://schemas.openxmlformats.org/officeDocument/2006/relationships/image" Target="../media/image24.png"/><Relationship Id="rId50" Type="http://schemas.openxmlformats.org/officeDocument/2006/relationships/customXml" Target="../ink/ink68.xml"/><Relationship Id="rId51" Type="http://schemas.openxmlformats.org/officeDocument/2006/relationships/image" Target="../media/image25.png"/><Relationship Id="rId52" Type="http://schemas.openxmlformats.org/officeDocument/2006/relationships/customXml" Target="../ink/ink69.xml"/><Relationship Id="rId53" Type="http://schemas.openxmlformats.org/officeDocument/2006/relationships/image" Target="../media/image26.png"/><Relationship Id="rId54" Type="http://schemas.openxmlformats.org/officeDocument/2006/relationships/customXml" Target="../ink/ink70.xml"/><Relationship Id="rId55" Type="http://schemas.openxmlformats.org/officeDocument/2006/relationships/image" Target="../media/image27.png"/><Relationship Id="rId56" Type="http://schemas.openxmlformats.org/officeDocument/2006/relationships/customXml" Target="../ink/ink71.xml"/><Relationship Id="rId57" Type="http://schemas.openxmlformats.org/officeDocument/2006/relationships/image" Target="../media/image28.png"/><Relationship Id="rId58" Type="http://schemas.openxmlformats.org/officeDocument/2006/relationships/customXml" Target="../ink/ink72.xml"/><Relationship Id="rId59" Type="http://schemas.openxmlformats.org/officeDocument/2006/relationships/image" Target="../media/image29.png"/><Relationship Id="rId60" Type="http://schemas.openxmlformats.org/officeDocument/2006/relationships/customXml" Target="../ink/ink73.xml"/><Relationship Id="rId61" Type="http://schemas.openxmlformats.org/officeDocument/2006/relationships/image" Target="../media/image30.png"/><Relationship Id="rId62" Type="http://schemas.openxmlformats.org/officeDocument/2006/relationships/customXml" Target="../ink/ink74.xml"/><Relationship Id="rId63" Type="http://schemas.openxmlformats.org/officeDocument/2006/relationships/image" Target="../media/image31.png"/><Relationship Id="rId64" Type="http://schemas.openxmlformats.org/officeDocument/2006/relationships/customXml" Target="../ink/ink75.xml"/><Relationship Id="rId65" Type="http://schemas.openxmlformats.org/officeDocument/2006/relationships/image" Target="../media/image32.png"/><Relationship Id="rId66" Type="http://schemas.openxmlformats.org/officeDocument/2006/relationships/customXml" Target="../ink/ink76.xml"/><Relationship Id="rId67" Type="http://schemas.openxmlformats.org/officeDocument/2006/relationships/image" Target="../media/image33.png"/><Relationship Id="rId68" Type="http://schemas.openxmlformats.org/officeDocument/2006/relationships/customXml" Target="../ink/ink77.xml"/><Relationship Id="rId69" Type="http://schemas.openxmlformats.org/officeDocument/2006/relationships/image" Target="../media/image34.png"/><Relationship Id="rId70" Type="http://schemas.openxmlformats.org/officeDocument/2006/relationships/customXml" Target="../ink/ink78.xml"/><Relationship Id="rId71" Type="http://schemas.openxmlformats.org/officeDocument/2006/relationships/image" Target="../media/image35.png"/><Relationship Id="rId72" Type="http://schemas.openxmlformats.org/officeDocument/2006/relationships/customXml" Target="../ink/ink79.xml"/><Relationship Id="rId73" Type="http://schemas.openxmlformats.org/officeDocument/2006/relationships/image" Target="../media/image36.png"/><Relationship Id="rId74" Type="http://schemas.openxmlformats.org/officeDocument/2006/relationships/customXml" Target="../ink/ink80.xml"/><Relationship Id="rId75" Type="http://schemas.openxmlformats.org/officeDocument/2006/relationships/image" Target="../media/image37.png"/><Relationship Id="rId76" Type="http://schemas.openxmlformats.org/officeDocument/2006/relationships/customXml" Target="../ink/ink81.xml"/><Relationship Id="rId77" Type="http://schemas.openxmlformats.org/officeDocument/2006/relationships/image" Target="../media/image38.png"/><Relationship Id="rId78" Type="http://schemas.openxmlformats.org/officeDocument/2006/relationships/customXml" Target="../ink/ink82.xml"/><Relationship Id="rId79" Type="http://schemas.openxmlformats.org/officeDocument/2006/relationships/image" Target="../media/image42.png"/><Relationship Id="rId80" Type="http://schemas.openxmlformats.org/officeDocument/2006/relationships/customXml" Target="../ink/ink83.xml"/><Relationship Id="rId81" Type="http://schemas.openxmlformats.org/officeDocument/2006/relationships/image" Target="../media/image40.png"/><Relationship Id="rId82" Type="http://schemas.openxmlformats.org/officeDocument/2006/relationships/customXml" Target="../ink/ink84.xml"/><Relationship Id="rId83" Type="http://schemas.openxmlformats.org/officeDocument/2006/relationships/image" Target="../media/image41.png"/><Relationship Id="rId84" Type="http://schemas.openxmlformats.org/officeDocument/2006/relationships/customXml" Target="../ink/ink85.xml"/><Relationship Id="rId85" Type="http://schemas.openxmlformats.org/officeDocument/2006/relationships/customXml" Target="../ink/ink86.xml"/><Relationship Id="rId86" Type="http://schemas.openxmlformats.org/officeDocument/2006/relationships/customXml" Target="../ink/ink87.xml"/><Relationship Id="rId87" Type="http://schemas.openxmlformats.org/officeDocument/2006/relationships/customXml" Target="../ink/ink8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ustomXml" Target="../ink/ink89.xml"/><Relationship Id="rId5" Type="http://schemas.openxmlformats.org/officeDocument/2006/relationships/image" Target="../media/image43.png"/><Relationship Id="rId6" Type="http://schemas.openxmlformats.org/officeDocument/2006/relationships/customXml" Target="../ink/ink90.xml"/><Relationship Id="rId7" Type="http://schemas.openxmlformats.org/officeDocument/2006/relationships/image" Target="../media/image44.png"/><Relationship Id="rId8" Type="http://schemas.openxmlformats.org/officeDocument/2006/relationships/customXml" Target="../ink/ink91.xml"/><Relationship Id="rId9" Type="http://schemas.openxmlformats.org/officeDocument/2006/relationships/image" Target="../media/image45.png"/><Relationship Id="rId10" Type="http://schemas.openxmlformats.org/officeDocument/2006/relationships/customXml" Target="../ink/ink92.xml"/><Relationship Id="rId11" Type="http://schemas.openxmlformats.org/officeDocument/2006/relationships/image" Target="../media/image46.png"/><Relationship Id="rId12" Type="http://schemas.openxmlformats.org/officeDocument/2006/relationships/customXml" Target="../ink/ink93.xml"/><Relationship Id="rId13" Type="http://schemas.openxmlformats.org/officeDocument/2006/relationships/image" Target="../media/image47.png"/><Relationship Id="rId14" Type="http://schemas.openxmlformats.org/officeDocument/2006/relationships/customXml" Target="../ink/ink94.xml"/><Relationship Id="rId15" Type="http://schemas.openxmlformats.org/officeDocument/2006/relationships/image" Target="../media/image48.png"/><Relationship Id="rId16" Type="http://schemas.openxmlformats.org/officeDocument/2006/relationships/customXml" Target="../ink/ink95.xml"/><Relationship Id="rId17" Type="http://schemas.openxmlformats.org/officeDocument/2006/relationships/image" Target="../media/image49.png"/><Relationship Id="rId18" Type="http://schemas.openxmlformats.org/officeDocument/2006/relationships/customXml" Target="../ink/ink96.xml"/><Relationship Id="rId19" Type="http://schemas.openxmlformats.org/officeDocument/2006/relationships/image" Target="../media/image50.png"/><Relationship Id="rId20" Type="http://schemas.openxmlformats.org/officeDocument/2006/relationships/customXml" Target="../ink/ink97.xml"/><Relationship Id="rId21" Type="http://schemas.openxmlformats.org/officeDocument/2006/relationships/image" Target="../media/image51.png"/><Relationship Id="rId22" Type="http://schemas.openxmlformats.org/officeDocument/2006/relationships/customXml" Target="../ink/ink98.xml"/><Relationship Id="rId23" Type="http://schemas.openxmlformats.org/officeDocument/2006/relationships/image" Target="../media/image52.png"/><Relationship Id="rId24" Type="http://schemas.openxmlformats.org/officeDocument/2006/relationships/customXml" Target="../ink/ink99.xml"/><Relationship Id="rId25" Type="http://schemas.openxmlformats.org/officeDocument/2006/relationships/image" Target="../media/image53.png"/><Relationship Id="rId26" Type="http://schemas.openxmlformats.org/officeDocument/2006/relationships/customXml" Target="../ink/ink100.xml"/><Relationship Id="rId27" Type="http://schemas.openxmlformats.org/officeDocument/2006/relationships/image" Target="../media/image54.png"/><Relationship Id="rId28" Type="http://schemas.openxmlformats.org/officeDocument/2006/relationships/customXml" Target="../ink/ink101.xml"/><Relationship Id="rId29" Type="http://schemas.openxmlformats.org/officeDocument/2006/relationships/image" Target="../media/image55.png"/><Relationship Id="rId30" Type="http://schemas.openxmlformats.org/officeDocument/2006/relationships/customXml" Target="../ink/ink102.xml"/><Relationship Id="rId31" Type="http://schemas.openxmlformats.org/officeDocument/2006/relationships/image" Target="../media/image56.png"/><Relationship Id="rId32" Type="http://schemas.openxmlformats.org/officeDocument/2006/relationships/customXml" Target="../ink/ink103.xml"/><Relationship Id="rId33" Type="http://schemas.openxmlformats.org/officeDocument/2006/relationships/image" Target="../media/image57.png"/><Relationship Id="rId34" Type="http://schemas.openxmlformats.org/officeDocument/2006/relationships/customXml" Target="../ink/ink104.xml"/><Relationship Id="rId35" Type="http://schemas.openxmlformats.org/officeDocument/2006/relationships/image" Target="../media/image58.png"/><Relationship Id="rId36" Type="http://schemas.openxmlformats.org/officeDocument/2006/relationships/customXml" Target="../ink/ink105.xml"/><Relationship Id="rId37" Type="http://schemas.openxmlformats.org/officeDocument/2006/relationships/image" Target="../media/image59.png"/><Relationship Id="rId38" Type="http://schemas.openxmlformats.org/officeDocument/2006/relationships/customXml" Target="../ink/ink106.xml"/><Relationship Id="rId39" Type="http://schemas.openxmlformats.org/officeDocument/2006/relationships/image" Target="../media/image60.png"/><Relationship Id="rId40" Type="http://schemas.openxmlformats.org/officeDocument/2006/relationships/customXml" Target="../ink/ink107.xml"/><Relationship Id="rId41" Type="http://schemas.openxmlformats.org/officeDocument/2006/relationships/image" Target="../media/image61.png"/><Relationship Id="rId42" Type="http://schemas.openxmlformats.org/officeDocument/2006/relationships/customXml" Target="../ink/ink108.xml"/><Relationship Id="rId43" Type="http://schemas.openxmlformats.org/officeDocument/2006/relationships/image" Target="../media/image62.png"/><Relationship Id="rId44" Type="http://schemas.openxmlformats.org/officeDocument/2006/relationships/customXml" Target="../ink/ink109.xml"/><Relationship Id="rId45" Type="http://schemas.openxmlformats.org/officeDocument/2006/relationships/image" Target="../media/image63.png"/><Relationship Id="rId46" Type="http://schemas.openxmlformats.org/officeDocument/2006/relationships/customXml" Target="../ink/ink110.xml"/><Relationship Id="rId47" Type="http://schemas.openxmlformats.org/officeDocument/2006/relationships/image" Target="../media/image64.png"/><Relationship Id="rId48" Type="http://schemas.openxmlformats.org/officeDocument/2006/relationships/customXml" Target="../ink/ink111.xml"/><Relationship Id="rId49" Type="http://schemas.openxmlformats.org/officeDocument/2006/relationships/image" Target="../media/image65.png"/><Relationship Id="rId50" Type="http://schemas.openxmlformats.org/officeDocument/2006/relationships/customXml" Target="../ink/ink112.xml"/><Relationship Id="rId51" Type="http://schemas.openxmlformats.org/officeDocument/2006/relationships/image" Target="../media/image66.png"/><Relationship Id="rId52" Type="http://schemas.openxmlformats.org/officeDocument/2006/relationships/customXml" Target="../ink/ink113.xml"/><Relationship Id="rId53" Type="http://schemas.openxmlformats.org/officeDocument/2006/relationships/image" Target="../media/image67.png"/><Relationship Id="rId54" Type="http://schemas.openxmlformats.org/officeDocument/2006/relationships/customXml" Target="../ink/ink114.xml"/><Relationship Id="rId55" Type="http://schemas.openxmlformats.org/officeDocument/2006/relationships/image" Target="../media/image68.png"/><Relationship Id="rId56" Type="http://schemas.openxmlformats.org/officeDocument/2006/relationships/customXml" Target="../ink/ink115.xml"/><Relationship Id="rId57" Type="http://schemas.openxmlformats.org/officeDocument/2006/relationships/image" Target="../media/image69.png"/><Relationship Id="rId58" Type="http://schemas.openxmlformats.org/officeDocument/2006/relationships/customXml" Target="../ink/ink116.xml"/><Relationship Id="rId59" Type="http://schemas.openxmlformats.org/officeDocument/2006/relationships/image" Target="../media/image70.png"/><Relationship Id="rId60" Type="http://schemas.openxmlformats.org/officeDocument/2006/relationships/customXml" Target="../ink/ink117.xml"/><Relationship Id="rId61" Type="http://schemas.openxmlformats.org/officeDocument/2006/relationships/image" Target="../media/image71.png"/><Relationship Id="rId62" Type="http://schemas.openxmlformats.org/officeDocument/2006/relationships/customXml" Target="../ink/ink118.xml"/><Relationship Id="rId63" Type="http://schemas.openxmlformats.org/officeDocument/2006/relationships/image" Target="../media/image72.png"/><Relationship Id="rId64" Type="http://schemas.openxmlformats.org/officeDocument/2006/relationships/customXml" Target="../ink/ink119.xml"/><Relationship Id="rId65" Type="http://schemas.openxmlformats.org/officeDocument/2006/relationships/image" Target="../media/image73.png"/><Relationship Id="rId66" Type="http://schemas.openxmlformats.org/officeDocument/2006/relationships/customXml" Target="../ink/ink120.xml"/><Relationship Id="rId67" Type="http://schemas.openxmlformats.org/officeDocument/2006/relationships/image" Target="../media/image74.png"/><Relationship Id="rId68" Type="http://schemas.openxmlformats.org/officeDocument/2006/relationships/customXml" Target="../ink/ink121.xml"/><Relationship Id="rId69" Type="http://schemas.openxmlformats.org/officeDocument/2006/relationships/image" Target="../media/image75.png"/><Relationship Id="rId70" Type="http://schemas.openxmlformats.org/officeDocument/2006/relationships/customXml" Target="../ink/ink122.xml"/><Relationship Id="rId71" Type="http://schemas.openxmlformats.org/officeDocument/2006/relationships/image" Target="../media/image76.png"/><Relationship Id="rId72" Type="http://schemas.openxmlformats.org/officeDocument/2006/relationships/customXml" Target="../ink/ink123.xml"/><Relationship Id="rId73" Type="http://schemas.openxmlformats.org/officeDocument/2006/relationships/image" Target="../media/image77.png"/><Relationship Id="rId74" Type="http://schemas.openxmlformats.org/officeDocument/2006/relationships/customXml" Target="../ink/ink124.xml"/><Relationship Id="rId75" Type="http://schemas.openxmlformats.org/officeDocument/2006/relationships/image" Target="../media/image78.png"/><Relationship Id="rId76" Type="http://schemas.openxmlformats.org/officeDocument/2006/relationships/customXml" Target="../ink/ink125.xml"/><Relationship Id="rId77" Type="http://schemas.openxmlformats.org/officeDocument/2006/relationships/image" Target="../media/image79.png"/><Relationship Id="rId78" Type="http://schemas.openxmlformats.org/officeDocument/2006/relationships/customXml" Target="../ink/ink126.xml"/><Relationship Id="rId79" Type="http://schemas.openxmlformats.org/officeDocument/2006/relationships/image" Target="../media/image80.png"/><Relationship Id="rId80" Type="http://schemas.openxmlformats.org/officeDocument/2006/relationships/customXml" Target="../ink/ink127.xml"/><Relationship Id="rId81" Type="http://schemas.openxmlformats.org/officeDocument/2006/relationships/image" Target="../media/image81.png"/><Relationship Id="rId82" Type="http://schemas.openxmlformats.org/officeDocument/2006/relationships/customXml" Target="../ink/ink128.xml"/><Relationship Id="rId83" Type="http://schemas.openxmlformats.org/officeDocument/2006/relationships/image" Target="../media/image82.png"/><Relationship Id="rId84" Type="http://schemas.openxmlformats.org/officeDocument/2006/relationships/customXml" Target="../ink/ink129.xml"/><Relationship Id="rId85" Type="http://schemas.openxmlformats.org/officeDocument/2006/relationships/customXml" Target="../ink/ink130.xml"/><Relationship Id="rId86" Type="http://schemas.openxmlformats.org/officeDocument/2006/relationships/customXml" Target="../ink/ink131.xml"/><Relationship Id="rId87" Type="http://schemas.openxmlformats.org/officeDocument/2006/relationships/customXml" Target="../ink/ink1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customXml" Target="../ink/ink133.xml"/><Relationship Id="rId5" Type="http://schemas.openxmlformats.org/officeDocument/2006/relationships/image" Target="../media/image43.png"/><Relationship Id="rId6" Type="http://schemas.openxmlformats.org/officeDocument/2006/relationships/customXml" Target="../ink/ink134.xml"/><Relationship Id="rId7" Type="http://schemas.openxmlformats.org/officeDocument/2006/relationships/image" Target="../media/image44.png"/><Relationship Id="rId8" Type="http://schemas.openxmlformats.org/officeDocument/2006/relationships/customXml" Target="../ink/ink135.xml"/><Relationship Id="rId9" Type="http://schemas.openxmlformats.org/officeDocument/2006/relationships/image" Target="../media/image45.png"/><Relationship Id="rId10" Type="http://schemas.openxmlformats.org/officeDocument/2006/relationships/customXml" Target="../ink/ink136.xml"/><Relationship Id="rId11" Type="http://schemas.openxmlformats.org/officeDocument/2006/relationships/image" Target="../media/image46.png"/><Relationship Id="rId12" Type="http://schemas.openxmlformats.org/officeDocument/2006/relationships/customXml" Target="../ink/ink137.xml"/><Relationship Id="rId13" Type="http://schemas.openxmlformats.org/officeDocument/2006/relationships/image" Target="../media/image47.png"/><Relationship Id="rId14" Type="http://schemas.openxmlformats.org/officeDocument/2006/relationships/customXml" Target="../ink/ink138.xml"/><Relationship Id="rId15" Type="http://schemas.openxmlformats.org/officeDocument/2006/relationships/image" Target="../media/image48.png"/><Relationship Id="rId16" Type="http://schemas.openxmlformats.org/officeDocument/2006/relationships/customXml" Target="../ink/ink139.xml"/><Relationship Id="rId17" Type="http://schemas.openxmlformats.org/officeDocument/2006/relationships/image" Target="../media/image49.png"/><Relationship Id="rId18" Type="http://schemas.openxmlformats.org/officeDocument/2006/relationships/customXml" Target="../ink/ink140.xml"/><Relationship Id="rId19" Type="http://schemas.openxmlformats.org/officeDocument/2006/relationships/image" Target="../media/image50.png"/><Relationship Id="rId20" Type="http://schemas.openxmlformats.org/officeDocument/2006/relationships/customXml" Target="../ink/ink141.xml"/><Relationship Id="rId21" Type="http://schemas.openxmlformats.org/officeDocument/2006/relationships/image" Target="../media/image51.png"/><Relationship Id="rId22" Type="http://schemas.openxmlformats.org/officeDocument/2006/relationships/customXml" Target="../ink/ink142.xml"/><Relationship Id="rId23" Type="http://schemas.openxmlformats.org/officeDocument/2006/relationships/image" Target="../media/image52.png"/><Relationship Id="rId24" Type="http://schemas.openxmlformats.org/officeDocument/2006/relationships/customXml" Target="../ink/ink143.xml"/><Relationship Id="rId25" Type="http://schemas.openxmlformats.org/officeDocument/2006/relationships/image" Target="../media/image53.png"/><Relationship Id="rId26" Type="http://schemas.openxmlformats.org/officeDocument/2006/relationships/customXml" Target="../ink/ink144.xml"/><Relationship Id="rId27" Type="http://schemas.openxmlformats.org/officeDocument/2006/relationships/image" Target="../media/image54.png"/><Relationship Id="rId28" Type="http://schemas.openxmlformats.org/officeDocument/2006/relationships/customXml" Target="../ink/ink145.xml"/><Relationship Id="rId29" Type="http://schemas.openxmlformats.org/officeDocument/2006/relationships/image" Target="../media/image55.png"/><Relationship Id="rId30" Type="http://schemas.openxmlformats.org/officeDocument/2006/relationships/customXml" Target="../ink/ink146.xml"/><Relationship Id="rId31" Type="http://schemas.openxmlformats.org/officeDocument/2006/relationships/image" Target="../media/image56.png"/><Relationship Id="rId32" Type="http://schemas.openxmlformats.org/officeDocument/2006/relationships/customXml" Target="../ink/ink147.xml"/><Relationship Id="rId33" Type="http://schemas.openxmlformats.org/officeDocument/2006/relationships/image" Target="../media/image57.png"/><Relationship Id="rId34" Type="http://schemas.openxmlformats.org/officeDocument/2006/relationships/customXml" Target="../ink/ink148.xml"/><Relationship Id="rId35" Type="http://schemas.openxmlformats.org/officeDocument/2006/relationships/image" Target="../media/image58.png"/><Relationship Id="rId36" Type="http://schemas.openxmlformats.org/officeDocument/2006/relationships/customXml" Target="../ink/ink149.xml"/><Relationship Id="rId37" Type="http://schemas.openxmlformats.org/officeDocument/2006/relationships/image" Target="../media/image59.png"/><Relationship Id="rId38" Type="http://schemas.openxmlformats.org/officeDocument/2006/relationships/customXml" Target="../ink/ink150.xml"/><Relationship Id="rId39" Type="http://schemas.openxmlformats.org/officeDocument/2006/relationships/image" Target="../media/image60.png"/><Relationship Id="rId40" Type="http://schemas.openxmlformats.org/officeDocument/2006/relationships/customXml" Target="../ink/ink151.xml"/><Relationship Id="rId41" Type="http://schemas.openxmlformats.org/officeDocument/2006/relationships/image" Target="../media/image61.png"/><Relationship Id="rId42" Type="http://schemas.openxmlformats.org/officeDocument/2006/relationships/customXml" Target="../ink/ink152.xml"/><Relationship Id="rId43" Type="http://schemas.openxmlformats.org/officeDocument/2006/relationships/image" Target="../media/image62.png"/><Relationship Id="rId44" Type="http://schemas.openxmlformats.org/officeDocument/2006/relationships/customXml" Target="../ink/ink153.xml"/><Relationship Id="rId45" Type="http://schemas.openxmlformats.org/officeDocument/2006/relationships/image" Target="../media/image63.png"/><Relationship Id="rId46" Type="http://schemas.openxmlformats.org/officeDocument/2006/relationships/customXml" Target="../ink/ink154.xml"/><Relationship Id="rId47" Type="http://schemas.openxmlformats.org/officeDocument/2006/relationships/image" Target="../media/image64.png"/><Relationship Id="rId48" Type="http://schemas.openxmlformats.org/officeDocument/2006/relationships/customXml" Target="../ink/ink155.xml"/><Relationship Id="rId49" Type="http://schemas.openxmlformats.org/officeDocument/2006/relationships/image" Target="../media/image65.png"/><Relationship Id="rId50" Type="http://schemas.openxmlformats.org/officeDocument/2006/relationships/customXml" Target="../ink/ink156.xml"/><Relationship Id="rId51" Type="http://schemas.openxmlformats.org/officeDocument/2006/relationships/image" Target="../media/image66.png"/><Relationship Id="rId52" Type="http://schemas.openxmlformats.org/officeDocument/2006/relationships/customXml" Target="../ink/ink157.xml"/><Relationship Id="rId53" Type="http://schemas.openxmlformats.org/officeDocument/2006/relationships/image" Target="../media/image67.png"/><Relationship Id="rId54" Type="http://schemas.openxmlformats.org/officeDocument/2006/relationships/customXml" Target="../ink/ink158.xml"/><Relationship Id="rId55" Type="http://schemas.openxmlformats.org/officeDocument/2006/relationships/image" Target="../media/image68.png"/><Relationship Id="rId56" Type="http://schemas.openxmlformats.org/officeDocument/2006/relationships/customXml" Target="../ink/ink159.xml"/><Relationship Id="rId57" Type="http://schemas.openxmlformats.org/officeDocument/2006/relationships/image" Target="../media/image69.png"/><Relationship Id="rId58" Type="http://schemas.openxmlformats.org/officeDocument/2006/relationships/customXml" Target="../ink/ink160.xml"/><Relationship Id="rId59" Type="http://schemas.openxmlformats.org/officeDocument/2006/relationships/image" Target="../media/image70.png"/><Relationship Id="rId60" Type="http://schemas.openxmlformats.org/officeDocument/2006/relationships/customXml" Target="../ink/ink161.xml"/><Relationship Id="rId61" Type="http://schemas.openxmlformats.org/officeDocument/2006/relationships/image" Target="../media/image71.png"/><Relationship Id="rId62" Type="http://schemas.openxmlformats.org/officeDocument/2006/relationships/customXml" Target="../ink/ink162.xml"/><Relationship Id="rId63" Type="http://schemas.openxmlformats.org/officeDocument/2006/relationships/image" Target="../media/image72.png"/><Relationship Id="rId64" Type="http://schemas.openxmlformats.org/officeDocument/2006/relationships/customXml" Target="../ink/ink163.xml"/><Relationship Id="rId65" Type="http://schemas.openxmlformats.org/officeDocument/2006/relationships/image" Target="../media/image73.png"/><Relationship Id="rId66" Type="http://schemas.openxmlformats.org/officeDocument/2006/relationships/customXml" Target="../ink/ink164.xml"/><Relationship Id="rId67" Type="http://schemas.openxmlformats.org/officeDocument/2006/relationships/image" Target="../media/image74.png"/><Relationship Id="rId68" Type="http://schemas.openxmlformats.org/officeDocument/2006/relationships/customXml" Target="../ink/ink165.xml"/><Relationship Id="rId69" Type="http://schemas.openxmlformats.org/officeDocument/2006/relationships/image" Target="../media/image75.png"/><Relationship Id="rId70" Type="http://schemas.openxmlformats.org/officeDocument/2006/relationships/customXml" Target="../ink/ink166.xml"/><Relationship Id="rId71" Type="http://schemas.openxmlformats.org/officeDocument/2006/relationships/image" Target="../media/image76.png"/><Relationship Id="rId72" Type="http://schemas.openxmlformats.org/officeDocument/2006/relationships/customXml" Target="../ink/ink167.xml"/><Relationship Id="rId73" Type="http://schemas.openxmlformats.org/officeDocument/2006/relationships/image" Target="../media/image77.png"/><Relationship Id="rId74" Type="http://schemas.openxmlformats.org/officeDocument/2006/relationships/customXml" Target="../ink/ink168.xml"/><Relationship Id="rId75" Type="http://schemas.openxmlformats.org/officeDocument/2006/relationships/image" Target="../media/image78.png"/><Relationship Id="rId76" Type="http://schemas.openxmlformats.org/officeDocument/2006/relationships/customXml" Target="../ink/ink169.xml"/><Relationship Id="rId77" Type="http://schemas.openxmlformats.org/officeDocument/2006/relationships/image" Target="../media/image79.png"/><Relationship Id="rId78" Type="http://schemas.openxmlformats.org/officeDocument/2006/relationships/customXml" Target="../ink/ink170.xml"/><Relationship Id="rId79" Type="http://schemas.openxmlformats.org/officeDocument/2006/relationships/image" Target="../media/image80.png"/><Relationship Id="rId80" Type="http://schemas.openxmlformats.org/officeDocument/2006/relationships/customXml" Target="../ink/ink171.xml"/><Relationship Id="rId81" Type="http://schemas.openxmlformats.org/officeDocument/2006/relationships/image" Target="../media/image81.png"/><Relationship Id="rId82" Type="http://schemas.openxmlformats.org/officeDocument/2006/relationships/customXml" Target="../ink/ink172.xml"/><Relationship Id="rId83" Type="http://schemas.openxmlformats.org/officeDocument/2006/relationships/image" Target="../media/image82.png"/><Relationship Id="rId84" Type="http://schemas.openxmlformats.org/officeDocument/2006/relationships/customXml" Target="../ink/ink173.xml"/><Relationship Id="rId85" Type="http://schemas.openxmlformats.org/officeDocument/2006/relationships/customXml" Target="../ink/ink174.xml"/><Relationship Id="rId86" Type="http://schemas.openxmlformats.org/officeDocument/2006/relationships/customXml" Target="../ink/ink175.xml"/><Relationship Id="rId87" Type="http://schemas.openxmlformats.org/officeDocument/2006/relationships/customXml" Target="../ink/ink17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customXml" Target="../ink/ink177.xml"/><Relationship Id="rId5" Type="http://schemas.openxmlformats.org/officeDocument/2006/relationships/image" Target="../media/image43.png"/><Relationship Id="rId6" Type="http://schemas.openxmlformats.org/officeDocument/2006/relationships/customXml" Target="../ink/ink178.xml"/><Relationship Id="rId7" Type="http://schemas.openxmlformats.org/officeDocument/2006/relationships/image" Target="../media/image44.png"/><Relationship Id="rId8" Type="http://schemas.openxmlformats.org/officeDocument/2006/relationships/customXml" Target="../ink/ink179.xml"/><Relationship Id="rId9" Type="http://schemas.openxmlformats.org/officeDocument/2006/relationships/image" Target="../media/image45.png"/><Relationship Id="rId10" Type="http://schemas.openxmlformats.org/officeDocument/2006/relationships/customXml" Target="../ink/ink180.xml"/><Relationship Id="rId11" Type="http://schemas.openxmlformats.org/officeDocument/2006/relationships/image" Target="../media/image46.png"/><Relationship Id="rId12" Type="http://schemas.openxmlformats.org/officeDocument/2006/relationships/customXml" Target="../ink/ink181.xml"/><Relationship Id="rId13" Type="http://schemas.openxmlformats.org/officeDocument/2006/relationships/image" Target="../media/image47.png"/><Relationship Id="rId14" Type="http://schemas.openxmlformats.org/officeDocument/2006/relationships/customXml" Target="../ink/ink182.xml"/><Relationship Id="rId15" Type="http://schemas.openxmlformats.org/officeDocument/2006/relationships/image" Target="../media/image48.png"/><Relationship Id="rId16" Type="http://schemas.openxmlformats.org/officeDocument/2006/relationships/customXml" Target="../ink/ink183.xml"/><Relationship Id="rId17" Type="http://schemas.openxmlformats.org/officeDocument/2006/relationships/image" Target="../media/image49.png"/><Relationship Id="rId18" Type="http://schemas.openxmlformats.org/officeDocument/2006/relationships/customXml" Target="../ink/ink184.xml"/><Relationship Id="rId19" Type="http://schemas.openxmlformats.org/officeDocument/2006/relationships/image" Target="../media/image50.png"/><Relationship Id="rId20" Type="http://schemas.openxmlformats.org/officeDocument/2006/relationships/customXml" Target="../ink/ink185.xml"/><Relationship Id="rId21" Type="http://schemas.openxmlformats.org/officeDocument/2006/relationships/image" Target="../media/image51.png"/><Relationship Id="rId22" Type="http://schemas.openxmlformats.org/officeDocument/2006/relationships/customXml" Target="../ink/ink186.xml"/><Relationship Id="rId23" Type="http://schemas.openxmlformats.org/officeDocument/2006/relationships/image" Target="../media/image52.png"/><Relationship Id="rId24" Type="http://schemas.openxmlformats.org/officeDocument/2006/relationships/customXml" Target="../ink/ink187.xml"/><Relationship Id="rId25" Type="http://schemas.openxmlformats.org/officeDocument/2006/relationships/image" Target="../media/image53.png"/><Relationship Id="rId26" Type="http://schemas.openxmlformats.org/officeDocument/2006/relationships/customXml" Target="../ink/ink188.xml"/><Relationship Id="rId27" Type="http://schemas.openxmlformats.org/officeDocument/2006/relationships/image" Target="../media/image54.png"/><Relationship Id="rId28" Type="http://schemas.openxmlformats.org/officeDocument/2006/relationships/customXml" Target="../ink/ink189.xml"/><Relationship Id="rId29" Type="http://schemas.openxmlformats.org/officeDocument/2006/relationships/image" Target="../media/image55.png"/><Relationship Id="rId30" Type="http://schemas.openxmlformats.org/officeDocument/2006/relationships/customXml" Target="../ink/ink190.xml"/><Relationship Id="rId31" Type="http://schemas.openxmlformats.org/officeDocument/2006/relationships/image" Target="../media/image56.png"/><Relationship Id="rId32" Type="http://schemas.openxmlformats.org/officeDocument/2006/relationships/customXml" Target="../ink/ink191.xml"/><Relationship Id="rId33" Type="http://schemas.openxmlformats.org/officeDocument/2006/relationships/image" Target="../media/image57.png"/><Relationship Id="rId34" Type="http://schemas.openxmlformats.org/officeDocument/2006/relationships/customXml" Target="../ink/ink192.xml"/><Relationship Id="rId35" Type="http://schemas.openxmlformats.org/officeDocument/2006/relationships/image" Target="../media/image58.png"/><Relationship Id="rId36" Type="http://schemas.openxmlformats.org/officeDocument/2006/relationships/customXml" Target="../ink/ink193.xml"/><Relationship Id="rId37" Type="http://schemas.openxmlformats.org/officeDocument/2006/relationships/image" Target="../media/image59.png"/><Relationship Id="rId38" Type="http://schemas.openxmlformats.org/officeDocument/2006/relationships/customXml" Target="../ink/ink194.xml"/><Relationship Id="rId39" Type="http://schemas.openxmlformats.org/officeDocument/2006/relationships/image" Target="../media/image60.png"/><Relationship Id="rId40" Type="http://schemas.openxmlformats.org/officeDocument/2006/relationships/customXml" Target="../ink/ink195.xml"/><Relationship Id="rId41" Type="http://schemas.openxmlformats.org/officeDocument/2006/relationships/image" Target="../media/image61.png"/><Relationship Id="rId42" Type="http://schemas.openxmlformats.org/officeDocument/2006/relationships/customXml" Target="../ink/ink196.xml"/><Relationship Id="rId43" Type="http://schemas.openxmlformats.org/officeDocument/2006/relationships/image" Target="../media/image62.png"/><Relationship Id="rId44" Type="http://schemas.openxmlformats.org/officeDocument/2006/relationships/customXml" Target="../ink/ink197.xml"/><Relationship Id="rId45" Type="http://schemas.openxmlformats.org/officeDocument/2006/relationships/image" Target="../media/image63.png"/><Relationship Id="rId46" Type="http://schemas.openxmlformats.org/officeDocument/2006/relationships/customXml" Target="../ink/ink198.xml"/><Relationship Id="rId47" Type="http://schemas.openxmlformats.org/officeDocument/2006/relationships/image" Target="../media/image64.png"/><Relationship Id="rId48" Type="http://schemas.openxmlformats.org/officeDocument/2006/relationships/customXml" Target="../ink/ink199.xml"/><Relationship Id="rId49" Type="http://schemas.openxmlformats.org/officeDocument/2006/relationships/image" Target="../media/image65.png"/><Relationship Id="rId50" Type="http://schemas.openxmlformats.org/officeDocument/2006/relationships/customXml" Target="../ink/ink200.xml"/><Relationship Id="rId51" Type="http://schemas.openxmlformats.org/officeDocument/2006/relationships/image" Target="../media/image66.png"/><Relationship Id="rId52" Type="http://schemas.openxmlformats.org/officeDocument/2006/relationships/customXml" Target="../ink/ink201.xml"/><Relationship Id="rId53" Type="http://schemas.openxmlformats.org/officeDocument/2006/relationships/image" Target="../media/image67.png"/><Relationship Id="rId54" Type="http://schemas.openxmlformats.org/officeDocument/2006/relationships/customXml" Target="../ink/ink202.xml"/><Relationship Id="rId55" Type="http://schemas.openxmlformats.org/officeDocument/2006/relationships/image" Target="../media/image68.png"/><Relationship Id="rId56" Type="http://schemas.openxmlformats.org/officeDocument/2006/relationships/customXml" Target="../ink/ink203.xml"/><Relationship Id="rId57" Type="http://schemas.openxmlformats.org/officeDocument/2006/relationships/image" Target="../media/image69.png"/><Relationship Id="rId58" Type="http://schemas.openxmlformats.org/officeDocument/2006/relationships/customXml" Target="../ink/ink204.xml"/><Relationship Id="rId59" Type="http://schemas.openxmlformats.org/officeDocument/2006/relationships/image" Target="../media/image70.png"/><Relationship Id="rId60" Type="http://schemas.openxmlformats.org/officeDocument/2006/relationships/customXml" Target="../ink/ink205.xml"/><Relationship Id="rId61" Type="http://schemas.openxmlformats.org/officeDocument/2006/relationships/image" Target="../media/image71.png"/><Relationship Id="rId62" Type="http://schemas.openxmlformats.org/officeDocument/2006/relationships/customXml" Target="../ink/ink206.xml"/><Relationship Id="rId63" Type="http://schemas.openxmlformats.org/officeDocument/2006/relationships/image" Target="../media/image72.png"/><Relationship Id="rId64" Type="http://schemas.openxmlformats.org/officeDocument/2006/relationships/customXml" Target="../ink/ink207.xml"/><Relationship Id="rId65" Type="http://schemas.openxmlformats.org/officeDocument/2006/relationships/image" Target="../media/image73.png"/><Relationship Id="rId66" Type="http://schemas.openxmlformats.org/officeDocument/2006/relationships/customXml" Target="../ink/ink208.xml"/><Relationship Id="rId67" Type="http://schemas.openxmlformats.org/officeDocument/2006/relationships/image" Target="../media/image74.png"/><Relationship Id="rId68" Type="http://schemas.openxmlformats.org/officeDocument/2006/relationships/customXml" Target="../ink/ink209.xml"/><Relationship Id="rId69" Type="http://schemas.openxmlformats.org/officeDocument/2006/relationships/image" Target="../media/image75.png"/><Relationship Id="rId70" Type="http://schemas.openxmlformats.org/officeDocument/2006/relationships/customXml" Target="../ink/ink210.xml"/><Relationship Id="rId71" Type="http://schemas.openxmlformats.org/officeDocument/2006/relationships/image" Target="../media/image76.png"/><Relationship Id="rId72" Type="http://schemas.openxmlformats.org/officeDocument/2006/relationships/customXml" Target="../ink/ink211.xml"/><Relationship Id="rId73" Type="http://schemas.openxmlformats.org/officeDocument/2006/relationships/image" Target="../media/image77.png"/><Relationship Id="rId74" Type="http://schemas.openxmlformats.org/officeDocument/2006/relationships/customXml" Target="../ink/ink212.xml"/><Relationship Id="rId75" Type="http://schemas.openxmlformats.org/officeDocument/2006/relationships/image" Target="../media/image78.png"/><Relationship Id="rId76" Type="http://schemas.openxmlformats.org/officeDocument/2006/relationships/customXml" Target="../ink/ink213.xml"/><Relationship Id="rId77" Type="http://schemas.openxmlformats.org/officeDocument/2006/relationships/image" Target="../media/image79.png"/><Relationship Id="rId78" Type="http://schemas.openxmlformats.org/officeDocument/2006/relationships/customXml" Target="../ink/ink214.xml"/><Relationship Id="rId79" Type="http://schemas.openxmlformats.org/officeDocument/2006/relationships/image" Target="../media/image80.png"/><Relationship Id="rId80" Type="http://schemas.openxmlformats.org/officeDocument/2006/relationships/customXml" Target="../ink/ink215.xml"/><Relationship Id="rId81" Type="http://schemas.openxmlformats.org/officeDocument/2006/relationships/image" Target="../media/image81.png"/><Relationship Id="rId82" Type="http://schemas.openxmlformats.org/officeDocument/2006/relationships/customXml" Target="../ink/ink216.xml"/><Relationship Id="rId83" Type="http://schemas.openxmlformats.org/officeDocument/2006/relationships/image" Target="../media/image82.png"/><Relationship Id="rId84" Type="http://schemas.openxmlformats.org/officeDocument/2006/relationships/customXml" Target="../ink/ink217.xml"/><Relationship Id="rId85" Type="http://schemas.openxmlformats.org/officeDocument/2006/relationships/customXml" Target="../ink/ink218.xml"/><Relationship Id="rId86" Type="http://schemas.openxmlformats.org/officeDocument/2006/relationships/customXml" Target="../ink/ink219.xml"/><Relationship Id="rId87" Type="http://schemas.openxmlformats.org/officeDocument/2006/relationships/customXml" Target="../ink/ink2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customXml" Target="../ink/ink221.xml"/><Relationship Id="rId5" Type="http://schemas.openxmlformats.org/officeDocument/2006/relationships/image" Target="../media/image43.png"/><Relationship Id="rId6" Type="http://schemas.openxmlformats.org/officeDocument/2006/relationships/customXml" Target="../ink/ink222.xml"/><Relationship Id="rId7" Type="http://schemas.openxmlformats.org/officeDocument/2006/relationships/image" Target="../media/image44.png"/><Relationship Id="rId8" Type="http://schemas.openxmlformats.org/officeDocument/2006/relationships/customXml" Target="../ink/ink223.xml"/><Relationship Id="rId9" Type="http://schemas.openxmlformats.org/officeDocument/2006/relationships/image" Target="../media/image45.png"/><Relationship Id="rId10" Type="http://schemas.openxmlformats.org/officeDocument/2006/relationships/customXml" Target="../ink/ink224.xml"/><Relationship Id="rId11" Type="http://schemas.openxmlformats.org/officeDocument/2006/relationships/image" Target="../media/image46.png"/><Relationship Id="rId12" Type="http://schemas.openxmlformats.org/officeDocument/2006/relationships/customXml" Target="../ink/ink225.xml"/><Relationship Id="rId13" Type="http://schemas.openxmlformats.org/officeDocument/2006/relationships/image" Target="../media/image47.png"/><Relationship Id="rId14" Type="http://schemas.openxmlformats.org/officeDocument/2006/relationships/customXml" Target="../ink/ink226.xml"/><Relationship Id="rId15" Type="http://schemas.openxmlformats.org/officeDocument/2006/relationships/image" Target="../media/image48.png"/><Relationship Id="rId16" Type="http://schemas.openxmlformats.org/officeDocument/2006/relationships/customXml" Target="../ink/ink227.xml"/><Relationship Id="rId17" Type="http://schemas.openxmlformats.org/officeDocument/2006/relationships/image" Target="../media/image49.png"/><Relationship Id="rId18" Type="http://schemas.openxmlformats.org/officeDocument/2006/relationships/customXml" Target="../ink/ink228.xml"/><Relationship Id="rId19" Type="http://schemas.openxmlformats.org/officeDocument/2006/relationships/image" Target="../media/image50.png"/><Relationship Id="rId20" Type="http://schemas.openxmlformats.org/officeDocument/2006/relationships/customXml" Target="../ink/ink229.xml"/><Relationship Id="rId21" Type="http://schemas.openxmlformats.org/officeDocument/2006/relationships/image" Target="../media/image51.png"/><Relationship Id="rId22" Type="http://schemas.openxmlformats.org/officeDocument/2006/relationships/customXml" Target="../ink/ink230.xml"/><Relationship Id="rId23" Type="http://schemas.openxmlformats.org/officeDocument/2006/relationships/image" Target="../media/image52.png"/><Relationship Id="rId24" Type="http://schemas.openxmlformats.org/officeDocument/2006/relationships/customXml" Target="../ink/ink231.xml"/><Relationship Id="rId25" Type="http://schemas.openxmlformats.org/officeDocument/2006/relationships/image" Target="../media/image53.png"/><Relationship Id="rId26" Type="http://schemas.openxmlformats.org/officeDocument/2006/relationships/customXml" Target="../ink/ink232.xml"/><Relationship Id="rId27" Type="http://schemas.openxmlformats.org/officeDocument/2006/relationships/image" Target="../media/image54.png"/><Relationship Id="rId28" Type="http://schemas.openxmlformats.org/officeDocument/2006/relationships/customXml" Target="../ink/ink233.xml"/><Relationship Id="rId29" Type="http://schemas.openxmlformats.org/officeDocument/2006/relationships/image" Target="../media/image55.png"/><Relationship Id="rId30" Type="http://schemas.openxmlformats.org/officeDocument/2006/relationships/customXml" Target="../ink/ink234.xml"/><Relationship Id="rId31" Type="http://schemas.openxmlformats.org/officeDocument/2006/relationships/image" Target="../media/image56.png"/><Relationship Id="rId32" Type="http://schemas.openxmlformats.org/officeDocument/2006/relationships/customXml" Target="../ink/ink235.xml"/><Relationship Id="rId33" Type="http://schemas.openxmlformats.org/officeDocument/2006/relationships/image" Target="../media/image57.png"/><Relationship Id="rId34" Type="http://schemas.openxmlformats.org/officeDocument/2006/relationships/customXml" Target="../ink/ink236.xml"/><Relationship Id="rId35" Type="http://schemas.openxmlformats.org/officeDocument/2006/relationships/image" Target="../media/image58.png"/><Relationship Id="rId36" Type="http://schemas.openxmlformats.org/officeDocument/2006/relationships/customXml" Target="../ink/ink237.xml"/><Relationship Id="rId37" Type="http://schemas.openxmlformats.org/officeDocument/2006/relationships/image" Target="../media/image59.png"/><Relationship Id="rId38" Type="http://schemas.openxmlformats.org/officeDocument/2006/relationships/customXml" Target="../ink/ink238.xml"/><Relationship Id="rId39" Type="http://schemas.openxmlformats.org/officeDocument/2006/relationships/image" Target="../media/image60.png"/><Relationship Id="rId40" Type="http://schemas.openxmlformats.org/officeDocument/2006/relationships/customXml" Target="../ink/ink239.xml"/><Relationship Id="rId41" Type="http://schemas.openxmlformats.org/officeDocument/2006/relationships/image" Target="../media/image61.png"/><Relationship Id="rId42" Type="http://schemas.openxmlformats.org/officeDocument/2006/relationships/customXml" Target="../ink/ink240.xml"/><Relationship Id="rId43" Type="http://schemas.openxmlformats.org/officeDocument/2006/relationships/image" Target="../media/image62.png"/><Relationship Id="rId44" Type="http://schemas.openxmlformats.org/officeDocument/2006/relationships/customXml" Target="../ink/ink241.xml"/><Relationship Id="rId45" Type="http://schemas.openxmlformats.org/officeDocument/2006/relationships/image" Target="../media/image63.png"/><Relationship Id="rId46" Type="http://schemas.openxmlformats.org/officeDocument/2006/relationships/customXml" Target="../ink/ink242.xml"/><Relationship Id="rId47" Type="http://schemas.openxmlformats.org/officeDocument/2006/relationships/image" Target="../media/image64.png"/><Relationship Id="rId48" Type="http://schemas.openxmlformats.org/officeDocument/2006/relationships/customXml" Target="../ink/ink243.xml"/><Relationship Id="rId49" Type="http://schemas.openxmlformats.org/officeDocument/2006/relationships/image" Target="../media/image65.png"/><Relationship Id="rId50" Type="http://schemas.openxmlformats.org/officeDocument/2006/relationships/customXml" Target="../ink/ink244.xml"/><Relationship Id="rId51" Type="http://schemas.openxmlformats.org/officeDocument/2006/relationships/image" Target="../media/image66.png"/><Relationship Id="rId52" Type="http://schemas.openxmlformats.org/officeDocument/2006/relationships/customXml" Target="../ink/ink245.xml"/><Relationship Id="rId53" Type="http://schemas.openxmlformats.org/officeDocument/2006/relationships/image" Target="../media/image67.png"/><Relationship Id="rId54" Type="http://schemas.openxmlformats.org/officeDocument/2006/relationships/customXml" Target="../ink/ink246.xml"/><Relationship Id="rId55" Type="http://schemas.openxmlformats.org/officeDocument/2006/relationships/image" Target="../media/image68.png"/><Relationship Id="rId56" Type="http://schemas.openxmlformats.org/officeDocument/2006/relationships/customXml" Target="../ink/ink247.xml"/><Relationship Id="rId57" Type="http://schemas.openxmlformats.org/officeDocument/2006/relationships/image" Target="../media/image69.png"/><Relationship Id="rId58" Type="http://schemas.openxmlformats.org/officeDocument/2006/relationships/customXml" Target="../ink/ink248.xml"/><Relationship Id="rId59" Type="http://schemas.openxmlformats.org/officeDocument/2006/relationships/image" Target="../media/image70.png"/><Relationship Id="rId60" Type="http://schemas.openxmlformats.org/officeDocument/2006/relationships/customXml" Target="../ink/ink249.xml"/><Relationship Id="rId61" Type="http://schemas.openxmlformats.org/officeDocument/2006/relationships/image" Target="../media/image71.png"/><Relationship Id="rId62" Type="http://schemas.openxmlformats.org/officeDocument/2006/relationships/customXml" Target="../ink/ink250.xml"/><Relationship Id="rId63" Type="http://schemas.openxmlformats.org/officeDocument/2006/relationships/image" Target="../media/image72.png"/><Relationship Id="rId64" Type="http://schemas.openxmlformats.org/officeDocument/2006/relationships/customXml" Target="../ink/ink251.xml"/><Relationship Id="rId65" Type="http://schemas.openxmlformats.org/officeDocument/2006/relationships/image" Target="../media/image73.png"/><Relationship Id="rId66" Type="http://schemas.openxmlformats.org/officeDocument/2006/relationships/customXml" Target="../ink/ink252.xml"/><Relationship Id="rId67" Type="http://schemas.openxmlformats.org/officeDocument/2006/relationships/image" Target="../media/image74.png"/><Relationship Id="rId68" Type="http://schemas.openxmlformats.org/officeDocument/2006/relationships/customXml" Target="../ink/ink253.xml"/><Relationship Id="rId69" Type="http://schemas.openxmlformats.org/officeDocument/2006/relationships/image" Target="../media/image75.png"/><Relationship Id="rId70" Type="http://schemas.openxmlformats.org/officeDocument/2006/relationships/customXml" Target="../ink/ink254.xml"/><Relationship Id="rId71" Type="http://schemas.openxmlformats.org/officeDocument/2006/relationships/image" Target="../media/image76.png"/><Relationship Id="rId72" Type="http://schemas.openxmlformats.org/officeDocument/2006/relationships/customXml" Target="../ink/ink255.xml"/><Relationship Id="rId73" Type="http://schemas.openxmlformats.org/officeDocument/2006/relationships/image" Target="../media/image77.png"/><Relationship Id="rId74" Type="http://schemas.openxmlformats.org/officeDocument/2006/relationships/customXml" Target="../ink/ink256.xml"/><Relationship Id="rId75" Type="http://schemas.openxmlformats.org/officeDocument/2006/relationships/image" Target="../media/image78.png"/><Relationship Id="rId76" Type="http://schemas.openxmlformats.org/officeDocument/2006/relationships/customXml" Target="../ink/ink257.xml"/><Relationship Id="rId77" Type="http://schemas.openxmlformats.org/officeDocument/2006/relationships/image" Target="../media/image79.png"/><Relationship Id="rId78" Type="http://schemas.openxmlformats.org/officeDocument/2006/relationships/customXml" Target="../ink/ink258.xml"/><Relationship Id="rId79" Type="http://schemas.openxmlformats.org/officeDocument/2006/relationships/image" Target="../media/image80.png"/><Relationship Id="rId80" Type="http://schemas.openxmlformats.org/officeDocument/2006/relationships/customXml" Target="../ink/ink259.xml"/><Relationship Id="rId81" Type="http://schemas.openxmlformats.org/officeDocument/2006/relationships/image" Target="../media/image81.png"/><Relationship Id="rId82" Type="http://schemas.openxmlformats.org/officeDocument/2006/relationships/customXml" Target="../ink/ink260.xml"/><Relationship Id="rId83" Type="http://schemas.openxmlformats.org/officeDocument/2006/relationships/image" Target="../media/image82.png"/><Relationship Id="rId84" Type="http://schemas.openxmlformats.org/officeDocument/2006/relationships/customXml" Target="../ink/ink261.xml"/><Relationship Id="rId85" Type="http://schemas.openxmlformats.org/officeDocument/2006/relationships/customXml" Target="../ink/ink262.xml"/><Relationship Id="rId86" Type="http://schemas.openxmlformats.org/officeDocument/2006/relationships/customXml" Target="../ink/ink263.xml"/><Relationship Id="rId87" Type="http://schemas.openxmlformats.org/officeDocument/2006/relationships/customXml" Target="../ink/ink26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customXml" Target="../ink/ink265.xml"/><Relationship Id="rId5" Type="http://schemas.openxmlformats.org/officeDocument/2006/relationships/image" Target="../media/image43.png"/><Relationship Id="rId6" Type="http://schemas.openxmlformats.org/officeDocument/2006/relationships/customXml" Target="../ink/ink266.xml"/><Relationship Id="rId7" Type="http://schemas.openxmlformats.org/officeDocument/2006/relationships/image" Target="../media/image44.png"/><Relationship Id="rId8" Type="http://schemas.openxmlformats.org/officeDocument/2006/relationships/customXml" Target="../ink/ink267.xml"/><Relationship Id="rId9" Type="http://schemas.openxmlformats.org/officeDocument/2006/relationships/image" Target="../media/image45.png"/><Relationship Id="rId10" Type="http://schemas.openxmlformats.org/officeDocument/2006/relationships/customXml" Target="../ink/ink268.xml"/><Relationship Id="rId11" Type="http://schemas.openxmlformats.org/officeDocument/2006/relationships/image" Target="../media/image46.png"/><Relationship Id="rId12" Type="http://schemas.openxmlformats.org/officeDocument/2006/relationships/customXml" Target="../ink/ink269.xml"/><Relationship Id="rId13" Type="http://schemas.openxmlformats.org/officeDocument/2006/relationships/image" Target="../media/image47.png"/><Relationship Id="rId14" Type="http://schemas.openxmlformats.org/officeDocument/2006/relationships/customXml" Target="../ink/ink270.xml"/><Relationship Id="rId15" Type="http://schemas.openxmlformats.org/officeDocument/2006/relationships/image" Target="../media/image48.png"/><Relationship Id="rId16" Type="http://schemas.openxmlformats.org/officeDocument/2006/relationships/customXml" Target="../ink/ink271.xml"/><Relationship Id="rId17" Type="http://schemas.openxmlformats.org/officeDocument/2006/relationships/image" Target="../media/image49.png"/><Relationship Id="rId18" Type="http://schemas.openxmlformats.org/officeDocument/2006/relationships/customXml" Target="../ink/ink272.xml"/><Relationship Id="rId19" Type="http://schemas.openxmlformats.org/officeDocument/2006/relationships/image" Target="../media/image50.png"/><Relationship Id="rId20" Type="http://schemas.openxmlformats.org/officeDocument/2006/relationships/customXml" Target="../ink/ink273.xml"/><Relationship Id="rId21" Type="http://schemas.openxmlformats.org/officeDocument/2006/relationships/image" Target="../media/image51.png"/><Relationship Id="rId22" Type="http://schemas.openxmlformats.org/officeDocument/2006/relationships/customXml" Target="../ink/ink274.xml"/><Relationship Id="rId23" Type="http://schemas.openxmlformats.org/officeDocument/2006/relationships/image" Target="../media/image52.png"/><Relationship Id="rId24" Type="http://schemas.openxmlformats.org/officeDocument/2006/relationships/customXml" Target="../ink/ink275.xml"/><Relationship Id="rId25" Type="http://schemas.openxmlformats.org/officeDocument/2006/relationships/image" Target="../media/image53.png"/><Relationship Id="rId26" Type="http://schemas.openxmlformats.org/officeDocument/2006/relationships/customXml" Target="../ink/ink276.xml"/><Relationship Id="rId27" Type="http://schemas.openxmlformats.org/officeDocument/2006/relationships/image" Target="../media/image54.png"/><Relationship Id="rId28" Type="http://schemas.openxmlformats.org/officeDocument/2006/relationships/customXml" Target="../ink/ink277.xml"/><Relationship Id="rId29" Type="http://schemas.openxmlformats.org/officeDocument/2006/relationships/image" Target="../media/image55.png"/><Relationship Id="rId30" Type="http://schemas.openxmlformats.org/officeDocument/2006/relationships/customXml" Target="../ink/ink278.xml"/><Relationship Id="rId31" Type="http://schemas.openxmlformats.org/officeDocument/2006/relationships/image" Target="../media/image56.png"/><Relationship Id="rId32" Type="http://schemas.openxmlformats.org/officeDocument/2006/relationships/customXml" Target="../ink/ink279.xml"/><Relationship Id="rId33" Type="http://schemas.openxmlformats.org/officeDocument/2006/relationships/image" Target="../media/image57.png"/><Relationship Id="rId34" Type="http://schemas.openxmlformats.org/officeDocument/2006/relationships/customXml" Target="../ink/ink280.xml"/><Relationship Id="rId35" Type="http://schemas.openxmlformats.org/officeDocument/2006/relationships/image" Target="../media/image58.png"/><Relationship Id="rId36" Type="http://schemas.openxmlformats.org/officeDocument/2006/relationships/customXml" Target="../ink/ink281.xml"/><Relationship Id="rId37" Type="http://schemas.openxmlformats.org/officeDocument/2006/relationships/image" Target="../media/image59.png"/><Relationship Id="rId38" Type="http://schemas.openxmlformats.org/officeDocument/2006/relationships/customXml" Target="../ink/ink282.xml"/><Relationship Id="rId39" Type="http://schemas.openxmlformats.org/officeDocument/2006/relationships/image" Target="../media/image60.png"/><Relationship Id="rId40" Type="http://schemas.openxmlformats.org/officeDocument/2006/relationships/customXml" Target="../ink/ink283.xml"/><Relationship Id="rId41" Type="http://schemas.openxmlformats.org/officeDocument/2006/relationships/image" Target="../media/image61.png"/><Relationship Id="rId42" Type="http://schemas.openxmlformats.org/officeDocument/2006/relationships/customXml" Target="../ink/ink284.xml"/><Relationship Id="rId43" Type="http://schemas.openxmlformats.org/officeDocument/2006/relationships/image" Target="../media/image62.png"/><Relationship Id="rId44" Type="http://schemas.openxmlformats.org/officeDocument/2006/relationships/customXml" Target="../ink/ink285.xml"/><Relationship Id="rId45" Type="http://schemas.openxmlformats.org/officeDocument/2006/relationships/image" Target="../media/image63.png"/><Relationship Id="rId46" Type="http://schemas.openxmlformats.org/officeDocument/2006/relationships/customXml" Target="../ink/ink286.xml"/><Relationship Id="rId47" Type="http://schemas.openxmlformats.org/officeDocument/2006/relationships/image" Target="../media/image64.png"/><Relationship Id="rId48" Type="http://schemas.openxmlformats.org/officeDocument/2006/relationships/customXml" Target="../ink/ink287.xml"/><Relationship Id="rId49" Type="http://schemas.openxmlformats.org/officeDocument/2006/relationships/image" Target="../media/image65.png"/><Relationship Id="rId50" Type="http://schemas.openxmlformats.org/officeDocument/2006/relationships/customXml" Target="../ink/ink288.xml"/><Relationship Id="rId51" Type="http://schemas.openxmlformats.org/officeDocument/2006/relationships/image" Target="../media/image66.png"/><Relationship Id="rId52" Type="http://schemas.openxmlformats.org/officeDocument/2006/relationships/customXml" Target="../ink/ink289.xml"/><Relationship Id="rId53" Type="http://schemas.openxmlformats.org/officeDocument/2006/relationships/image" Target="../media/image67.png"/><Relationship Id="rId54" Type="http://schemas.openxmlformats.org/officeDocument/2006/relationships/customXml" Target="../ink/ink290.xml"/><Relationship Id="rId55" Type="http://schemas.openxmlformats.org/officeDocument/2006/relationships/image" Target="../media/image68.png"/><Relationship Id="rId56" Type="http://schemas.openxmlformats.org/officeDocument/2006/relationships/customXml" Target="../ink/ink291.xml"/><Relationship Id="rId57" Type="http://schemas.openxmlformats.org/officeDocument/2006/relationships/image" Target="../media/image69.png"/><Relationship Id="rId58" Type="http://schemas.openxmlformats.org/officeDocument/2006/relationships/customXml" Target="../ink/ink292.xml"/><Relationship Id="rId59" Type="http://schemas.openxmlformats.org/officeDocument/2006/relationships/image" Target="../media/image70.png"/><Relationship Id="rId60" Type="http://schemas.openxmlformats.org/officeDocument/2006/relationships/customXml" Target="../ink/ink293.xml"/><Relationship Id="rId61" Type="http://schemas.openxmlformats.org/officeDocument/2006/relationships/image" Target="../media/image71.png"/><Relationship Id="rId62" Type="http://schemas.openxmlformats.org/officeDocument/2006/relationships/customXml" Target="../ink/ink294.xml"/><Relationship Id="rId63" Type="http://schemas.openxmlformats.org/officeDocument/2006/relationships/image" Target="../media/image72.png"/><Relationship Id="rId64" Type="http://schemas.openxmlformats.org/officeDocument/2006/relationships/customXml" Target="../ink/ink295.xml"/><Relationship Id="rId65" Type="http://schemas.openxmlformats.org/officeDocument/2006/relationships/image" Target="../media/image73.png"/><Relationship Id="rId66" Type="http://schemas.openxmlformats.org/officeDocument/2006/relationships/customXml" Target="../ink/ink296.xml"/><Relationship Id="rId67" Type="http://schemas.openxmlformats.org/officeDocument/2006/relationships/image" Target="../media/image74.png"/><Relationship Id="rId68" Type="http://schemas.openxmlformats.org/officeDocument/2006/relationships/customXml" Target="../ink/ink297.xml"/><Relationship Id="rId69" Type="http://schemas.openxmlformats.org/officeDocument/2006/relationships/image" Target="../media/image75.png"/><Relationship Id="rId70" Type="http://schemas.openxmlformats.org/officeDocument/2006/relationships/customXml" Target="../ink/ink298.xml"/><Relationship Id="rId71" Type="http://schemas.openxmlformats.org/officeDocument/2006/relationships/image" Target="../media/image76.png"/><Relationship Id="rId72" Type="http://schemas.openxmlformats.org/officeDocument/2006/relationships/customXml" Target="../ink/ink299.xml"/><Relationship Id="rId73" Type="http://schemas.openxmlformats.org/officeDocument/2006/relationships/image" Target="../media/image77.png"/><Relationship Id="rId74" Type="http://schemas.openxmlformats.org/officeDocument/2006/relationships/customXml" Target="../ink/ink300.xml"/><Relationship Id="rId75" Type="http://schemas.openxmlformats.org/officeDocument/2006/relationships/image" Target="../media/image78.png"/><Relationship Id="rId76" Type="http://schemas.openxmlformats.org/officeDocument/2006/relationships/customXml" Target="../ink/ink301.xml"/><Relationship Id="rId77" Type="http://schemas.openxmlformats.org/officeDocument/2006/relationships/image" Target="../media/image79.png"/><Relationship Id="rId78" Type="http://schemas.openxmlformats.org/officeDocument/2006/relationships/customXml" Target="../ink/ink302.xml"/><Relationship Id="rId79" Type="http://schemas.openxmlformats.org/officeDocument/2006/relationships/image" Target="../media/image80.png"/><Relationship Id="rId80" Type="http://schemas.openxmlformats.org/officeDocument/2006/relationships/customXml" Target="../ink/ink303.xml"/><Relationship Id="rId81" Type="http://schemas.openxmlformats.org/officeDocument/2006/relationships/image" Target="../media/image81.png"/><Relationship Id="rId82" Type="http://schemas.openxmlformats.org/officeDocument/2006/relationships/customXml" Target="../ink/ink304.xml"/><Relationship Id="rId83" Type="http://schemas.openxmlformats.org/officeDocument/2006/relationships/image" Target="../media/image82.png"/><Relationship Id="rId84" Type="http://schemas.openxmlformats.org/officeDocument/2006/relationships/customXml" Target="../ink/ink305.xml"/><Relationship Id="rId85" Type="http://schemas.openxmlformats.org/officeDocument/2006/relationships/customXml" Target="../ink/ink306.xml"/><Relationship Id="rId86" Type="http://schemas.openxmlformats.org/officeDocument/2006/relationships/customXml" Target="../ink/ink307.xml"/><Relationship Id="rId87" Type="http://schemas.openxmlformats.org/officeDocument/2006/relationships/customXml" Target="../ink/ink30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customXml" Target="../ink/ink309.xml"/><Relationship Id="rId5" Type="http://schemas.openxmlformats.org/officeDocument/2006/relationships/image" Target="../media/image43.png"/><Relationship Id="rId6" Type="http://schemas.openxmlformats.org/officeDocument/2006/relationships/customXml" Target="../ink/ink310.xml"/><Relationship Id="rId7" Type="http://schemas.openxmlformats.org/officeDocument/2006/relationships/image" Target="../media/image44.png"/><Relationship Id="rId8" Type="http://schemas.openxmlformats.org/officeDocument/2006/relationships/customXml" Target="../ink/ink311.xml"/><Relationship Id="rId9" Type="http://schemas.openxmlformats.org/officeDocument/2006/relationships/image" Target="../media/image45.png"/><Relationship Id="rId10" Type="http://schemas.openxmlformats.org/officeDocument/2006/relationships/customXml" Target="../ink/ink312.xml"/><Relationship Id="rId11" Type="http://schemas.openxmlformats.org/officeDocument/2006/relationships/image" Target="../media/image46.png"/><Relationship Id="rId12" Type="http://schemas.openxmlformats.org/officeDocument/2006/relationships/customXml" Target="../ink/ink313.xml"/><Relationship Id="rId13" Type="http://schemas.openxmlformats.org/officeDocument/2006/relationships/image" Target="../media/image47.png"/><Relationship Id="rId14" Type="http://schemas.openxmlformats.org/officeDocument/2006/relationships/customXml" Target="../ink/ink314.xml"/><Relationship Id="rId15" Type="http://schemas.openxmlformats.org/officeDocument/2006/relationships/image" Target="../media/image48.png"/><Relationship Id="rId16" Type="http://schemas.openxmlformats.org/officeDocument/2006/relationships/customXml" Target="../ink/ink315.xml"/><Relationship Id="rId17" Type="http://schemas.openxmlformats.org/officeDocument/2006/relationships/image" Target="../media/image49.png"/><Relationship Id="rId18" Type="http://schemas.openxmlformats.org/officeDocument/2006/relationships/customXml" Target="../ink/ink316.xml"/><Relationship Id="rId19" Type="http://schemas.openxmlformats.org/officeDocument/2006/relationships/image" Target="../media/image50.png"/><Relationship Id="rId20" Type="http://schemas.openxmlformats.org/officeDocument/2006/relationships/customXml" Target="../ink/ink317.xml"/><Relationship Id="rId21" Type="http://schemas.openxmlformats.org/officeDocument/2006/relationships/image" Target="../media/image51.png"/><Relationship Id="rId22" Type="http://schemas.openxmlformats.org/officeDocument/2006/relationships/customXml" Target="../ink/ink318.xml"/><Relationship Id="rId23" Type="http://schemas.openxmlformats.org/officeDocument/2006/relationships/image" Target="../media/image52.png"/><Relationship Id="rId24" Type="http://schemas.openxmlformats.org/officeDocument/2006/relationships/customXml" Target="../ink/ink319.xml"/><Relationship Id="rId25" Type="http://schemas.openxmlformats.org/officeDocument/2006/relationships/image" Target="../media/image53.png"/><Relationship Id="rId26" Type="http://schemas.openxmlformats.org/officeDocument/2006/relationships/customXml" Target="../ink/ink320.xml"/><Relationship Id="rId27" Type="http://schemas.openxmlformats.org/officeDocument/2006/relationships/image" Target="../media/image54.png"/><Relationship Id="rId28" Type="http://schemas.openxmlformats.org/officeDocument/2006/relationships/customXml" Target="../ink/ink321.xml"/><Relationship Id="rId29" Type="http://schemas.openxmlformats.org/officeDocument/2006/relationships/image" Target="../media/image55.png"/><Relationship Id="rId30" Type="http://schemas.openxmlformats.org/officeDocument/2006/relationships/customXml" Target="../ink/ink322.xml"/><Relationship Id="rId31" Type="http://schemas.openxmlformats.org/officeDocument/2006/relationships/image" Target="../media/image56.png"/><Relationship Id="rId32" Type="http://schemas.openxmlformats.org/officeDocument/2006/relationships/customXml" Target="../ink/ink323.xml"/><Relationship Id="rId33" Type="http://schemas.openxmlformats.org/officeDocument/2006/relationships/image" Target="../media/image57.png"/><Relationship Id="rId34" Type="http://schemas.openxmlformats.org/officeDocument/2006/relationships/customXml" Target="../ink/ink324.xml"/><Relationship Id="rId35" Type="http://schemas.openxmlformats.org/officeDocument/2006/relationships/image" Target="../media/image58.png"/><Relationship Id="rId36" Type="http://schemas.openxmlformats.org/officeDocument/2006/relationships/customXml" Target="../ink/ink325.xml"/><Relationship Id="rId37" Type="http://schemas.openxmlformats.org/officeDocument/2006/relationships/image" Target="../media/image59.png"/><Relationship Id="rId38" Type="http://schemas.openxmlformats.org/officeDocument/2006/relationships/customXml" Target="../ink/ink326.xml"/><Relationship Id="rId39" Type="http://schemas.openxmlformats.org/officeDocument/2006/relationships/image" Target="../media/image60.png"/><Relationship Id="rId40" Type="http://schemas.openxmlformats.org/officeDocument/2006/relationships/customXml" Target="../ink/ink327.xml"/><Relationship Id="rId41" Type="http://schemas.openxmlformats.org/officeDocument/2006/relationships/image" Target="../media/image61.png"/><Relationship Id="rId42" Type="http://schemas.openxmlformats.org/officeDocument/2006/relationships/customXml" Target="../ink/ink328.xml"/><Relationship Id="rId43" Type="http://schemas.openxmlformats.org/officeDocument/2006/relationships/image" Target="../media/image62.png"/><Relationship Id="rId44" Type="http://schemas.openxmlformats.org/officeDocument/2006/relationships/customXml" Target="../ink/ink329.xml"/><Relationship Id="rId45" Type="http://schemas.openxmlformats.org/officeDocument/2006/relationships/image" Target="../media/image63.png"/><Relationship Id="rId46" Type="http://schemas.openxmlformats.org/officeDocument/2006/relationships/customXml" Target="../ink/ink330.xml"/><Relationship Id="rId47" Type="http://schemas.openxmlformats.org/officeDocument/2006/relationships/image" Target="../media/image64.png"/><Relationship Id="rId48" Type="http://schemas.openxmlformats.org/officeDocument/2006/relationships/customXml" Target="../ink/ink331.xml"/><Relationship Id="rId49" Type="http://schemas.openxmlformats.org/officeDocument/2006/relationships/image" Target="../media/image65.png"/><Relationship Id="rId50" Type="http://schemas.openxmlformats.org/officeDocument/2006/relationships/customXml" Target="../ink/ink332.xml"/><Relationship Id="rId51" Type="http://schemas.openxmlformats.org/officeDocument/2006/relationships/image" Target="../media/image66.png"/><Relationship Id="rId52" Type="http://schemas.openxmlformats.org/officeDocument/2006/relationships/customXml" Target="../ink/ink333.xml"/><Relationship Id="rId53" Type="http://schemas.openxmlformats.org/officeDocument/2006/relationships/image" Target="../media/image67.png"/><Relationship Id="rId54" Type="http://schemas.openxmlformats.org/officeDocument/2006/relationships/customXml" Target="../ink/ink334.xml"/><Relationship Id="rId55" Type="http://schemas.openxmlformats.org/officeDocument/2006/relationships/image" Target="../media/image68.png"/><Relationship Id="rId56" Type="http://schemas.openxmlformats.org/officeDocument/2006/relationships/customXml" Target="../ink/ink335.xml"/><Relationship Id="rId57" Type="http://schemas.openxmlformats.org/officeDocument/2006/relationships/image" Target="../media/image69.png"/><Relationship Id="rId58" Type="http://schemas.openxmlformats.org/officeDocument/2006/relationships/customXml" Target="../ink/ink336.xml"/><Relationship Id="rId59" Type="http://schemas.openxmlformats.org/officeDocument/2006/relationships/image" Target="../media/image70.png"/><Relationship Id="rId60" Type="http://schemas.openxmlformats.org/officeDocument/2006/relationships/customXml" Target="../ink/ink337.xml"/><Relationship Id="rId61" Type="http://schemas.openxmlformats.org/officeDocument/2006/relationships/image" Target="../media/image71.png"/><Relationship Id="rId62" Type="http://schemas.openxmlformats.org/officeDocument/2006/relationships/customXml" Target="../ink/ink338.xml"/><Relationship Id="rId63" Type="http://schemas.openxmlformats.org/officeDocument/2006/relationships/image" Target="../media/image72.png"/><Relationship Id="rId64" Type="http://schemas.openxmlformats.org/officeDocument/2006/relationships/customXml" Target="../ink/ink339.xml"/><Relationship Id="rId65" Type="http://schemas.openxmlformats.org/officeDocument/2006/relationships/image" Target="../media/image73.png"/><Relationship Id="rId66" Type="http://schemas.openxmlformats.org/officeDocument/2006/relationships/customXml" Target="../ink/ink340.xml"/><Relationship Id="rId67" Type="http://schemas.openxmlformats.org/officeDocument/2006/relationships/image" Target="../media/image74.png"/><Relationship Id="rId68" Type="http://schemas.openxmlformats.org/officeDocument/2006/relationships/customXml" Target="../ink/ink341.xml"/><Relationship Id="rId69" Type="http://schemas.openxmlformats.org/officeDocument/2006/relationships/image" Target="../media/image75.png"/><Relationship Id="rId70" Type="http://schemas.openxmlformats.org/officeDocument/2006/relationships/customXml" Target="../ink/ink342.xml"/><Relationship Id="rId71" Type="http://schemas.openxmlformats.org/officeDocument/2006/relationships/image" Target="../media/image76.png"/><Relationship Id="rId72" Type="http://schemas.openxmlformats.org/officeDocument/2006/relationships/customXml" Target="../ink/ink343.xml"/><Relationship Id="rId73" Type="http://schemas.openxmlformats.org/officeDocument/2006/relationships/image" Target="../media/image77.png"/><Relationship Id="rId74" Type="http://schemas.openxmlformats.org/officeDocument/2006/relationships/customXml" Target="../ink/ink344.xml"/><Relationship Id="rId75" Type="http://schemas.openxmlformats.org/officeDocument/2006/relationships/image" Target="../media/image78.png"/><Relationship Id="rId76" Type="http://schemas.openxmlformats.org/officeDocument/2006/relationships/customXml" Target="../ink/ink345.xml"/><Relationship Id="rId77" Type="http://schemas.openxmlformats.org/officeDocument/2006/relationships/image" Target="../media/image79.png"/><Relationship Id="rId78" Type="http://schemas.openxmlformats.org/officeDocument/2006/relationships/customXml" Target="../ink/ink346.xml"/><Relationship Id="rId79" Type="http://schemas.openxmlformats.org/officeDocument/2006/relationships/image" Target="../media/image80.png"/><Relationship Id="rId80" Type="http://schemas.openxmlformats.org/officeDocument/2006/relationships/customXml" Target="../ink/ink347.xml"/><Relationship Id="rId81" Type="http://schemas.openxmlformats.org/officeDocument/2006/relationships/image" Target="../media/image81.png"/><Relationship Id="rId82" Type="http://schemas.openxmlformats.org/officeDocument/2006/relationships/customXml" Target="../ink/ink348.xml"/><Relationship Id="rId83" Type="http://schemas.openxmlformats.org/officeDocument/2006/relationships/image" Target="../media/image82.png"/><Relationship Id="rId84" Type="http://schemas.openxmlformats.org/officeDocument/2006/relationships/customXml" Target="../ink/ink349.xml"/><Relationship Id="rId85" Type="http://schemas.openxmlformats.org/officeDocument/2006/relationships/customXml" Target="../ink/ink350.xml"/><Relationship Id="rId86" Type="http://schemas.openxmlformats.org/officeDocument/2006/relationships/customXml" Target="../ink/ink351.xml"/><Relationship Id="rId87" Type="http://schemas.openxmlformats.org/officeDocument/2006/relationships/customXml" Target="../ink/ink35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customXml" Target="../ink/ink353.xml"/><Relationship Id="rId5" Type="http://schemas.openxmlformats.org/officeDocument/2006/relationships/image" Target="../media/image43.png"/><Relationship Id="rId6" Type="http://schemas.openxmlformats.org/officeDocument/2006/relationships/customXml" Target="../ink/ink354.xml"/><Relationship Id="rId7" Type="http://schemas.openxmlformats.org/officeDocument/2006/relationships/image" Target="../media/image44.png"/><Relationship Id="rId8" Type="http://schemas.openxmlformats.org/officeDocument/2006/relationships/customXml" Target="../ink/ink355.xml"/><Relationship Id="rId9" Type="http://schemas.openxmlformats.org/officeDocument/2006/relationships/image" Target="../media/image45.png"/><Relationship Id="rId10" Type="http://schemas.openxmlformats.org/officeDocument/2006/relationships/customXml" Target="../ink/ink356.xml"/><Relationship Id="rId11" Type="http://schemas.openxmlformats.org/officeDocument/2006/relationships/image" Target="../media/image46.png"/><Relationship Id="rId12" Type="http://schemas.openxmlformats.org/officeDocument/2006/relationships/customXml" Target="../ink/ink357.xml"/><Relationship Id="rId13" Type="http://schemas.openxmlformats.org/officeDocument/2006/relationships/image" Target="../media/image47.png"/><Relationship Id="rId14" Type="http://schemas.openxmlformats.org/officeDocument/2006/relationships/customXml" Target="../ink/ink358.xml"/><Relationship Id="rId15" Type="http://schemas.openxmlformats.org/officeDocument/2006/relationships/image" Target="../media/image48.png"/><Relationship Id="rId16" Type="http://schemas.openxmlformats.org/officeDocument/2006/relationships/customXml" Target="../ink/ink359.xml"/><Relationship Id="rId17" Type="http://schemas.openxmlformats.org/officeDocument/2006/relationships/image" Target="../media/image49.png"/><Relationship Id="rId18" Type="http://schemas.openxmlformats.org/officeDocument/2006/relationships/customXml" Target="../ink/ink360.xml"/><Relationship Id="rId19" Type="http://schemas.openxmlformats.org/officeDocument/2006/relationships/image" Target="../media/image50.png"/><Relationship Id="rId20" Type="http://schemas.openxmlformats.org/officeDocument/2006/relationships/customXml" Target="../ink/ink361.xml"/><Relationship Id="rId21" Type="http://schemas.openxmlformats.org/officeDocument/2006/relationships/image" Target="../media/image51.png"/><Relationship Id="rId22" Type="http://schemas.openxmlformats.org/officeDocument/2006/relationships/customXml" Target="../ink/ink362.xml"/><Relationship Id="rId23" Type="http://schemas.openxmlformats.org/officeDocument/2006/relationships/image" Target="../media/image52.png"/><Relationship Id="rId24" Type="http://schemas.openxmlformats.org/officeDocument/2006/relationships/customXml" Target="../ink/ink363.xml"/><Relationship Id="rId25" Type="http://schemas.openxmlformats.org/officeDocument/2006/relationships/image" Target="../media/image53.png"/><Relationship Id="rId26" Type="http://schemas.openxmlformats.org/officeDocument/2006/relationships/customXml" Target="../ink/ink364.xml"/><Relationship Id="rId27" Type="http://schemas.openxmlformats.org/officeDocument/2006/relationships/image" Target="../media/image54.png"/><Relationship Id="rId28" Type="http://schemas.openxmlformats.org/officeDocument/2006/relationships/customXml" Target="../ink/ink365.xml"/><Relationship Id="rId29" Type="http://schemas.openxmlformats.org/officeDocument/2006/relationships/image" Target="../media/image55.png"/><Relationship Id="rId30" Type="http://schemas.openxmlformats.org/officeDocument/2006/relationships/customXml" Target="../ink/ink366.xml"/><Relationship Id="rId31" Type="http://schemas.openxmlformats.org/officeDocument/2006/relationships/image" Target="../media/image56.png"/><Relationship Id="rId32" Type="http://schemas.openxmlformats.org/officeDocument/2006/relationships/customXml" Target="../ink/ink367.xml"/><Relationship Id="rId33" Type="http://schemas.openxmlformats.org/officeDocument/2006/relationships/image" Target="../media/image57.png"/><Relationship Id="rId34" Type="http://schemas.openxmlformats.org/officeDocument/2006/relationships/customXml" Target="../ink/ink368.xml"/><Relationship Id="rId35" Type="http://schemas.openxmlformats.org/officeDocument/2006/relationships/image" Target="../media/image58.png"/><Relationship Id="rId36" Type="http://schemas.openxmlformats.org/officeDocument/2006/relationships/customXml" Target="../ink/ink369.xml"/><Relationship Id="rId37" Type="http://schemas.openxmlformats.org/officeDocument/2006/relationships/image" Target="../media/image59.png"/><Relationship Id="rId38" Type="http://schemas.openxmlformats.org/officeDocument/2006/relationships/customXml" Target="../ink/ink370.xml"/><Relationship Id="rId39" Type="http://schemas.openxmlformats.org/officeDocument/2006/relationships/image" Target="../media/image60.png"/><Relationship Id="rId40" Type="http://schemas.openxmlformats.org/officeDocument/2006/relationships/customXml" Target="../ink/ink371.xml"/><Relationship Id="rId41" Type="http://schemas.openxmlformats.org/officeDocument/2006/relationships/image" Target="../media/image61.png"/><Relationship Id="rId42" Type="http://schemas.openxmlformats.org/officeDocument/2006/relationships/customXml" Target="../ink/ink372.xml"/><Relationship Id="rId43" Type="http://schemas.openxmlformats.org/officeDocument/2006/relationships/image" Target="../media/image62.png"/><Relationship Id="rId44" Type="http://schemas.openxmlformats.org/officeDocument/2006/relationships/customXml" Target="../ink/ink373.xml"/><Relationship Id="rId45" Type="http://schemas.openxmlformats.org/officeDocument/2006/relationships/image" Target="../media/image63.png"/><Relationship Id="rId46" Type="http://schemas.openxmlformats.org/officeDocument/2006/relationships/customXml" Target="../ink/ink374.xml"/><Relationship Id="rId47" Type="http://schemas.openxmlformats.org/officeDocument/2006/relationships/image" Target="../media/image64.png"/><Relationship Id="rId48" Type="http://schemas.openxmlformats.org/officeDocument/2006/relationships/customXml" Target="../ink/ink375.xml"/><Relationship Id="rId49" Type="http://schemas.openxmlformats.org/officeDocument/2006/relationships/image" Target="../media/image65.png"/><Relationship Id="rId50" Type="http://schemas.openxmlformats.org/officeDocument/2006/relationships/customXml" Target="../ink/ink376.xml"/><Relationship Id="rId51" Type="http://schemas.openxmlformats.org/officeDocument/2006/relationships/image" Target="../media/image66.png"/><Relationship Id="rId52" Type="http://schemas.openxmlformats.org/officeDocument/2006/relationships/customXml" Target="../ink/ink377.xml"/><Relationship Id="rId53" Type="http://schemas.openxmlformats.org/officeDocument/2006/relationships/image" Target="../media/image67.png"/><Relationship Id="rId54" Type="http://schemas.openxmlformats.org/officeDocument/2006/relationships/customXml" Target="../ink/ink378.xml"/><Relationship Id="rId55" Type="http://schemas.openxmlformats.org/officeDocument/2006/relationships/image" Target="../media/image68.png"/><Relationship Id="rId56" Type="http://schemas.openxmlformats.org/officeDocument/2006/relationships/customXml" Target="../ink/ink379.xml"/><Relationship Id="rId57" Type="http://schemas.openxmlformats.org/officeDocument/2006/relationships/image" Target="../media/image69.png"/><Relationship Id="rId58" Type="http://schemas.openxmlformats.org/officeDocument/2006/relationships/customXml" Target="../ink/ink380.xml"/><Relationship Id="rId59" Type="http://schemas.openxmlformats.org/officeDocument/2006/relationships/image" Target="../media/image70.png"/><Relationship Id="rId60" Type="http://schemas.openxmlformats.org/officeDocument/2006/relationships/customXml" Target="../ink/ink381.xml"/><Relationship Id="rId61" Type="http://schemas.openxmlformats.org/officeDocument/2006/relationships/image" Target="../media/image71.png"/><Relationship Id="rId62" Type="http://schemas.openxmlformats.org/officeDocument/2006/relationships/customXml" Target="../ink/ink382.xml"/><Relationship Id="rId63" Type="http://schemas.openxmlformats.org/officeDocument/2006/relationships/image" Target="../media/image72.png"/><Relationship Id="rId64" Type="http://schemas.openxmlformats.org/officeDocument/2006/relationships/customXml" Target="../ink/ink383.xml"/><Relationship Id="rId65" Type="http://schemas.openxmlformats.org/officeDocument/2006/relationships/image" Target="../media/image73.png"/><Relationship Id="rId66" Type="http://schemas.openxmlformats.org/officeDocument/2006/relationships/customXml" Target="../ink/ink384.xml"/><Relationship Id="rId67" Type="http://schemas.openxmlformats.org/officeDocument/2006/relationships/image" Target="../media/image74.png"/><Relationship Id="rId68" Type="http://schemas.openxmlformats.org/officeDocument/2006/relationships/customXml" Target="../ink/ink385.xml"/><Relationship Id="rId69" Type="http://schemas.openxmlformats.org/officeDocument/2006/relationships/image" Target="../media/image75.png"/><Relationship Id="rId70" Type="http://schemas.openxmlformats.org/officeDocument/2006/relationships/customXml" Target="../ink/ink386.xml"/><Relationship Id="rId71" Type="http://schemas.openxmlformats.org/officeDocument/2006/relationships/image" Target="../media/image76.png"/><Relationship Id="rId72" Type="http://schemas.openxmlformats.org/officeDocument/2006/relationships/customXml" Target="../ink/ink387.xml"/><Relationship Id="rId73" Type="http://schemas.openxmlformats.org/officeDocument/2006/relationships/image" Target="../media/image77.png"/><Relationship Id="rId74" Type="http://schemas.openxmlformats.org/officeDocument/2006/relationships/customXml" Target="../ink/ink388.xml"/><Relationship Id="rId75" Type="http://schemas.openxmlformats.org/officeDocument/2006/relationships/image" Target="../media/image78.png"/><Relationship Id="rId76" Type="http://schemas.openxmlformats.org/officeDocument/2006/relationships/customXml" Target="../ink/ink389.xml"/><Relationship Id="rId77" Type="http://schemas.openxmlformats.org/officeDocument/2006/relationships/image" Target="../media/image79.png"/><Relationship Id="rId78" Type="http://schemas.openxmlformats.org/officeDocument/2006/relationships/customXml" Target="../ink/ink390.xml"/><Relationship Id="rId79" Type="http://schemas.openxmlformats.org/officeDocument/2006/relationships/image" Target="../media/image80.png"/><Relationship Id="rId80" Type="http://schemas.openxmlformats.org/officeDocument/2006/relationships/customXml" Target="../ink/ink391.xml"/><Relationship Id="rId81" Type="http://schemas.openxmlformats.org/officeDocument/2006/relationships/image" Target="../media/image81.png"/><Relationship Id="rId82" Type="http://schemas.openxmlformats.org/officeDocument/2006/relationships/customXml" Target="../ink/ink392.xml"/><Relationship Id="rId83" Type="http://schemas.openxmlformats.org/officeDocument/2006/relationships/image" Target="../media/image82.png"/><Relationship Id="rId84" Type="http://schemas.openxmlformats.org/officeDocument/2006/relationships/customXml" Target="../ink/ink393.xml"/><Relationship Id="rId85" Type="http://schemas.openxmlformats.org/officeDocument/2006/relationships/customXml" Target="../ink/ink394.xml"/><Relationship Id="rId86" Type="http://schemas.openxmlformats.org/officeDocument/2006/relationships/customXml" Target="../ink/ink395.xml"/><Relationship Id="rId87" Type="http://schemas.openxmlformats.org/officeDocument/2006/relationships/customXml" Target="../ink/ink39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customXml" Target="../ink/ink397.xml"/><Relationship Id="rId5" Type="http://schemas.openxmlformats.org/officeDocument/2006/relationships/image" Target="../media/image43.png"/><Relationship Id="rId6" Type="http://schemas.openxmlformats.org/officeDocument/2006/relationships/customXml" Target="../ink/ink398.xml"/><Relationship Id="rId7" Type="http://schemas.openxmlformats.org/officeDocument/2006/relationships/image" Target="../media/image44.png"/><Relationship Id="rId8" Type="http://schemas.openxmlformats.org/officeDocument/2006/relationships/customXml" Target="../ink/ink399.xml"/><Relationship Id="rId9" Type="http://schemas.openxmlformats.org/officeDocument/2006/relationships/image" Target="../media/image45.png"/><Relationship Id="rId10" Type="http://schemas.openxmlformats.org/officeDocument/2006/relationships/customXml" Target="../ink/ink400.xml"/><Relationship Id="rId11" Type="http://schemas.openxmlformats.org/officeDocument/2006/relationships/image" Target="../media/image46.png"/><Relationship Id="rId12" Type="http://schemas.openxmlformats.org/officeDocument/2006/relationships/customXml" Target="../ink/ink401.xml"/><Relationship Id="rId13" Type="http://schemas.openxmlformats.org/officeDocument/2006/relationships/image" Target="../media/image47.png"/><Relationship Id="rId14" Type="http://schemas.openxmlformats.org/officeDocument/2006/relationships/customXml" Target="../ink/ink402.xml"/><Relationship Id="rId15" Type="http://schemas.openxmlformats.org/officeDocument/2006/relationships/image" Target="../media/image48.png"/><Relationship Id="rId16" Type="http://schemas.openxmlformats.org/officeDocument/2006/relationships/customXml" Target="../ink/ink403.xml"/><Relationship Id="rId17" Type="http://schemas.openxmlformats.org/officeDocument/2006/relationships/image" Target="../media/image49.png"/><Relationship Id="rId18" Type="http://schemas.openxmlformats.org/officeDocument/2006/relationships/customXml" Target="../ink/ink404.xml"/><Relationship Id="rId19" Type="http://schemas.openxmlformats.org/officeDocument/2006/relationships/image" Target="../media/image50.png"/><Relationship Id="rId20" Type="http://schemas.openxmlformats.org/officeDocument/2006/relationships/customXml" Target="../ink/ink405.xml"/><Relationship Id="rId21" Type="http://schemas.openxmlformats.org/officeDocument/2006/relationships/image" Target="../media/image51.png"/><Relationship Id="rId22" Type="http://schemas.openxmlformats.org/officeDocument/2006/relationships/customXml" Target="../ink/ink406.xml"/><Relationship Id="rId23" Type="http://schemas.openxmlformats.org/officeDocument/2006/relationships/image" Target="../media/image52.png"/><Relationship Id="rId24" Type="http://schemas.openxmlformats.org/officeDocument/2006/relationships/customXml" Target="../ink/ink407.xml"/><Relationship Id="rId25" Type="http://schemas.openxmlformats.org/officeDocument/2006/relationships/image" Target="../media/image53.png"/><Relationship Id="rId26" Type="http://schemas.openxmlformats.org/officeDocument/2006/relationships/customXml" Target="../ink/ink408.xml"/><Relationship Id="rId27" Type="http://schemas.openxmlformats.org/officeDocument/2006/relationships/image" Target="../media/image54.png"/><Relationship Id="rId28" Type="http://schemas.openxmlformats.org/officeDocument/2006/relationships/customXml" Target="../ink/ink409.xml"/><Relationship Id="rId29" Type="http://schemas.openxmlformats.org/officeDocument/2006/relationships/image" Target="../media/image55.png"/><Relationship Id="rId30" Type="http://schemas.openxmlformats.org/officeDocument/2006/relationships/customXml" Target="../ink/ink410.xml"/><Relationship Id="rId31" Type="http://schemas.openxmlformats.org/officeDocument/2006/relationships/image" Target="../media/image56.png"/><Relationship Id="rId32" Type="http://schemas.openxmlformats.org/officeDocument/2006/relationships/customXml" Target="../ink/ink411.xml"/><Relationship Id="rId33" Type="http://schemas.openxmlformats.org/officeDocument/2006/relationships/image" Target="../media/image57.png"/><Relationship Id="rId34" Type="http://schemas.openxmlformats.org/officeDocument/2006/relationships/customXml" Target="../ink/ink412.xml"/><Relationship Id="rId35" Type="http://schemas.openxmlformats.org/officeDocument/2006/relationships/image" Target="../media/image58.png"/><Relationship Id="rId36" Type="http://schemas.openxmlformats.org/officeDocument/2006/relationships/customXml" Target="../ink/ink413.xml"/><Relationship Id="rId37" Type="http://schemas.openxmlformats.org/officeDocument/2006/relationships/image" Target="../media/image59.png"/><Relationship Id="rId38" Type="http://schemas.openxmlformats.org/officeDocument/2006/relationships/customXml" Target="../ink/ink414.xml"/><Relationship Id="rId39" Type="http://schemas.openxmlformats.org/officeDocument/2006/relationships/image" Target="../media/image60.png"/><Relationship Id="rId40" Type="http://schemas.openxmlformats.org/officeDocument/2006/relationships/customXml" Target="../ink/ink415.xml"/><Relationship Id="rId41" Type="http://schemas.openxmlformats.org/officeDocument/2006/relationships/image" Target="../media/image61.png"/><Relationship Id="rId42" Type="http://schemas.openxmlformats.org/officeDocument/2006/relationships/customXml" Target="../ink/ink416.xml"/><Relationship Id="rId43" Type="http://schemas.openxmlformats.org/officeDocument/2006/relationships/image" Target="../media/image62.png"/><Relationship Id="rId44" Type="http://schemas.openxmlformats.org/officeDocument/2006/relationships/customXml" Target="../ink/ink417.xml"/><Relationship Id="rId45" Type="http://schemas.openxmlformats.org/officeDocument/2006/relationships/image" Target="../media/image63.png"/><Relationship Id="rId46" Type="http://schemas.openxmlformats.org/officeDocument/2006/relationships/customXml" Target="../ink/ink418.xml"/><Relationship Id="rId47" Type="http://schemas.openxmlformats.org/officeDocument/2006/relationships/image" Target="../media/image64.png"/><Relationship Id="rId48" Type="http://schemas.openxmlformats.org/officeDocument/2006/relationships/customXml" Target="../ink/ink419.xml"/><Relationship Id="rId49" Type="http://schemas.openxmlformats.org/officeDocument/2006/relationships/image" Target="../media/image65.png"/><Relationship Id="rId50" Type="http://schemas.openxmlformats.org/officeDocument/2006/relationships/customXml" Target="../ink/ink420.xml"/><Relationship Id="rId51" Type="http://schemas.openxmlformats.org/officeDocument/2006/relationships/image" Target="../media/image66.png"/><Relationship Id="rId52" Type="http://schemas.openxmlformats.org/officeDocument/2006/relationships/customXml" Target="../ink/ink421.xml"/><Relationship Id="rId53" Type="http://schemas.openxmlformats.org/officeDocument/2006/relationships/image" Target="../media/image67.png"/><Relationship Id="rId54" Type="http://schemas.openxmlformats.org/officeDocument/2006/relationships/customXml" Target="../ink/ink422.xml"/><Relationship Id="rId55" Type="http://schemas.openxmlformats.org/officeDocument/2006/relationships/image" Target="../media/image68.png"/><Relationship Id="rId56" Type="http://schemas.openxmlformats.org/officeDocument/2006/relationships/customXml" Target="../ink/ink423.xml"/><Relationship Id="rId57" Type="http://schemas.openxmlformats.org/officeDocument/2006/relationships/image" Target="../media/image69.png"/><Relationship Id="rId58" Type="http://schemas.openxmlformats.org/officeDocument/2006/relationships/customXml" Target="../ink/ink424.xml"/><Relationship Id="rId59" Type="http://schemas.openxmlformats.org/officeDocument/2006/relationships/image" Target="../media/image70.png"/><Relationship Id="rId60" Type="http://schemas.openxmlformats.org/officeDocument/2006/relationships/customXml" Target="../ink/ink425.xml"/><Relationship Id="rId61" Type="http://schemas.openxmlformats.org/officeDocument/2006/relationships/image" Target="../media/image71.png"/><Relationship Id="rId62" Type="http://schemas.openxmlformats.org/officeDocument/2006/relationships/customXml" Target="../ink/ink426.xml"/><Relationship Id="rId63" Type="http://schemas.openxmlformats.org/officeDocument/2006/relationships/image" Target="../media/image72.png"/><Relationship Id="rId64" Type="http://schemas.openxmlformats.org/officeDocument/2006/relationships/customXml" Target="../ink/ink427.xml"/><Relationship Id="rId65" Type="http://schemas.openxmlformats.org/officeDocument/2006/relationships/image" Target="../media/image73.png"/><Relationship Id="rId66" Type="http://schemas.openxmlformats.org/officeDocument/2006/relationships/customXml" Target="../ink/ink428.xml"/><Relationship Id="rId67" Type="http://schemas.openxmlformats.org/officeDocument/2006/relationships/image" Target="../media/image74.png"/><Relationship Id="rId68" Type="http://schemas.openxmlformats.org/officeDocument/2006/relationships/customXml" Target="../ink/ink429.xml"/><Relationship Id="rId69" Type="http://schemas.openxmlformats.org/officeDocument/2006/relationships/image" Target="../media/image75.png"/><Relationship Id="rId70" Type="http://schemas.openxmlformats.org/officeDocument/2006/relationships/customXml" Target="../ink/ink430.xml"/><Relationship Id="rId71" Type="http://schemas.openxmlformats.org/officeDocument/2006/relationships/image" Target="../media/image76.png"/><Relationship Id="rId72" Type="http://schemas.openxmlformats.org/officeDocument/2006/relationships/customXml" Target="../ink/ink431.xml"/><Relationship Id="rId73" Type="http://schemas.openxmlformats.org/officeDocument/2006/relationships/image" Target="../media/image77.png"/><Relationship Id="rId74" Type="http://schemas.openxmlformats.org/officeDocument/2006/relationships/customXml" Target="../ink/ink432.xml"/><Relationship Id="rId75" Type="http://schemas.openxmlformats.org/officeDocument/2006/relationships/image" Target="../media/image78.png"/><Relationship Id="rId76" Type="http://schemas.openxmlformats.org/officeDocument/2006/relationships/customXml" Target="../ink/ink433.xml"/><Relationship Id="rId77" Type="http://schemas.openxmlformats.org/officeDocument/2006/relationships/image" Target="../media/image79.png"/><Relationship Id="rId78" Type="http://schemas.openxmlformats.org/officeDocument/2006/relationships/customXml" Target="../ink/ink434.xml"/><Relationship Id="rId79" Type="http://schemas.openxmlformats.org/officeDocument/2006/relationships/image" Target="../media/image80.png"/><Relationship Id="rId80" Type="http://schemas.openxmlformats.org/officeDocument/2006/relationships/customXml" Target="../ink/ink435.xml"/><Relationship Id="rId81" Type="http://schemas.openxmlformats.org/officeDocument/2006/relationships/image" Target="../media/image81.png"/><Relationship Id="rId82" Type="http://schemas.openxmlformats.org/officeDocument/2006/relationships/customXml" Target="../ink/ink436.xml"/><Relationship Id="rId83" Type="http://schemas.openxmlformats.org/officeDocument/2006/relationships/image" Target="../media/image82.png"/><Relationship Id="rId84" Type="http://schemas.openxmlformats.org/officeDocument/2006/relationships/customXml" Target="../ink/ink437.xml"/><Relationship Id="rId85" Type="http://schemas.openxmlformats.org/officeDocument/2006/relationships/customXml" Target="../ink/ink438.xml"/><Relationship Id="rId86" Type="http://schemas.openxmlformats.org/officeDocument/2006/relationships/customXml" Target="../ink/ink439.xml"/><Relationship Id="rId87" Type="http://schemas.openxmlformats.org/officeDocument/2006/relationships/customXml" Target="../ink/ink44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customXml" Target="../ink/ink441.xml"/><Relationship Id="rId5" Type="http://schemas.openxmlformats.org/officeDocument/2006/relationships/image" Target="../media/image43.png"/><Relationship Id="rId6" Type="http://schemas.openxmlformats.org/officeDocument/2006/relationships/customXml" Target="../ink/ink442.xml"/><Relationship Id="rId7" Type="http://schemas.openxmlformats.org/officeDocument/2006/relationships/image" Target="../media/image44.png"/><Relationship Id="rId8" Type="http://schemas.openxmlformats.org/officeDocument/2006/relationships/customXml" Target="../ink/ink443.xml"/><Relationship Id="rId9" Type="http://schemas.openxmlformats.org/officeDocument/2006/relationships/image" Target="../media/image45.png"/><Relationship Id="rId10" Type="http://schemas.openxmlformats.org/officeDocument/2006/relationships/customXml" Target="../ink/ink444.xml"/><Relationship Id="rId11" Type="http://schemas.openxmlformats.org/officeDocument/2006/relationships/image" Target="../media/image46.png"/><Relationship Id="rId12" Type="http://schemas.openxmlformats.org/officeDocument/2006/relationships/customXml" Target="../ink/ink445.xml"/><Relationship Id="rId13" Type="http://schemas.openxmlformats.org/officeDocument/2006/relationships/image" Target="../media/image47.png"/><Relationship Id="rId14" Type="http://schemas.openxmlformats.org/officeDocument/2006/relationships/customXml" Target="../ink/ink446.xml"/><Relationship Id="rId15" Type="http://schemas.openxmlformats.org/officeDocument/2006/relationships/image" Target="../media/image48.png"/><Relationship Id="rId16" Type="http://schemas.openxmlformats.org/officeDocument/2006/relationships/customXml" Target="../ink/ink447.xml"/><Relationship Id="rId17" Type="http://schemas.openxmlformats.org/officeDocument/2006/relationships/image" Target="../media/image49.png"/><Relationship Id="rId18" Type="http://schemas.openxmlformats.org/officeDocument/2006/relationships/customXml" Target="../ink/ink448.xml"/><Relationship Id="rId19" Type="http://schemas.openxmlformats.org/officeDocument/2006/relationships/image" Target="../media/image50.png"/><Relationship Id="rId20" Type="http://schemas.openxmlformats.org/officeDocument/2006/relationships/customXml" Target="../ink/ink449.xml"/><Relationship Id="rId21" Type="http://schemas.openxmlformats.org/officeDocument/2006/relationships/image" Target="../media/image51.png"/><Relationship Id="rId22" Type="http://schemas.openxmlformats.org/officeDocument/2006/relationships/customXml" Target="../ink/ink450.xml"/><Relationship Id="rId23" Type="http://schemas.openxmlformats.org/officeDocument/2006/relationships/image" Target="../media/image52.png"/><Relationship Id="rId24" Type="http://schemas.openxmlformats.org/officeDocument/2006/relationships/customXml" Target="../ink/ink451.xml"/><Relationship Id="rId25" Type="http://schemas.openxmlformats.org/officeDocument/2006/relationships/image" Target="../media/image53.png"/><Relationship Id="rId26" Type="http://schemas.openxmlformats.org/officeDocument/2006/relationships/customXml" Target="../ink/ink452.xml"/><Relationship Id="rId27" Type="http://schemas.openxmlformats.org/officeDocument/2006/relationships/image" Target="../media/image54.png"/><Relationship Id="rId28" Type="http://schemas.openxmlformats.org/officeDocument/2006/relationships/customXml" Target="../ink/ink453.xml"/><Relationship Id="rId29" Type="http://schemas.openxmlformats.org/officeDocument/2006/relationships/image" Target="../media/image55.png"/><Relationship Id="rId30" Type="http://schemas.openxmlformats.org/officeDocument/2006/relationships/customXml" Target="../ink/ink454.xml"/><Relationship Id="rId31" Type="http://schemas.openxmlformats.org/officeDocument/2006/relationships/image" Target="../media/image56.png"/><Relationship Id="rId32" Type="http://schemas.openxmlformats.org/officeDocument/2006/relationships/customXml" Target="../ink/ink455.xml"/><Relationship Id="rId33" Type="http://schemas.openxmlformats.org/officeDocument/2006/relationships/image" Target="../media/image57.png"/><Relationship Id="rId34" Type="http://schemas.openxmlformats.org/officeDocument/2006/relationships/customXml" Target="../ink/ink456.xml"/><Relationship Id="rId35" Type="http://schemas.openxmlformats.org/officeDocument/2006/relationships/image" Target="../media/image58.png"/><Relationship Id="rId36" Type="http://schemas.openxmlformats.org/officeDocument/2006/relationships/customXml" Target="../ink/ink457.xml"/><Relationship Id="rId37" Type="http://schemas.openxmlformats.org/officeDocument/2006/relationships/image" Target="../media/image59.png"/><Relationship Id="rId38" Type="http://schemas.openxmlformats.org/officeDocument/2006/relationships/customXml" Target="../ink/ink458.xml"/><Relationship Id="rId39" Type="http://schemas.openxmlformats.org/officeDocument/2006/relationships/image" Target="../media/image60.png"/><Relationship Id="rId40" Type="http://schemas.openxmlformats.org/officeDocument/2006/relationships/customXml" Target="../ink/ink459.xml"/><Relationship Id="rId41" Type="http://schemas.openxmlformats.org/officeDocument/2006/relationships/image" Target="../media/image61.png"/><Relationship Id="rId42" Type="http://schemas.openxmlformats.org/officeDocument/2006/relationships/customXml" Target="../ink/ink460.xml"/><Relationship Id="rId43" Type="http://schemas.openxmlformats.org/officeDocument/2006/relationships/image" Target="../media/image62.png"/><Relationship Id="rId44" Type="http://schemas.openxmlformats.org/officeDocument/2006/relationships/customXml" Target="../ink/ink461.xml"/><Relationship Id="rId45" Type="http://schemas.openxmlformats.org/officeDocument/2006/relationships/image" Target="../media/image63.png"/><Relationship Id="rId46" Type="http://schemas.openxmlformats.org/officeDocument/2006/relationships/customXml" Target="../ink/ink462.xml"/><Relationship Id="rId47" Type="http://schemas.openxmlformats.org/officeDocument/2006/relationships/image" Target="../media/image64.png"/><Relationship Id="rId48" Type="http://schemas.openxmlformats.org/officeDocument/2006/relationships/customXml" Target="../ink/ink463.xml"/><Relationship Id="rId49" Type="http://schemas.openxmlformats.org/officeDocument/2006/relationships/image" Target="../media/image65.png"/><Relationship Id="rId50" Type="http://schemas.openxmlformats.org/officeDocument/2006/relationships/customXml" Target="../ink/ink464.xml"/><Relationship Id="rId51" Type="http://schemas.openxmlformats.org/officeDocument/2006/relationships/image" Target="../media/image66.png"/><Relationship Id="rId52" Type="http://schemas.openxmlformats.org/officeDocument/2006/relationships/customXml" Target="../ink/ink465.xml"/><Relationship Id="rId53" Type="http://schemas.openxmlformats.org/officeDocument/2006/relationships/image" Target="../media/image67.png"/><Relationship Id="rId54" Type="http://schemas.openxmlformats.org/officeDocument/2006/relationships/customXml" Target="../ink/ink466.xml"/><Relationship Id="rId55" Type="http://schemas.openxmlformats.org/officeDocument/2006/relationships/image" Target="../media/image68.png"/><Relationship Id="rId56" Type="http://schemas.openxmlformats.org/officeDocument/2006/relationships/customXml" Target="../ink/ink467.xml"/><Relationship Id="rId57" Type="http://schemas.openxmlformats.org/officeDocument/2006/relationships/image" Target="../media/image69.png"/><Relationship Id="rId58" Type="http://schemas.openxmlformats.org/officeDocument/2006/relationships/customXml" Target="../ink/ink468.xml"/><Relationship Id="rId59" Type="http://schemas.openxmlformats.org/officeDocument/2006/relationships/image" Target="../media/image70.png"/><Relationship Id="rId60" Type="http://schemas.openxmlformats.org/officeDocument/2006/relationships/customXml" Target="../ink/ink469.xml"/><Relationship Id="rId61" Type="http://schemas.openxmlformats.org/officeDocument/2006/relationships/image" Target="../media/image71.png"/><Relationship Id="rId62" Type="http://schemas.openxmlformats.org/officeDocument/2006/relationships/customXml" Target="../ink/ink470.xml"/><Relationship Id="rId63" Type="http://schemas.openxmlformats.org/officeDocument/2006/relationships/image" Target="../media/image72.png"/><Relationship Id="rId64" Type="http://schemas.openxmlformats.org/officeDocument/2006/relationships/customXml" Target="../ink/ink471.xml"/><Relationship Id="rId65" Type="http://schemas.openxmlformats.org/officeDocument/2006/relationships/image" Target="../media/image73.png"/><Relationship Id="rId66" Type="http://schemas.openxmlformats.org/officeDocument/2006/relationships/customXml" Target="../ink/ink472.xml"/><Relationship Id="rId67" Type="http://schemas.openxmlformats.org/officeDocument/2006/relationships/image" Target="../media/image74.png"/><Relationship Id="rId68" Type="http://schemas.openxmlformats.org/officeDocument/2006/relationships/customXml" Target="../ink/ink473.xml"/><Relationship Id="rId69" Type="http://schemas.openxmlformats.org/officeDocument/2006/relationships/image" Target="../media/image75.png"/><Relationship Id="rId70" Type="http://schemas.openxmlformats.org/officeDocument/2006/relationships/customXml" Target="../ink/ink474.xml"/><Relationship Id="rId71" Type="http://schemas.openxmlformats.org/officeDocument/2006/relationships/image" Target="../media/image76.png"/><Relationship Id="rId72" Type="http://schemas.openxmlformats.org/officeDocument/2006/relationships/customXml" Target="../ink/ink475.xml"/><Relationship Id="rId73" Type="http://schemas.openxmlformats.org/officeDocument/2006/relationships/image" Target="../media/image77.png"/><Relationship Id="rId74" Type="http://schemas.openxmlformats.org/officeDocument/2006/relationships/customXml" Target="../ink/ink476.xml"/><Relationship Id="rId75" Type="http://schemas.openxmlformats.org/officeDocument/2006/relationships/image" Target="../media/image78.png"/><Relationship Id="rId76" Type="http://schemas.openxmlformats.org/officeDocument/2006/relationships/customXml" Target="../ink/ink477.xml"/><Relationship Id="rId77" Type="http://schemas.openxmlformats.org/officeDocument/2006/relationships/image" Target="../media/image79.png"/><Relationship Id="rId78" Type="http://schemas.openxmlformats.org/officeDocument/2006/relationships/customXml" Target="../ink/ink478.xml"/><Relationship Id="rId79" Type="http://schemas.openxmlformats.org/officeDocument/2006/relationships/image" Target="../media/image80.png"/><Relationship Id="rId80" Type="http://schemas.openxmlformats.org/officeDocument/2006/relationships/customXml" Target="../ink/ink479.xml"/><Relationship Id="rId81" Type="http://schemas.openxmlformats.org/officeDocument/2006/relationships/image" Target="../media/image81.png"/><Relationship Id="rId82" Type="http://schemas.openxmlformats.org/officeDocument/2006/relationships/customXml" Target="../ink/ink480.xml"/><Relationship Id="rId83" Type="http://schemas.openxmlformats.org/officeDocument/2006/relationships/image" Target="../media/image82.png"/><Relationship Id="rId84" Type="http://schemas.openxmlformats.org/officeDocument/2006/relationships/customXml" Target="../ink/ink481.xml"/><Relationship Id="rId85" Type="http://schemas.openxmlformats.org/officeDocument/2006/relationships/customXml" Target="../ink/ink482.xml"/><Relationship Id="rId86" Type="http://schemas.openxmlformats.org/officeDocument/2006/relationships/customXml" Target="../ink/ink483.xml"/><Relationship Id="rId87" Type="http://schemas.openxmlformats.org/officeDocument/2006/relationships/customXml" Target="../ink/ink4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E3450-5843-8D47-FE3F-9659927F1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D44829-1093-BCFC-B510-7C3000E2A5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781"/>
          <a:stretch>
            <a:fillRect/>
          </a:stretch>
        </p:blipFill>
        <p:spPr>
          <a:xfrm>
            <a:off x="0" y="-2660"/>
            <a:ext cx="9144000" cy="25740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6FD9889-0ECB-0AE2-1CF4-0A41484E0026}"/>
                  </a:ext>
                </a:extLst>
              </p14:cNvPr>
              <p14:cNvContentPartPr/>
              <p14:nvPr/>
            </p14:nvContentPartPr>
            <p14:xfrm>
              <a:off x="2747125" y="573851"/>
              <a:ext cx="786060" cy="172428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6FD9889-0ECB-0AE2-1CF4-0A41484E00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29137" y="555890"/>
                <a:ext cx="821676" cy="20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CDFEF03-A201-E527-A09C-D9C6510B3D62}"/>
                  </a:ext>
                </a:extLst>
              </p14:cNvPr>
              <p14:cNvContentPartPr/>
              <p14:nvPr/>
            </p14:nvContentPartPr>
            <p14:xfrm>
              <a:off x="3545519" y="568725"/>
              <a:ext cx="13871" cy="13871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CDFEF03-A201-E527-A09C-D9C6510B3D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51969" y="-124825"/>
                <a:ext cx="1387100" cy="13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10A76F-7B28-6845-0134-4D703E06E076}"/>
                  </a:ext>
                </a:extLst>
              </p14:cNvPr>
              <p14:cNvContentPartPr/>
              <p14:nvPr/>
            </p14:nvContentPartPr>
            <p14:xfrm>
              <a:off x="2514286" y="301915"/>
              <a:ext cx="3183423" cy="37829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10A76F-7B28-6845-0134-4D703E06E0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96288" y="283935"/>
                <a:ext cx="3219058" cy="41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9FFCAC7-6DDE-AD6F-3887-124AE148C38D}"/>
                  </a:ext>
                </a:extLst>
              </p14:cNvPr>
              <p14:cNvContentPartPr/>
              <p14:nvPr/>
            </p14:nvContentPartPr>
            <p14:xfrm>
              <a:off x="3523326" y="1123579"/>
              <a:ext cx="1108594" cy="211347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9FFCAC7-6DDE-AD6F-3887-124AE148C3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05329" y="1105607"/>
                <a:ext cx="1144227" cy="246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FC12ACE-9AD7-D31F-61BF-7F2651DF57C3}"/>
                  </a:ext>
                </a:extLst>
              </p14:cNvPr>
              <p14:cNvContentPartPr/>
              <p14:nvPr/>
            </p14:nvContentPartPr>
            <p14:xfrm>
              <a:off x="2402798" y="1133873"/>
              <a:ext cx="3036609" cy="6449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FC12ACE-9AD7-D31F-61BF-7F2651DF57C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84800" y="1115888"/>
                <a:ext cx="3072245" cy="680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B58ABEA-7CC8-3665-B0D3-BD530058706C}"/>
                  </a:ext>
                </a:extLst>
              </p14:cNvPr>
              <p14:cNvContentPartPr/>
              <p14:nvPr/>
            </p14:nvContentPartPr>
            <p14:xfrm>
              <a:off x="2668405" y="767829"/>
              <a:ext cx="1930714" cy="466721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B58ABEA-7CC8-3665-B0D3-BD530058706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05416" y="704856"/>
                <a:ext cx="2056333" cy="59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4B6DE49-6A30-398D-83D4-72723CC7713B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202" cy="200434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4B6DE49-6A30-398D-83D4-72723CC7713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9768" y="74819"/>
                <a:ext cx="232751" cy="325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4FF88E7-A82E-21FB-A997-DB21106E4C4E}"/>
                  </a:ext>
                </a:extLst>
              </p14:cNvPr>
              <p14:cNvContentPartPr/>
              <p14:nvPr/>
            </p14:nvContentPartPr>
            <p14:xfrm>
              <a:off x="1051714" y="137679"/>
              <a:ext cx="63475" cy="119596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4FF88E7-A82E-21FB-A997-DB21106E4C4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89309" y="74828"/>
                <a:ext cx="187929" cy="244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9C71F10-6AFF-2A10-6851-13158D8DD056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864" cy="158992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9C71F10-6AFF-2A10-6851-13158D8DD05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39801" y="74730"/>
                <a:ext cx="233346" cy="2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D08630C-62EC-248E-F419-0BEA66825ED9}"/>
                  </a:ext>
                </a:extLst>
              </p14:cNvPr>
              <p14:cNvContentPartPr/>
              <p14:nvPr/>
            </p14:nvContentPartPr>
            <p14:xfrm>
              <a:off x="1039448" y="137679"/>
              <a:ext cx="73495" cy="165738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D08630C-62EC-248E-F419-0BEA66825ED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77013" y="74763"/>
                <a:ext cx="198008" cy="29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96C9BFE-DE31-1E3E-53D0-07415562C539}"/>
                  </a:ext>
                </a:extLst>
              </p14:cNvPr>
              <p14:cNvContentPartPr/>
              <p14:nvPr/>
            </p14:nvContentPartPr>
            <p14:xfrm>
              <a:off x="888422" y="137679"/>
              <a:ext cx="216468" cy="406113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96C9BFE-DE31-1E3E-53D0-07415562C53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5495" y="74730"/>
                <a:ext cx="341962" cy="531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A53B271-AF1D-D10D-59E3-2769842F4A13}"/>
                  </a:ext>
                </a:extLst>
              </p14:cNvPr>
              <p14:cNvContentPartPr/>
              <p14:nvPr/>
            </p14:nvContentPartPr>
            <p14:xfrm>
              <a:off x="1002722" y="83218"/>
              <a:ext cx="239921" cy="281909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A53B271-AF1D-D10D-59E3-2769842F4A1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39774" y="20292"/>
                <a:ext cx="365457" cy="407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68FA0BE-3430-4EF7-C785-650EC86A3FFD}"/>
                  </a:ext>
                </a:extLst>
              </p14:cNvPr>
              <p14:cNvContentPartPr/>
              <p14:nvPr/>
            </p14:nvContentPartPr>
            <p14:xfrm>
              <a:off x="1002722" y="148070"/>
              <a:ext cx="134777" cy="190206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68FA0BE-3430-4EF7-C785-650EC86A3FF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39826" y="85147"/>
                <a:ext cx="260209" cy="31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15F79ED-2E10-A4E8-10D4-9607058C8BB2}"/>
                  </a:ext>
                </a:extLst>
              </p14:cNvPr>
              <p14:cNvContentPartPr/>
              <p14:nvPr/>
            </p14:nvContentPartPr>
            <p14:xfrm>
              <a:off x="898813" y="95405"/>
              <a:ext cx="407770" cy="427586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15F79ED-2E10-A4E8-10D4-9607058C8BB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35886" y="32419"/>
                <a:ext cx="533265" cy="553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291B008-D962-4621-1DAB-9AC86E27C65C}"/>
                  </a:ext>
                </a:extLst>
              </p14:cNvPr>
              <p14:cNvContentPartPr/>
              <p14:nvPr/>
            </p14:nvContentPartPr>
            <p14:xfrm>
              <a:off x="1002722" y="189634"/>
              <a:ext cx="127914" cy="110254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291B008-D962-4621-1DAB-9AC86E27C65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39843" y="126786"/>
                <a:ext cx="253313" cy="23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4179906-225B-3354-4155-53F6130DDCB3}"/>
                  </a:ext>
                </a:extLst>
              </p14:cNvPr>
              <p14:cNvContentPartPr/>
              <p14:nvPr/>
            </p14:nvContentPartPr>
            <p14:xfrm>
              <a:off x="1137804" y="108265"/>
              <a:ext cx="24676" cy="75986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4179906-225B-3354-4155-53F6130DDCB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75220" y="45541"/>
                <a:ext cx="149486" cy="201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99DE6FB-1F53-D7F7-3874-4C004B1C5E6D}"/>
                  </a:ext>
                </a:extLst>
              </p14:cNvPr>
              <p14:cNvContentPartPr/>
              <p14:nvPr/>
            </p14:nvContentPartPr>
            <p14:xfrm>
              <a:off x="898813" y="162025"/>
              <a:ext cx="1438492" cy="1129198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99DE6FB-1F53-D7F7-3874-4C004B1C5E6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35832" y="99052"/>
                <a:ext cx="1564095" cy="125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AF2FD42-A193-F434-CEFF-B38200623AA2}"/>
                  </a:ext>
                </a:extLst>
              </p14:cNvPr>
              <p14:cNvContentPartPr/>
              <p14:nvPr/>
            </p14:nvContentPartPr>
            <p14:xfrm>
              <a:off x="1002722" y="251979"/>
              <a:ext cx="122574" cy="88629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AF2FD42-A193-F434-CEFF-B38200623AA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39817" y="189185"/>
                <a:ext cx="248024" cy="21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2F16B1D-0EE3-D87F-7F1E-831D7BAFD441}"/>
                  </a:ext>
                </a:extLst>
              </p14:cNvPr>
              <p14:cNvContentPartPr/>
              <p14:nvPr/>
            </p14:nvContentPartPr>
            <p14:xfrm>
              <a:off x="898813" y="283151"/>
              <a:ext cx="207618" cy="172279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2F16B1D-0EE3-D87F-7F1E-831D7BAFD44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35953" y="220341"/>
                <a:ext cx="332979" cy="29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50E6C90-098A-3E73-8FBB-CDD83DC6DB0F}"/>
                  </a:ext>
                </a:extLst>
              </p14:cNvPr>
              <p14:cNvContentPartPr/>
              <p14:nvPr/>
            </p14:nvContentPartPr>
            <p14:xfrm>
              <a:off x="898813" y="190798"/>
              <a:ext cx="289052" cy="305389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50E6C90-098A-3E73-8FBB-CDD83DC6DB0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35897" y="127850"/>
                <a:ext cx="414524" cy="430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D7304D2-A43C-6DAA-4AF2-68FCE7CF8F92}"/>
                  </a:ext>
                </a:extLst>
              </p14:cNvPr>
              <p14:cNvContentPartPr/>
              <p14:nvPr/>
            </p14:nvContentPartPr>
            <p14:xfrm>
              <a:off x="982141" y="345497"/>
              <a:ext cx="14366" cy="302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D7304D2-A43C-6DAA-4AF2-68FCE7CF8F9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20823" y="283156"/>
                <a:ext cx="136652" cy="15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2FF12AC-F3B7-290E-878C-F1F18212C19B}"/>
                  </a:ext>
                </a:extLst>
              </p14:cNvPr>
              <p14:cNvContentPartPr/>
              <p14:nvPr/>
            </p14:nvContentPartPr>
            <p14:xfrm>
              <a:off x="898812" y="345498"/>
              <a:ext cx="93851" cy="74226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2FF12AC-F3B7-290E-878C-F1F18212C19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36125" y="282747"/>
                <a:ext cx="218866" cy="1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06CED9A-8274-CFE9-A5A6-B4D79AFC8511}"/>
                  </a:ext>
                </a:extLst>
              </p14:cNvPr>
              <p14:cNvContentPartPr/>
              <p14:nvPr/>
            </p14:nvContentPartPr>
            <p14:xfrm>
              <a:off x="898812" y="345497"/>
              <a:ext cx="37833" cy="32695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06CED9A-8274-CFE9-A5A6-B4D79AFC851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36352" y="283305"/>
                <a:ext cx="162396" cy="156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718DF55-4A1F-5D2E-5822-57C4F6285E7B}"/>
                  </a:ext>
                </a:extLst>
              </p14:cNvPr>
              <p14:cNvContentPartPr/>
              <p14:nvPr/>
            </p14:nvContentPartPr>
            <p14:xfrm>
              <a:off x="898813" y="345497"/>
              <a:ext cx="63518" cy="44194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718DF55-4A1F-5D2E-5822-57C4F6285E7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36013" y="283126"/>
                <a:ext cx="188760" cy="1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BABDAB7-5A0F-7D1E-0A7E-CA61280537BC}"/>
                  </a:ext>
                </a:extLst>
              </p14:cNvPr>
              <p14:cNvContentPartPr/>
              <p14:nvPr/>
            </p14:nvContentPartPr>
            <p14:xfrm>
              <a:off x="898812" y="345497"/>
              <a:ext cx="62665" cy="71097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BABDAB7-5A0F-7D1E-0A7E-CA61280537B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36147" y="282975"/>
                <a:ext cx="187637" cy="19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08B084F-A8FD-D78B-DD66-0F826AEC4B71}"/>
                  </a:ext>
                </a:extLst>
              </p14:cNvPr>
              <p14:cNvContentPartPr/>
              <p14:nvPr/>
            </p14:nvContentPartPr>
            <p14:xfrm>
              <a:off x="899065" y="76798"/>
              <a:ext cx="4342250" cy="1780618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08B084F-A8FD-D78B-DD66-0F826AEC4B7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36066" y="13809"/>
                <a:ext cx="4467888" cy="190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CEC18C7-6112-A5DA-1410-457AD193B2BA}"/>
                  </a:ext>
                </a:extLst>
              </p14:cNvPr>
              <p14:cNvContentPartPr/>
              <p14:nvPr/>
            </p14:nvContentPartPr>
            <p14:xfrm>
              <a:off x="898812" y="511752"/>
              <a:ext cx="21157" cy="12988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CEC18C7-6112-A5DA-1410-457AD193B2B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37104" y="440724"/>
                <a:ext cx="144220" cy="15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901185C-AA54-DE26-9A81-5644472B01E2}"/>
                  </a:ext>
                </a:extLst>
              </p14:cNvPr>
              <p14:cNvContentPartPr/>
              <p14:nvPr/>
            </p14:nvContentPartPr>
            <p14:xfrm>
              <a:off x="860284" y="522143"/>
              <a:ext cx="15372" cy="12988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901185C-AA54-DE26-9A81-5644472B01E2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97724" y="448824"/>
                <a:ext cx="140135" cy="1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41AAB17-268F-7712-E8F5-ED6C2A9549A4}"/>
                  </a:ext>
                </a:extLst>
              </p14:cNvPr>
              <p14:cNvContentPartPr/>
              <p14:nvPr/>
            </p14:nvContentPartPr>
            <p14:xfrm>
              <a:off x="794903" y="553316"/>
              <a:ext cx="67823" cy="26176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41AAB17-268F-7712-E8F5-ED6C2A9549A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32434" y="491413"/>
                <a:ext cx="192403" cy="14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80348CA-0EBB-2AD9-449A-587C0CF43BEF}"/>
                  </a:ext>
                </a:extLst>
              </p14:cNvPr>
              <p14:cNvContentPartPr/>
              <p14:nvPr/>
            </p14:nvContentPartPr>
            <p14:xfrm>
              <a:off x="794902" y="605270"/>
              <a:ext cx="25671" cy="12988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80348CA-0EBB-2AD9-449A-587C0CF43BE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33362" y="398643"/>
                <a:ext cx="148399" cy="425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593AC44-2101-8EFF-8CE1-53E362F20B4B}"/>
                  </a:ext>
                </a:extLst>
              </p14:cNvPr>
              <p14:cNvContentPartPr/>
              <p14:nvPr/>
            </p14:nvContentPartPr>
            <p14:xfrm>
              <a:off x="794904" y="605270"/>
              <a:ext cx="43898" cy="14782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593AC44-2101-8EFF-8CE1-53E362F20B4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32447" y="543678"/>
                <a:ext cx="168454" cy="137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A608B02-3B6A-0F59-CC83-AF6B6E72CB7F}"/>
                  </a:ext>
                </a:extLst>
              </p14:cNvPr>
              <p14:cNvContentPartPr/>
              <p14:nvPr/>
            </p14:nvContentPartPr>
            <p14:xfrm>
              <a:off x="794904" y="651824"/>
              <a:ext cx="185892" cy="12988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A608B02-3B6A-0F59-CC83-AF6B6E72CB7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32103" y="588688"/>
                <a:ext cx="311136" cy="13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A553B3F-531C-9578-66D9-D1C920A25130}"/>
                  </a:ext>
                </a:extLst>
              </p14:cNvPr>
              <p14:cNvContentPartPr/>
              <p14:nvPr/>
            </p14:nvContentPartPr>
            <p14:xfrm>
              <a:off x="867641" y="189634"/>
              <a:ext cx="681172" cy="1260848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A553B3F-531C-9578-66D9-D1C920A2513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04669" y="126646"/>
                <a:ext cx="806755" cy="1386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DE6C2C7-E3DA-95B0-FC28-1F67FAA4951E}"/>
                  </a:ext>
                </a:extLst>
              </p14:cNvPr>
              <p14:cNvContentPartPr/>
              <p14:nvPr/>
            </p14:nvContentPartPr>
            <p14:xfrm>
              <a:off x="867640" y="657225"/>
              <a:ext cx="195735" cy="78772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DE6C2C7-E3DA-95B0-FC28-1F67FAA4951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04674" y="594565"/>
                <a:ext cx="321308" cy="20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DF0A48A-F24E-5BBE-E499-8847F5822B64}"/>
                  </a:ext>
                </a:extLst>
              </p14:cNvPr>
              <p14:cNvContentPartPr/>
              <p14:nvPr/>
            </p14:nvContentPartPr>
            <p14:xfrm>
              <a:off x="2036537" y="744942"/>
              <a:ext cx="248760" cy="73902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DF0A48A-F24E-5BBE-E499-8847F5822B6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973628" y="682161"/>
                <a:ext cx="374218" cy="19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55DD7DA9-0944-3F54-0454-D9E9E02620C6}"/>
                  </a:ext>
                </a:extLst>
              </p14:cNvPr>
              <p14:cNvContentPartPr/>
              <p14:nvPr/>
            </p14:nvContentPartPr>
            <p14:xfrm>
              <a:off x="1998499" y="505355"/>
              <a:ext cx="260281" cy="312928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55DD7DA9-0944-3F54-0454-D9E9E02620C6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935586" y="442410"/>
                <a:ext cx="385748" cy="438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586AD67-8E80-9F7A-882E-8DFE826E05F9}"/>
                  </a:ext>
                </a:extLst>
              </p14:cNvPr>
              <p14:cNvContentPartPr/>
              <p14:nvPr/>
            </p14:nvContentPartPr>
            <p14:xfrm>
              <a:off x="2069657" y="423429"/>
              <a:ext cx="493925" cy="301861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586AD67-8E80-9F7A-882E-8DFE826E05F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006702" y="360466"/>
                <a:ext cx="619475" cy="4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04D2FE8-E58B-98AF-91B4-3A27A7F0A114}"/>
                  </a:ext>
                </a:extLst>
              </p14:cNvPr>
              <p14:cNvContentPartPr/>
              <p14:nvPr/>
            </p14:nvContentPartPr>
            <p14:xfrm>
              <a:off x="3480955" y="1369002"/>
              <a:ext cx="12988" cy="12988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04D2FE8-E58B-98AF-91B4-3A27A7F0A11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292629" y="-903898"/>
                <a:ext cx="390722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CD7C563-FCBC-FCC3-F191-338E4007B767}"/>
                  </a:ext>
                </a:extLst>
              </p14:cNvPr>
              <p14:cNvContentPartPr/>
              <p14:nvPr/>
            </p14:nvContentPartPr>
            <p14:xfrm>
              <a:off x="3491345" y="1379393"/>
              <a:ext cx="12988" cy="12988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CD7C563-FCBC-FCC3-F191-338E4007B76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218445" y="1189985"/>
                <a:ext cx="4545800" cy="390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46B194B-2403-0A93-BB5E-0211E6A51A57}"/>
                  </a:ext>
                </a:extLst>
              </p14:cNvPr>
              <p14:cNvContentPartPr/>
              <p14:nvPr/>
            </p14:nvContentPartPr>
            <p14:xfrm>
              <a:off x="-2057400" y="3291320"/>
              <a:ext cx="12988" cy="12988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46B194B-2403-0A93-BB5E-0211E6A51A5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-4330300" y="1031408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3C8BBCF-1559-017A-E8BB-06D1D33137B1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3C8BBCF-1559-017A-E8BB-06D1D33137B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8824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9A9BA50-26C8-CC78-6179-7F83A3D4DA68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9A9BA50-26C8-CC78-6179-7F83A3D4DA6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8824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715B94C-94BC-86CB-94AC-2ACC035925DC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715B94C-94BC-86CB-94AC-2ACC035925D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8824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E62F516-F0A9-8965-4495-BF2C84B79973}"/>
                  </a:ext>
                </a:extLst>
              </p14:cNvPr>
              <p14:cNvContentPartPr/>
              <p14:nvPr/>
            </p14:nvContentPartPr>
            <p14:xfrm>
              <a:off x="-2774372" y="4330411"/>
              <a:ext cx="12988" cy="12988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E62F516-F0A9-8965-4495-BF2C84B7997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-5034284" y="2070499"/>
                <a:ext cx="4545800" cy="45458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892C246-E79B-1EE7-1707-6FF0995DD3C6}"/>
              </a:ext>
            </a:extLst>
          </p:cNvPr>
          <p:cNvSpPr txBox="1"/>
          <p:nvPr/>
        </p:nvSpPr>
        <p:spPr>
          <a:xfrm>
            <a:off x="2283532" y="659775"/>
            <a:ext cx="4017308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latin typeface="Grandview Display"/>
                <a:ea typeface="Calibri"/>
                <a:cs typeface="Calibri"/>
              </a:rPr>
              <a:t>Neuro-Lingu</a:t>
            </a:r>
            <a:r>
              <a:rPr lang="en-US" sz="3600" b="1">
                <a:latin typeface="Grandview Display"/>
                <a:ea typeface="Calibri"/>
                <a:cs typeface="Calibri"/>
              </a:rPr>
              <a:t>istics</a:t>
            </a:r>
            <a:endParaRPr lang="en-US" sz="3600" b="1" dirty="0">
              <a:latin typeface="Grandview Display"/>
              <a:ea typeface="Calibri"/>
              <a:cs typeface="Calibri"/>
            </a:endParaRPr>
          </a:p>
          <a:p>
            <a:pPr algn="ctr"/>
            <a:r>
              <a:rPr lang="en-US" sz="2800" u="sng">
                <a:latin typeface="Grandview Display"/>
                <a:ea typeface="Calibri"/>
                <a:cs typeface="Calibri"/>
              </a:rPr>
              <a:t>NLP meets EEG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7D9B23BD-0C03-D99A-CD1A-6ED9E1EAC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461" y="4186172"/>
            <a:ext cx="7352438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Grandview Display"/>
              </a:rPr>
              <a:t>Omar Ahmed </a:t>
            </a:r>
            <a:r>
              <a:rPr lang="en-US" dirty="0" err="1">
                <a:solidFill>
                  <a:schemeClr val="tx1"/>
                </a:solidFill>
                <a:latin typeface="Grandview Display"/>
              </a:rPr>
              <a:t>Ahmed</a:t>
            </a:r>
            <a:r>
              <a:rPr lang="en-US" dirty="0">
                <a:solidFill>
                  <a:schemeClr val="tx1"/>
                </a:solidFill>
                <a:latin typeface="Grandview Display"/>
              </a:rPr>
              <a:t> AbdAlAal 18P2998</a:t>
            </a:r>
          </a:p>
          <a:p>
            <a:pPr algn="l"/>
            <a:endParaRPr lang="en-US" dirty="0">
              <a:solidFill>
                <a:schemeClr val="tx1"/>
              </a:solidFill>
              <a:latin typeface="Grandview Display"/>
              <a:ea typeface="Calibri"/>
              <a:cs typeface="Calibri"/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Grandview Display"/>
                <a:ea typeface="Calibri"/>
                <a:cs typeface="Calibri"/>
              </a:rPr>
              <a:t>Presented to Dr. Alaa Mahmoud Hamdy</a:t>
            </a:r>
            <a:endParaRPr lang="en-US" dirty="0">
              <a:solidFill>
                <a:schemeClr val="tx1"/>
              </a:solidFill>
              <a:latin typeface="Grandview Display"/>
              <a:ea typeface="Calibri"/>
              <a:cs typeface="Calibri"/>
            </a:endParaRP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5C8C4B19-8863-B829-71E9-59DE6FE89444}"/>
              </a:ext>
            </a:extLst>
          </p:cNvPr>
          <p:cNvSpPr txBox="1">
            <a:spLocks/>
          </p:cNvSpPr>
          <p:nvPr/>
        </p:nvSpPr>
        <p:spPr>
          <a:xfrm>
            <a:off x="241358" y="2983522"/>
            <a:ext cx="7352438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u="sng" dirty="0">
                <a:solidFill>
                  <a:schemeClr val="tx1"/>
                </a:solidFill>
                <a:latin typeface="Grandview Display"/>
              </a:rPr>
              <a:t>CSE 389: Natural Language </a:t>
            </a:r>
            <a:r>
              <a:rPr lang="en-US" u="sng">
                <a:solidFill>
                  <a:schemeClr val="tx1"/>
                </a:solidFill>
                <a:latin typeface="Grandview Display"/>
              </a:rPr>
              <a:t>Processing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920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8C005-2907-BAEC-CB51-508C8CA7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1951752-FB3F-B7EC-3691-3E63BC246964}"/>
              </a:ext>
            </a:extLst>
          </p:cNvPr>
          <p:cNvSpPr/>
          <p:nvPr/>
        </p:nvSpPr>
        <p:spPr>
          <a:xfrm>
            <a:off x="71168" y="3301761"/>
            <a:ext cx="9014603" cy="257929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CDA278-3E4B-01F8-93A9-D0D9911889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81"/>
          <a:stretch>
            <a:fillRect/>
          </a:stretch>
        </p:blipFill>
        <p:spPr>
          <a:xfrm>
            <a:off x="0" y="-2660"/>
            <a:ext cx="9144000" cy="25740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776F466-391B-5202-3DB2-AE166BECF279}"/>
                  </a:ext>
                </a:extLst>
              </p14:cNvPr>
              <p14:cNvContentPartPr/>
              <p14:nvPr/>
            </p14:nvContentPartPr>
            <p14:xfrm>
              <a:off x="2747125" y="573851"/>
              <a:ext cx="786060" cy="172428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776F466-391B-5202-3DB2-AE166BECF2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9137" y="555890"/>
                <a:ext cx="821676" cy="20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5DF776-DBDD-BC19-8223-C930398D8E04}"/>
                  </a:ext>
                </a:extLst>
              </p14:cNvPr>
              <p14:cNvContentPartPr/>
              <p14:nvPr/>
            </p14:nvContentPartPr>
            <p14:xfrm>
              <a:off x="3545519" y="568725"/>
              <a:ext cx="13871" cy="13871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5DF776-DBDD-BC19-8223-C930398D8E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969" y="-124825"/>
                <a:ext cx="1387100" cy="13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506869-9FD9-7097-2E23-102F560638F0}"/>
                  </a:ext>
                </a:extLst>
              </p14:cNvPr>
              <p14:cNvContentPartPr/>
              <p14:nvPr/>
            </p14:nvContentPartPr>
            <p14:xfrm>
              <a:off x="2514286" y="301915"/>
              <a:ext cx="3183423" cy="37829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506869-9FD9-7097-2E23-102F560638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96288" y="283935"/>
                <a:ext cx="3219058" cy="41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5686C40-9264-BA25-95FE-3621A050C059}"/>
                  </a:ext>
                </a:extLst>
              </p14:cNvPr>
              <p14:cNvContentPartPr/>
              <p14:nvPr/>
            </p14:nvContentPartPr>
            <p14:xfrm>
              <a:off x="3523326" y="1123579"/>
              <a:ext cx="1108594" cy="211347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5686C40-9264-BA25-95FE-3621A050C0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5329" y="1105607"/>
                <a:ext cx="1144227" cy="246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23DBDEC-1A8A-A5A9-E87D-56838D335483}"/>
                  </a:ext>
                </a:extLst>
              </p14:cNvPr>
              <p14:cNvContentPartPr/>
              <p14:nvPr/>
            </p14:nvContentPartPr>
            <p14:xfrm>
              <a:off x="2402798" y="1133873"/>
              <a:ext cx="3036609" cy="6449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23DBDEC-1A8A-A5A9-E87D-56838D33548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84800" y="1115888"/>
                <a:ext cx="3072245" cy="680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E53BA3-06B7-DBCC-4F9A-7D4E425C04B8}"/>
                  </a:ext>
                </a:extLst>
              </p14:cNvPr>
              <p14:cNvContentPartPr/>
              <p14:nvPr/>
            </p14:nvContentPartPr>
            <p14:xfrm>
              <a:off x="2668405" y="767829"/>
              <a:ext cx="1930714" cy="466721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4E53BA3-06B7-DBCC-4F9A-7D4E425C04B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05416" y="704856"/>
                <a:ext cx="2056333" cy="59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CE6B338-AB97-326C-A56E-5FC57EF9BD6F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202" cy="200434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CE6B338-AB97-326C-A56E-5FC57EF9BD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768" y="74819"/>
                <a:ext cx="232751" cy="325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7DFB77D-BDCB-A52E-AB03-862A1F0CCF6E}"/>
                  </a:ext>
                </a:extLst>
              </p14:cNvPr>
              <p14:cNvContentPartPr/>
              <p14:nvPr/>
            </p14:nvContentPartPr>
            <p14:xfrm>
              <a:off x="1051714" y="137679"/>
              <a:ext cx="63475" cy="119596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7DFB77D-BDCB-A52E-AB03-862A1F0CCF6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9309" y="74828"/>
                <a:ext cx="187929" cy="244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FECFEC9-4ECC-3219-E0A3-FCD3881F7D35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864" cy="158992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FECFEC9-4ECC-3219-E0A3-FCD3881F7D3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801" y="74730"/>
                <a:ext cx="233346" cy="2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F4F6593-5D04-4661-5F96-8636377B6A39}"/>
                  </a:ext>
                </a:extLst>
              </p14:cNvPr>
              <p14:cNvContentPartPr/>
              <p14:nvPr/>
            </p14:nvContentPartPr>
            <p14:xfrm>
              <a:off x="1039448" y="137679"/>
              <a:ext cx="73495" cy="165738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F4F6593-5D04-4661-5F96-8636377B6A3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7013" y="74763"/>
                <a:ext cx="198008" cy="29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C9631E0-1D96-DCF6-303B-8223131D466A}"/>
                  </a:ext>
                </a:extLst>
              </p14:cNvPr>
              <p14:cNvContentPartPr/>
              <p14:nvPr/>
            </p14:nvContentPartPr>
            <p14:xfrm>
              <a:off x="888422" y="137679"/>
              <a:ext cx="216468" cy="406113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C9631E0-1D96-DCF6-303B-8223131D466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495" y="74730"/>
                <a:ext cx="341962" cy="531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74052E5-1BC9-CCF8-74E1-EB8EDC192E01}"/>
                  </a:ext>
                </a:extLst>
              </p14:cNvPr>
              <p14:cNvContentPartPr/>
              <p14:nvPr/>
            </p14:nvContentPartPr>
            <p14:xfrm>
              <a:off x="1002722" y="83218"/>
              <a:ext cx="239921" cy="281909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74052E5-1BC9-CCF8-74E1-EB8EDC192E0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9774" y="20292"/>
                <a:ext cx="365457" cy="407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291B428-4B7B-AE5C-D3B3-AF336498974F}"/>
                  </a:ext>
                </a:extLst>
              </p14:cNvPr>
              <p14:cNvContentPartPr/>
              <p14:nvPr/>
            </p14:nvContentPartPr>
            <p14:xfrm>
              <a:off x="1002722" y="148070"/>
              <a:ext cx="134777" cy="190206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291B428-4B7B-AE5C-D3B3-AF336498974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9826" y="85147"/>
                <a:ext cx="260209" cy="31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B1F54E2-1749-FFAC-A141-A01351B2B0EB}"/>
                  </a:ext>
                </a:extLst>
              </p14:cNvPr>
              <p14:cNvContentPartPr/>
              <p14:nvPr/>
            </p14:nvContentPartPr>
            <p14:xfrm>
              <a:off x="898813" y="95405"/>
              <a:ext cx="407770" cy="427586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B1F54E2-1749-FFAC-A141-A01351B2B0E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886" y="32419"/>
                <a:ext cx="533265" cy="553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0E73DF4-98DD-8CF2-A2C3-9636F53ED0D5}"/>
                  </a:ext>
                </a:extLst>
              </p14:cNvPr>
              <p14:cNvContentPartPr/>
              <p14:nvPr/>
            </p14:nvContentPartPr>
            <p14:xfrm>
              <a:off x="1002722" y="189634"/>
              <a:ext cx="127914" cy="110254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0E73DF4-98DD-8CF2-A2C3-9636F53ED0D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9843" y="126786"/>
                <a:ext cx="253313" cy="23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224BF07-ADC7-193C-6617-02994D6348C1}"/>
                  </a:ext>
                </a:extLst>
              </p14:cNvPr>
              <p14:cNvContentPartPr/>
              <p14:nvPr/>
            </p14:nvContentPartPr>
            <p14:xfrm>
              <a:off x="1137804" y="108265"/>
              <a:ext cx="24676" cy="75986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224BF07-ADC7-193C-6617-02994D6348C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5220" y="45541"/>
                <a:ext cx="149486" cy="201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D6F587C-525E-47D7-312E-7F8B1B063181}"/>
                  </a:ext>
                </a:extLst>
              </p14:cNvPr>
              <p14:cNvContentPartPr/>
              <p14:nvPr/>
            </p14:nvContentPartPr>
            <p14:xfrm>
              <a:off x="898813" y="162025"/>
              <a:ext cx="1438492" cy="1129198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D6F587C-525E-47D7-312E-7F8B1B06318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5832" y="99052"/>
                <a:ext cx="1564095" cy="125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539DD57-F04E-DE03-A6CD-957D82F38204}"/>
                  </a:ext>
                </a:extLst>
              </p14:cNvPr>
              <p14:cNvContentPartPr/>
              <p14:nvPr/>
            </p14:nvContentPartPr>
            <p14:xfrm>
              <a:off x="1002722" y="251979"/>
              <a:ext cx="122574" cy="88629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539DD57-F04E-DE03-A6CD-957D82F3820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9817" y="189185"/>
                <a:ext cx="248024" cy="21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E02E17A-3C34-7C50-F1B7-36C543B01D7D}"/>
                  </a:ext>
                </a:extLst>
              </p14:cNvPr>
              <p14:cNvContentPartPr/>
              <p14:nvPr/>
            </p14:nvContentPartPr>
            <p14:xfrm>
              <a:off x="898813" y="283151"/>
              <a:ext cx="207618" cy="172279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E02E17A-3C34-7C50-F1B7-36C543B01D7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5953" y="220341"/>
                <a:ext cx="332979" cy="29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DF14ABF-8962-3358-E285-EBFA498D91A1}"/>
                  </a:ext>
                </a:extLst>
              </p14:cNvPr>
              <p14:cNvContentPartPr/>
              <p14:nvPr/>
            </p14:nvContentPartPr>
            <p14:xfrm>
              <a:off x="898813" y="190798"/>
              <a:ext cx="289052" cy="305389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DF14ABF-8962-3358-E285-EBFA498D91A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5897" y="127850"/>
                <a:ext cx="414524" cy="430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DCFEB77-9EDD-03E8-2EC6-85294A1B8819}"/>
                  </a:ext>
                </a:extLst>
              </p14:cNvPr>
              <p14:cNvContentPartPr/>
              <p14:nvPr/>
            </p14:nvContentPartPr>
            <p14:xfrm>
              <a:off x="982141" y="345497"/>
              <a:ext cx="14366" cy="302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DCFEB77-9EDD-03E8-2EC6-85294A1B881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0823" y="283156"/>
                <a:ext cx="136652" cy="15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B1FD6F5-D646-4074-6369-75D7C886FD93}"/>
                  </a:ext>
                </a:extLst>
              </p14:cNvPr>
              <p14:cNvContentPartPr/>
              <p14:nvPr/>
            </p14:nvContentPartPr>
            <p14:xfrm>
              <a:off x="898812" y="345498"/>
              <a:ext cx="93851" cy="74226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B1FD6F5-D646-4074-6369-75D7C886FD9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6125" y="282747"/>
                <a:ext cx="218866" cy="1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8B277CD-A6BB-C4F1-D86B-21F342ED25F8}"/>
                  </a:ext>
                </a:extLst>
              </p14:cNvPr>
              <p14:cNvContentPartPr/>
              <p14:nvPr/>
            </p14:nvContentPartPr>
            <p14:xfrm>
              <a:off x="898812" y="345497"/>
              <a:ext cx="37833" cy="32695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8B277CD-A6BB-C4F1-D86B-21F342ED25F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6352" y="283305"/>
                <a:ext cx="162396" cy="156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E28412D-0D26-DB77-3344-BB0C08023554}"/>
                  </a:ext>
                </a:extLst>
              </p14:cNvPr>
              <p14:cNvContentPartPr/>
              <p14:nvPr/>
            </p14:nvContentPartPr>
            <p14:xfrm>
              <a:off x="898813" y="345497"/>
              <a:ext cx="63518" cy="44194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E28412D-0D26-DB77-3344-BB0C0802355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6013" y="283126"/>
                <a:ext cx="188760" cy="1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064118B-DB0B-E6AB-75EE-E5C8E9CB73F9}"/>
                  </a:ext>
                </a:extLst>
              </p14:cNvPr>
              <p14:cNvContentPartPr/>
              <p14:nvPr/>
            </p14:nvContentPartPr>
            <p14:xfrm>
              <a:off x="898812" y="345497"/>
              <a:ext cx="62665" cy="71097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064118B-DB0B-E6AB-75EE-E5C8E9CB73F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147" y="282975"/>
                <a:ext cx="187637" cy="19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7E47CD3-F657-86D2-A956-690C1001ED35}"/>
                  </a:ext>
                </a:extLst>
              </p14:cNvPr>
              <p14:cNvContentPartPr/>
              <p14:nvPr/>
            </p14:nvContentPartPr>
            <p14:xfrm>
              <a:off x="899065" y="76798"/>
              <a:ext cx="4342250" cy="1780618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7E47CD3-F657-86D2-A956-690C1001ED3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6066" y="13809"/>
                <a:ext cx="4467888" cy="190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A30AE10-7C1F-C7DC-A3FD-71B25F78998C}"/>
                  </a:ext>
                </a:extLst>
              </p14:cNvPr>
              <p14:cNvContentPartPr/>
              <p14:nvPr/>
            </p14:nvContentPartPr>
            <p14:xfrm>
              <a:off x="898812" y="511752"/>
              <a:ext cx="21157" cy="12988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A30AE10-7C1F-C7DC-A3FD-71B25F78998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7104" y="440724"/>
                <a:ext cx="144220" cy="15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8EAD5D4-282A-1F2B-359E-1D481A2257FA}"/>
                  </a:ext>
                </a:extLst>
              </p14:cNvPr>
              <p14:cNvContentPartPr/>
              <p14:nvPr/>
            </p14:nvContentPartPr>
            <p14:xfrm>
              <a:off x="860284" y="522143"/>
              <a:ext cx="15372" cy="12988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8EAD5D4-282A-1F2B-359E-1D481A2257F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24" y="448824"/>
                <a:ext cx="140135" cy="1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2A08CA4-1BEC-210B-B3F3-7B47C665E5FE}"/>
                  </a:ext>
                </a:extLst>
              </p14:cNvPr>
              <p14:cNvContentPartPr/>
              <p14:nvPr/>
            </p14:nvContentPartPr>
            <p14:xfrm>
              <a:off x="794903" y="553316"/>
              <a:ext cx="67823" cy="26176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2A08CA4-1BEC-210B-B3F3-7B47C665E5F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434" y="491413"/>
                <a:ext cx="192403" cy="14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8A7FA24-A82F-B794-4317-2BF443456EE8}"/>
                  </a:ext>
                </a:extLst>
              </p14:cNvPr>
              <p14:cNvContentPartPr/>
              <p14:nvPr/>
            </p14:nvContentPartPr>
            <p14:xfrm>
              <a:off x="794902" y="605270"/>
              <a:ext cx="25671" cy="12988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8A7FA24-A82F-B794-4317-2BF443456E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3362" y="398643"/>
                <a:ext cx="148399" cy="425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745A825-16BD-6C0B-314B-AA148C7D462C}"/>
                  </a:ext>
                </a:extLst>
              </p14:cNvPr>
              <p14:cNvContentPartPr/>
              <p14:nvPr/>
            </p14:nvContentPartPr>
            <p14:xfrm>
              <a:off x="794904" y="605270"/>
              <a:ext cx="43898" cy="14782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745A825-16BD-6C0B-314B-AA148C7D462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2447" y="543678"/>
                <a:ext cx="168454" cy="137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30209A5-2B41-8B27-8E9E-E61100FD34C2}"/>
                  </a:ext>
                </a:extLst>
              </p14:cNvPr>
              <p14:cNvContentPartPr/>
              <p14:nvPr/>
            </p14:nvContentPartPr>
            <p14:xfrm>
              <a:off x="794904" y="651824"/>
              <a:ext cx="185892" cy="12988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30209A5-2B41-8B27-8E9E-E61100FD34C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2103" y="588688"/>
                <a:ext cx="311136" cy="13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9E371E6-DC53-9C28-764F-5B779905F3E4}"/>
                  </a:ext>
                </a:extLst>
              </p14:cNvPr>
              <p14:cNvContentPartPr/>
              <p14:nvPr/>
            </p14:nvContentPartPr>
            <p14:xfrm>
              <a:off x="867641" y="189634"/>
              <a:ext cx="681172" cy="1260848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9E371E6-DC53-9C28-764F-5B779905F3E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4669" y="126646"/>
                <a:ext cx="806755" cy="1386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DDDCE396-9101-24E0-8264-E5BB06AE7A69}"/>
                  </a:ext>
                </a:extLst>
              </p14:cNvPr>
              <p14:cNvContentPartPr/>
              <p14:nvPr/>
            </p14:nvContentPartPr>
            <p14:xfrm>
              <a:off x="867640" y="657225"/>
              <a:ext cx="195735" cy="78772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DDDCE396-9101-24E0-8264-E5BB06AE7A6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4674" y="594565"/>
                <a:ext cx="321308" cy="20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7E1814B-CD0D-961D-FB70-1A23466111C3}"/>
                  </a:ext>
                </a:extLst>
              </p14:cNvPr>
              <p14:cNvContentPartPr/>
              <p14:nvPr/>
            </p14:nvContentPartPr>
            <p14:xfrm>
              <a:off x="2036537" y="744942"/>
              <a:ext cx="248760" cy="73902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7E1814B-CD0D-961D-FB70-1A23466111C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73628" y="682161"/>
                <a:ext cx="374218" cy="19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1F00849-337D-A0A4-C0CD-D02E8A3AA87C}"/>
                  </a:ext>
                </a:extLst>
              </p14:cNvPr>
              <p14:cNvContentPartPr/>
              <p14:nvPr/>
            </p14:nvContentPartPr>
            <p14:xfrm>
              <a:off x="1998499" y="505355"/>
              <a:ext cx="260281" cy="312928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1F00849-337D-A0A4-C0CD-D02E8A3AA87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5586" y="442410"/>
                <a:ext cx="385748" cy="438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6D1F848-56FA-436B-61B0-498796010F22}"/>
                  </a:ext>
                </a:extLst>
              </p14:cNvPr>
              <p14:cNvContentPartPr/>
              <p14:nvPr/>
            </p14:nvContentPartPr>
            <p14:xfrm>
              <a:off x="2069657" y="423429"/>
              <a:ext cx="493925" cy="301861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6D1F848-56FA-436B-61B0-498796010F2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06702" y="360466"/>
                <a:ext cx="619475" cy="4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B1C9496-AF07-458A-C09D-364FCEFB0F06}"/>
                  </a:ext>
                </a:extLst>
              </p14:cNvPr>
              <p14:cNvContentPartPr/>
              <p14:nvPr/>
            </p14:nvContentPartPr>
            <p14:xfrm>
              <a:off x="3480955" y="1369002"/>
              <a:ext cx="12988" cy="12988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B1C9496-AF07-458A-C09D-364FCEFB0F0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91547" y="-903898"/>
                <a:ext cx="390722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B2E1B37-DA73-DE25-AD0F-C7971C9057ED}"/>
                  </a:ext>
                </a:extLst>
              </p14:cNvPr>
              <p14:cNvContentPartPr/>
              <p14:nvPr/>
            </p14:nvContentPartPr>
            <p14:xfrm>
              <a:off x="3491345" y="1379393"/>
              <a:ext cx="12988" cy="12988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B2E1B37-DA73-DE25-AD0F-C7971C9057E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18445" y="1204555"/>
                <a:ext cx="4545800" cy="361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1E0C3A8-8DA7-91EF-8BE4-EA999E18CF1F}"/>
                  </a:ext>
                </a:extLst>
              </p14:cNvPr>
              <p14:cNvContentPartPr/>
              <p14:nvPr/>
            </p14:nvContentPartPr>
            <p14:xfrm>
              <a:off x="-2057400" y="3291320"/>
              <a:ext cx="12988" cy="12988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1E0C3A8-8DA7-91EF-8BE4-EA999E18CF1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4330300" y="1018420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7AC04B0-2F04-A320-4965-9FF165150799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7AC04B0-2F04-A320-4965-9FF16515079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A949C2A-1626-C27E-06E5-E5F7656D9B66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A949C2A-1626-C27E-06E5-E5F7656D9B6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CC36909-340E-5BF6-28E1-3B8E08EF72AA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CC36909-340E-5BF6-28E1-3B8E08EF72A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63BEE4F-7A3C-5076-1259-F3CFEFD398A6}"/>
                  </a:ext>
                </a:extLst>
              </p14:cNvPr>
              <p14:cNvContentPartPr/>
              <p14:nvPr/>
            </p14:nvContentPartPr>
            <p14:xfrm>
              <a:off x="-2774372" y="4330411"/>
              <a:ext cx="12988" cy="12988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63BEE4F-7A3C-5076-1259-F3CFEFD398A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5047272" y="2057511"/>
                <a:ext cx="4545800" cy="45458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B94C786-8741-26CB-A17B-B2003B44B68D}"/>
              </a:ext>
            </a:extLst>
          </p:cNvPr>
          <p:cNvSpPr txBox="1"/>
          <p:nvPr/>
        </p:nvSpPr>
        <p:spPr>
          <a:xfrm>
            <a:off x="2262750" y="826030"/>
            <a:ext cx="401730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u="sng">
                <a:latin typeface="Grandview Display"/>
                <a:ea typeface="Calibri"/>
                <a:cs typeface="Calibri"/>
              </a:rPr>
              <a:t>SYSTEM OVERVIEW</a:t>
            </a:r>
            <a:endParaRPr lang="en-US" b="1" u="sng"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99B0A6-428E-1A4A-67D8-4EFA10D5107D}"/>
              </a:ext>
            </a:extLst>
          </p:cNvPr>
          <p:cNvSpPr/>
          <p:nvPr/>
        </p:nvSpPr>
        <p:spPr>
          <a:xfrm>
            <a:off x="163116" y="3690341"/>
            <a:ext cx="1233577" cy="500332"/>
          </a:xfrm>
          <a:prstGeom prst="roundRect">
            <a:avLst/>
          </a:prstGeom>
          <a:solidFill>
            <a:srgbClr val="457EB8"/>
          </a:solidFill>
          <a:ln>
            <a:solidFill>
              <a:srgbClr val="6B9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SST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D9D1DD7E-F2DC-5DDC-7CD4-BE4E4FBB47AA}"/>
              </a:ext>
            </a:extLst>
          </p:cNvPr>
          <p:cNvSpPr/>
          <p:nvPr/>
        </p:nvSpPr>
        <p:spPr>
          <a:xfrm>
            <a:off x="2267960" y="3681716"/>
            <a:ext cx="1535501" cy="508958"/>
          </a:xfrm>
          <a:prstGeom prst="roundRect">
            <a:avLst/>
          </a:prstGeom>
          <a:solidFill>
            <a:srgbClr val="457EB8"/>
          </a:solidFill>
          <a:ln>
            <a:solidFill>
              <a:srgbClr val="6B9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NLP Engine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540CA84F-E6D6-D371-A435-5530E4319470}"/>
              </a:ext>
            </a:extLst>
          </p:cNvPr>
          <p:cNvSpPr/>
          <p:nvPr/>
        </p:nvSpPr>
        <p:spPr>
          <a:xfrm>
            <a:off x="4579840" y="3681715"/>
            <a:ext cx="2122097" cy="508958"/>
          </a:xfrm>
          <a:prstGeom prst="roundRect">
            <a:avLst/>
          </a:prstGeom>
          <a:solidFill>
            <a:srgbClr val="457EB8"/>
          </a:solidFill>
          <a:ln>
            <a:solidFill>
              <a:srgbClr val="6B9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Machine Sentiment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F42AF6D-929E-9329-2B11-B748AC67416F}"/>
              </a:ext>
            </a:extLst>
          </p:cNvPr>
          <p:cNvSpPr/>
          <p:nvPr/>
        </p:nvSpPr>
        <p:spPr>
          <a:xfrm>
            <a:off x="1504820" y="3815580"/>
            <a:ext cx="598845" cy="234467"/>
          </a:xfrm>
          <a:prstGeom prst="rightArrow">
            <a:avLst/>
          </a:prstGeom>
          <a:solidFill>
            <a:srgbClr val="457E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5B903658-8655-BFA2-3BA9-4CA8C9C79D69}"/>
              </a:ext>
            </a:extLst>
          </p:cNvPr>
          <p:cNvSpPr/>
          <p:nvPr/>
        </p:nvSpPr>
        <p:spPr>
          <a:xfrm>
            <a:off x="137237" y="5001556"/>
            <a:ext cx="1233577" cy="500332"/>
          </a:xfrm>
          <a:prstGeom prst="roundRect">
            <a:avLst/>
          </a:prstGeom>
          <a:solidFill>
            <a:srgbClr val="457EB8"/>
          </a:solidFill>
          <a:ln>
            <a:solidFill>
              <a:srgbClr val="6B9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EEG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01D718D3-7D37-CC1E-52A9-212342EE1067}"/>
              </a:ext>
            </a:extLst>
          </p:cNvPr>
          <p:cNvSpPr/>
          <p:nvPr/>
        </p:nvSpPr>
        <p:spPr>
          <a:xfrm>
            <a:off x="2242081" y="4992931"/>
            <a:ext cx="1535501" cy="508958"/>
          </a:xfrm>
          <a:prstGeom prst="roundRect">
            <a:avLst/>
          </a:prstGeom>
          <a:solidFill>
            <a:srgbClr val="457EB8"/>
          </a:solidFill>
          <a:ln>
            <a:solidFill>
              <a:srgbClr val="6B9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DSP Engine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D09DF538-E6C6-087D-2517-8F057D61FBFB}"/>
              </a:ext>
            </a:extLst>
          </p:cNvPr>
          <p:cNvSpPr/>
          <p:nvPr/>
        </p:nvSpPr>
        <p:spPr>
          <a:xfrm>
            <a:off x="4579840" y="4992930"/>
            <a:ext cx="2122097" cy="508958"/>
          </a:xfrm>
          <a:prstGeom prst="roundRect">
            <a:avLst/>
          </a:prstGeom>
          <a:solidFill>
            <a:srgbClr val="457EB8"/>
          </a:solidFill>
          <a:ln>
            <a:solidFill>
              <a:srgbClr val="6B9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Human Sentiment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4453B456-4FFB-5A8A-9EA9-B92AE6E06612}"/>
              </a:ext>
            </a:extLst>
          </p:cNvPr>
          <p:cNvSpPr/>
          <p:nvPr/>
        </p:nvSpPr>
        <p:spPr>
          <a:xfrm>
            <a:off x="3902963" y="3824206"/>
            <a:ext cx="598845" cy="234467"/>
          </a:xfrm>
          <a:prstGeom prst="rightArrow">
            <a:avLst/>
          </a:prstGeom>
          <a:solidFill>
            <a:srgbClr val="457E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007B846F-2971-45A5-8966-932CCDED92D2}"/>
              </a:ext>
            </a:extLst>
          </p:cNvPr>
          <p:cNvSpPr/>
          <p:nvPr/>
        </p:nvSpPr>
        <p:spPr>
          <a:xfrm>
            <a:off x="1530699" y="5135421"/>
            <a:ext cx="598845" cy="234467"/>
          </a:xfrm>
          <a:prstGeom prst="rightArrow">
            <a:avLst/>
          </a:prstGeom>
          <a:solidFill>
            <a:srgbClr val="457E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3A690E9C-99A0-309C-F421-37A48C05197F}"/>
              </a:ext>
            </a:extLst>
          </p:cNvPr>
          <p:cNvSpPr/>
          <p:nvPr/>
        </p:nvSpPr>
        <p:spPr>
          <a:xfrm>
            <a:off x="3902963" y="5135421"/>
            <a:ext cx="598845" cy="234467"/>
          </a:xfrm>
          <a:prstGeom prst="rightArrow">
            <a:avLst/>
          </a:prstGeom>
          <a:solidFill>
            <a:srgbClr val="457E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605F7D9A-35C9-CC16-2E8F-052BA00FD083}"/>
              </a:ext>
            </a:extLst>
          </p:cNvPr>
          <p:cNvSpPr/>
          <p:nvPr/>
        </p:nvSpPr>
        <p:spPr>
          <a:xfrm>
            <a:off x="7124632" y="4199301"/>
            <a:ext cx="1802919" cy="802256"/>
          </a:xfrm>
          <a:prstGeom prst="roundRect">
            <a:avLst/>
          </a:prstGeom>
          <a:solidFill>
            <a:srgbClr val="457EB8"/>
          </a:solidFill>
          <a:ln>
            <a:solidFill>
              <a:srgbClr val="6B9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Statistical</a:t>
            </a:r>
            <a:r>
              <a:rPr lang="en-US" b="1" dirty="0">
                <a:ea typeface="Calibri"/>
                <a:cs typeface="Calibri"/>
              </a:rPr>
              <a:t> Analysis</a:t>
            </a:r>
            <a:endParaRPr lang="en-US" dirty="0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A9A15CDB-17EF-EB80-E015-2777237A35AF}"/>
              </a:ext>
            </a:extLst>
          </p:cNvPr>
          <p:cNvSpPr/>
          <p:nvPr/>
        </p:nvSpPr>
        <p:spPr>
          <a:xfrm rot="2340000">
            <a:off x="6741053" y="3919097"/>
            <a:ext cx="417691" cy="260345"/>
          </a:xfrm>
          <a:prstGeom prst="rightArrow">
            <a:avLst/>
          </a:prstGeom>
          <a:solidFill>
            <a:srgbClr val="457E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E4F5139-B63C-BB98-1AE3-0F38EC76D402}"/>
              </a:ext>
            </a:extLst>
          </p:cNvPr>
          <p:cNvSpPr/>
          <p:nvPr/>
        </p:nvSpPr>
        <p:spPr>
          <a:xfrm rot="-1740000">
            <a:off x="6741053" y="5023279"/>
            <a:ext cx="417691" cy="260345"/>
          </a:xfrm>
          <a:prstGeom prst="rightArrow">
            <a:avLst/>
          </a:prstGeom>
          <a:solidFill>
            <a:srgbClr val="457E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Up-Down 37">
            <a:extLst>
              <a:ext uri="{FF2B5EF4-FFF2-40B4-BE49-F238E27FC236}">
                <a16:creationId xmlns:a16="http://schemas.microsoft.com/office/drawing/2014/main" id="{0980FA83-0C9F-DEC9-77DD-7386922D112A}"/>
              </a:ext>
            </a:extLst>
          </p:cNvPr>
          <p:cNvSpPr/>
          <p:nvPr/>
        </p:nvSpPr>
        <p:spPr>
          <a:xfrm>
            <a:off x="669388" y="4276092"/>
            <a:ext cx="277599" cy="646811"/>
          </a:xfrm>
          <a:prstGeom prst="upDownArrow">
            <a:avLst/>
          </a:prstGeom>
          <a:solidFill>
            <a:srgbClr val="457E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09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71CA3-08C5-05E4-C661-56FE400D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337961-1F06-9CF1-4444-03F2EC6233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81"/>
          <a:stretch>
            <a:fillRect/>
          </a:stretch>
        </p:blipFill>
        <p:spPr>
          <a:xfrm>
            <a:off x="0" y="-2660"/>
            <a:ext cx="9144000" cy="25740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67DF53-E51C-879B-7A45-E2E6D2E7D0FA}"/>
                  </a:ext>
                </a:extLst>
              </p14:cNvPr>
              <p14:cNvContentPartPr/>
              <p14:nvPr/>
            </p14:nvContentPartPr>
            <p14:xfrm>
              <a:off x="2747125" y="573851"/>
              <a:ext cx="786060" cy="172428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67DF53-E51C-879B-7A45-E2E6D2E7D0F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9137" y="555890"/>
                <a:ext cx="821676" cy="20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F8AAE34-ABC7-9EA9-D42D-48393D5E68B1}"/>
                  </a:ext>
                </a:extLst>
              </p14:cNvPr>
              <p14:cNvContentPartPr/>
              <p14:nvPr/>
            </p14:nvContentPartPr>
            <p14:xfrm>
              <a:off x="3545519" y="568725"/>
              <a:ext cx="13871" cy="13871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F8AAE34-ABC7-9EA9-D42D-48393D5E68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969" y="-124825"/>
                <a:ext cx="1387100" cy="13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BC24270-E83E-C73F-D636-BB53B7617AA8}"/>
                  </a:ext>
                </a:extLst>
              </p14:cNvPr>
              <p14:cNvContentPartPr/>
              <p14:nvPr/>
            </p14:nvContentPartPr>
            <p14:xfrm>
              <a:off x="2514286" y="301915"/>
              <a:ext cx="3183423" cy="378291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BC24270-E83E-C73F-D636-BB53B7617A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96288" y="283935"/>
                <a:ext cx="3219058" cy="41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3B8A2D-4E01-18C6-2DC2-C6DF8826AA0A}"/>
                  </a:ext>
                </a:extLst>
              </p14:cNvPr>
              <p14:cNvContentPartPr/>
              <p14:nvPr/>
            </p14:nvContentPartPr>
            <p14:xfrm>
              <a:off x="3523326" y="1123579"/>
              <a:ext cx="1108594" cy="211347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3B8A2D-4E01-18C6-2DC2-C6DF8826AA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5329" y="1105607"/>
                <a:ext cx="1144227" cy="246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949792-A441-6830-D6EE-B4051F457434}"/>
                  </a:ext>
                </a:extLst>
              </p14:cNvPr>
              <p14:cNvContentPartPr/>
              <p14:nvPr/>
            </p14:nvContentPartPr>
            <p14:xfrm>
              <a:off x="2402798" y="1133873"/>
              <a:ext cx="3036609" cy="6449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949792-A441-6830-D6EE-B4051F45743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84800" y="1115888"/>
                <a:ext cx="3072245" cy="680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C6EC15D-9B63-9A49-B54F-3104DD9DC774}"/>
                  </a:ext>
                </a:extLst>
              </p14:cNvPr>
              <p14:cNvContentPartPr/>
              <p14:nvPr/>
            </p14:nvContentPartPr>
            <p14:xfrm>
              <a:off x="2668405" y="767829"/>
              <a:ext cx="1930714" cy="466721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C6EC15D-9B63-9A49-B54F-3104DD9DC77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05416" y="704856"/>
                <a:ext cx="2056333" cy="59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39DA8CF-0F66-52D5-CBB5-AC5B875C73B6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202" cy="200434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39DA8CF-0F66-52D5-CBB5-AC5B875C73B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768" y="74819"/>
                <a:ext cx="232751" cy="325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B9ED108-8931-8518-B43E-217A86144BF5}"/>
                  </a:ext>
                </a:extLst>
              </p14:cNvPr>
              <p14:cNvContentPartPr/>
              <p14:nvPr/>
            </p14:nvContentPartPr>
            <p14:xfrm>
              <a:off x="1051714" y="137679"/>
              <a:ext cx="63475" cy="119596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B9ED108-8931-8518-B43E-217A86144BF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9309" y="74828"/>
                <a:ext cx="187929" cy="244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3336E85-D33E-3E48-5072-0E55617C8DD7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864" cy="158992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3336E85-D33E-3E48-5072-0E55617C8DD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801" y="74730"/>
                <a:ext cx="233346" cy="2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D120CF6-47C1-1FCD-ED45-57CF90AEF6BB}"/>
                  </a:ext>
                </a:extLst>
              </p14:cNvPr>
              <p14:cNvContentPartPr/>
              <p14:nvPr/>
            </p14:nvContentPartPr>
            <p14:xfrm>
              <a:off x="1039448" y="137679"/>
              <a:ext cx="73495" cy="165738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D120CF6-47C1-1FCD-ED45-57CF90AEF6B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7013" y="74763"/>
                <a:ext cx="198008" cy="29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5F3644A-A372-96AE-5334-231B89EE2449}"/>
                  </a:ext>
                </a:extLst>
              </p14:cNvPr>
              <p14:cNvContentPartPr/>
              <p14:nvPr/>
            </p14:nvContentPartPr>
            <p14:xfrm>
              <a:off x="888422" y="137679"/>
              <a:ext cx="216468" cy="406113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5F3644A-A372-96AE-5334-231B89EE24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495" y="74730"/>
                <a:ext cx="341962" cy="531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4E539AF-BBBB-2E64-589C-A93A6321818E}"/>
                  </a:ext>
                </a:extLst>
              </p14:cNvPr>
              <p14:cNvContentPartPr/>
              <p14:nvPr/>
            </p14:nvContentPartPr>
            <p14:xfrm>
              <a:off x="1002722" y="83218"/>
              <a:ext cx="239921" cy="28190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4E539AF-BBBB-2E64-589C-A93A632181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9774" y="20292"/>
                <a:ext cx="365457" cy="407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92C824D-C538-ADCC-07C1-B33D78833E5C}"/>
                  </a:ext>
                </a:extLst>
              </p14:cNvPr>
              <p14:cNvContentPartPr/>
              <p14:nvPr/>
            </p14:nvContentPartPr>
            <p14:xfrm>
              <a:off x="1002722" y="148070"/>
              <a:ext cx="134777" cy="190206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92C824D-C538-ADCC-07C1-B33D78833E5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9826" y="85147"/>
                <a:ext cx="260209" cy="31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40E3C44-A773-8281-7B1C-C9796CD91167}"/>
                  </a:ext>
                </a:extLst>
              </p14:cNvPr>
              <p14:cNvContentPartPr/>
              <p14:nvPr/>
            </p14:nvContentPartPr>
            <p14:xfrm>
              <a:off x="898813" y="95405"/>
              <a:ext cx="407770" cy="427586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40E3C44-A773-8281-7B1C-C9796CD9116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886" y="32419"/>
                <a:ext cx="533265" cy="553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D67C5D9-8873-CCE4-9B9D-C252BD0B2818}"/>
                  </a:ext>
                </a:extLst>
              </p14:cNvPr>
              <p14:cNvContentPartPr/>
              <p14:nvPr/>
            </p14:nvContentPartPr>
            <p14:xfrm>
              <a:off x="1002722" y="189634"/>
              <a:ext cx="127914" cy="110254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D67C5D9-8873-CCE4-9B9D-C252BD0B281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9843" y="126786"/>
                <a:ext cx="253313" cy="23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0FBE266-01D2-A098-FF3E-86846088BCC0}"/>
                  </a:ext>
                </a:extLst>
              </p14:cNvPr>
              <p14:cNvContentPartPr/>
              <p14:nvPr/>
            </p14:nvContentPartPr>
            <p14:xfrm>
              <a:off x="1137804" y="108265"/>
              <a:ext cx="24676" cy="75986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0FBE266-01D2-A098-FF3E-86846088BCC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5220" y="45541"/>
                <a:ext cx="149486" cy="201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C801DD3-37AB-0AE3-4997-7E37F2D604FC}"/>
                  </a:ext>
                </a:extLst>
              </p14:cNvPr>
              <p14:cNvContentPartPr/>
              <p14:nvPr/>
            </p14:nvContentPartPr>
            <p14:xfrm>
              <a:off x="898813" y="162025"/>
              <a:ext cx="1438492" cy="1129198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C801DD3-37AB-0AE3-4997-7E37F2D604F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5832" y="99052"/>
                <a:ext cx="1564095" cy="125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F5FD34D-48DB-B681-1661-24F02BB88D1A}"/>
                  </a:ext>
                </a:extLst>
              </p14:cNvPr>
              <p14:cNvContentPartPr/>
              <p14:nvPr/>
            </p14:nvContentPartPr>
            <p14:xfrm>
              <a:off x="1002722" y="251979"/>
              <a:ext cx="122574" cy="88629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F5FD34D-48DB-B681-1661-24F02BB88D1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9817" y="189185"/>
                <a:ext cx="248024" cy="21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5C7EAF3-166F-468E-D091-AF72659E34BA}"/>
                  </a:ext>
                </a:extLst>
              </p14:cNvPr>
              <p14:cNvContentPartPr/>
              <p14:nvPr/>
            </p14:nvContentPartPr>
            <p14:xfrm>
              <a:off x="898813" y="283151"/>
              <a:ext cx="207618" cy="172279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5C7EAF3-166F-468E-D091-AF72659E34B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5953" y="220341"/>
                <a:ext cx="332979" cy="29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61317A1-D468-D148-86CB-0A2699512804}"/>
                  </a:ext>
                </a:extLst>
              </p14:cNvPr>
              <p14:cNvContentPartPr/>
              <p14:nvPr/>
            </p14:nvContentPartPr>
            <p14:xfrm>
              <a:off x="898813" y="190798"/>
              <a:ext cx="289052" cy="305389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61317A1-D468-D148-86CB-0A269951280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5897" y="127850"/>
                <a:ext cx="414524" cy="430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2DEA7D4-0A9B-3BD1-8096-875CC22D4AA6}"/>
                  </a:ext>
                </a:extLst>
              </p14:cNvPr>
              <p14:cNvContentPartPr/>
              <p14:nvPr/>
            </p14:nvContentPartPr>
            <p14:xfrm>
              <a:off x="982141" y="345497"/>
              <a:ext cx="14366" cy="30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2DEA7D4-0A9B-3BD1-8096-875CC22D4AA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0823" y="283156"/>
                <a:ext cx="136652" cy="15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1B3EF5A-BE72-CE52-D1D8-81FA7144F920}"/>
                  </a:ext>
                </a:extLst>
              </p14:cNvPr>
              <p14:cNvContentPartPr/>
              <p14:nvPr/>
            </p14:nvContentPartPr>
            <p14:xfrm>
              <a:off x="898812" y="345498"/>
              <a:ext cx="93851" cy="74226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1B3EF5A-BE72-CE52-D1D8-81FA7144F92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6125" y="282747"/>
                <a:ext cx="218866" cy="1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7735998-5AF2-3B8E-F7F3-4B8ED277086A}"/>
                  </a:ext>
                </a:extLst>
              </p14:cNvPr>
              <p14:cNvContentPartPr/>
              <p14:nvPr/>
            </p14:nvContentPartPr>
            <p14:xfrm>
              <a:off x="898812" y="345497"/>
              <a:ext cx="37833" cy="32695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7735998-5AF2-3B8E-F7F3-4B8ED277086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6352" y="283305"/>
                <a:ext cx="162396" cy="156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81647B5-7E2E-F787-5C83-96DFA6402AB3}"/>
                  </a:ext>
                </a:extLst>
              </p14:cNvPr>
              <p14:cNvContentPartPr/>
              <p14:nvPr/>
            </p14:nvContentPartPr>
            <p14:xfrm>
              <a:off x="898813" y="345497"/>
              <a:ext cx="63518" cy="44194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81647B5-7E2E-F787-5C83-96DFA6402AB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6013" y="283126"/>
                <a:ext cx="188760" cy="1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DF48670-E012-F66B-593F-56C2A9998A3B}"/>
                  </a:ext>
                </a:extLst>
              </p14:cNvPr>
              <p14:cNvContentPartPr/>
              <p14:nvPr/>
            </p14:nvContentPartPr>
            <p14:xfrm>
              <a:off x="898812" y="345497"/>
              <a:ext cx="62665" cy="71097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DF48670-E012-F66B-593F-56C2A9998A3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147" y="282975"/>
                <a:ext cx="187637" cy="19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1E6CF25-51F5-751A-A70F-E68E9491D664}"/>
                  </a:ext>
                </a:extLst>
              </p14:cNvPr>
              <p14:cNvContentPartPr/>
              <p14:nvPr/>
            </p14:nvContentPartPr>
            <p14:xfrm>
              <a:off x="899065" y="76798"/>
              <a:ext cx="4342250" cy="1780618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1E6CF25-51F5-751A-A70F-E68E9491D66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6066" y="13809"/>
                <a:ext cx="4467888" cy="190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02E9768-29FD-E4F8-E8AC-0AEDED60FCA2}"/>
                  </a:ext>
                </a:extLst>
              </p14:cNvPr>
              <p14:cNvContentPartPr/>
              <p14:nvPr/>
            </p14:nvContentPartPr>
            <p14:xfrm>
              <a:off x="898812" y="511752"/>
              <a:ext cx="21157" cy="12988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02E9768-29FD-E4F8-E8AC-0AEDED60FCA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7104" y="440724"/>
                <a:ext cx="144220" cy="15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6784B6B-18D8-4A64-2461-0C0D0E3FC414}"/>
                  </a:ext>
                </a:extLst>
              </p14:cNvPr>
              <p14:cNvContentPartPr/>
              <p14:nvPr/>
            </p14:nvContentPartPr>
            <p14:xfrm>
              <a:off x="860284" y="522143"/>
              <a:ext cx="15372" cy="12988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6784B6B-18D8-4A64-2461-0C0D0E3FC41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24" y="448824"/>
                <a:ext cx="140135" cy="1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4E6264C-8BE1-D4F9-56B2-0080061FA69E}"/>
                  </a:ext>
                </a:extLst>
              </p14:cNvPr>
              <p14:cNvContentPartPr/>
              <p14:nvPr/>
            </p14:nvContentPartPr>
            <p14:xfrm>
              <a:off x="794903" y="553316"/>
              <a:ext cx="67823" cy="26176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4E6264C-8BE1-D4F9-56B2-0080061FA69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434" y="491413"/>
                <a:ext cx="192403" cy="14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7A947F4-3FC9-F9E2-7FA2-6AB1C2F06987}"/>
                  </a:ext>
                </a:extLst>
              </p14:cNvPr>
              <p14:cNvContentPartPr/>
              <p14:nvPr/>
            </p14:nvContentPartPr>
            <p14:xfrm>
              <a:off x="794902" y="605270"/>
              <a:ext cx="25671" cy="12988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7A947F4-3FC9-F9E2-7FA2-6AB1C2F0698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3362" y="398643"/>
                <a:ext cx="148399" cy="425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D5E7AD1-69AA-9C0C-CBDD-38789BB9CF9E}"/>
                  </a:ext>
                </a:extLst>
              </p14:cNvPr>
              <p14:cNvContentPartPr/>
              <p14:nvPr/>
            </p14:nvContentPartPr>
            <p14:xfrm>
              <a:off x="794904" y="605270"/>
              <a:ext cx="43898" cy="14782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D5E7AD1-69AA-9C0C-CBDD-38789BB9CF9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2447" y="543678"/>
                <a:ext cx="168454" cy="137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2C49935-B740-1264-C23F-A0283D035E14}"/>
                  </a:ext>
                </a:extLst>
              </p14:cNvPr>
              <p14:cNvContentPartPr/>
              <p14:nvPr/>
            </p14:nvContentPartPr>
            <p14:xfrm>
              <a:off x="794904" y="651824"/>
              <a:ext cx="185892" cy="12988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2C49935-B740-1264-C23F-A0283D035E1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2103" y="588688"/>
                <a:ext cx="311136" cy="13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3CF5D95-B823-328A-D21B-960055AE77A4}"/>
                  </a:ext>
                </a:extLst>
              </p14:cNvPr>
              <p14:cNvContentPartPr/>
              <p14:nvPr/>
            </p14:nvContentPartPr>
            <p14:xfrm>
              <a:off x="867641" y="189634"/>
              <a:ext cx="681172" cy="1260848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3CF5D95-B823-328A-D21B-960055AE77A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4669" y="126646"/>
                <a:ext cx="806755" cy="1386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593C84E-9523-F5C9-AB2D-149E2F9767B0}"/>
                  </a:ext>
                </a:extLst>
              </p14:cNvPr>
              <p14:cNvContentPartPr/>
              <p14:nvPr/>
            </p14:nvContentPartPr>
            <p14:xfrm>
              <a:off x="867640" y="657225"/>
              <a:ext cx="195735" cy="78772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593C84E-9523-F5C9-AB2D-149E2F9767B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4674" y="594565"/>
                <a:ext cx="321308" cy="20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DBDEF87-CEC1-7B5F-2A97-AD30F428456E}"/>
                  </a:ext>
                </a:extLst>
              </p14:cNvPr>
              <p14:cNvContentPartPr/>
              <p14:nvPr/>
            </p14:nvContentPartPr>
            <p14:xfrm>
              <a:off x="2036537" y="744942"/>
              <a:ext cx="248760" cy="73902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DBDEF87-CEC1-7B5F-2A97-AD30F428456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73628" y="682161"/>
                <a:ext cx="374218" cy="19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FB22A790-1738-2D1B-7A0D-737AC9BC79BE}"/>
                  </a:ext>
                </a:extLst>
              </p14:cNvPr>
              <p14:cNvContentPartPr/>
              <p14:nvPr/>
            </p14:nvContentPartPr>
            <p14:xfrm>
              <a:off x="1998499" y="505355"/>
              <a:ext cx="260281" cy="312928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FB22A790-1738-2D1B-7A0D-737AC9BC79B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5586" y="442410"/>
                <a:ext cx="385748" cy="438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E61CC24-9322-EB85-714E-598093B655F4}"/>
                  </a:ext>
                </a:extLst>
              </p14:cNvPr>
              <p14:cNvContentPartPr/>
              <p14:nvPr/>
            </p14:nvContentPartPr>
            <p14:xfrm>
              <a:off x="2069657" y="423429"/>
              <a:ext cx="493925" cy="301861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E61CC24-9322-EB85-714E-598093B655F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06702" y="360466"/>
                <a:ext cx="619475" cy="4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BA51F6F-986E-E910-88CA-99B052280B62}"/>
                  </a:ext>
                </a:extLst>
              </p14:cNvPr>
              <p14:cNvContentPartPr/>
              <p14:nvPr/>
            </p14:nvContentPartPr>
            <p14:xfrm>
              <a:off x="3480955" y="1369002"/>
              <a:ext cx="12988" cy="12988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BA51F6F-986E-E910-88CA-99B052280B6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91547" y="-903898"/>
                <a:ext cx="390722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0FB3577-FFBB-6C0B-F799-549AB69D7E28}"/>
                  </a:ext>
                </a:extLst>
              </p14:cNvPr>
              <p14:cNvContentPartPr/>
              <p14:nvPr/>
            </p14:nvContentPartPr>
            <p14:xfrm>
              <a:off x="3491345" y="1379393"/>
              <a:ext cx="12988" cy="12988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0FB3577-FFBB-6C0B-F799-549AB69D7E2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18445" y="1204555"/>
                <a:ext cx="4545800" cy="361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18E4432-4B7D-3C69-45F3-5CE34B28BA74}"/>
                  </a:ext>
                </a:extLst>
              </p14:cNvPr>
              <p14:cNvContentPartPr/>
              <p14:nvPr/>
            </p14:nvContentPartPr>
            <p14:xfrm>
              <a:off x="-2057400" y="3291320"/>
              <a:ext cx="12988" cy="1298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18E4432-4B7D-3C69-45F3-5CE34B28BA7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4330300" y="1018420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FEF8486-14BF-39CC-1AEE-B9F30718D611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FEF8486-14BF-39CC-1AEE-B9F30718D61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C04C59D-9DA1-A9BD-0754-FE7E05FEAA2A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C04C59D-9DA1-A9BD-0754-FE7E05FEAA2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33B61A0-7DA3-061B-E18F-EF3E7348C23B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33B61A0-7DA3-061B-E18F-EF3E7348C23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F38B980-A21C-520E-49D4-D18A833E9248}"/>
                  </a:ext>
                </a:extLst>
              </p14:cNvPr>
              <p14:cNvContentPartPr/>
              <p14:nvPr/>
            </p14:nvContentPartPr>
            <p14:xfrm>
              <a:off x="-2774372" y="4330411"/>
              <a:ext cx="12988" cy="1298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F38B980-A21C-520E-49D4-D18A833E924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5047272" y="2057511"/>
                <a:ext cx="4545800" cy="45458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57D6DEC-860A-89EA-A434-E7CA714FE6FF}"/>
              </a:ext>
            </a:extLst>
          </p:cNvPr>
          <p:cNvSpPr txBox="1"/>
          <p:nvPr/>
        </p:nvSpPr>
        <p:spPr>
          <a:xfrm>
            <a:off x="372359" y="2380268"/>
            <a:ext cx="7547857" cy="39754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400">
                <a:solidFill>
                  <a:srgbClr val="34495E"/>
                </a:solidFill>
              </a:defRPr>
            </a:pPr>
            <a:r>
              <a:rPr lang="en-US" sz="2800" b="1" u="sng"/>
              <a:t>SST</a:t>
            </a:r>
            <a:endParaRPr lang="en-US" sz="2800" b="1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b="1">
                <a:ea typeface="Calibri"/>
                <a:cs typeface="Calibri"/>
              </a:rPr>
              <a:t>200k human-labeled phrases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b="1">
                <a:ea typeface="Calibri"/>
                <a:cs typeface="Calibri"/>
              </a:rPr>
              <a:t>Syntactic parse trees</a:t>
            </a:r>
            <a:endParaRPr lang="en-US" b="1" dirty="0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b="1">
                <a:ea typeface="Calibri"/>
                <a:cs typeface="Calibri"/>
              </a:rPr>
              <a:t>Ground truth labels</a:t>
            </a:r>
            <a:endParaRPr lang="en-US" b="1" dirty="0">
              <a:ea typeface="Calibri"/>
              <a:cs typeface="Calibri"/>
            </a:endParaRPr>
          </a:p>
          <a:p>
            <a:pPr>
              <a:spcBef>
                <a:spcPts val="1000"/>
              </a:spcBef>
              <a:defRPr sz="2400">
                <a:solidFill>
                  <a:srgbClr val="34495E"/>
                </a:solidFill>
              </a:defRPr>
            </a:pPr>
            <a:r>
              <a:rPr lang="en-US" sz="2800" b="1" u="sng">
                <a:ea typeface="Calibri"/>
                <a:cs typeface="Calibri"/>
              </a:rPr>
              <a:t>EEG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b="1">
                <a:ea typeface="Calibri"/>
                <a:cs typeface="Calibri"/>
              </a:rPr>
              <a:t>128-channel EEG recording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b="1">
                <a:ea typeface="Calibri"/>
                <a:cs typeface="Calibri"/>
              </a:rPr>
              <a:t>12 Subjects recorded while reading SST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D22158-9990-0DE8-E376-6426F52DA7B2}"/>
              </a:ext>
            </a:extLst>
          </p:cNvPr>
          <p:cNvSpPr txBox="1"/>
          <p:nvPr/>
        </p:nvSpPr>
        <p:spPr>
          <a:xfrm>
            <a:off x="3273458" y="947393"/>
            <a:ext cx="3461994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rPr lang="en-US">
                <a:ea typeface="Calibri"/>
                <a:cs typeface="Calibri"/>
              </a:rPr>
              <a:t>INPUTS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645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6BE2D-1DCF-562E-DE8C-6BF6B6540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340ED5-5810-A865-5CA8-814B1F5159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81"/>
          <a:stretch>
            <a:fillRect/>
          </a:stretch>
        </p:blipFill>
        <p:spPr>
          <a:xfrm>
            <a:off x="0" y="-2660"/>
            <a:ext cx="9144000" cy="25740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1E6A0F3-C274-338B-4DD9-B206BA8DF4B5}"/>
                  </a:ext>
                </a:extLst>
              </p14:cNvPr>
              <p14:cNvContentPartPr/>
              <p14:nvPr/>
            </p14:nvContentPartPr>
            <p14:xfrm>
              <a:off x="2747125" y="573851"/>
              <a:ext cx="786060" cy="172428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1E6A0F3-C274-338B-4DD9-B206BA8DF4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9137" y="555890"/>
                <a:ext cx="821676" cy="20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2B11BB-F02A-1EDF-C5DD-9FF8599B3C12}"/>
                  </a:ext>
                </a:extLst>
              </p14:cNvPr>
              <p14:cNvContentPartPr/>
              <p14:nvPr/>
            </p14:nvContentPartPr>
            <p14:xfrm>
              <a:off x="3545519" y="568725"/>
              <a:ext cx="13871" cy="13871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2B11BB-F02A-1EDF-C5DD-9FF8599B3C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969" y="-124825"/>
                <a:ext cx="1387100" cy="13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D2EE49-8433-11B9-AB9F-7193818AAA8F}"/>
                  </a:ext>
                </a:extLst>
              </p14:cNvPr>
              <p14:cNvContentPartPr/>
              <p14:nvPr/>
            </p14:nvContentPartPr>
            <p14:xfrm>
              <a:off x="2514286" y="301915"/>
              <a:ext cx="3183423" cy="378291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D2EE49-8433-11B9-AB9F-7193818AAA8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96288" y="283935"/>
                <a:ext cx="3219058" cy="41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867CCA2-4B47-483B-CDA7-084AA2B3CCE1}"/>
                  </a:ext>
                </a:extLst>
              </p14:cNvPr>
              <p14:cNvContentPartPr/>
              <p14:nvPr/>
            </p14:nvContentPartPr>
            <p14:xfrm>
              <a:off x="3523326" y="1123579"/>
              <a:ext cx="1108594" cy="211347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867CCA2-4B47-483B-CDA7-084AA2B3CCE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5329" y="1105607"/>
                <a:ext cx="1144227" cy="246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A78566-ED7A-87F9-BE1A-9C0FC515A108}"/>
                  </a:ext>
                </a:extLst>
              </p14:cNvPr>
              <p14:cNvContentPartPr/>
              <p14:nvPr/>
            </p14:nvContentPartPr>
            <p14:xfrm>
              <a:off x="2402798" y="1133873"/>
              <a:ext cx="3036609" cy="6449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A78566-ED7A-87F9-BE1A-9C0FC515A10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84800" y="1115888"/>
                <a:ext cx="3072245" cy="680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5345B2F-E18A-10B5-B08E-B20C5D1A87BE}"/>
                  </a:ext>
                </a:extLst>
              </p14:cNvPr>
              <p14:cNvContentPartPr/>
              <p14:nvPr/>
            </p14:nvContentPartPr>
            <p14:xfrm>
              <a:off x="2668405" y="767829"/>
              <a:ext cx="1930714" cy="466721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5345B2F-E18A-10B5-B08E-B20C5D1A87B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05416" y="704856"/>
                <a:ext cx="2056333" cy="59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67B891B-4B64-6651-1327-3509B430D414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202" cy="200434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67B891B-4B64-6651-1327-3509B430D41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768" y="74819"/>
                <a:ext cx="232751" cy="325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818C95B-43B6-B0DD-4B78-C9E0715EC9D4}"/>
                  </a:ext>
                </a:extLst>
              </p14:cNvPr>
              <p14:cNvContentPartPr/>
              <p14:nvPr/>
            </p14:nvContentPartPr>
            <p14:xfrm>
              <a:off x="1051714" y="137679"/>
              <a:ext cx="63475" cy="119596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818C95B-43B6-B0DD-4B78-C9E0715EC9D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9309" y="74828"/>
                <a:ext cx="187929" cy="244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B166306-626E-C4DF-D823-55E352A983C1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864" cy="158992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B166306-626E-C4DF-D823-55E352A983C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801" y="74730"/>
                <a:ext cx="233346" cy="2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660DD9A-C40A-59D1-C6AC-F545BD150970}"/>
                  </a:ext>
                </a:extLst>
              </p14:cNvPr>
              <p14:cNvContentPartPr/>
              <p14:nvPr/>
            </p14:nvContentPartPr>
            <p14:xfrm>
              <a:off x="1039448" y="137679"/>
              <a:ext cx="73495" cy="165738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660DD9A-C40A-59D1-C6AC-F545BD15097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7013" y="74763"/>
                <a:ext cx="198008" cy="29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C0CAE73-7941-5752-FCE4-6EC7CD2F3ACC}"/>
                  </a:ext>
                </a:extLst>
              </p14:cNvPr>
              <p14:cNvContentPartPr/>
              <p14:nvPr/>
            </p14:nvContentPartPr>
            <p14:xfrm>
              <a:off x="888422" y="137679"/>
              <a:ext cx="216468" cy="406113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C0CAE73-7941-5752-FCE4-6EC7CD2F3AC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495" y="74730"/>
                <a:ext cx="341962" cy="531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226A70A-A9A7-C5A0-E174-136289789056}"/>
                  </a:ext>
                </a:extLst>
              </p14:cNvPr>
              <p14:cNvContentPartPr/>
              <p14:nvPr/>
            </p14:nvContentPartPr>
            <p14:xfrm>
              <a:off x="1002722" y="83218"/>
              <a:ext cx="239921" cy="28190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226A70A-A9A7-C5A0-E174-13628978905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9774" y="20292"/>
                <a:ext cx="365457" cy="407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A7EF247-FE22-4D39-DDD5-F0494831EE78}"/>
                  </a:ext>
                </a:extLst>
              </p14:cNvPr>
              <p14:cNvContentPartPr/>
              <p14:nvPr/>
            </p14:nvContentPartPr>
            <p14:xfrm>
              <a:off x="1002722" y="148070"/>
              <a:ext cx="134777" cy="190206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A7EF247-FE22-4D39-DDD5-F0494831EE7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9826" y="85147"/>
                <a:ext cx="260209" cy="31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4A29E56-EFA0-3874-AEC4-7373728120A7}"/>
                  </a:ext>
                </a:extLst>
              </p14:cNvPr>
              <p14:cNvContentPartPr/>
              <p14:nvPr/>
            </p14:nvContentPartPr>
            <p14:xfrm>
              <a:off x="898813" y="95405"/>
              <a:ext cx="407770" cy="427586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4A29E56-EFA0-3874-AEC4-7373728120A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886" y="32419"/>
                <a:ext cx="533265" cy="553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A865865-7864-A071-EDAD-349158D26B0E}"/>
                  </a:ext>
                </a:extLst>
              </p14:cNvPr>
              <p14:cNvContentPartPr/>
              <p14:nvPr/>
            </p14:nvContentPartPr>
            <p14:xfrm>
              <a:off x="1002722" y="189634"/>
              <a:ext cx="127914" cy="110254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A865865-7864-A071-EDAD-349158D26B0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9843" y="126786"/>
                <a:ext cx="253313" cy="23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11FCE48-ED36-022F-0369-292CFF9583A7}"/>
                  </a:ext>
                </a:extLst>
              </p14:cNvPr>
              <p14:cNvContentPartPr/>
              <p14:nvPr/>
            </p14:nvContentPartPr>
            <p14:xfrm>
              <a:off x="1137804" y="108265"/>
              <a:ext cx="24676" cy="75986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11FCE48-ED36-022F-0369-292CFF9583A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5220" y="45541"/>
                <a:ext cx="149486" cy="201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C53FE5F-0BC8-3447-3CE7-EADB81BB347E}"/>
                  </a:ext>
                </a:extLst>
              </p14:cNvPr>
              <p14:cNvContentPartPr/>
              <p14:nvPr/>
            </p14:nvContentPartPr>
            <p14:xfrm>
              <a:off x="898813" y="162025"/>
              <a:ext cx="1438492" cy="1129198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C53FE5F-0BC8-3447-3CE7-EADB81BB347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5832" y="99052"/>
                <a:ext cx="1564095" cy="125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6054147-C7AE-D0E2-AFBF-985CC9D0F7F5}"/>
                  </a:ext>
                </a:extLst>
              </p14:cNvPr>
              <p14:cNvContentPartPr/>
              <p14:nvPr/>
            </p14:nvContentPartPr>
            <p14:xfrm>
              <a:off x="1002722" y="251979"/>
              <a:ext cx="122574" cy="88629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6054147-C7AE-D0E2-AFBF-985CC9D0F7F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9817" y="189185"/>
                <a:ext cx="248024" cy="21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B4A71A0-E1A8-D65B-E955-6959D65AF0BC}"/>
                  </a:ext>
                </a:extLst>
              </p14:cNvPr>
              <p14:cNvContentPartPr/>
              <p14:nvPr/>
            </p14:nvContentPartPr>
            <p14:xfrm>
              <a:off x="898813" y="283151"/>
              <a:ext cx="207618" cy="172279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B4A71A0-E1A8-D65B-E955-6959D65AF0B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5953" y="220341"/>
                <a:ext cx="332979" cy="29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2D962BF-A699-A9D5-F1C9-59F646CCB182}"/>
                  </a:ext>
                </a:extLst>
              </p14:cNvPr>
              <p14:cNvContentPartPr/>
              <p14:nvPr/>
            </p14:nvContentPartPr>
            <p14:xfrm>
              <a:off x="898813" y="190798"/>
              <a:ext cx="289052" cy="305389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2D962BF-A699-A9D5-F1C9-59F646CCB18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5897" y="127850"/>
                <a:ext cx="414524" cy="430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FB256E5-0414-5296-36BE-8ADEAED17AEB}"/>
                  </a:ext>
                </a:extLst>
              </p14:cNvPr>
              <p14:cNvContentPartPr/>
              <p14:nvPr/>
            </p14:nvContentPartPr>
            <p14:xfrm>
              <a:off x="982141" y="345497"/>
              <a:ext cx="14366" cy="30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FB256E5-0414-5296-36BE-8ADEAED17AE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0823" y="283156"/>
                <a:ext cx="136652" cy="15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4D88EB6-7305-F614-B103-D28C885A9C4B}"/>
                  </a:ext>
                </a:extLst>
              </p14:cNvPr>
              <p14:cNvContentPartPr/>
              <p14:nvPr/>
            </p14:nvContentPartPr>
            <p14:xfrm>
              <a:off x="898812" y="345498"/>
              <a:ext cx="93851" cy="74226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4D88EB6-7305-F614-B103-D28C885A9C4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6125" y="282747"/>
                <a:ext cx="218866" cy="1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4CC39B0-CDDD-A2FD-7BA5-3DC3C7792C68}"/>
                  </a:ext>
                </a:extLst>
              </p14:cNvPr>
              <p14:cNvContentPartPr/>
              <p14:nvPr/>
            </p14:nvContentPartPr>
            <p14:xfrm>
              <a:off x="898812" y="345497"/>
              <a:ext cx="37833" cy="32695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4CC39B0-CDDD-A2FD-7BA5-3DC3C7792C6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6352" y="283305"/>
                <a:ext cx="162396" cy="156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3610647-ECD9-BFD6-B160-16DF6A3383A5}"/>
                  </a:ext>
                </a:extLst>
              </p14:cNvPr>
              <p14:cNvContentPartPr/>
              <p14:nvPr/>
            </p14:nvContentPartPr>
            <p14:xfrm>
              <a:off x="898813" y="345497"/>
              <a:ext cx="63518" cy="44194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3610647-ECD9-BFD6-B160-16DF6A3383A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6013" y="283126"/>
                <a:ext cx="188760" cy="1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B166CEA-CD74-0A91-42A5-4EFC4BC94582}"/>
                  </a:ext>
                </a:extLst>
              </p14:cNvPr>
              <p14:cNvContentPartPr/>
              <p14:nvPr/>
            </p14:nvContentPartPr>
            <p14:xfrm>
              <a:off x="898812" y="345497"/>
              <a:ext cx="62665" cy="71097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B166CEA-CD74-0A91-42A5-4EFC4BC9458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147" y="282975"/>
                <a:ext cx="187637" cy="19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505C33C-5D7A-80A0-E902-87C7844E4B45}"/>
                  </a:ext>
                </a:extLst>
              </p14:cNvPr>
              <p14:cNvContentPartPr/>
              <p14:nvPr/>
            </p14:nvContentPartPr>
            <p14:xfrm>
              <a:off x="899065" y="76798"/>
              <a:ext cx="4342250" cy="1780618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505C33C-5D7A-80A0-E902-87C7844E4B4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6066" y="13809"/>
                <a:ext cx="4467888" cy="190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EBC314F-3B1A-9BCB-C8B9-8DF70132F363}"/>
                  </a:ext>
                </a:extLst>
              </p14:cNvPr>
              <p14:cNvContentPartPr/>
              <p14:nvPr/>
            </p14:nvContentPartPr>
            <p14:xfrm>
              <a:off x="898812" y="511752"/>
              <a:ext cx="21157" cy="12988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EBC314F-3B1A-9BCB-C8B9-8DF70132F36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7104" y="440724"/>
                <a:ext cx="144220" cy="15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E7E10D7-1094-58B7-CEF6-42DE418F2A00}"/>
                  </a:ext>
                </a:extLst>
              </p14:cNvPr>
              <p14:cNvContentPartPr/>
              <p14:nvPr/>
            </p14:nvContentPartPr>
            <p14:xfrm>
              <a:off x="860284" y="522143"/>
              <a:ext cx="15372" cy="12988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E7E10D7-1094-58B7-CEF6-42DE418F2A0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24" y="448824"/>
                <a:ext cx="140135" cy="1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06445C5-DED3-0EBE-8104-3CD42B643057}"/>
                  </a:ext>
                </a:extLst>
              </p14:cNvPr>
              <p14:cNvContentPartPr/>
              <p14:nvPr/>
            </p14:nvContentPartPr>
            <p14:xfrm>
              <a:off x="794903" y="553316"/>
              <a:ext cx="67823" cy="26176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06445C5-DED3-0EBE-8104-3CD42B64305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434" y="491413"/>
                <a:ext cx="192403" cy="14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AF138FC-81F9-240F-AE60-F427EC9D2799}"/>
                  </a:ext>
                </a:extLst>
              </p14:cNvPr>
              <p14:cNvContentPartPr/>
              <p14:nvPr/>
            </p14:nvContentPartPr>
            <p14:xfrm>
              <a:off x="794902" y="605270"/>
              <a:ext cx="25671" cy="12988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AF138FC-81F9-240F-AE60-F427EC9D279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3362" y="398643"/>
                <a:ext cx="148399" cy="425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77DDA1E-A05A-73C7-E635-0FFF2300CA88}"/>
                  </a:ext>
                </a:extLst>
              </p14:cNvPr>
              <p14:cNvContentPartPr/>
              <p14:nvPr/>
            </p14:nvContentPartPr>
            <p14:xfrm>
              <a:off x="794904" y="605270"/>
              <a:ext cx="43898" cy="14782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77DDA1E-A05A-73C7-E635-0FFF2300CA8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2447" y="543678"/>
                <a:ext cx="168454" cy="137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A061C93-DBCB-90D4-F0DD-A79CA6476F77}"/>
                  </a:ext>
                </a:extLst>
              </p14:cNvPr>
              <p14:cNvContentPartPr/>
              <p14:nvPr/>
            </p14:nvContentPartPr>
            <p14:xfrm>
              <a:off x="794904" y="651824"/>
              <a:ext cx="185892" cy="12988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A061C93-DBCB-90D4-F0DD-A79CA6476F7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2103" y="588688"/>
                <a:ext cx="311136" cy="13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153B401-60F7-94BA-CA17-1DF04DE623E8}"/>
                  </a:ext>
                </a:extLst>
              </p14:cNvPr>
              <p14:cNvContentPartPr/>
              <p14:nvPr/>
            </p14:nvContentPartPr>
            <p14:xfrm>
              <a:off x="867641" y="189634"/>
              <a:ext cx="681172" cy="1260848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153B401-60F7-94BA-CA17-1DF04DE623E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4669" y="126646"/>
                <a:ext cx="806755" cy="1386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B76A959-77AC-1DD0-B507-582600C29A86}"/>
                  </a:ext>
                </a:extLst>
              </p14:cNvPr>
              <p14:cNvContentPartPr/>
              <p14:nvPr/>
            </p14:nvContentPartPr>
            <p14:xfrm>
              <a:off x="867640" y="657225"/>
              <a:ext cx="195735" cy="78772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B76A959-77AC-1DD0-B507-582600C29A8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4674" y="594565"/>
                <a:ext cx="321308" cy="20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72CCE6D-EE7E-14B8-F6B5-35E77F9003C9}"/>
                  </a:ext>
                </a:extLst>
              </p14:cNvPr>
              <p14:cNvContentPartPr/>
              <p14:nvPr/>
            </p14:nvContentPartPr>
            <p14:xfrm>
              <a:off x="2036537" y="744942"/>
              <a:ext cx="248760" cy="73902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72CCE6D-EE7E-14B8-F6B5-35E77F9003C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73628" y="682161"/>
                <a:ext cx="374218" cy="19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177F84E-81DE-EBA0-18BE-16159FF80F1A}"/>
                  </a:ext>
                </a:extLst>
              </p14:cNvPr>
              <p14:cNvContentPartPr/>
              <p14:nvPr/>
            </p14:nvContentPartPr>
            <p14:xfrm>
              <a:off x="1998499" y="505355"/>
              <a:ext cx="260281" cy="312928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177F84E-81DE-EBA0-18BE-16159FF80F1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5586" y="442410"/>
                <a:ext cx="385748" cy="438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5FF42D4-F76D-BCCC-B91E-00CB707FB6AC}"/>
                  </a:ext>
                </a:extLst>
              </p14:cNvPr>
              <p14:cNvContentPartPr/>
              <p14:nvPr/>
            </p14:nvContentPartPr>
            <p14:xfrm>
              <a:off x="2069657" y="423429"/>
              <a:ext cx="493925" cy="301861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5FF42D4-F76D-BCCC-B91E-00CB707FB6A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06702" y="360466"/>
                <a:ext cx="619475" cy="4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7C163D-84EF-9A52-532B-8D35F1A96107}"/>
                  </a:ext>
                </a:extLst>
              </p14:cNvPr>
              <p14:cNvContentPartPr/>
              <p14:nvPr/>
            </p14:nvContentPartPr>
            <p14:xfrm>
              <a:off x="3480955" y="1369002"/>
              <a:ext cx="12988" cy="12988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7C163D-84EF-9A52-532B-8D35F1A9610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91547" y="-903898"/>
                <a:ext cx="390722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FCACD3B-4C6D-E0AF-1011-437DF0412BC3}"/>
                  </a:ext>
                </a:extLst>
              </p14:cNvPr>
              <p14:cNvContentPartPr/>
              <p14:nvPr/>
            </p14:nvContentPartPr>
            <p14:xfrm>
              <a:off x="3491345" y="1379393"/>
              <a:ext cx="12988" cy="12988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FCACD3B-4C6D-E0AF-1011-437DF0412BC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18445" y="1204555"/>
                <a:ext cx="4545800" cy="361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5C915FB-3A2A-79AF-F497-7FE9F324A7FD}"/>
                  </a:ext>
                </a:extLst>
              </p14:cNvPr>
              <p14:cNvContentPartPr/>
              <p14:nvPr/>
            </p14:nvContentPartPr>
            <p14:xfrm>
              <a:off x="-2057400" y="3291320"/>
              <a:ext cx="12988" cy="1298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5C915FB-3A2A-79AF-F497-7FE9F324A7F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4330300" y="1018420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856D517-E1A7-CAE4-476B-B26156355EA5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856D517-E1A7-CAE4-476B-B26156355EA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E60DFF5-8F91-2F7C-B485-E21B475725C9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E60DFF5-8F91-2F7C-B485-E21B475725C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A63E79F-D017-13FC-45E2-CC013F824D18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A63E79F-D017-13FC-45E2-CC013F824D1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E8CD573-FABA-322E-A45E-C381DEEBF283}"/>
                  </a:ext>
                </a:extLst>
              </p14:cNvPr>
              <p14:cNvContentPartPr/>
              <p14:nvPr/>
            </p14:nvContentPartPr>
            <p14:xfrm>
              <a:off x="-2774372" y="4330411"/>
              <a:ext cx="12988" cy="1298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E8CD573-FABA-322E-A45E-C381DEEBF28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5047272" y="2057511"/>
                <a:ext cx="4545800" cy="45458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023DD60-8CD8-BC1D-F3C2-0F0D03C322B5}"/>
              </a:ext>
            </a:extLst>
          </p:cNvPr>
          <p:cNvSpPr txBox="1"/>
          <p:nvPr/>
        </p:nvSpPr>
        <p:spPr>
          <a:xfrm>
            <a:off x="219173" y="2250649"/>
            <a:ext cx="8154185" cy="44730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2400">
                <a:solidFill>
                  <a:srgbClr val="34495E"/>
                </a:solidFill>
              </a:defRPr>
            </a:pPr>
            <a:r>
              <a:rPr lang="en-US" sz="2800" b="1" u="sng" dirty="0" err="1">
                <a:ea typeface="Calibri"/>
                <a:cs typeface="Calibri"/>
              </a:rPr>
              <a:t>Preproces</a:t>
            </a:r>
            <a:r>
              <a:rPr lang="en-US" sz="2800" b="1" u="sng" dirty="0">
                <a:ea typeface="Calibri"/>
                <a:cs typeface="Calibri"/>
              </a:rPr>
              <a:t>sing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b="1" dirty="0">
                <a:ea typeface="Calibri"/>
                <a:cs typeface="Calibri"/>
              </a:rPr>
              <a:t>Cleaning &amp; </a:t>
            </a:r>
            <a:r>
              <a:rPr lang="en-US" b="1">
                <a:ea typeface="Calibri"/>
                <a:cs typeface="Calibri"/>
              </a:rPr>
              <a:t>Tokenization</a:t>
            </a:r>
            <a:endParaRPr lang="en-US" b="1" dirty="0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b="1">
                <a:ea typeface="Calibri"/>
                <a:cs typeface="Calibri"/>
              </a:rPr>
              <a:t>Stop Word Removal</a:t>
            </a:r>
            <a:endParaRPr lang="en-US" b="1" dirty="0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b="1">
                <a:ea typeface="Calibri"/>
                <a:cs typeface="Calibri"/>
              </a:rPr>
              <a:t>Lemmatization</a:t>
            </a:r>
            <a:endParaRPr lang="en-US" b="1" dirty="0">
              <a:ea typeface="Calibri"/>
              <a:cs typeface="Calibri"/>
            </a:endParaRPr>
          </a:p>
          <a:p>
            <a:pPr>
              <a:spcBef>
                <a:spcPts val="1000"/>
              </a:spcBef>
              <a:defRPr sz="2400">
                <a:solidFill>
                  <a:srgbClr val="34495E"/>
                </a:solidFill>
              </a:defRPr>
            </a:pPr>
            <a:r>
              <a:rPr lang="en-US" sz="2800" b="1" u="sng" dirty="0" err="1">
                <a:ea typeface="Calibri"/>
                <a:cs typeface="Calibri"/>
              </a:rPr>
              <a:t>DistilBERT</a:t>
            </a:r>
            <a:endParaRPr lang="en-US" sz="2800" b="1" u="sng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b="1">
                <a:ea typeface="Calibri"/>
                <a:cs typeface="Calibri"/>
              </a:rPr>
              <a:t>Transformer Encoder</a:t>
            </a:r>
            <a:endParaRPr lang="en-US" b="1" dirty="0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b="1">
                <a:ea typeface="Calibri"/>
                <a:cs typeface="Calibri"/>
              </a:rPr>
              <a:t>Knowledge Distillation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b="1">
                <a:ea typeface="Calibri"/>
                <a:cs typeface="Calibri"/>
              </a:rPr>
              <a:t>Sentence Embedding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B5263-3C2E-8CAC-A520-7176FC9ACAE4}"/>
              </a:ext>
            </a:extLst>
          </p:cNvPr>
          <p:cNvSpPr txBox="1"/>
          <p:nvPr/>
        </p:nvSpPr>
        <p:spPr>
          <a:xfrm>
            <a:off x="2743200" y="970960"/>
            <a:ext cx="34619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NLP Engine</a:t>
            </a:r>
          </a:p>
        </p:txBody>
      </p:sp>
    </p:spTree>
    <p:extLst>
      <p:ext uri="{BB962C8B-B14F-4D97-AF65-F5344CB8AC3E}">
        <p14:creationId xmlns:p14="http://schemas.microsoft.com/office/powerpoint/2010/main" val="184468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B5DE6A-F8A4-3B7A-26E4-054D838F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4763B8-3192-4935-47C2-7B4DB3047B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81"/>
          <a:stretch>
            <a:fillRect/>
          </a:stretch>
        </p:blipFill>
        <p:spPr>
          <a:xfrm>
            <a:off x="0" y="-2660"/>
            <a:ext cx="9144000" cy="25740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DAB8FF-C374-9BAD-3E78-E9BBED951D6C}"/>
                  </a:ext>
                </a:extLst>
              </p14:cNvPr>
              <p14:cNvContentPartPr/>
              <p14:nvPr/>
            </p14:nvContentPartPr>
            <p14:xfrm>
              <a:off x="2747125" y="573851"/>
              <a:ext cx="786060" cy="172428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DAB8FF-C374-9BAD-3E78-E9BBED951D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9137" y="555890"/>
                <a:ext cx="821676" cy="20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FD33FF-9B99-6F75-EC3F-D5D908AD548E}"/>
                  </a:ext>
                </a:extLst>
              </p14:cNvPr>
              <p14:cNvContentPartPr/>
              <p14:nvPr/>
            </p14:nvContentPartPr>
            <p14:xfrm>
              <a:off x="3545519" y="568725"/>
              <a:ext cx="13871" cy="13871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FD33FF-9B99-6F75-EC3F-D5D908AD54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969" y="-124825"/>
                <a:ext cx="1387100" cy="13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D68C03-62E3-728B-A404-0CBB7A86666E}"/>
                  </a:ext>
                </a:extLst>
              </p14:cNvPr>
              <p14:cNvContentPartPr/>
              <p14:nvPr/>
            </p14:nvContentPartPr>
            <p14:xfrm>
              <a:off x="2514286" y="301915"/>
              <a:ext cx="3183423" cy="378291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D68C03-62E3-728B-A404-0CBB7A8666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96288" y="283935"/>
                <a:ext cx="3219058" cy="41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A13B0C-EAD5-E6CD-0D05-9E766EF7530A}"/>
                  </a:ext>
                </a:extLst>
              </p14:cNvPr>
              <p14:cNvContentPartPr/>
              <p14:nvPr/>
            </p14:nvContentPartPr>
            <p14:xfrm>
              <a:off x="3523326" y="1123579"/>
              <a:ext cx="1108594" cy="211347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A13B0C-EAD5-E6CD-0D05-9E766EF753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5329" y="1105607"/>
                <a:ext cx="1144227" cy="246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3F38B55-861A-4726-09D3-EDDD00B53009}"/>
                  </a:ext>
                </a:extLst>
              </p14:cNvPr>
              <p14:cNvContentPartPr/>
              <p14:nvPr/>
            </p14:nvContentPartPr>
            <p14:xfrm>
              <a:off x="2402798" y="1133873"/>
              <a:ext cx="3036609" cy="6449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3F38B55-861A-4726-09D3-EDDD00B5300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84800" y="1115888"/>
                <a:ext cx="3072245" cy="680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38DAEB4-FFEF-33C7-8FCA-5ECDCC8A697F}"/>
                  </a:ext>
                </a:extLst>
              </p14:cNvPr>
              <p14:cNvContentPartPr/>
              <p14:nvPr/>
            </p14:nvContentPartPr>
            <p14:xfrm>
              <a:off x="2668405" y="767829"/>
              <a:ext cx="1930714" cy="466721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38DAEB4-FFEF-33C7-8FCA-5ECDCC8A697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05416" y="704856"/>
                <a:ext cx="2056333" cy="59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92002B4-02D1-F26D-DF83-F7AF5ABA6482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202" cy="200434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92002B4-02D1-F26D-DF83-F7AF5ABA648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768" y="74819"/>
                <a:ext cx="232751" cy="325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4FDAFB2-627F-8E81-5757-70C52FCB6D67}"/>
                  </a:ext>
                </a:extLst>
              </p14:cNvPr>
              <p14:cNvContentPartPr/>
              <p14:nvPr/>
            </p14:nvContentPartPr>
            <p14:xfrm>
              <a:off x="1051714" y="137679"/>
              <a:ext cx="63475" cy="119596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4FDAFB2-627F-8E81-5757-70C52FCB6D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9309" y="74828"/>
                <a:ext cx="187929" cy="244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846FF58-7F21-29B3-0FA9-BA479CA1FE4C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864" cy="158992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846FF58-7F21-29B3-0FA9-BA479CA1FE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801" y="74730"/>
                <a:ext cx="233346" cy="2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E83CE11-A68A-7712-36A2-4E5F22C6030A}"/>
                  </a:ext>
                </a:extLst>
              </p14:cNvPr>
              <p14:cNvContentPartPr/>
              <p14:nvPr/>
            </p14:nvContentPartPr>
            <p14:xfrm>
              <a:off x="1039448" y="137679"/>
              <a:ext cx="73495" cy="165738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E83CE11-A68A-7712-36A2-4E5F22C6030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7013" y="74763"/>
                <a:ext cx="198008" cy="29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83D1E34-4E97-3334-57BF-892A0EE61E48}"/>
                  </a:ext>
                </a:extLst>
              </p14:cNvPr>
              <p14:cNvContentPartPr/>
              <p14:nvPr/>
            </p14:nvContentPartPr>
            <p14:xfrm>
              <a:off x="888422" y="137679"/>
              <a:ext cx="216468" cy="406113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83D1E34-4E97-3334-57BF-892A0EE61E4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495" y="74730"/>
                <a:ext cx="341962" cy="531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37D7401-7138-3786-D15E-B3B920417EB7}"/>
                  </a:ext>
                </a:extLst>
              </p14:cNvPr>
              <p14:cNvContentPartPr/>
              <p14:nvPr/>
            </p14:nvContentPartPr>
            <p14:xfrm>
              <a:off x="1002722" y="83218"/>
              <a:ext cx="239921" cy="28190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37D7401-7138-3786-D15E-B3B920417EB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9774" y="20292"/>
                <a:ext cx="365457" cy="407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984752F-5276-B26C-93A8-9EC8184A9545}"/>
                  </a:ext>
                </a:extLst>
              </p14:cNvPr>
              <p14:cNvContentPartPr/>
              <p14:nvPr/>
            </p14:nvContentPartPr>
            <p14:xfrm>
              <a:off x="1002722" y="148070"/>
              <a:ext cx="134777" cy="190206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984752F-5276-B26C-93A8-9EC8184A954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9826" y="85147"/>
                <a:ext cx="260209" cy="31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EF04A94-22CB-DE55-A0B3-57BB4BA20D65}"/>
                  </a:ext>
                </a:extLst>
              </p14:cNvPr>
              <p14:cNvContentPartPr/>
              <p14:nvPr/>
            </p14:nvContentPartPr>
            <p14:xfrm>
              <a:off x="898813" y="95405"/>
              <a:ext cx="407770" cy="427586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EF04A94-22CB-DE55-A0B3-57BB4BA20D6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886" y="32419"/>
                <a:ext cx="533265" cy="553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5080C0F-7A0E-DE66-9AC9-8E392EE35F19}"/>
                  </a:ext>
                </a:extLst>
              </p14:cNvPr>
              <p14:cNvContentPartPr/>
              <p14:nvPr/>
            </p14:nvContentPartPr>
            <p14:xfrm>
              <a:off x="1002722" y="189634"/>
              <a:ext cx="127914" cy="110254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5080C0F-7A0E-DE66-9AC9-8E392EE35F1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9843" y="126786"/>
                <a:ext cx="253313" cy="23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BB24C20-2F12-2247-1D47-8CB94FC4CE5C}"/>
                  </a:ext>
                </a:extLst>
              </p14:cNvPr>
              <p14:cNvContentPartPr/>
              <p14:nvPr/>
            </p14:nvContentPartPr>
            <p14:xfrm>
              <a:off x="1137804" y="108265"/>
              <a:ext cx="24676" cy="75986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BB24C20-2F12-2247-1D47-8CB94FC4CE5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5220" y="45541"/>
                <a:ext cx="149486" cy="201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DEAD555-9111-2ABA-65B2-376F8A764659}"/>
                  </a:ext>
                </a:extLst>
              </p14:cNvPr>
              <p14:cNvContentPartPr/>
              <p14:nvPr/>
            </p14:nvContentPartPr>
            <p14:xfrm>
              <a:off x="898813" y="162025"/>
              <a:ext cx="1438492" cy="1129198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DEAD555-9111-2ABA-65B2-376F8A76465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5832" y="99052"/>
                <a:ext cx="1564095" cy="125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E1E0B2A-64E2-55AA-1F23-2DF6DCBDA1EF}"/>
                  </a:ext>
                </a:extLst>
              </p14:cNvPr>
              <p14:cNvContentPartPr/>
              <p14:nvPr/>
            </p14:nvContentPartPr>
            <p14:xfrm>
              <a:off x="1002722" y="251979"/>
              <a:ext cx="122574" cy="88629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E1E0B2A-64E2-55AA-1F23-2DF6DCBDA1E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9817" y="189185"/>
                <a:ext cx="248024" cy="21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B14ECB6-1E15-45A6-B710-7149547B0EAF}"/>
                  </a:ext>
                </a:extLst>
              </p14:cNvPr>
              <p14:cNvContentPartPr/>
              <p14:nvPr/>
            </p14:nvContentPartPr>
            <p14:xfrm>
              <a:off x="898813" y="283151"/>
              <a:ext cx="207618" cy="172279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B14ECB6-1E15-45A6-B710-7149547B0EA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5953" y="220341"/>
                <a:ext cx="332979" cy="29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88E5D4F-2802-7F27-3283-821878E0BACE}"/>
                  </a:ext>
                </a:extLst>
              </p14:cNvPr>
              <p14:cNvContentPartPr/>
              <p14:nvPr/>
            </p14:nvContentPartPr>
            <p14:xfrm>
              <a:off x="898813" y="190798"/>
              <a:ext cx="289052" cy="305389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88E5D4F-2802-7F27-3283-821878E0BAC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5897" y="127850"/>
                <a:ext cx="414524" cy="430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D68B28C-6E11-688D-6BFD-A05D412D9DD6}"/>
                  </a:ext>
                </a:extLst>
              </p14:cNvPr>
              <p14:cNvContentPartPr/>
              <p14:nvPr/>
            </p14:nvContentPartPr>
            <p14:xfrm>
              <a:off x="982141" y="345497"/>
              <a:ext cx="14366" cy="30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D68B28C-6E11-688D-6BFD-A05D412D9DD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0823" y="283156"/>
                <a:ext cx="136652" cy="15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4546ECF-4312-7E7A-5DAF-FFE3E6D033D7}"/>
                  </a:ext>
                </a:extLst>
              </p14:cNvPr>
              <p14:cNvContentPartPr/>
              <p14:nvPr/>
            </p14:nvContentPartPr>
            <p14:xfrm>
              <a:off x="898812" y="345498"/>
              <a:ext cx="93851" cy="74226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4546ECF-4312-7E7A-5DAF-FFE3E6D033D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6125" y="282747"/>
                <a:ext cx="218866" cy="1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9C3DA08-20CA-591E-CEAC-3067743507F9}"/>
                  </a:ext>
                </a:extLst>
              </p14:cNvPr>
              <p14:cNvContentPartPr/>
              <p14:nvPr/>
            </p14:nvContentPartPr>
            <p14:xfrm>
              <a:off x="898812" y="345497"/>
              <a:ext cx="37833" cy="32695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9C3DA08-20CA-591E-CEAC-3067743507F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6352" y="283305"/>
                <a:ext cx="162396" cy="156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0CEA922-A901-0E33-E51E-44B0761CDBDF}"/>
                  </a:ext>
                </a:extLst>
              </p14:cNvPr>
              <p14:cNvContentPartPr/>
              <p14:nvPr/>
            </p14:nvContentPartPr>
            <p14:xfrm>
              <a:off x="898813" y="345497"/>
              <a:ext cx="63518" cy="44194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0CEA922-A901-0E33-E51E-44B0761CDBD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6013" y="283126"/>
                <a:ext cx="188760" cy="1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458A117-6557-770E-153D-99CA27437474}"/>
                  </a:ext>
                </a:extLst>
              </p14:cNvPr>
              <p14:cNvContentPartPr/>
              <p14:nvPr/>
            </p14:nvContentPartPr>
            <p14:xfrm>
              <a:off x="898812" y="345497"/>
              <a:ext cx="62665" cy="71097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458A117-6557-770E-153D-99CA2743747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147" y="282975"/>
                <a:ext cx="187637" cy="19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83F4D11-60D6-4658-585E-AF37F55023C1}"/>
                  </a:ext>
                </a:extLst>
              </p14:cNvPr>
              <p14:cNvContentPartPr/>
              <p14:nvPr/>
            </p14:nvContentPartPr>
            <p14:xfrm>
              <a:off x="899065" y="76798"/>
              <a:ext cx="4342250" cy="1780618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83F4D11-60D6-4658-585E-AF37F55023C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6066" y="13809"/>
                <a:ext cx="4467888" cy="190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3266C61-4F17-D82A-AA86-BDD8D2C27A10}"/>
                  </a:ext>
                </a:extLst>
              </p14:cNvPr>
              <p14:cNvContentPartPr/>
              <p14:nvPr/>
            </p14:nvContentPartPr>
            <p14:xfrm>
              <a:off x="898812" y="511752"/>
              <a:ext cx="21157" cy="12988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3266C61-4F17-D82A-AA86-BDD8D2C27A1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7104" y="440724"/>
                <a:ext cx="144220" cy="15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38217BA-B2E3-A5EF-EAEE-43EC51CF58F9}"/>
                  </a:ext>
                </a:extLst>
              </p14:cNvPr>
              <p14:cNvContentPartPr/>
              <p14:nvPr/>
            </p14:nvContentPartPr>
            <p14:xfrm>
              <a:off x="860284" y="522143"/>
              <a:ext cx="15372" cy="12988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38217BA-B2E3-A5EF-EAEE-43EC51CF58F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24" y="448824"/>
                <a:ext cx="140135" cy="1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0E7EF95-3606-52ED-8C81-E4A9F0D1A426}"/>
                  </a:ext>
                </a:extLst>
              </p14:cNvPr>
              <p14:cNvContentPartPr/>
              <p14:nvPr/>
            </p14:nvContentPartPr>
            <p14:xfrm>
              <a:off x="794903" y="553316"/>
              <a:ext cx="67823" cy="26176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0E7EF95-3606-52ED-8C81-E4A9F0D1A42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434" y="491413"/>
                <a:ext cx="192403" cy="14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B1EB12D-C653-6798-F3F3-540DD6462945}"/>
                  </a:ext>
                </a:extLst>
              </p14:cNvPr>
              <p14:cNvContentPartPr/>
              <p14:nvPr/>
            </p14:nvContentPartPr>
            <p14:xfrm>
              <a:off x="794902" y="605270"/>
              <a:ext cx="25671" cy="12988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B1EB12D-C653-6798-F3F3-540DD646294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3362" y="398643"/>
                <a:ext cx="148399" cy="425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E74D371-425D-4473-4E58-D1B76A2A4671}"/>
                  </a:ext>
                </a:extLst>
              </p14:cNvPr>
              <p14:cNvContentPartPr/>
              <p14:nvPr/>
            </p14:nvContentPartPr>
            <p14:xfrm>
              <a:off x="794904" y="605270"/>
              <a:ext cx="43898" cy="14782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E74D371-425D-4473-4E58-D1B76A2A467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2447" y="543678"/>
                <a:ext cx="168454" cy="137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D9F6681-654B-9ABE-64A6-B8C2FBFBB4C8}"/>
                  </a:ext>
                </a:extLst>
              </p14:cNvPr>
              <p14:cNvContentPartPr/>
              <p14:nvPr/>
            </p14:nvContentPartPr>
            <p14:xfrm>
              <a:off x="794904" y="651824"/>
              <a:ext cx="185892" cy="12988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D9F6681-654B-9ABE-64A6-B8C2FBFBB4C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2103" y="588688"/>
                <a:ext cx="311136" cy="13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761D8DC-CFFE-D6B5-941E-F5D93AB7F793}"/>
                  </a:ext>
                </a:extLst>
              </p14:cNvPr>
              <p14:cNvContentPartPr/>
              <p14:nvPr/>
            </p14:nvContentPartPr>
            <p14:xfrm>
              <a:off x="867641" y="189634"/>
              <a:ext cx="681172" cy="1260848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761D8DC-CFFE-D6B5-941E-F5D93AB7F79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4669" y="126646"/>
                <a:ext cx="806755" cy="1386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D4C8438-712D-8154-A3FA-0615367F00FC}"/>
                  </a:ext>
                </a:extLst>
              </p14:cNvPr>
              <p14:cNvContentPartPr/>
              <p14:nvPr/>
            </p14:nvContentPartPr>
            <p14:xfrm>
              <a:off x="867640" y="657225"/>
              <a:ext cx="195735" cy="78772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D4C8438-712D-8154-A3FA-0615367F00F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4674" y="594565"/>
                <a:ext cx="321308" cy="20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C8541C7-D2E9-E662-0E7F-10BDBD3901F4}"/>
                  </a:ext>
                </a:extLst>
              </p14:cNvPr>
              <p14:cNvContentPartPr/>
              <p14:nvPr/>
            </p14:nvContentPartPr>
            <p14:xfrm>
              <a:off x="2036537" y="744942"/>
              <a:ext cx="248760" cy="73902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C8541C7-D2E9-E662-0E7F-10BDBD3901F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73628" y="682161"/>
                <a:ext cx="374218" cy="19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395CEA8-DA96-4FCC-85F5-7415AA4F07D3}"/>
                  </a:ext>
                </a:extLst>
              </p14:cNvPr>
              <p14:cNvContentPartPr/>
              <p14:nvPr/>
            </p14:nvContentPartPr>
            <p14:xfrm>
              <a:off x="1998499" y="505355"/>
              <a:ext cx="260281" cy="312928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395CEA8-DA96-4FCC-85F5-7415AA4F07D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5586" y="442410"/>
                <a:ext cx="385748" cy="438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191C0F4-B844-CB10-9CFA-C6E90DF57D9B}"/>
                  </a:ext>
                </a:extLst>
              </p14:cNvPr>
              <p14:cNvContentPartPr/>
              <p14:nvPr/>
            </p14:nvContentPartPr>
            <p14:xfrm>
              <a:off x="2069657" y="423429"/>
              <a:ext cx="493925" cy="301861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191C0F4-B844-CB10-9CFA-C6E90DF57D9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06702" y="360466"/>
                <a:ext cx="619475" cy="4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C48F10B-7442-E96E-D153-93A2315E4FD6}"/>
                  </a:ext>
                </a:extLst>
              </p14:cNvPr>
              <p14:cNvContentPartPr/>
              <p14:nvPr/>
            </p14:nvContentPartPr>
            <p14:xfrm>
              <a:off x="3480955" y="1369002"/>
              <a:ext cx="12988" cy="12988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C48F10B-7442-E96E-D153-93A2315E4FD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91547" y="-903898"/>
                <a:ext cx="390722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1EA3B17-8B77-6506-1031-E3CC690CB9D6}"/>
                  </a:ext>
                </a:extLst>
              </p14:cNvPr>
              <p14:cNvContentPartPr/>
              <p14:nvPr/>
            </p14:nvContentPartPr>
            <p14:xfrm>
              <a:off x="3491345" y="1379393"/>
              <a:ext cx="12988" cy="12988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1EA3B17-8B77-6506-1031-E3CC690CB9D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18445" y="1204555"/>
                <a:ext cx="4545800" cy="361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32762A1-22A6-6D3B-09CD-F8EC6FF5D9C7}"/>
                  </a:ext>
                </a:extLst>
              </p14:cNvPr>
              <p14:cNvContentPartPr/>
              <p14:nvPr/>
            </p14:nvContentPartPr>
            <p14:xfrm>
              <a:off x="-2057400" y="3291320"/>
              <a:ext cx="12988" cy="1298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32762A1-22A6-6D3B-09CD-F8EC6FF5D9C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4330300" y="1018420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ADDFAC4-F493-10ED-7101-61E6D6555E03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ADDFAC4-F493-10ED-7101-61E6D6555E0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AA9AD2E-B4F5-5BFE-2588-F240357381B2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AA9AD2E-B4F5-5BFE-2588-F240357381B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9845A55-DDC5-CC91-86CF-EFA7CCB3BC4A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9845A55-DDC5-CC91-86CF-EFA7CCB3BC4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F7AA38D-C590-7852-9046-C2E8F09C9531}"/>
                  </a:ext>
                </a:extLst>
              </p14:cNvPr>
              <p14:cNvContentPartPr/>
              <p14:nvPr/>
            </p14:nvContentPartPr>
            <p14:xfrm>
              <a:off x="-2774372" y="4330411"/>
              <a:ext cx="12988" cy="1298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F7AA38D-C590-7852-9046-C2E8F09C953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5047272" y="2057511"/>
                <a:ext cx="4545800" cy="45458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2A5DAB8-50A7-D35E-8587-0F0B217E62A1}"/>
              </a:ext>
            </a:extLst>
          </p:cNvPr>
          <p:cNvSpPr txBox="1"/>
          <p:nvPr/>
        </p:nvSpPr>
        <p:spPr>
          <a:xfrm>
            <a:off x="2743200" y="605741"/>
            <a:ext cx="3461994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rPr lang="en-US"/>
              <a:t>Machine Sentiment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4741BC-86B3-5423-F83E-65546BC6EC5F}"/>
              </a:ext>
            </a:extLst>
          </p:cNvPr>
          <p:cNvSpPr txBox="1"/>
          <p:nvPr/>
        </p:nvSpPr>
        <p:spPr>
          <a:xfrm>
            <a:off x="914400" y="2286000"/>
            <a:ext cx="68580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400">
                <a:solidFill>
                  <a:srgbClr val="34495E"/>
                </a:solidFill>
              </a:defRPr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4DFE0C-46F0-57B1-7F47-8857F0F375B7}"/>
              </a:ext>
            </a:extLst>
          </p:cNvPr>
          <p:cNvSpPr txBox="1"/>
          <p:nvPr/>
        </p:nvSpPr>
        <p:spPr>
          <a:xfrm>
            <a:off x="116328" y="3286970"/>
            <a:ext cx="8981679" cy="28058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sz="2400" b="1" dirty="0"/>
              <a:t>Binary valence score predicted</a:t>
            </a:r>
            <a:r>
              <a:rPr sz="2400" b="1" dirty="0"/>
              <a:t> via </a:t>
            </a:r>
            <a:r>
              <a:rPr sz="2400" b="1" dirty="0" err="1"/>
              <a:t>DistilBERT</a:t>
            </a:r>
            <a:r>
              <a:rPr sz="2400" b="1" dirty="0"/>
              <a:t> </a:t>
            </a:r>
            <a:r>
              <a:rPr lang="en-US" sz="2400" b="1" dirty="0" err="1"/>
              <a:t>softmax</a:t>
            </a:r>
            <a:r>
              <a:rPr sz="2400" b="1" dirty="0"/>
              <a:t> head.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sz="2400" b="1">
                <a:ea typeface="Calibri"/>
                <a:cs typeface="Calibri"/>
              </a:rPr>
              <a:t>91% F1 Score on the SST validation set.</a:t>
            </a:r>
            <a:endParaRPr lang="en-US" sz="2400" b="1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endParaRPr lang="en-US" sz="2400" b="1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endParaRPr lang="en-US" sz="2400" b="1" dirty="0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endParaRPr lang="en-US" sz="24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13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C1DED-6BBF-4EFD-9BFE-448690730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4130FE-635F-7014-A2CF-B049B23A5E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81"/>
          <a:stretch>
            <a:fillRect/>
          </a:stretch>
        </p:blipFill>
        <p:spPr>
          <a:xfrm>
            <a:off x="0" y="-2660"/>
            <a:ext cx="9144000" cy="25740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FBC919-DB34-1DF9-01A1-4FC1913F2E70}"/>
                  </a:ext>
                </a:extLst>
              </p14:cNvPr>
              <p14:cNvContentPartPr/>
              <p14:nvPr/>
            </p14:nvContentPartPr>
            <p14:xfrm>
              <a:off x="2747125" y="573851"/>
              <a:ext cx="786060" cy="172428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FBC919-DB34-1DF9-01A1-4FC1913F2E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9137" y="555890"/>
                <a:ext cx="821676" cy="20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2D6FA8-633A-33CA-D2A6-4317C9E627D7}"/>
                  </a:ext>
                </a:extLst>
              </p14:cNvPr>
              <p14:cNvContentPartPr/>
              <p14:nvPr/>
            </p14:nvContentPartPr>
            <p14:xfrm>
              <a:off x="3545519" y="568725"/>
              <a:ext cx="13871" cy="13871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2D6FA8-633A-33CA-D2A6-4317C9E627D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969" y="-124825"/>
                <a:ext cx="1387100" cy="13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8E797C-ADC5-87D2-33DB-595D94512C64}"/>
                  </a:ext>
                </a:extLst>
              </p14:cNvPr>
              <p14:cNvContentPartPr/>
              <p14:nvPr/>
            </p14:nvContentPartPr>
            <p14:xfrm>
              <a:off x="2514286" y="301915"/>
              <a:ext cx="3183423" cy="378291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8E797C-ADC5-87D2-33DB-595D94512C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96288" y="283935"/>
                <a:ext cx="3219058" cy="41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EF6073-CF1A-640C-6473-5D6F7C6ADBCF}"/>
                  </a:ext>
                </a:extLst>
              </p14:cNvPr>
              <p14:cNvContentPartPr/>
              <p14:nvPr/>
            </p14:nvContentPartPr>
            <p14:xfrm>
              <a:off x="3523326" y="1123579"/>
              <a:ext cx="1108594" cy="211347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EF6073-CF1A-640C-6473-5D6F7C6ADB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5329" y="1105607"/>
                <a:ext cx="1144227" cy="246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3B8425-59AD-E134-E6D8-3F213679E423}"/>
                  </a:ext>
                </a:extLst>
              </p14:cNvPr>
              <p14:cNvContentPartPr/>
              <p14:nvPr/>
            </p14:nvContentPartPr>
            <p14:xfrm>
              <a:off x="2402798" y="1133873"/>
              <a:ext cx="3036609" cy="6449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3B8425-59AD-E134-E6D8-3F213679E42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84800" y="1115888"/>
                <a:ext cx="3072245" cy="680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65802D3-E4E7-6CB8-E6BD-1E3E7D106C5A}"/>
                  </a:ext>
                </a:extLst>
              </p14:cNvPr>
              <p14:cNvContentPartPr/>
              <p14:nvPr/>
            </p14:nvContentPartPr>
            <p14:xfrm>
              <a:off x="2668405" y="767829"/>
              <a:ext cx="1930714" cy="466721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65802D3-E4E7-6CB8-E6BD-1E3E7D106C5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05416" y="704856"/>
                <a:ext cx="2056333" cy="59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92C7BA2-5A45-978F-0AEF-76557A57EC84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202" cy="200434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92C7BA2-5A45-978F-0AEF-76557A57EC8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768" y="74819"/>
                <a:ext cx="232751" cy="325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26164BA-4409-0BCC-DCC2-D7E923D56B53}"/>
                  </a:ext>
                </a:extLst>
              </p14:cNvPr>
              <p14:cNvContentPartPr/>
              <p14:nvPr/>
            </p14:nvContentPartPr>
            <p14:xfrm>
              <a:off x="1051714" y="137679"/>
              <a:ext cx="63475" cy="119596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26164BA-4409-0BCC-DCC2-D7E923D56B5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9309" y="74828"/>
                <a:ext cx="187929" cy="244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8030A06-D7A2-05BE-1A53-8D232D76D2F7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864" cy="158992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8030A06-D7A2-05BE-1A53-8D232D76D2F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801" y="74730"/>
                <a:ext cx="233346" cy="2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A559F0E-3B7B-2C82-A8B5-C04AE2A4E101}"/>
                  </a:ext>
                </a:extLst>
              </p14:cNvPr>
              <p14:cNvContentPartPr/>
              <p14:nvPr/>
            </p14:nvContentPartPr>
            <p14:xfrm>
              <a:off x="1039448" y="137679"/>
              <a:ext cx="73495" cy="165738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A559F0E-3B7B-2C82-A8B5-C04AE2A4E10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7013" y="74763"/>
                <a:ext cx="198008" cy="29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4D83A44-C700-C3FE-F21B-ACAC99498AC5}"/>
                  </a:ext>
                </a:extLst>
              </p14:cNvPr>
              <p14:cNvContentPartPr/>
              <p14:nvPr/>
            </p14:nvContentPartPr>
            <p14:xfrm>
              <a:off x="888422" y="137679"/>
              <a:ext cx="216468" cy="406113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4D83A44-C700-C3FE-F21B-ACAC99498AC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495" y="74730"/>
                <a:ext cx="341962" cy="531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19D0468-0204-56C4-53A2-91AE57597550}"/>
                  </a:ext>
                </a:extLst>
              </p14:cNvPr>
              <p14:cNvContentPartPr/>
              <p14:nvPr/>
            </p14:nvContentPartPr>
            <p14:xfrm>
              <a:off x="1002722" y="83218"/>
              <a:ext cx="239921" cy="28190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19D0468-0204-56C4-53A2-91AE5759755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9774" y="20292"/>
                <a:ext cx="365457" cy="407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26756BE-0934-60B2-3FE0-9A53BF8AD45F}"/>
                  </a:ext>
                </a:extLst>
              </p14:cNvPr>
              <p14:cNvContentPartPr/>
              <p14:nvPr/>
            </p14:nvContentPartPr>
            <p14:xfrm>
              <a:off x="1002722" y="148070"/>
              <a:ext cx="134777" cy="190206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26756BE-0934-60B2-3FE0-9A53BF8AD45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9826" y="85147"/>
                <a:ext cx="260209" cy="31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877EC2D-A2F8-DB57-C4F8-12573197C2CB}"/>
                  </a:ext>
                </a:extLst>
              </p14:cNvPr>
              <p14:cNvContentPartPr/>
              <p14:nvPr/>
            </p14:nvContentPartPr>
            <p14:xfrm>
              <a:off x="898813" y="95405"/>
              <a:ext cx="407770" cy="427586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877EC2D-A2F8-DB57-C4F8-12573197C2C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886" y="32419"/>
                <a:ext cx="533265" cy="553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3912D49-274A-2BAB-D39F-3B5380EADFF1}"/>
                  </a:ext>
                </a:extLst>
              </p14:cNvPr>
              <p14:cNvContentPartPr/>
              <p14:nvPr/>
            </p14:nvContentPartPr>
            <p14:xfrm>
              <a:off x="1002722" y="189634"/>
              <a:ext cx="127914" cy="110254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3912D49-274A-2BAB-D39F-3B5380EADFF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9843" y="126786"/>
                <a:ext cx="253313" cy="23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84C4EAC-9246-F444-5042-52905FF5ED41}"/>
                  </a:ext>
                </a:extLst>
              </p14:cNvPr>
              <p14:cNvContentPartPr/>
              <p14:nvPr/>
            </p14:nvContentPartPr>
            <p14:xfrm>
              <a:off x="1137804" y="108265"/>
              <a:ext cx="24676" cy="75986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84C4EAC-9246-F444-5042-52905FF5ED4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5220" y="45541"/>
                <a:ext cx="149486" cy="201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2F7A2BC-CFF9-8DA6-310E-BB6CC36FA687}"/>
                  </a:ext>
                </a:extLst>
              </p14:cNvPr>
              <p14:cNvContentPartPr/>
              <p14:nvPr/>
            </p14:nvContentPartPr>
            <p14:xfrm>
              <a:off x="898813" y="162025"/>
              <a:ext cx="1438492" cy="1129198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2F7A2BC-CFF9-8DA6-310E-BB6CC36FA68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5832" y="99052"/>
                <a:ext cx="1564095" cy="125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2E8B778-8F32-CC9B-45A9-18CB61126176}"/>
                  </a:ext>
                </a:extLst>
              </p14:cNvPr>
              <p14:cNvContentPartPr/>
              <p14:nvPr/>
            </p14:nvContentPartPr>
            <p14:xfrm>
              <a:off x="1002722" y="251979"/>
              <a:ext cx="122574" cy="88629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2E8B778-8F32-CC9B-45A9-18CB6112617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9817" y="189185"/>
                <a:ext cx="248024" cy="21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2FA476D-07AF-D502-ED97-BCD7D4995D0C}"/>
                  </a:ext>
                </a:extLst>
              </p14:cNvPr>
              <p14:cNvContentPartPr/>
              <p14:nvPr/>
            </p14:nvContentPartPr>
            <p14:xfrm>
              <a:off x="898813" y="283151"/>
              <a:ext cx="207618" cy="172279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2FA476D-07AF-D502-ED97-BCD7D4995D0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5953" y="220341"/>
                <a:ext cx="332979" cy="29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EE7855F-B727-05C1-8D49-9D502A0887C7}"/>
                  </a:ext>
                </a:extLst>
              </p14:cNvPr>
              <p14:cNvContentPartPr/>
              <p14:nvPr/>
            </p14:nvContentPartPr>
            <p14:xfrm>
              <a:off x="898813" y="190798"/>
              <a:ext cx="289052" cy="305389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EE7855F-B727-05C1-8D49-9D502A0887C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5897" y="127850"/>
                <a:ext cx="414524" cy="430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EB61466-B1C5-7F8E-DAF3-D4CEC1A7E44C}"/>
                  </a:ext>
                </a:extLst>
              </p14:cNvPr>
              <p14:cNvContentPartPr/>
              <p14:nvPr/>
            </p14:nvContentPartPr>
            <p14:xfrm>
              <a:off x="982141" y="345497"/>
              <a:ext cx="14366" cy="30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EB61466-B1C5-7F8E-DAF3-D4CEC1A7E44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0823" y="283156"/>
                <a:ext cx="136652" cy="15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AEFD470-CC22-71E3-F8B7-9BB5285C43C3}"/>
                  </a:ext>
                </a:extLst>
              </p14:cNvPr>
              <p14:cNvContentPartPr/>
              <p14:nvPr/>
            </p14:nvContentPartPr>
            <p14:xfrm>
              <a:off x="898812" y="345498"/>
              <a:ext cx="93851" cy="74226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AEFD470-CC22-71E3-F8B7-9BB5285C43C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6125" y="282747"/>
                <a:ext cx="218866" cy="1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0310CF9-6816-A7F6-3E85-5F31FC42FABA}"/>
                  </a:ext>
                </a:extLst>
              </p14:cNvPr>
              <p14:cNvContentPartPr/>
              <p14:nvPr/>
            </p14:nvContentPartPr>
            <p14:xfrm>
              <a:off x="898812" y="345497"/>
              <a:ext cx="37833" cy="32695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0310CF9-6816-A7F6-3E85-5F31FC42FAB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6352" y="283305"/>
                <a:ext cx="162396" cy="156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85097BA-745F-96A6-8BC0-27E30058B494}"/>
                  </a:ext>
                </a:extLst>
              </p14:cNvPr>
              <p14:cNvContentPartPr/>
              <p14:nvPr/>
            </p14:nvContentPartPr>
            <p14:xfrm>
              <a:off x="898813" y="345497"/>
              <a:ext cx="63518" cy="44194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85097BA-745F-96A6-8BC0-27E30058B49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6013" y="283126"/>
                <a:ext cx="188760" cy="1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F4EB771-EA97-BC9C-96F1-0D9800B2703E}"/>
                  </a:ext>
                </a:extLst>
              </p14:cNvPr>
              <p14:cNvContentPartPr/>
              <p14:nvPr/>
            </p14:nvContentPartPr>
            <p14:xfrm>
              <a:off x="898812" y="345497"/>
              <a:ext cx="62665" cy="71097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F4EB771-EA97-BC9C-96F1-0D9800B2703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147" y="282975"/>
                <a:ext cx="187637" cy="19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BB204F5-3A0B-53D0-6A30-546C71D7FB62}"/>
                  </a:ext>
                </a:extLst>
              </p14:cNvPr>
              <p14:cNvContentPartPr/>
              <p14:nvPr/>
            </p14:nvContentPartPr>
            <p14:xfrm>
              <a:off x="899065" y="76798"/>
              <a:ext cx="4342250" cy="1780618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BB204F5-3A0B-53D0-6A30-546C71D7FB6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6066" y="13809"/>
                <a:ext cx="4467888" cy="190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6E810DD-9B19-8871-35FC-47BAF5DA178F}"/>
                  </a:ext>
                </a:extLst>
              </p14:cNvPr>
              <p14:cNvContentPartPr/>
              <p14:nvPr/>
            </p14:nvContentPartPr>
            <p14:xfrm>
              <a:off x="898812" y="511752"/>
              <a:ext cx="21157" cy="12988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6E810DD-9B19-8871-35FC-47BAF5DA178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7104" y="440724"/>
                <a:ext cx="144220" cy="15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3375256-9FF9-0C36-90FF-D06BF20497E4}"/>
                  </a:ext>
                </a:extLst>
              </p14:cNvPr>
              <p14:cNvContentPartPr/>
              <p14:nvPr/>
            </p14:nvContentPartPr>
            <p14:xfrm>
              <a:off x="860284" y="522143"/>
              <a:ext cx="15372" cy="12988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3375256-9FF9-0C36-90FF-D06BF20497E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24" y="448824"/>
                <a:ext cx="140135" cy="1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09F0DD9-0529-2356-759C-EAE84FE8F8FF}"/>
                  </a:ext>
                </a:extLst>
              </p14:cNvPr>
              <p14:cNvContentPartPr/>
              <p14:nvPr/>
            </p14:nvContentPartPr>
            <p14:xfrm>
              <a:off x="794903" y="553316"/>
              <a:ext cx="67823" cy="26176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09F0DD9-0529-2356-759C-EAE84FE8F8F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434" y="491413"/>
                <a:ext cx="192403" cy="14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F11B1C3-D939-FE83-C261-949FFDDCBBAC}"/>
                  </a:ext>
                </a:extLst>
              </p14:cNvPr>
              <p14:cNvContentPartPr/>
              <p14:nvPr/>
            </p14:nvContentPartPr>
            <p14:xfrm>
              <a:off x="794902" y="605270"/>
              <a:ext cx="25671" cy="12988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F11B1C3-D939-FE83-C261-949FFDDCBBA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3362" y="398643"/>
                <a:ext cx="148399" cy="425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C77C2B0-61F9-C00A-3273-788DA2829783}"/>
                  </a:ext>
                </a:extLst>
              </p14:cNvPr>
              <p14:cNvContentPartPr/>
              <p14:nvPr/>
            </p14:nvContentPartPr>
            <p14:xfrm>
              <a:off x="794904" y="605270"/>
              <a:ext cx="43898" cy="14782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C77C2B0-61F9-C00A-3273-788DA282978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2447" y="543678"/>
                <a:ext cx="168454" cy="137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D172FED-85EC-9DB6-C8AA-6A054C68CDC0}"/>
                  </a:ext>
                </a:extLst>
              </p14:cNvPr>
              <p14:cNvContentPartPr/>
              <p14:nvPr/>
            </p14:nvContentPartPr>
            <p14:xfrm>
              <a:off x="794904" y="651824"/>
              <a:ext cx="185892" cy="12988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D172FED-85EC-9DB6-C8AA-6A054C68CDC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2103" y="588688"/>
                <a:ext cx="311136" cy="13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A76B219-82C0-2E51-792F-4E3FDA4F0A38}"/>
                  </a:ext>
                </a:extLst>
              </p14:cNvPr>
              <p14:cNvContentPartPr/>
              <p14:nvPr/>
            </p14:nvContentPartPr>
            <p14:xfrm>
              <a:off x="867641" y="189634"/>
              <a:ext cx="681172" cy="1260848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A76B219-82C0-2E51-792F-4E3FDA4F0A3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4669" y="126646"/>
                <a:ext cx="806755" cy="1386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F098CB9-999D-AA7A-F5F7-9A82E1B85BCA}"/>
                  </a:ext>
                </a:extLst>
              </p14:cNvPr>
              <p14:cNvContentPartPr/>
              <p14:nvPr/>
            </p14:nvContentPartPr>
            <p14:xfrm>
              <a:off x="867640" y="657225"/>
              <a:ext cx="195735" cy="78772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F098CB9-999D-AA7A-F5F7-9A82E1B85BC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4674" y="594565"/>
                <a:ext cx="321308" cy="20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4332B90-C74A-DE8F-7EEF-5AEFC201D555}"/>
                  </a:ext>
                </a:extLst>
              </p14:cNvPr>
              <p14:cNvContentPartPr/>
              <p14:nvPr/>
            </p14:nvContentPartPr>
            <p14:xfrm>
              <a:off x="2036537" y="744942"/>
              <a:ext cx="248760" cy="73902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4332B90-C74A-DE8F-7EEF-5AEFC201D55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73628" y="682161"/>
                <a:ext cx="374218" cy="19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0DC6D91-8FA0-982D-B3DF-A09A084999CA}"/>
                  </a:ext>
                </a:extLst>
              </p14:cNvPr>
              <p14:cNvContentPartPr/>
              <p14:nvPr/>
            </p14:nvContentPartPr>
            <p14:xfrm>
              <a:off x="1998499" y="505355"/>
              <a:ext cx="260281" cy="312928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0DC6D91-8FA0-982D-B3DF-A09A084999C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5586" y="442410"/>
                <a:ext cx="385748" cy="438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9B5EC9F2-B9B3-B857-C4B7-9676AFA609AB}"/>
                  </a:ext>
                </a:extLst>
              </p14:cNvPr>
              <p14:cNvContentPartPr/>
              <p14:nvPr/>
            </p14:nvContentPartPr>
            <p14:xfrm>
              <a:off x="2069657" y="423429"/>
              <a:ext cx="493925" cy="301861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9B5EC9F2-B9B3-B857-C4B7-9676AFA609A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06702" y="360466"/>
                <a:ext cx="619475" cy="4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C605D3-42D1-93B7-E491-4B4B0FDD3AF4}"/>
                  </a:ext>
                </a:extLst>
              </p14:cNvPr>
              <p14:cNvContentPartPr/>
              <p14:nvPr/>
            </p14:nvContentPartPr>
            <p14:xfrm>
              <a:off x="3480955" y="1369002"/>
              <a:ext cx="12988" cy="12988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C605D3-42D1-93B7-E491-4B4B0FDD3AF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91547" y="-903898"/>
                <a:ext cx="390722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C87FE6F-B5B2-CC9A-1574-083A6D440E5F}"/>
                  </a:ext>
                </a:extLst>
              </p14:cNvPr>
              <p14:cNvContentPartPr/>
              <p14:nvPr/>
            </p14:nvContentPartPr>
            <p14:xfrm>
              <a:off x="3491345" y="1379393"/>
              <a:ext cx="12988" cy="12988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C87FE6F-B5B2-CC9A-1574-083A6D440E5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18445" y="1204555"/>
                <a:ext cx="4545800" cy="361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90F3C1-6A19-5438-723C-CCFF569403EF}"/>
                  </a:ext>
                </a:extLst>
              </p14:cNvPr>
              <p14:cNvContentPartPr/>
              <p14:nvPr/>
            </p14:nvContentPartPr>
            <p14:xfrm>
              <a:off x="-2057400" y="3291320"/>
              <a:ext cx="12988" cy="1298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90F3C1-6A19-5438-723C-CCFF569403E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4330300" y="1018420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E4D2E27-8BA7-27CE-A654-447DA0B50D7B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E4D2E27-8BA7-27CE-A654-447DA0B50D7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EBFC88C-2143-FBA6-8D40-F7DFAD689DA4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EBFC88C-2143-FBA6-8D40-F7DFAD689DA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FB8C2A2-B525-96BC-8AD9-854C37C6EE7D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FB8C2A2-B525-96BC-8AD9-854C37C6EE7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A11C008-E0D9-CEF5-925B-E2FBFE623331}"/>
                  </a:ext>
                </a:extLst>
              </p14:cNvPr>
              <p14:cNvContentPartPr/>
              <p14:nvPr/>
            </p14:nvContentPartPr>
            <p14:xfrm>
              <a:off x="-2774372" y="4330411"/>
              <a:ext cx="12988" cy="1298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A11C008-E0D9-CEF5-925B-E2FBFE62333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5047272" y="2057511"/>
                <a:ext cx="4545800" cy="45458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AB214B6-C55B-8605-64B1-E0DE723DDB91}"/>
              </a:ext>
            </a:extLst>
          </p:cNvPr>
          <p:cNvSpPr txBox="1"/>
          <p:nvPr/>
        </p:nvSpPr>
        <p:spPr>
          <a:xfrm>
            <a:off x="219173" y="2250649"/>
            <a:ext cx="8154185" cy="34676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/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sz="2400" b="1">
                <a:ea typeface="Calibri"/>
                <a:cs typeface="Calibri"/>
              </a:rPr>
              <a:t>4-40Hz Bandpass Filter + 50 Hz Notch Filter</a:t>
            </a:r>
            <a:br>
              <a:rPr lang="en-US" sz="2400" b="1" dirty="0">
                <a:ea typeface="Calibri"/>
                <a:cs typeface="Calibri"/>
              </a:rPr>
            </a:br>
            <a:endParaRPr lang="en-US" sz="2400" b="1" dirty="0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sz="2400" b="1">
                <a:ea typeface="Calibri"/>
                <a:cs typeface="Calibri"/>
              </a:rPr>
              <a:t>ICA-Based Artifact Rejection</a:t>
            </a:r>
            <a:br>
              <a:rPr lang="en-US" sz="2400" b="1" dirty="0">
                <a:ea typeface="Calibri"/>
                <a:cs typeface="Calibri"/>
              </a:rPr>
            </a:br>
            <a:endParaRPr lang="en-US" sz="2400" b="1" dirty="0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sz="2400" b="1">
                <a:ea typeface="Calibri"/>
                <a:cs typeface="Calibri"/>
              </a:rPr>
              <a:t>Welch PSD Estimation</a:t>
            </a:r>
            <a:br>
              <a:rPr lang="en-US" sz="2400" b="1" dirty="0">
                <a:ea typeface="Calibri"/>
                <a:cs typeface="Calibri"/>
              </a:rPr>
            </a:br>
            <a:endParaRPr lang="en-US" sz="2400" b="1" dirty="0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sz="2400" b="1">
                <a:ea typeface="Calibri"/>
                <a:cs typeface="Calibri"/>
              </a:rPr>
              <a:t>Affective Analysis: FAA &amp; Global Alpha Suppression </a:t>
            </a:r>
            <a:endParaRPr lang="en-US" sz="2400" b="1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BB67C-842E-3A8C-5FF6-49303BC6CF8B}"/>
              </a:ext>
            </a:extLst>
          </p:cNvPr>
          <p:cNvSpPr txBox="1"/>
          <p:nvPr/>
        </p:nvSpPr>
        <p:spPr>
          <a:xfrm>
            <a:off x="2743200" y="970960"/>
            <a:ext cx="3461994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rPr lang="en-US"/>
              <a:t>DSP</a:t>
            </a:r>
            <a:r>
              <a:t> Engine</a:t>
            </a:r>
          </a:p>
        </p:txBody>
      </p:sp>
    </p:spTree>
    <p:extLst>
      <p:ext uri="{BB962C8B-B14F-4D97-AF65-F5344CB8AC3E}">
        <p14:creationId xmlns:p14="http://schemas.microsoft.com/office/powerpoint/2010/main" val="821725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C5E6B0-CD95-F96D-93EB-5C96C052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AE16B2-1708-67EF-6817-072396D07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81"/>
          <a:stretch>
            <a:fillRect/>
          </a:stretch>
        </p:blipFill>
        <p:spPr>
          <a:xfrm>
            <a:off x="0" y="-2660"/>
            <a:ext cx="9144000" cy="25740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05BF68-7CB6-909B-58FF-A4B1A1555E41}"/>
                  </a:ext>
                </a:extLst>
              </p14:cNvPr>
              <p14:cNvContentPartPr/>
              <p14:nvPr/>
            </p14:nvContentPartPr>
            <p14:xfrm>
              <a:off x="2747125" y="573851"/>
              <a:ext cx="786060" cy="172428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05BF68-7CB6-909B-58FF-A4B1A1555E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9137" y="555890"/>
                <a:ext cx="821676" cy="20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6B0154-3B6E-3192-7E21-BE7D117FCAD0}"/>
                  </a:ext>
                </a:extLst>
              </p14:cNvPr>
              <p14:cNvContentPartPr/>
              <p14:nvPr/>
            </p14:nvContentPartPr>
            <p14:xfrm>
              <a:off x="3545519" y="568725"/>
              <a:ext cx="13871" cy="13871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6B0154-3B6E-3192-7E21-BE7D117FCA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969" y="-124825"/>
                <a:ext cx="1387100" cy="13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DB049E-B81B-37ED-9E45-D1781DAF036D}"/>
                  </a:ext>
                </a:extLst>
              </p14:cNvPr>
              <p14:cNvContentPartPr/>
              <p14:nvPr/>
            </p14:nvContentPartPr>
            <p14:xfrm>
              <a:off x="2514286" y="301915"/>
              <a:ext cx="3183423" cy="378291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DB049E-B81B-37ED-9E45-D1781DAF03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96288" y="283935"/>
                <a:ext cx="3219058" cy="41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5D4278-E1DA-C2D7-C10C-71D6EDFD9FDE}"/>
                  </a:ext>
                </a:extLst>
              </p14:cNvPr>
              <p14:cNvContentPartPr/>
              <p14:nvPr/>
            </p14:nvContentPartPr>
            <p14:xfrm>
              <a:off x="3523326" y="1123579"/>
              <a:ext cx="1108594" cy="211347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5D4278-E1DA-C2D7-C10C-71D6EDFD9FD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5329" y="1105607"/>
                <a:ext cx="1144227" cy="246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7CB37BC-3BA0-4CCE-6CFA-BCC527F07DE6}"/>
                  </a:ext>
                </a:extLst>
              </p14:cNvPr>
              <p14:cNvContentPartPr/>
              <p14:nvPr/>
            </p14:nvContentPartPr>
            <p14:xfrm>
              <a:off x="2402798" y="1133873"/>
              <a:ext cx="3036609" cy="6449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7CB37BC-3BA0-4CCE-6CFA-BCC527F07DE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84800" y="1115888"/>
                <a:ext cx="3072245" cy="680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204FF29-C4BF-CD90-F109-3FBCD1C4778A}"/>
                  </a:ext>
                </a:extLst>
              </p14:cNvPr>
              <p14:cNvContentPartPr/>
              <p14:nvPr/>
            </p14:nvContentPartPr>
            <p14:xfrm>
              <a:off x="2668405" y="767829"/>
              <a:ext cx="1930714" cy="466721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204FF29-C4BF-CD90-F109-3FBCD1C4778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05416" y="704856"/>
                <a:ext cx="2056333" cy="59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5230381-2143-1179-E851-B4372F97F75C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202" cy="200434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5230381-2143-1179-E851-B4372F97F75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768" y="74819"/>
                <a:ext cx="232751" cy="325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CD781E3-CF7C-959A-9A92-DFE1983D9537}"/>
                  </a:ext>
                </a:extLst>
              </p14:cNvPr>
              <p14:cNvContentPartPr/>
              <p14:nvPr/>
            </p14:nvContentPartPr>
            <p14:xfrm>
              <a:off x="1051714" y="137679"/>
              <a:ext cx="63475" cy="119596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CD781E3-CF7C-959A-9A92-DFE1983D953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9309" y="74828"/>
                <a:ext cx="187929" cy="244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0D15E7F-EAAD-F4AA-32D4-6022369DCDA8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864" cy="158992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0D15E7F-EAAD-F4AA-32D4-6022369DCD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801" y="74730"/>
                <a:ext cx="233346" cy="2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CC0BAB5-67CF-ABCD-FE2C-8327A6995B9D}"/>
                  </a:ext>
                </a:extLst>
              </p14:cNvPr>
              <p14:cNvContentPartPr/>
              <p14:nvPr/>
            </p14:nvContentPartPr>
            <p14:xfrm>
              <a:off x="1039448" y="137679"/>
              <a:ext cx="73495" cy="165738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CC0BAB5-67CF-ABCD-FE2C-8327A6995B9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7013" y="74763"/>
                <a:ext cx="198008" cy="29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A5EE542-7EA9-69C6-2AD9-6875222096FF}"/>
                  </a:ext>
                </a:extLst>
              </p14:cNvPr>
              <p14:cNvContentPartPr/>
              <p14:nvPr/>
            </p14:nvContentPartPr>
            <p14:xfrm>
              <a:off x="888422" y="137679"/>
              <a:ext cx="216468" cy="406113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A5EE542-7EA9-69C6-2AD9-6875222096F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495" y="74730"/>
                <a:ext cx="341962" cy="531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DC58058-6A09-6A53-0312-9789FEF1CFE5}"/>
                  </a:ext>
                </a:extLst>
              </p14:cNvPr>
              <p14:cNvContentPartPr/>
              <p14:nvPr/>
            </p14:nvContentPartPr>
            <p14:xfrm>
              <a:off x="1002722" y="83218"/>
              <a:ext cx="239921" cy="28190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DC58058-6A09-6A53-0312-9789FEF1CFE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9774" y="20292"/>
                <a:ext cx="365457" cy="407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92EFE0B-E240-8BEF-D7AA-D6EF3C40260F}"/>
                  </a:ext>
                </a:extLst>
              </p14:cNvPr>
              <p14:cNvContentPartPr/>
              <p14:nvPr/>
            </p14:nvContentPartPr>
            <p14:xfrm>
              <a:off x="1002722" y="148070"/>
              <a:ext cx="134777" cy="190206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92EFE0B-E240-8BEF-D7AA-D6EF3C40260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9826" y="85147"/>
                <a:ext cx="260209" cy="31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E3E56CB-FE53-6588-D600-A06F5DC50631}"/>
                  </a:ext>
                </a:extLst>
              </p14:cNvPr>
              <p14:cNvContentPartPr/>
              <p14:nvPr/>
            </p14:nvContentPartPr>
            <p14:xfrm>
              <a:off x="898813" y="95405"/>
              <a:ext cx="407770" cy="427586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E3E56CB-FE53-6588-D600-A06F5DC5063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886" y="32419"/>
                <a:ext cx="533265" cy="553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FBE33F0-9BEB-EDA2-1755-0D7781EEC4E8}"/>
                  </a:ext>
                </a:extLst>
              </p14:cNvPr>
              <p14:cNvContentPartPr/>
              <p14:nvPr/>
            </p14:nvContentPartPr>
            <p14:xfrm>
              <a:off x="1002722" y="189634"/>
              <a:ext cx="127914" cy="110254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FBE33F0-9BEB-EDA2-1755-0D7781EEC4E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9843" y="126786"/>
                <a:ext cx="253313" cy="23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AAE1866-A517-6EED-521F-6F80B2587AE6}"/>
                  </a:ext>
                </a:extLst>
              </p14:cNvPr>
              <p14:cNvContentPartPr/>
              <p14:nvPr/>
            </p14:nvContentPartPr>
            <p14:xfrm>
              <a:off x="1137804" y="108265"/>
              <a:ext cx="24676" cy="75986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AAE1866-A517-6EED-521F-6F80B2587AE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5220" y="45541"/>
                <a:ext cx="149486" cy="201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BB35F44-08DC-83CF-64CB-EF87175871CD}"/>
                  </a:ext>
                </a:extLst>
              </p14:cNvPr>
              <p14:cNvContentPartPr/>
              <p14:nvPr/>
            </p14:nvContentPartPr>
            <p14:xfrm>
              <a:off x="898813" y="162025"/>
              <a:ext cx="1438492" cy="1129198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BB35F44-08DC-83CF-64CB-EF87175871C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5832" y="99052"/>
                <a:ext cx="1564095" cy="125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8A6232F-A813-E277-06B9-680F8161749F}"/>
                  </a:ext>
                </a:extLst>
              </p14:cNvPr>
              <p14:cNvContentPartPr/>
              <p14:nvPr/>
            </p14:nvContentPartPr>
            <p14:xfrm>
              <a:off x="1002722" y="251979"/>
              <a:ext cx="122574" cy="88629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8A6232F-A813-E277-06B9-680F8161749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9817" y="189185"/>
                <a:ext cx="248024" cy="21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D40F879-BF82-9296-0C7D-679468FBB13D}"/>
                  </a:ext>
                </a:extLst>
              </p14:cNvPr>
              <p14:cNvContentPartPr/>
              <p14:nvPr/>
            </p14:nvContentPartPr>
            <p14:xfrm>
              <a:off x="898813" y="283151"/>
              <a:ext cx="207618" cy="172279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D40F879-BF82-9296-0C7D-679468FBB13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5953" y="220341"/>
                <a:ext cx="332979" cy="29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F2639E9-2CCF-5E34-9545-629023E8ACF8}"/>
                  </a:ext>
                </a:extLst>
              </p14:cNvPr>
              <p14:cNvContentPartPr/>
              <p14:nvPr/>
            </p14:nvContentPartPr>
            <p14:xfrm>
              <a:off x="898813" y="190798"/>
              <a:ext cx="289052" cy="305389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F2639E9-2CCF-5E34-9545-629023E8ACF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5897" y="127850"/>
                <a:ext cx="414524" cy="430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2C8169E-1D46-D711-9FCC-9F4A80544C9D}"/>
                  </a:ext>
                </a:extLst>
              </p14:cNvPr>
              <p14:cNvContentPartPr/>
              <p14:nvPr/>
            </p14:nvContentPartPr>
            <p14:xfrm>
              <a:off x="982141" y="345497"/>
              <a:ext cx="14366" cy="30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2C8169E-1D46-D711-9FCC-9F4A80544C9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0823" y="283156"/>
                <a:ext cx="136652" cy="15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C49C848-E88E-7F7B-34AD-28AB0BD38398}"/>
                  </a:ext>
                </a:extLst>
              </p14:cNvPr>
              <p14:cNvContentPartPr/>
              <p14:nvPr/>
            </p14:nvContentPartPr>
            <p14:xfrm>
              <a:off x="898812" y="345498"/>
              <a:ext cx="93851" cy="74226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C49C848-E88E-7F7B-34AD-28AB0BD3839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6125" y="282747"/>
                <a:ext cx="218866" cy="1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D0B3885-D9DC-7C3A-6580-8DE6B12D5876}"/>
                  </a:ext>
                </a:extLst>
              </p14:cNvPr>
              <p14:cNvContentPartPr/>
              <p14:nvPr/>
            </p14:nvContentPartPr>
            <p14:xfrm>
              <a:off x="898812" y="345497"/>
              <a:ext cx="37833" cy="32695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D0B3885-D9DC-7C3A-6580-8DE6B12D587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6352" y="283305"/>
                <a:ext cx="162396" cy="156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B3A64D2-0674-4E46-E87B-5F75744050A3}"/>
                  </a:ext>
                </a:extLst>
              </p14:cNvPr>
              <p14:cNvContentPartPr/>
              <p14:nvPr/>
            </p14:nvContentPartPr>
            <p14:xfrm>
              <a:off x="898813" y="345497"/>
              <a:ext cx="63518" cy="44194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B3A64D2-0674-4E46-E87B-5F75744050A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6013" y="283126"/>
                <a:ext cx="188760" cy="1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1144ACF-A34D-58D3-B7E3-2ADEE346A120}"/>
                  </a:ext>
                </a:extLst>
              </p14:cNvPr>
              <p14:cNvContentPartPr/>
              <p14:nvPr/>
            </p14:nvContentPartPr>
            <p14:xfrm>
              <a:off x="898812" y="345497"/>
              <a:ext cx="62665" cy="71097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1144ACF-A34D-58D3-B7E3-2ADEE346A12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147" y="282975"/>
                <a:ext cx="187637" cy="19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3AA9D93-CC1C-D27E-F0FA-E6D3DF798459}"/>
                  </a:ext>
                </a:extLst>
              </p14:cNvPr>
              <p14:cNvContentPartPr/>
              <p14:nvPr/>
            </p14:nvContentPartPr>
            <p14:xfrm>
              <a:off x="899065" y="76798"/>
              <a:ext cx="4342250" cy="1780618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3AA9D93-CC1C-D27E-F0FA-E6D3DF79845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6066" y="13809"/>
                <a:ext cx="4467888" cy="190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575A54B-E547-8632-3328-FD91DE932A03}"/>
                  </a:ext>
                </a:extLst>
              </p14:cNvPr>
              <p14:cNvContentPartPr/>
              <p14:nvPr/>
            </p14:nvContentPartPr>
            <p14:xfrm>
              <a:off x="898812" y="511752"/>
              <a:ext cx="21157" cy="12988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575A54B-E547-8632-3328-FD91DE932A0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7104" y="440724"/>
                <a:ext cx="144220" cy="15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87B22E8-BBB0-3675-30DA-978C3268FE2D}"/>
                  </a:ext>
                </a:extLst>
              </p14:cNvPr>
              <p14:cNvContentPartPr/>
              <p14:nvPr/>
            </p14:nvContentPartPr>
            <p14:xfrm>
              <a:off x="860284" y="522143"/>
              <a:ext cx="15372" cy="12988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87B22E8-BBB0-3675-30DA-978C3268FE2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24" y="448824"/>
                <a:ext cx="140135" cy="1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4157534-20EE-7D80-3352-47ED377C5653}"/>
                  </a:ext>
                </a:extLst>
              </p14:cNvPr>
              <p14:cNvContentPartPr/>
              <p14:nvPr/>
            </p14:nvContentPartPr>
            <p14:xfrm>
              <a:off x="794903" y="553316"/>
              <a:ext cx="67823" cy="26176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4157534-20EE-7D80-3352-47ED377C565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434" y="491413"/>
                <a:ext cx="192403" cy="14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5A819E5-FFE1-89F6-A3CE-1109728B72E3}"/>
                  </a:ext>
                </a:extLst>
              </p14:cNvPr>
              <p14:cNvContentPartPr/>
              <p14:nvPr/>
            </p14:nvContentPartPr>
            <p14:xfrm>
              <a:off x="794902" y="605270"/>
              <a:ext cx="25671" cy="12988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5A819E5-FFE1-89F6-A3CE-1109728B72E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3362" y="398643"/>
                <a:ext cx="148399" cy="425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D968C05-6184-7B29-ACAD-65849E3913B1}"/>
                  </a:ext>
                </a:extLst>
              </p14:cNvPr>
              <p14:cNvContentPartPr/>
              <p14:nvPr/>
            </p14:nvContentPartPr>
            <p14:xfrm>
              <a:off x="794904" y="605270"/>
              <a:ext cx="43898" cy="14782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D968C05-6184-7B29-ACAD-65849E3913B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2447" y="543678"/>
                <a:ext cx="168454" cy="137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F5C6B96-9014-6850-8ADB-7DE9C98C0442}"/>
                  </a:ext>
                </a:extLst>
              </p14:cNvPr>
              <p14:cNvContentPartPr/>
              <p14:nvPr/>
            </p14:nvContentPartPr>
            <p14:xfrm>
              <a:off x="794904" y="651824"/>
              <a:ext cx="185892" cy="12988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F5C6B96-9014-6850-8ADB-7DE9C98C044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2103" y="588688"/>
                <a:ext cx="311136" cy="13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B8BA784-C39B-6AD8-5E68-61C222977544}"/>
                  </a:ext>
                </a:extLst>
              </p14:cNvPr>
              <p14:cNvContentPartPr/>
              <p14:nvPr/>
            </p14:nvContentPartPr>
            <p14:xfrm>
              <a:off x="867641" y="189634"/>
              <a:ext cx="681172" cy="1260848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B8BA784-C39B-6AD8-5E68-61C22297754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4669" y="126646"/>
                <a:ext cx="806755" cy="1386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9D46D43-3126-6D01-A430-B24913326472}"/>
                  </a:ext>
                </a:extLst>
              </p14:cNvPr>
              <p14:cNvContentPartPr/>
              <p14:nvPr/>
            </p14:nvContentPartPr>
            <p14:xfrm>
              <a:off x="867640" y="657225"/>
              <a:ext cx="195735" cy="78772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9D46D43-3126-6D01-A430-B2491332647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4674" y="594565"/>
                <a:ext cx="321308" cy="20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F6386B9-D173-9D2F-9603-04C993434D50}"/>
                  </a:ext>
                </a:extLst>
              </p14:cNvPr>
              <p14:cNvContentPartPr/>
              <p14:nvPr/>
            </p14:nvContentPartPr>
            <p14:xfrm>
              <a:off x="2036537" y="744942"/>
              <a:ext cx="248760" cy="73902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F6386B9-D173-9D2F-9603-04C993434D5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73628" y="682161"/>
                <a:ext cx="374218" cy="19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BACE9D3-4555-C079-4DC6-63BE90CEAFBA}"/>
                  </a:ext>
                </a:extLst>
              </p14:cNvPr>
              <p14:cNvContentPartPr/>
              <p14:nvPr/>
            </p14:nvContentPartPr>
            <p14:xfrm>
              <a:off x="1998499" y="505355"/>
              <a:ext cx="260281" cy="312928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BACE9D3-4555-C079-4DC6-63BE90CEAFB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5586" y="442410"/>
                <a:ext cx="385748" cy="438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4052895-0A37-B08F-3014-0F6B7837CBA2}"/>
                  </a:ext>
                </a:extLst>
              </p14:cNvPr>
              <p14:cNvContentPartPr/>
              <p14:nvPr/>
            </p14:nvContentPartPr>
            <p14:xfrm>
              <a:off x="2069657" y="423429"/>
              <a:ext cx="493925" cy="301861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4052895-0A37-B08F-3014-0F6B7837CBA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06702" y="360466"/>
                <a:ext cx="619475" cy="4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A7C3513-CF81-EBEC-EC61-37EF77779DB7}"/>
                  </a:ext>
                </a:extLst>
              </p14:cNvPr>
              <p14:cNvContentPartPr/>
              <p14:nvPr/>
            </p14:nvContentPartPr>
            <p14:xfrm>
              <a:off x="3480955" y="1369002"/>
              <a:ext cx="12988" cy="12988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A7C3513-CF81-EBEC-EC61-37EF77779DB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91547" y="-903898"/>
                <a:ext cx="390722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E99F25C-446A-3C49-EBF5-E2EDC13BBCAE}"/>
                  </a:ext>
                </a:extLst>
              </p14:cNvPr>
              <p14:cNvContentPartPr/>
              <p14:nvPr/>
            </p14:nvContentPartPr>
            <p14:xfrm>
              <a:off x="3491345" y="1379393"/>
              <a:ext cx="12988" cy="12988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E99F25C-446A-3C49-EBF5-E2EDC13BBCA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18445" y="1204555"/>
                <a:ext cx="4545800" cy="361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BBA7A31-D4E8-08FE-8275-7C4096FBA0BE}"/>
                  </a:ext>
                </a:extLst>
              </p14:cNvPr>
              <p14:cNvContentPartPr/>
              <p14:nvPr/>
            </p14:nvContentPartPr>
            <p14:xfrm>
              <a:off x="-2057400" y="3291320"/>
              <a:ext cx="12988" cy="1298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BBA7A31-D4E8-08FE-8275-7C4096FBA0B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4330300" y="1018420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626844F-AF98-13B0-09CF-B3232E776908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626844F-AF98-13B0-09CF-B3232E77690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7F94857-285B-A8DE-391C-DD904ABF2676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7F94857-285B-A8DE-391C-DD904ABF267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7499B3E-981A-904F-A280-8357A60F4557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7499B3E-981A-904F-A280-8357A60F455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6257E78-676A-1C0F-5B81-05EBE42666EB}"/>
                  </a:ext>
                </a:extLst>
              </p14:cNvPr>
              <p14:cNvContentPartPr/>
              <p14:nvPr/>
            </p14:nvContentPartPr>
            <p14:xfrm>
              <a:off x="-2774372" y="4330411"/>
              <a:ext cx="12988" cy="1298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6257E78-676A-1C0F-5B81-05EBE42666E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5047272" y="2057511"/>
                <a:ext cx="4545800" cy="45458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3D403A8-5B05-6ECE-0C17-2563498CAC97}"/>
              </a:ext>
            </a:extLst>
          </p:cNvPr>
          <p:cNvSpPr txBox="1"/>
          <p:nvPr/>
        </p:nvSpPr>
        <p:spPr>
          <a:xfrm>
            <a:off x="151540" y="3021667"/>
            <a:ext cx="8154185" cy="26007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/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sz="2400" b="1">
                <a:ea typeface="Calibri"/>
                <a:cs typeface="Calibri"/>
              </a:rPr>
              <a:t>Binary valence score</a:t>
            </a:r>
            <a:br>
              <a:rPr lang="en-US" sz="2400" b="1" dirty="0">
                <a:ea typeface="Calibri"/>
                <a:cs typeface="Calibri"/>
              </a:rPr>
            </a:br>
            <a:br>
              <a:rPr lang="en-US" sz="2400" b="1" dirty="0">
                <a:ea typeface="Calibri"/>
                <a:cs typeface="Calibri"/>
              </a:rPr>
            </a:br>
            <a:endParaRPr lang="en-US" sz="2400" b="1" dirty="0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r>
              <a:rPr lang="en-US" sz="2400" b="1">
                <a:ea typeface="Calibri"/>
                <a:cs typeface="Calibri"/>
              </a:rPr>
              <a:t>80% F1 Score on the DEAP dataset</a:t>
            </a:r>
            <a:endParaRPr lang="en-US" sz="2400" b="1" dirty="0">
              <a:ea typeface="Calibri"/>
              <a:cs typeface="Calibri"/>
            </a:endParaRPr>
          </a:p>
          <a:p>
            <a:pPr marL="342900" indent="-342900">
              <a:spcBef>
                <a:spcPts val="1000"/>
              </a:spcBef>
              <a:buFont typeface="Arial"/>
              <a:buChar char="•"/>
              <a:defRPr sz="2400">
                <a:solidFill>
                  <a:srgbClr val="34495E"/>
                </a:solidFill>
              </a:defRPr>
            </a:pPr>
            <a:endParaRPr lang="en-US" sz="2400" b="1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82876C-E8D8-04A2-00BB-EA09D1EAAF96}"/>
              </a:ext>
            </a:extLst>
          </p:cNvPr>
          <p:cNvSpPr txBox="1"/>
          <p:nvPr/>
        </p:nvSpPr>
        <p:spPr>
          <a:xfrm>
            <a:off x="2743200" y="646321"/>
            <a:ext cx="3461994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rPr lang="en-US"/>
              <a:t>Human Sentiment</a:t>
            </a:r>
          </a:p>
        </p:txBody>
      </p:sp>
    </p:spTree>
    <p:extLst>
      <p:ext uri="{BB962C8B-B14F-4D97-AF65-F5344CB8AC3E}">
        <p14:creationId xmlns:p14="http://schemas.microsoft.com/office/powerpoint/2010/main" val="36504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04E74-F8E9-039B-90A5-4D4711E5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005045-3395-6004-39E3-DE0ED769A3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81"/>
          <a:stretch>
            <a:fillRect/>
          </a:stretch>
        </p:blipFill>
        <p:spPr>
          <a:xfrm>
            <a:off x="0" y="-2660"/>
            <a:ext cx="9144000" cy="25740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6907BD-EB75-8E4A-65A4-C60B68EA5CB4}"/>
                  </a:ext>
                </a:extLst>
              </p14:cNvPr>
              <p14:cNvContentPartPr/>
              <p14:nvPr/>
            </p14:nvContentPartPr>
            <p14:xfrm>
              <a:off x="2747125" y="573851"/>
              <a:ext cx="786060" cy="172428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6907BD-EB75-8E4A-65A4-C60B68EA5C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9137" y="555890"/>
                <a:ext cx="821676" cy="20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43C30FD-A319-588E-9AFE-7ECA48480311}"/>
                  </a:ext>
                </a:extLst>
              </p14:cNvPr>
              <p14:cNvContentPartPr/>
              <p14:nvPr/>
            </p14:nvContentPartPr>
            <p14:xfrm>
              <a:off x="3545519" y="568725"/>
              <a:ext cx="13871" cy="13871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43C30FD-A319-588E-9AFE-7ECA484803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969" y="-124825"/>
                <a:ext cx="1387100" cy="13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800C0D-BD39-C736-71BD-241B781102DC}"/>
                  </a:ext>
                </a:extLst>
              </p14:cNvPr>
              <p14:cNvContentPartPr/>
              <p14:nvPr/>
            </p14:nvContentPartPr>
            <p14:xfrm>
              <a:off x="2514286" y="301915"/>
              <a:ext cx="3183423" cy="378291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800C0D-BD39-C736-71BD-241B781102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96288" y="283935"/>
                <a:ext cx="3219058" cy="41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8CF18C5-324C-29C0-4BE4-C35EE8813396}"/>
                  </a:ext>
                </a:extLst>
              </p14:cNvPr>
              <p14:cNvContentPartPr/>
              <p14:nvPr/>
            </p14:nvContentPartPr>
            <p14:xfrm>
              <a:off x="3523326" y="1123579"/>
              <a:ext cx="1108594" cy="211347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8CF18C5-324C-29C0-4BE4-C35EE881339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5329" y="1105607"/>
                <a:ext cx="1144227" cy="246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01B4365-BCF8-A114-F145-1F3F067D90A8}"/>
                  </a:ext>
                </a:extLst>
              </p14:cNvPr>
              <p14:cNvContentPartPr/>
              <p14:nvPr/>
            </p14:nvContentPartPr>
            <p14:xfrm>
              <a:off x="2402798" y="1133873"/>
              <a:ext cx="3036609" cy="6449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01B4365-BCF8-A114-F145-1F3F067D90A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84800" y="1115888"/>
                <a:ext cx="3072245" cy="680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008F56-3CF5-5700-81E4-D76BC0EBF59A}"/>
                  </a:ext>
                </a:extLst>
              </p14:cNvPr>
              <p14:cNvContentPartPr/>
              <p14:nvPr/>
            </p14:nvContentPartPr>
            <p14:xfrm>
              <a:off x="2668405" y="767829"/>
              <a:ext cx="1930714" cy="466721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008F56-3CF5-5700-81E4-D76BC0EBF5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05416" y="704856"/>
                <a:ext cx="2056333" cy="59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FB0A007-C584-0A4F-8374-E4B9692AF2A9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202" cy="200434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FB0A007-C584-0A4F-8374-E4B9692AF2A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768" y="74819"/>
                <a:ext cx="232751" cy="325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FD8FC74-5DF6-3FAB-E080-04F8C795D343}"/>
                  </a:ext>
                </a:extLst>
              </p14:cNvPr>
              <p14:cNvContentPartPr/>
              <p14:nvPr/>
            </p14:nvContentPartPr>
            <p14:xfrm>
              <a:off x="1051714" y="137679"/>
              <a:ext cx="63475" cy="119596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FD8FC74-5DF6-3FAB-E080-04F8C795D34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9309" y="74828"/>
                <a:ext cx="187929" cy="244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45A7BE6-A2B2-7CF6-CC00-D89167AF0B75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864" cy="158992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45A7BE6-A2B2-7CF6-CC00-D89167AF0B7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801" y="74730"/>
                <a:ext cx="233346" cy="2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45BCBEC-F539-C1CF-F513-B78E5BFCDD6D}"/>
                  </a:ext>
                </a:extLst>
              </p14:cNvPr>
              <p14:cNvContentPartPr/>
              <p14:nvPr/>
            </p14:nvContentPartPr>
            <p14:xfrm>
              <a:off x="1039448" y="137679"/>
              <a:ext cx="73495" cy="165738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45BCBEC-F539-C1CF-F513-B78E5BFCDD6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7013" y="74763"/>
                <a:ext cx="198008" cy="29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817C89D-F74B-C18C-8DBE-AAE353575EC6}"/>
                  </a:ext>
                </a:extLst>
              </p14:cNvPr>
              <p14:cNvContentPartPr/>
              <p14:nvPr/>
            </p14:nvContentPartPr>
            <p14:xfrm>
              <a:off x="888422" y="137679"/>
              <a:ext cx="216468" cy="406113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817C89D-F74B-C18C-8DBE-AAE353575EC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495" y="74730"/>
                <a:ext cx="341962" cy="531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BD23D40-1E0C-1175-269F-01D0A37CD518}"/>
                  </a:ext>
                </a:extLst>
              </p14:cNvPr>
              <p14:cNvContentPartPr/>
              <p14:nvPr/>
            </p14:nvContentPartPr>
            <p14:xfrm>
              <a:off x="1002722" y="83218"/>
              <a:ext cx="239921" cy="28190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BD23D40-1E0C-1175-269F-01D0A37CD51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9774" y="20292"/>
                <a:ext cx="365457" cy="407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56C2C32-FBAA-8374-CE00-FAA679520B4C}"/>
                  </a:ext>
                </a:extLst>
              </p14:cNvPr>
              <p14:cNvContentPartPr/>
              <p14:nvPr/>
            </p14:nvContentPartPr>
            <p14:xfrm>
              <a:off x="1002722" y="148070"/>
              <a:ext cx="134777" cy="190206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56C2C32-FBAA-8374-CE00-FAA679520B4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9826" y="85147"/>
                <a:ext cx="260209" cy="31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A923236-FFB6-C270-4B21-D99C905E56F5}"/>
                  </a:ext>
                </a:extLst>
              </p14:cNvPr>
              <p14:cNvContentPartPr/>
              <p14:nvPr/>
            </p14:nvContentPartPr>
            <p14:xfrm>
              <a:off x="898813" y="95405"/>
              <a:ext cx="407770" cy="427586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A923236-FFB6-C270-4B21-D99C905E56F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886" y="32419"/>
                <a:ext cx="533265" cy="553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0DAAAEC-680F-0C48-B7F8-64BC7A54C250}"/>
                  </a:ext>
                </a:extLst>
              </p14:cNvPr>
              <p14:cNvContentPartPr/>
              <p14:nvPr/>
            </p14:nvContentPartPr>
            <p14:xfrm>
              <a:off x="1002722" y="189634"/>
              <a:ext cx="127914" cy="110254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0DAAAEC-680F-0C48-B7F8-64BC7A54C25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9843" y="126786"/>
                <a:ext cx="253313" cy="23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84E5C3F-06C7-9AC2-FAA3-C3BB26FB6CEE}"/>
                  </a:ext>
                </a:extLst>
              </p14:cNvPr>
              <p14:cNvContentPartPr/>
              <p14:nvPr/>
            </p14:nvContentPartPr>
            <p14:xfrm>
              <a:off x="1137804" y="108265"/>
              <a:ext cx="24676" cy="75986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84E5C3F-06C7-9AC2-FAA3-C3BB26FB6CE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5220" y="45541"/>
                <a:ext cx="149486" cy="201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27EA578-86D9-F843-C7B5-191F04588F8C}"/>
                  </a:ext>
                </a:extLst>
              </p14:cNvPr>
              <p14:cNvContentPartPr/>
              <p14:nvPr/>
            </p14:nvContentPartPr>
            <p14:xfrm>
              <a:off x="898813" y="162025"/>
              <a:ext cx="1438492" cy="1129198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27EA578-86D9-F843-C7B5-191F04588F8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5832" y="99052"/>
                <a:ext cx="1564095" cy="125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5DA79AD-0B72-49F9-096C-78358C71C693}"/>
                  </a:ext>
                </a:extLst>
              </p14:cNvPr>
              <p14:cNvContentPartPr/>
              <p14:nvPr/>
            </p14:nvContentPartPr>
            <p14:xfrm>
              <a:off x="1002722" y="251979"/>
              <a:ext cx="122574" cy="88629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5DA79AD-0B72-49F9-096C-78358C71C6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9817" y="189185"/>
                <a:ext cx="248024" cy="21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8000204-64ED-1BCD-C014-B630B728B9C1}"/>
                  </a:ext>
                </a:extLst>
              </p14:cNvPr>
              <p14:cNvContentPartPr/>
              <p14:nvPr/>
            </p14:nvContentPartPr>
            <p14:xfrm>
              <a:off x="898813" y="283151"/>
              <a:ext cx="207618" cy="172279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8000204-64ED-1BCD-C014-B630B728B9C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5953" y="220341"/>
                <a:ext cx="332979" cy="29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9A89987-B111-A431-0A94-BA1709FE3551}"/>
                  </a:ext>
                </a:extLst>
              </p14:cNvPr>
              <p14:cNvContentPartPr/>
              <p14:nvPr/>
            </p14:nvContentPartPr>
            <p14:xfrm>
              <a:off x="898813" y="190798"/>
              <a:ext cx="289052" cy="305389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9A89987-B111-A431-0A94-BA1709FE355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5897" y="127850"/>
                <a:ext cx="414524" cy="430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B82E156-AD37-6F02-F130-C1ECC941C9C0}"/>
                  </a:ext>
                </a:extLst>
              </p14:cNvPr>
              <p14:cNvContentPartPr/>
              <p14:nvPr/>
            </p14:nvContentPartPr>
            <p14:xfrm>
              <a:off x="982141" y="345497"/>
              <a:ext cx="14366" cy="30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B82E156-AD37-6F02-F130-C1ECC941C9C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0823" y="283156"/>
                <a:ext cx="136652" cy="15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28E7161-DFB9-F4E7-81E3-AC191240C725}"/>
                  </a:ext>
                </a:extLst>
              </p14:cNvPr>
              <p14:cNvContentPartPr/>
              <p14:nvPr/>
            </p14:nvContentPartPr>
            <p14:xfrm>
              <a:off x="898812" y="345498"/>
              <a:ext cx="93851" cy="74226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28E7161-DFB9-F4E7-81E3-AC191240C72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6125" y="282747"/>
                <a:ext cx="218866" cy="1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B252BFE-F1CF-128B-75B9-C22B1BEE14DC}"/>
                  </a:ext>
                </a:extLst>
              </p14:cNvPr>
              <p14:cNvContentPartPr/>
              <p14:nvPr/>
            </p14:nvContentPartPr>
            <p14:xfrm>
              <a:off x="898812" y="345497"/>
              <a:ext cx="37833" cy="32695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B252BFE-F1CF-128B-75B9-C22B1BEE14D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6352" y="283305"/>
                <a:ext cx="162396" cy="156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47DAAFC-3B88-30D1-792B-3034FB6EDB3C}"/>
                  </a:ext>
                </a:extLst>
              </p14:cNvPr>
              <p14:cNvContentPartPr/>
              <p14:nvPr/>
            </p14:nvContentPartPr>
            <p14:xfrm>
              <a:off x="898813" y="345497"/>
              <a:ext cx="63518" cy="44194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47DAAFC-3B88-30D1-792B-3034FB6EDB3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6013" y="283126"/>
                <a:ext cx="188760" cy="1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696F1C1-3A41-FEFF-2574-E8D8B0A870C8}"/>
                  </a:ext>
                </a:extLst>
              </p14:cNvPr>
              <p14:cNvContentPartPr/>
              <p14:nvPr/>
            </p14:nvContentPartPr>
            <p14:xfrm>
              <a:off x="898812" y="345497"/>
              <a:ext cx="62665" cy="71097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696F1C1-3A41-FEFF-2574-E8D8B0A870C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147" y="282975"/>
                <a:ext cx="187637" cy="19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26C82AF-673A-C872-C680-63A1C7BA1D74}"/>
                  </a:ext>
                </a:extLst>
              </p14:cNvPr>
              <p14:cNvContentPartPr/>
              <p14:nvPr/>
            </p14:nvContentPartPr>
            <p14:xfrm>
              <a:off x="899065" y="76798"/>
              <a:ext cx="4342250" cy="1780618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26C82AF-673A-C872-C680-63A1C7BA1D7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6066" y="13809"/>
                <a:ext cx="4467888" cy="190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E95185A-FEF9-8FBD-36D3-CEFE3793E879}"/>
                  </a:ext>
                </a:extLst>
              </p14:cNvPr>
              <p14:cNvContentPartPr/>
              <p14:nvPr/>
            </p14:nvContentPartPr>
            <p14:xfrm>
              <a:off x="898812" y="511752"/>
              <a:ext cx="21157" cy="12988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E95185A-FEF9-8FBD-36D3-CEFE3793E87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7104" y="440724"/>
                <a:ext cx="144220" cy="15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4070E87-23F6-3338-CFE8-2BF043597CEC}"/>
                  </a:ext>
                </a:extLst>
              </p14:cNvPr>
              <p14:cNvContentPartPr/>
              <p14:nvPr/>
            </p14:nvContentPartPr>
            <p14:xfrm>
              <a:off x="860284" y="522143"/>
              <a:ext cx="15372" cy="12988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4070E87-23F6-3338-CFE8-2BF043597CE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24" y="448824"/>
                <a:ext cx="140135" cy="1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C282EE5-7AD8-E7A5-9CC8-06DE0893A37F}"/>
                  </a:ext>
                </a:extLst>
              </p14:cNvPr>
              <p14:cNvContentPartPr/>
              <p14:nvPr/>
            </p14:nvContentPartPr>
            <p14:xfrm>
              <a:off x="794903" y="553316"/>
              <a:ext cx="67823" cy="26176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C282EE5-7AD8-E7A5-9CC8-06DE0893A37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434" y="491413"/>
                <a:ext cx="192403" cy="14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DDADCFE-666D-0134-F04F-C9B62B967444}"/>
                  </a:ext>
                </a:extLst>
              </p14:cNvPr>
              <p14:cNvContentPartPr/>
              <p14:nvPr/>
            </p14:nvContentPartPr>
            <p14:xfrm>
              <a:off x="794902" y="605270"/>
              <a:ext cx="25671" cy="12988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DDADCFE-666D-0134-F04F-C9B62B96744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3362" y="398643"/>
                <a:ext cx="148399" cy="425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1B20014-6B35-A3E7-600E-86C5CADC2F72}"/>
                  </a:ext>
                </a:extLst>
              </p14:cNvPr>
              <p14:cNvContentPartPr/>
              <p14:nvPr/>
            </p14:nvContentPartPr>
            <p14:xfrm>
              <a:off x="794904" y="605270"/>
              <a:ext cx="43898" cy="14782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1B20014-6B35-A3E7-600E-86C5CADC2F7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2447" y="543678"/>
                <a:ext cx="168454" cy="137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5DCCF43-1538-E7F3-7E85-91E45CE6D6C3}"/>
                  </a:ext>
                </a:extLst>
              </p14:cNvPr>
              <p14:cNvContentPartPr/>
              <p14:nvPr/>
            </p14:nvContentPartPr>
            <p14:xfrm>
              <a:off x="794904" y="651824"/>
              <a:ext cx="185892" cy="12988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5DCCF43-1538-E7F3-7E85-91E45CE6D6C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2103" y="588688"/>
                <a:ext cx="311136" cy="13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03EFEE6-9173-247E-43AE-F56E144043CC}"/>
                  </a:ext>
                </a:extLst>
              </p14:cNvPr>
              <p14:cNvContentPartPr/>
              <p14:nvPr/>
            </p14:nvContentPartPr>
            <p14:xfrm>
              <a:off x="867641" y="189634"/>
              <a:ext cx="681172" cy="1260848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03EFEE6-9173-247E-43AE-F56E144043C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4669" y="126646"/>
                <a:ext cx="806755" cy="1386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504C2EA-9FC5-0E36-6922-C067B0465FF6}"/>
                  </a:ext>
                </a:extLst>
              </p14:cNvPr>
              <p14:cNvContentPartPr/>
              <p14:nvPr/>
            </p14:nvContentPartPr>
            <p14:xfrm>
              <a:off x="867640" y="657225"/>
              <a:ext cx="195735" cy="78772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504C2EA-9FC5-0E36-6922-C067B0465FF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4674" y="594565"/>
                <a:ext cx="321308" cy="20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0113BBD-F909-65D3-D90F-F89887073BB0}"/>
                  </a:ext>
                </a:extLst>
              </p14:cNvPr>
              <p14:cNvContentPartPr/>
              <p14:nvPr/>
            </p14:nvContentPartPr>
            <p14:xfrm>
              <a:off x="2036537" y="744942"/>
              <a:ext cx="248760" cy="73902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0113BBD-F909-65D3-D90F-F89887073BB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73628" y="682161"/>
                <a:ext cx="374218" cy="19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3E8FC87-8BBC-FF4D-05D9-317695FFAB49}"/>
                  </a:ext>
                </a:extLst>
              </p14:cNvPr>
              <p14:cNvContentPartPr/>
              <p14:nvPr/>
            </p14:nvContentPartPr>
            <p14:xfrm>
              <a:off x="1998499" y="505355"/>
              <a:ext cx="260281" cy="312928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3E8FC87-8BBC-FF4D-05D9-317695FFAB4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5586" y="442410"/>
                <a:ext cx="385748" cy="438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440DF9A-2B78-6418-5F6D-AAC044CFECE4}"/>
                  </a:ext>
                </a:extLst>
              </p14:cNvPr>
              <p14:cNvContentPartPr/>
              <p14:nvPr/>
            </p14:nvContentPartPr>
            <p14:xfrm>
              <a:off x="2069657" y="423429"/>
              <a:ext cx="493925" cy="301861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440DF9A-2B78-6418-5F6D-AAC044CFECE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06702" y="360466"/>
                <a:ext cx="619475" cy="4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1583C1-7DE9-97E9-450E-F0FF7E109AB9}"/>
                  </a:ext>
                </a:extLst>
              </p14:cNvPr>
              <p14:cNvContentPartPr/>
              <p14:nvPr/>
            </p14:nvContentPartPr>
            <p14:xfrm>
              <a:off x="3480955" y="1369002"/>
              <a:ext cx="12988" cy="12988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21583C1-7DE9-97E9-450E-F0FF7E109AB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91547" y="-903898"/>
                <a:ext cx="390722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C520659-3873-5BCD-DF45-1A4E99C4DE06}"/>
                  </a:ext>
                </a:extLst>
              </p14:cNvPr>
              <p14:cNvContentPartPr/>
              <p14:nvPr/>
            </p14:nvContentPartPr>
            <p14:xfrm>
              <a:off x="3491345" y="1379393"/>
              <a:ext cx="12988" cy="12988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C520659-3873-5BCD-DF45-1A4E99C4DE0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18445" y="1204555"/>
                <a:ext cx="4545800" cy="361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04BC574-A8E4-6860-D7EB-19B89247AD1C}"/>
                  </a:ext>
                </a:extLst>
              </p14:cNvPr>
              <p14:cNvContentPartPr/>
              <p14:nvPr/>
            </p14:nvContentPartPr>
            <p14:xfrm>
              <a:off x="-2057400" y="3291320"/>
              <a:ext cx="12988" cy="1298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04BC574-A8E4-6860-D7EB-19B89247AD1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4330300" y="1018420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A893E0D-42D0-6620-7587-D824A5587F06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A893E0D-42D0-6620-7587-D824A5587F0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7BF1ADC-41F7-BEB1-9718-A114901803B4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7BF1ADC-41F7-BEB1-9718-A114901803B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63C6C50-21A4-F879-4E65-865785E74782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63C6C50-21A4-F879-4E65-865785E7478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718F731-F546-EC70-C907-9EBD69F9B5FA}"/>
                  </a:ext>
                </a:extLst>
              </p14:cNvPr>
              <p14:cNvContentPartPr/>
              <p14:nvPr/>
            </p14:nvContentPartPr>
            <p14:xfrm>
              <a:off x="-2774372" y="4330411"/>
              <a:ext cx="12988" cy="1298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718F731-F546-EC70-C907-9EBD69F9B5F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5047272" y="2057511"/>
                <a:ext cx="4545800" cy="45458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D773CDA-3B79-A74E-FEB6-BF5540E7D2ED}"/>
              </a:ext>
            </a:extLst>
          </p:cNvPr>
          <p:cNvSpPr txBox="1"/>
          <p:nvPr/>
        </p:nvSpPr>
        <p:spPr>
          <a:xfrm>
            <a:off x="2662040" y="957433"/>
            <a:ext cx="3461994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rPr lang="en-US"/>
              <a:t>Correlation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Spearman Correlation between AI Valence and EEG FAA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Subject ZGW: Rho = -0.195, p = 0.00007 (Significant)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Subject ZDN: Arousal r = -0.140, p = 0.005 (Significant)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Subject-level Z-scoring applied to normalize biological variance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Alignment Score = AI Valence (Z) × EEG FAA (Z)</a:t>
            </a:r>
          </a:p>
        </p:txBody>
      </p:sp>
    </p:spTree>
    <p:extLst>
      <p:ext uri="{BB962C8B-B14F-4D97-AF65-F5344CB8AC3E}">
        <p14:creationId xmlns:p14="http://schemas.microsoft.com/office/powerpoint/2010/main" val="194045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E7BB1-7DD3-F398-68D6-B0A054BC0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DA0124-9121-3F11-C7D3-E444AA9C41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81"/>
          <a:stretch>
            <a:fillRect/>
          </a:stretch>
        </p:blipFill>
        <p:spPr>
          <a:xfrm>
            <a:off x="0" y="-2660"/>
            <a:ext cx="9144000" cy="25740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6230C06-8A80-1447-26EF-64A4F285E12E}"/>
                  </a:ext>
                </a:extLst>
              </p14:cNvPr>
              <p14:cNvContentPartPr/>
              <p14:nvPr/>
            </p14:nvContentPartPr>
            <p14:xfrm>
              <a:off x="2747125" y="573851"/>
              <a:ext cx="786060" cy="172428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6230C06-8A80-1447-26EF-64A4F285E1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9137" y="555890"/>
                <a:ext cx="821676" cy="20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B6FC69-CFA9-D084-4E9B-3C8B31F26E8B}"/>
                  </a:ext>
                </a:extLst>
              </p14:cNvPr>
              <p14:cNvContentPartPr/>
              <p14:nvPr/>
            </p14:nvContentPartPr>
            <p14:xfrm>
              <a:off x="3545519" y="568725"/>
              <a:ext cx="13871" cy="13871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B6FC69-CFA9-D084-4E9B-3C8B31F26E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969" y="-124825"/>
                <a:ext cx="1387100" cy="13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C776D19-C8C4-EADD-E606-D76CA81F8EC7}"/>
                  </a:ext>
                </a:extLst>
              </p14:cNvPr>
              <p14:cNvContentPartPr/>
              <p14:nvPr/>
            </p14:nvContentPartPr>
            <p14:xfrm>
              <a:off x="2514286" y="301915"/>
              <a:ext cx="3183423" cy="378291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C776D19-C8C4-EADD-E606-D76CA81F8EC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96288" y="283935"/>
                <a:ext cx="3219058" cy="41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737F509-6031-459D-B8BD-F7FCEC20F946}"/>
                  </a:ext>
                </a:extLst>
              </p14:cNvPr>
              <p14:cNvContentPartPr/>
              <p14:nvPr/>
            </p14:nvContentPartPr>
            <p14:xfrm>
              <a:off x="3523326" y="1123579"/>
              <a:ext cx="1108594" cy="211347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737F509-6031-459D-B8BD-F7FCEC20F94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5329" y="1105607"/>
                <a:ext cx="1144227" cy="246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33BE372-A5CA-08B4-7D1A-DCFF955AD6F5}"/>
                  </a:ext>
                </a:extLst>
              </p14:cNvPr>
              <p14:cNvContentPartPr/>
              <p14:nvPr/>
            </p14:nvContentPartPr>
            <p14:xfrm>
              <a:off x="2402798" y="1133873"/>
              <a:ext cx="3036609" cy="6449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33BE372-A5CA-08B4-7D1A-DCFF955AD6F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84800" y="1115888"/>
                <a:ext cx="3072245" cy="680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32FE92D-88E6-12C6-BB3C-FE3DC0DBFAF8}"/>
                  </a:ext>
                </a:extLst>
              </p14:cNvPr>
              <p14:cNvContentPartPr/>
              <p14:nvPr/>
            </p14:nvContentPartPr>
            <p14:xfrm>
              <a:off x="2668405" y="767829"/>
              <a:ext cx="1930714" cy="466721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32FE92D-88E6-12C6-BB3C-FE3DC0DBFA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05416" y="704856"/>
                <a:ext cx="2056333" cy="59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ED94461-141E-54AD-DFA5-32CFFE69AEDF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202" cy="200434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ED94461-141E-54AD-DFA5-32CFFE69AED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768" y="74819"/>
                <a:ext cx="232751" cy="325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24C86C8-DC19-7898-E3AE-66CD14C416DD}"/>
                  </a:ext>
                </a:extLst>
              </p14:cNvPr>
              <p14:cNvContentPartPr/>
              <p14:nvPr/>
            </p14:nvContentPartPr>
            <p14:xfrm>
              <a:off x="1051714" y="137679"/>
              <a:ext cx="63475" cy="119596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24C86C8-DC19-7898-E3AE-66CD14C416D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9309" y="74828"/>
                <a:ext cx="187929" cy="244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EC2DD73-2E64-6D47-87BF-5A3C9F8AE43D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864" cy="158992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EC2DD73-2E64-6D47-87BF-5A3C9F8AE43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801" y="74730"/>
                <a:ext cx="233346" cy="2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E879F11-9A0E-1682-D023-4A6BD4F4FD1A}"/>
                  </a:ext>
                </a:extLst>
              </p14:cNvPr>
              <p14:cNvContentPartPr/>
              <p14:nvPr/>
            </p14:nvContentPartPr>
            <p14:xfrm>
              <a:off x="1039448" y="137679"/>
              <a:ext cx="73495" cy="165738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E879F11-9A0E-1682-D023-4A6BD4F4FD1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7013" y="74763"/>
                <a:ext cx="198008" cy="29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F133574-DD55-DA93-9770-DC52A7232BF2}"/>
                  </a:ext>
                </a:extLst>
              </p14:cNvPr>
              <p14:cNvContentPartPr/>
              <p14:nvPr/>
            </p14:nvContentPartPr>
            <p14:xfrm>
              <a:off x="888422" y="137679"/>
              <a:ext cx="216468" cy="406113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F133574-DD55-DA93-9770-DC52A7232BF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495" y="74730"/>
                <a:ext cx="341962" cy="531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E645958-701D-72F2-4F22-D975D4CCEEBD}"/>
                  </a:ext>
                </a:extLst>
              </p14:cNvPr>
              <p14:cNvContentPartPr/>
              <p14:nvPr/>
            </p14:nvContentPartPr>
            <p14:xfrm>
              <a:off x="1002722" y="83218"/>
              <a:ext cx="239921" cy="28190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E645958-701D-72F2-4F22-D975D4CCEEB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9774" y="20292"/>
                <a:ext cx="365457" cy="407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4203F20-6406-F5C6-869B-BEFB636A2895}"/>
                  </a:ext>
                </a:extLst>
              </p14:cNvPr>
              <p14:cNvContentPartPr/>
              <p14:nvPr/>
            </p14:nvContentPartPr>
            <p14:xfrm>
              <a:off x="1002722" y="148070"/>
              <a:ext cx="134777" cy="190206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4203F20-6406-F5C6-869B-BEFB636A289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9826" y="85147"/>
                <a:ext cx="260209" cy="31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2736E49-5C22-8DEB-4EEC-7E98D6244BA4}"/>
                  </a:ext>
                </a:extLst>
              </p14:cNvPr>
              <p14:cNvContentPartPr/>
              <p14:nvPr/>
            </p14:nvContentPartPr>
            <p14:xfrm>
              <a:off x="898813" y="95405"/>
              <a:ext cx="407770" cy="427586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2736E49-5C22-8DEB-4EEC-7E98D6244BA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886" y="32419"/>
                <a:ext cx="533265" cy="553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BC544F1-7A4A-25E2-F5D1-6D9E293DB44E}"/>
                  </a:ext>
                </a:extLst>
              </p14:cNvPr>
              <p14:cNvContentPartPr/>
              <p14:nvPr/>
            </p14:nvContentPartPr>
            <p14:xfrm>
              <a:off x="1002722" y="189634"/>
              <a:ext cx="127914" cy="110254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BC544F1-7A4A-25E2-F5D1-6D9E293DB44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9843" y="126786"/>
                <a:ext cx="253313" cy="23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30C944D-06C4-BF56-F656-A2FC86635872}"/>
                  </a:ext>
                </a:extLst>
              </p14:cNvPr>
              <p14:cNvContentPartPr/>
              <p14:nvPr/>
            </p14:nvContentPartPr>
            <p14:xfrm>
              <a:off x="1137804" y="108265"/>
              <a:ext cx="24676" cy="75986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30C944D-06C4-BF56-F656-A2FC8663587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5220" y="45541"/>
                <a:ext cx="149486" cy="201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C49FCFB-155D-95E5-41B9-0C413CD28B3E}"/>
                  </a:ext>
                </a:extLst>
              </p14:cNvPr>
              <p14:cNvContentPartPr/>
              <p14:nvPr/>
            </p14:nvContentPartPr>
            <p14:xfrm>
              <a:off x="898813" y="162025"/>
              <a:ext cx="1438492" cy="1129198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C49FCFB-155D-95E5-41B9-0C413CD28B3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5832" y="99052"/>
                <a:ext cx="1564095" cy="125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684DA7B-6298-7470-19D1-C3DB197DB3B4}"/>
                  </a:ext>
                </a:extLst>
              </p14:cNvPr>
              <p14:cNvContentPartPr/>
              <p14:nvPr/>
            </p14:nvContentPartPr>
            <p14:xfrm>
              <a:off x="1002722" y="251979"/>
              <a:ext cx="122574" cy="88629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684DA7B-6298-7470-19D1-C3DB197DB3B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9817" y="189185"/>
                <a:ext cx="248024" cy="21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C478A47-DF1B-A8D7-D2BF-72962BDC92A0}"/>
                  </a:ext>
                </a:extLst>
              </p14:cNvPr>
              <p14:cNvContentPartPr/>
              <p14:nvPr/>
            </p14:nvContentPartPr>
            <p14:xfrm>
              <a:off x="898813" y="283151"/>
              <a:ext cx="207618" cy="172279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C478A47-DF1B-A8D7-D2BF-72962BDC92A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5953" y="220341"/>
                <a:ext cx="332979" cy="29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B04D386-E920-7D66-740B-2B1395227696}"/>
                  </a:ext>
                </a:extLst>
              </p14:cNvPr>
              <p14:cNvContentPartPr/>
              <p14:nvPr/>
            </p14:nvContentPartPr>
            <p14:xfrm>
              <a:off x="898813" y="190798"/>
              <a:ext cx="289052" cy="305389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B04D386-E920-7D66-740B-2B139522769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5897" y="127850"/>
                <a:ext cx="414524" cy="430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636DECE-4480-44C3-9CC9-7400FFCE7716}"/>
                  </a:ext>
                </a:extLst>
              </p14:cNvPr>
              <p14:cNvContentPartPr/>
              <p14:nvPr/>
            </p14:nvContentPartPr>
            <p14:xfrm>
              <a:off x="982141" y="345497"/>
              <a:ext cx="14366" cy="30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636DECE-4480-44C3-9CC9-7400FFCE771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0823" y="283156"/>
                <a:ext cx="136652" cy="15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A013E50-7EFB-7A38-2691-3D267F9D59CA}"/>
                  </a:ext>
                </a:extLst>
              </p14:cNvPr>
              <p14:cNvContentPartPr/>
              <p14:nvPr/>
            </p14:nvContentPartPr>
            <p14:xfrm>
              <a:off x="898812" y="345498"/>
              <a:ext cx="93851" cy="74226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A013E50-7EFB-7A38-2691-3D267F9D59C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6125" y="282747"/>
                <a:ext cx="218866" cy="1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B9F6D62-881A-B85C-0991-65150F91C023}"/>
                  </a:ext>
                </a:extLst>
              </p14:cNvPr>
              <p14:cNvContentPartPr/>
              <p14:nvPr/>
            </p14:nvContentPartPr>
            <p14:xfrm>
              <a:off x="898812" y="345497"/>
              <a:ext cx="37833" cy="32695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B9F6D62-881A-B85C-0991-65150F91C02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6352" y="283305"/>
                <a:ext cx="162396" cy="156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F41D6F6-E34E-0248-E70A-84D3B086D6E5}"/>
                  </a:ext>
                </a:extLst>
              </p14:cNvPr>
              <p14:cNvContentPartPr/>
              <p14:nvPr/>
            </p14:nvContentPartPr>
            <p14:xfrm>
              <a:off x="898813" y="345497"/>
              <a:ext cx="63518" cy="44194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F41D6F6-E34E-0248-E70A-84D3B086D6E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6013" y="283126"/>
                <a:ext cx="188760" cy="1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E4F5DFD-0EB8-4DFD-38AA-919278DA1F19}"/>
                  </a:ext>
                </a:extLst>
              </p14:cNvPr>
              <p14:cNvContentPartPr/>
              <p14:nvPr/>
            </p14:nvContentPartPr>
            <p14:xfrm>
              <a:off x="898812" y="345497"/>
              <a:ext cx="62665" cy="71097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E4F5DFD-0EB8-4DFD-38AA-919278DA1F1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147" y="282975"/>
                <a:ext cx="187637" cy="19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08EC9FD-5444-FCEF-3C48-B374AFDA2EF5}"/>
                  </a:ext>
                </a:extLst>
              </p14:cNvPr>
              <p14:cNvContentPartPr/>
              <p14:nvPr/>
            </p14:nvContentPartPr>
            <p14:xfrm>
              <a:off x="899065" y="76798"/>
              <a:ext cx="4342250" cy="1780618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08EC9FD-5444-FCEF-3C48-B374AFDA2EF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6066" y="13809"/>
                <a:ext cx="4467888" cy="190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6E0CED0-4682-7727-7C01-E47D1375FB68}"/>
                  </a:ext>
                </a:extLst>
              </p14:cNvPr>
              <p14:cNvContentPartPr/>
              <p14:nvPr/>
            </p14:nvContentPartPr>
            <p14:xfrm>
              <a:off x="898812" y="511752"/>
              <a:ext cx="21157" cy="12988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6E0CED0-4682-7727-7C01-E47D1375FB6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7104" y="440724"/>
                <a:ext cx="144220" cy="15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E5BF47A-9647-18BA-0FFB-96982CDC6254}"/>
                  </a:ext>
                </a:extLst>
              </p14:cNvPr>
              <p14:cNvContentPartPr/>
              <p14:nvPr/>
            </p14:nvContentPartPr>
            <p14:xfrm>
              <a:off x="860284" y="522143"/>
              <a:ext cx="15372" cy="12988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E5BF47A-9647-18BA-0FFB-96982CDC625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24" y="448824"/>
                <a:ext cx="140135" cy="1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0A1E0E0-434B-63C6-E9ED-E8BC34082BFC}"/>
                  </a:ext>
                </a:extLst>
              </p14:cNvPr>
              <p14:cNvContentPartPr/>
              <p14:nvPr/>
            </p14:nvContentPartPr>
            <p14:xfrm>
              <a:off x="794903" y="553316"/>
              <a:ext cx="67823" cy="26176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0A1E0E0-434B-63C6-E9ED-E8BC34082BF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434" y="491413"/>
                <a:ext cx="192403" cy="14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BF16E5A1-30F4-A85F-0B77-F8EBC8E7793B}"/>
                  </a:ext>
                </a:extLst>
              </p14:cNvPr>
              <p14:cNvContentPartPr/>
              <p14:nvPr/>
            </p14:nvContentPartPr>
            <p14:xfrm>
              <a:off x="794902" y="605270"/>
              <a:ext cx="25671" cy="12988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BF16E5A1-30F4-A85F-0B77-F8EBC8E7793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3362" y="398643"/>
                <a:ext cx="148399" cy="425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448383F-BE30-E495-865A-F6C02736B1EE}"/>
                  </a:ext>
                </a:extLst>
              </p14:cNvPr>
              <p14:cNvContentPartPr/>
              <p14:nvPr/>
            </p14:nvContentPartPr>
            <p14:xfrm>
              <a:off x="794904" y="605270"/>
              <a:ext cx="43898" cy="14782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448383F-BE30-E495-865A-F6C02736B1E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2447" y="543678"/>
                <a:ext cx="168454" cy="137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8641881-8736-4D18-52CE-71E1C44D7F34}"/>
                  </a:ext>
                </a:extLst>
              </p14:cNvPr>
              <p14:cNvContentPartPr/>
              <p14:nvPr/>
            </p14:nvContentPartPr>
            <p14:xfrm>
              <a:off x="794904" y="651824"/>
              <a:ext cx="185892" cy="12988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8641881-8736-4D18-52CE-71E1C44D7F3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2103" y="588688"/>
                <a:ext cx="311136" cy="13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EF9AE9C-DF6E-4B5B-8731-45AC7A30A78E}"/>
                  </a:ext>
                </a:extLst>
              </p14:cNvPr>
              <p14:cNvContentPartPr/>
              <p14:nvPr/>
            </p14:nvContentPartPr>
            <p14:xfrm>
              <a:off x="867641" y="189634"/>
              <a:ext cx="681172" cy="1260848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EF9AE9C-DF6E-4B5B-8731-45AC7A30A78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4669" y="126646"/>
                <a:ext cx="806755" cy="1386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9062E83-EC3D-9858-5C39-98511EA4866E}"/>
                  </a:ext>
                </a:extLst>
              </p14:cNvPr>
              <p14:cNvContentPartPr/>
              <p14:nvPr/>
            </p14:nvContentPartPr>
            <p14:xfrm>
              <a:off x="867640" y="657225"/>
              <a:ext cx="195735" cy="78772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9062E83-EC3D-9858-5C39-98511EA4866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4674" y="594565"/>
                <a:ext cx="321308" cy="20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7B71AC8-79B0-4946-5F1C-5AB3E9E0D22A}"/>
                  </a:ext>
                </a:extLst>
              </p14:cNvPr>
              <p14:cNvContentPartPr/>
              <p14:nvPr/>
            </p14:nvContentPartPr>
            <p14:xfrm>
              <a:off x="2036537" y="744942"/>
              <a:ext cx="248760" cy="73902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7B71AC8-79B0-4946-5F1C-5AB3E9E0D22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73628" y="682161"/>
                <a:ext cx="374218" cy="19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4775D95-F117-10FD-8428-F14730B5CDF6}"/>
                  </a:ext>
                </a:extLst>
              </p14:cNvPr>
              <p14:cNvContentPartPr/>
              <p14:nvPr/>
            </p14:nvContentPartPr>
            <p14:xfrm>
              <a:off x="1998499" y="505355"/>
              <a:ext cx="260281" cy="312928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4775D95-F117-10FD-8428-F14730B5CDF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5586" y="442410"/>
                <a:ext cx="385748" cy="438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B1C8D41A-AE38-2213-1D5D-47572718F90C}"/>
                  </a:ext>
                </a:extLst>
              </p14:cNvPr>
              <p14:cNvContentPartPr/>
              <p14:nvPr/>
            </p14:nvContentPartPr>
            <p14:xfrm>
              <a:off x="2069657" y="423429"/>
              <a:ext cx="493925" cy="301861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B1C8D41A-AE38-2213-1D5D-47572718F90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06702" y="360466"/>
                <a:ext cx="619475" cy="4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62A697A-D1AD-1EB1-07B7-B68DF507CD35}"/>
                  </a:ext>
                </a:extLst>
              </p14:cNvPr>
              <p14:cNvContentPartPr/>
              <p14:nvPr/>
            </p14:nvContentPartPr>
            <p14:xfrm>
              <a:off x="3480955" y="1369002"/>
              <a:ext cx="12988" cy="12988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62A697A-D1AD-1EB1-07B7-B68DF507CD3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91547" y="-903898"/>
                <a:ext cx="390722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ABA9083-B2AB-8EF1-BFE4-E76EEE66A9F6}"/>
                  </a:ext>
                </a:extLst>
              </p14:cNvPr>
              <p14:cNvContentPartPr/>
              <p14:nvPr/>
            </p14:nvContentPartPr>
            <p14:xfrm>
              <a:off x="3491345" y="1379393"/>
              <a:ext cx="12988" cy="12988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ABA9083-B2AB-8EF1-BFE4-E76EEE66A9F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18445" y="1204555"/>
                <a:ext cx="4545800" cy="361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2C3EAEE-A9C1-A03E-E6C3-A92AB158AEC5}"/>
                  </a:ext>
                </a:extLst>
              </p14:cNvPr>
              <p14:cNvContentPartPr/>
              <p14:nvPr/>
            </p14:nvContentPartPr>
            <p14:xfrm>
              <a:off x="-2057400" y="3291320"/>
              <a:ext cx="12988" cy="1298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2C3EAEE-A9C1-A03E-E6C3-A92AB158AEC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4330300" y="1018420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B9CD751-1678-1FCF-B4A7-FC00FDB0FAEA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B9CD751-1678-1FCF-B4A7-FC00FDB0FAE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B620D64-8544-D03E-4E34-EF4E9489632F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B620D64-8544-D03E-4E34-EF4E9489632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F252770-400F-A8B8-C4FB-C58D874ADB3C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F252770-400F-A8B8-C4FB-C58D874ADB3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DEC3D08-D83D-19E8-DE5E-C2F6E6056C66}"/>
                  </a:ext>
                </a:extLst>
              </p14:cNvPr>
              <p14:cNvContentPartPr/>
              <p14:nvPr/>
            </p14:nvContentPartPr>
            <p14:xfrm>
              <a:off x="-2774372" y="4330411"/>
              <a:ext cx="12988" cy="1298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DEC3D08-D83D-19E8-DE5E-C2F6E6056C6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5047272" y="2057511"/>
                <a:ext cx="4545800" cy="45458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46209AA-3241-56CE-24C3-B316765137C7}"/>
              </a:ext>
            </a:extLst>
          </p:cNvPr>
          <p:cNvSpPr txBox="1"/>
          <p:nvPr/>
        </p:nvSpPr>
        <p:spPr>
          <a:xfrm>
            <a:off x="2662040" y="578687"/>
            <a:ext cx="3461994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rPr lang="en-US"/>
              <a:t>Interesting Findings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2C3E50"/>
                </a:solidFill>
              </a:defRPr>
            </a:pPr>
            <a:r>
              <a:t>SST-2 Training Bias: DistilBERT tags neutral biographical facts as negative (e.g. "He joined the Foreign Service...")</a:t>
            </a:r>
          </a:p>
          <a:p>
            <a:pPr>
              <a:spcBef>
                <a:spcPts val="1400"/>
              </a:spcBef>
              <a:defRPr sz="1800">
                <a:solidFill>
                  <a:srgbClr val="2C3E50"/>
                </a:solidFill>
              </a:defRPr>
            </a:pPr>
            <a:r>
              <a:t>Irony &amp; Humor: AI misses cultural references (e.g. Homer Simpson "working" at the nuclear plant)</a:t>
            </a:r>
          </a:p>
          <a:p>
            <a:pPr>
              <a:spcBef>
                <a:spcPts val="1400"/>
              </a:spcBef>
              <a:defRPr sz="1800">
                <a:solidFill>
                  <a:srgbClr val="2C3E50"/>
                </a:solidFill>
              </a:defRPr>
            </a:pPr>
            <a:r>
              <a:t>Scandal "Juiciness": Humans show high engagement (curiosity) for scandal-related text, while AI only sees negativity</a:t>
            </a:r>
          </a:p>
          <a:p>
            <a:pPr>
              <a:spcBef>
                <a:spcPts val="1400"/>
              </a:spcBef>
              <a:defRPr sz="1800">
                <a:solidFill>
                  <a:srgbClr val="2C3E50"/>
                </a:solidFill>
              </a:defRPr>
            </a:pPr>
            <a:r>
              <a:t>Award-heavy sentences: AI predicts positive, but the human brain shows negative FAA — cognitive overload from long enumerations</a:t>
            </a:r>
          </a:p>
        </p:txBody>
      </p:sp>
    </p:spTree>
    <p:extLst>
      <p:ext uri="{BB962C8B-B14F-4D97-AF65-F5344CB8AC3E}">
        <p14:creationId xmlns:p14="http://schemas.microsoft.com/office/powerpoint/2010/main" val="2225504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EE764-2613-52C1-3A41-47E4288D9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85262C-9624-B7BB-9716-761880768B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81"/>
          <a:stretch>
            <a:fillRect/>
          </a:stretch>
        </p:blipFill>
        <p:spPr>
          <a:xfrm>
            <a:off x="0" y="-2660"/>
            <a:ext cx="9144000" cy="25740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11FA7F-3D16-7E03-6CB7-B1C11A16CFC7}"/>
                  </a:ext>
                </a:extLst>
              </p14:cNvPr>
              <p14:cNvContentPartPr/>
              <p14:nvPr/>
            </p14:nvContentPartPr>
            <p14:xfrm>
              <a:off x="2747125" y="573851"/>
              <a:ext cx="786060" cy="172428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11FA7F-3D16-7E03-6CB7-B1C11A16CF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9137" y="555890"/>
                <a:ext cx="821676" cy="20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448A5C-688D-5A40-97F6-02FA302ABA5C}"/>
                  </a:ext>
                </a:extLst>
              </p14:cNvPr>
              <p14:cNvContentPartPr/>
              <p14:nvPr/>
            </p14:nvContentPartPr>
            <p14:xfrm>
              <a:off x="3545519" y="568725"/>
              <a:ext cx="13871" cy="13871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448A5C-688D-5A40-97F6-02FA302ABA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969" y="-124825"/>
                <a:ext cx="1387100" cy="13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6418B1-5826-F84D-AE1D-BB096906D505}"/>
                  </a:ext>
                </a:extLst>
              </p14:cNvPr>
              <p14:cNvContentPartPr/>
              <p14:nvPr/>
            </p14:nvContentPartPr>
            <p14:xfrm>
              <a:off x="2514286" y="301915"/>
              <a:ext cx="3183423" cy="378291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6418B1-5826-F84D-AE1D-BB096906D5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96288" y="283935"/>
                <a:ext cx="3219058" cy="41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40C526-B433-8957-B098-C98A26C03ACD}"/>
                  </a:ext>
                </a:extLst>
              </p14:cNvPr>
              <p14:cNvContentPartPr/>
              <p14:nvPr/>
            </p14:nvContentPartPr>
            <p14:xfrm>
              <a:off x="3523326" y="1123579"/>
              <a:ext cx="1108594" cy="211347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840C526-B433-8957-B098-C98A26C03A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5329" y="1105607"/>
                <a:ext cx="1144227" cy="246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E217C0C-472A-1B73-278D-3A107B1A8B6B}"/>
                  </a:ext>
                </a:extLst>
              </p14:cNvPr>
              <p14:cNvContentPartPr/>
              <p14:nvPr/>
            </p14:nvContentPartPr>
            <p14:xfrm>
              <a:off x="2402798" y="1133873"/>
              <a:ext cx="3036609" cy="6449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E217C0C-472A-1B73-278D-3A107B1A8B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84800" y="1115888"/>
                <a:ext cx="3072245" cy="680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ACF336E-BDD2-FAA6-00ED-C52995C0311E}"/>
                  </a:ext>
                </a:extLst>
              </p14:cNvPr>
              <p14:cNvContentPartPr/>
              <p14:nvPr/>
            </p14:nvContentPartPr>
            <p14:xfrm>
              <a:off x="2668405" y="767829"/>
              <a:ext cx="1930714" cy="466721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ACF336E-BDD2-FAA6-00ED-C52995C0311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05416" y="704856"/>
                <a:ext cx="2056333" cy="59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3A88FB3-9885-062C-B07E-08D644932C26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202" cy="200434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3A88FB3-9885-062C-B07E-08D644932C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768" y="74819"/>
                <a:ext cx="232751" cy="325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05EB58B-A07A-8339-CC43-F927D51FC5BB}"/>
                  </a:ext>
                </a:extLst>
              </p14:cNvPr>
              <p14:cNvContentPartPr/>
              <p14:nvPr/>
            </p14:nvContentPartPr>
            <p14:xfrm>
              <a:off x="1051714" y="137679"/>
              <a:ext cx="63475" cy="119596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05EB58B-A07A-8339-CC43-F927D51FC5B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9309" y="74828"/>
                <a:ext cx="187929" cy="244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E7680B4-F8B8-6B75-9869-19629FE7E334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864" cy="158992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E7680B4-F8B8-6B75-9869-19629FE7E3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801" y="74730"/>
                <a:ext cx="233346" cy="2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438100F-2FF0-0EF2-E33D-A40DF72295BA}"/>
                  </a:ext>
                </a:extLst>
              </p14:cNvPr>
              <p14:cNvContentPartPr/>
              <p14:nvPr/>
            </p14:nvContentPartPr>
            <p14:xfrm>
              <a:off x="1039448" y="137679"/>
              <a:ext cx="73495" cy="165738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438100F-2FF0-0EF2-E33D-A40DF72295B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7013" y="74763"/>
                <a:ext cx="198008" cy="29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12F4DDD-F6AD-7520-B43B-B92674C41DC2}"/>
                  </a:ext>
                </a:extLst>
              </p14:cNvPr>
              <p14:cNvContentPartPr/>
              <p14:nvPr/>
            </p14:nvContentPartPr>
            <p14:xfrm>
              <a:off x="888422" y="137679"/>
              <a:ext cx="216468" cy="406113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12F4DDD-F6AD-7520-B43B-B92674C41DC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495" y="74730"/>
                <a:ext cx="341962" cy="531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D74987D-A31D-7CF2-C22D-DDC389C1884D}"/>
                  </a:ext>
                </a:extLst>
              </p14:cNvPr>
              <p14:cNvContentPartPr/>
              <p14:nvPr/>
            </p14:nvContentPartPr>
            <p14:xfrm>
              <a:off x="1002722" y="83218"/>
              <a:ext cx="239921" cy="28190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D74987D-A31D-7CF2-C22D-DDC389C1884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9774" y="20292"/>
                <a:ext cx="365457" cy="407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5E63492-7AF5-3BE8-7672-137EB580FA1D}"/>
                  </a:ext>
                </a:extLst>
              </p14:cNvPr>
              <p14:cNvContentPartPr/>
              <p14:nvPr/>
            </p14:nvContentPartPr>
            <p14:xfrm>
              <a:off x="1002722" y="148070"/>
              <a:ext cx="134777" cy="190206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5E63492-7AF5-3BE8-7672-137EB580FA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9826" y="85147"/>
                <a:ext cx="260209" cy="31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A35EA17-E716-087A-52DB-E7DCFE123B17}"/>
                  </a:ext>
                </a:extLst>
              </p14:cNvPr>
              <p14:cNvContentPartPr/>
              <p14:nvPr/>
            </p14:nvContentPartPr>
            <p14:xfrm>
              <a:off x="898813" y="95405"/>
              <a:ext cx="407770" cy="427586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A35EA17-E716-087A-52DB-E7DCFE123B1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886" y="32419"/>
                <a:ext cx="533265" cy="553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30DF657-56DB-3F24-E90E-8941C3A29D8E}"/>
                  </a:ext>
                </a:extLst>
              </p14:cNvPr>
              <p14:cNvContentPartPr/>
              <p14:nvPr/>
            </p14:nvContentPartPr>
            <p14:xfrm>
              <a:off x="1002722" y="189634"/>
              <a:ext cx="127914" cy="110254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30DF657-56DB-3F24-E90E-8941C3A29D8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9843" y="126786"/>
                <a:ext cx="253313" cy="23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5253CA5-0D0E-8E88-D771-D08C767BE5D3}"/>
                  </a:ext>
                </a:extLst>
              </p14:cNvPr>
              <p14:cNvContentPartPr/>
              <p14:nvPr/>
            </p14:nvContentPartPr>
            <p14:xfrm>
              <a:off x="1137804" y="108265"/>
              <a:ext cx="24676" cy="75986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5253CA5-0D0E-8E88-D771-D08C767BE5D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5220" y="45541"/>
                <a:ext cx="149486" cy="201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08943BC-5561-2A75-ADBC-C78DF7113717}"/>
                  </a:ext>
                </a:extLst>
              </p14:cNvPr>
              <p14:cNvContentPartPr/>
              <p14:nvPr/>
            </p14:nvContentPartPr>
            <p14:xfrm>
              <a:off x="898813" y="162025"/>
              <a:ext cx="1438492" cy="1129198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08943BC-5561-2A75-ADBC-C78DF711371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5832" y="99052"/>
                <a:ext cx="1564095" cy="125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2C66655-B4E3-8793-644F-20777513F3CE}"/>
                  </a:ext>
                </a:extLst>
              </p14:cNvPr>
              <p14:cNvContentPartPr/>
              <p14:nvPr/>
            </p14:nvContentPartPr>
            <p14:xfrm>
              <a:off x="1002722" y="251979"/>
              <a:ext cx="122574" cy="88629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2C66655-B4E3-8793-644F-20777513F3C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9817" y="189185"/>
                <a:ext cx="248024" cy="21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5B822C4-D7FA-651E-2707-0609B5D3130C}"/>
                  </a:ext>
                </a:extLst>
              </p14:cNvPr>
              <p14:cNvContentPartPr/>
              <p14:nvPr/>
            </p14:nvContentPartPr>
            <p14:xfrm>
              <a:off x="898813" y="283151"/>
              <a:ext cx="207618" cy="172279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5B822C4-D7FA-651E-2707-0609B5D3130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5953" y="220341"/>
                <a:ext cx="332979" cy="29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9A04177-7A9B-62E6-63C2-0F12D0F0DE6A}"/>
                  </a:ext>
                </a:extLst>
              </p14:cNvPr>
              <p14:cNvContentPartPr/>
              <p14:nvPr/>
            </p14:nvContentPartPr>
            <p14:xfrm>
              <a:off x="898813" y="190798"/>
              <a:ext cx="289052" cy="305389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9A04177-7A9B-62E6-63C2-0F12D0F0DE6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5897" y="127850"/>
                <a:ext cx="414524" cy="430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E3F5D73-A036-1F7E-4229-8C461024010D}"/>
                  </a:ext>
                </a:extLst>
              </p14:cNvPr>
              <p14:cNvContentPartPr/>
              <p14:nvPr/>
            </p14:nvContentPartPr>
            <p14:xfrm>
              <a:off x="982141" y="345497"/>
              <a:ext cx="14366" cy="30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E3F5D73-A036-1F7E-4229-8C461024010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0823" y="283156"/>
                <a:ext cx="136652" cy="15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A7D1D94-ECFC-51E9-F7AD-8CE4E46A5D39}"/>
                  </a:ext>
                </a:extLst>
              </p14:cNvPr>
              <p14:cNvContentPartPr/>
              <p14:nvPr/>
            </p14:nvContentPartPr>
            <p14:xfrm>
              <a:off x="898812" y="345498"/>
              <a:ext cx="93851" cy="74226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A7D1D94-ECFC-51E9-F7AD-8CE4E46A5D3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6125" y="282747"/>
                <a:ext cx="218866" cy="1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72F271E-89DA-71CE-6D12-488B49778388}"/>
                  </a:ext>
                </a:extLst>
              </p14:cNvPr>
              <p14:cNvContentPartPr/>
              <p14:nvPr/>
            </p14:nvContentPartPr>
            <p14:xfrm>
              <a:off x="898812" y="345497"/>
              <a:ext cx="37833" cy="32695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72F271E-89DA-71CE-6D12-488B4977838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6352" y="283305"/>
                <a:ext cx="162396" cy="156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4208C97-8B5C-1266-B4D0-D111EF78E983}"/>
                  </a:ext>
                </a:extLst>
              </p14:cNvPr>
              <p14:cNvContentPartPr/>
              <p14:nvPr/>
            </p14:nvContentPartPr>
            <p14:xfrm>
              <a:off x="898813" y="345497"/>
              <a:ext cx="63518" cy="44194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4208C97-8B5C-1266-B4D0-D111EF78E98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6013" y="283126"/>
                <a:ext cx="188760" cy="1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D4DA4D6-463B-C5AA-0B3F-54FA75D45BA8}"/>
                  </a:ext>
                </a:extLst>
              </p14:cNvPr>
              <p14:cNvContentPartPr/>
              <p14:nvPr/>
            </p14:nvContentPartPr>
            <p14:xfrm>
              <a:off x="898812" y="345497"/>
              <a:ext cx="62665" cy="71097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D4DA4D6-463B-C5AA-0B3F-54FA75D45BA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147" y="282975"/>
                <a:ext cx="187637" cy="19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E3D5E65-3B14-2AA3-7B38-061816687D3C}"/>
                  </a:ext>
                </a:extLst>
              </p14:cNvPr>
              <p14:cNvContentPartPr/>
              <p14:nvPr/>
            </p14:nvContentPartPr>
            <p14:xfrm>
              <a:off x="899065" y="76798"/>
              <a:ext cx="4342250" cy="1780618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E3D5E65-3B14-2AA3-7B38-061816687D3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6066" y="13809"/>
                <a:ext cx="4467888" cy="190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D96F95D-6A60-FE5F-1555-B966909F1193}"/>
                  </a:ext>
                </a:extLst>
              </p14:cNvPr>
              <p14:cNvContentPartPr/>
              <p14:nvPr/>
            </p14:nvContentPartPr>
            <p14:xfrm>
              <a:off x="898812" y="511752"/>
              <a:ext cx="21157" cy="12988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D96F95D-6A60-FE5F-1555-B966909F119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7104" y="440724"/>
                <a:ext cx="144220" cy="15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570C559-608D-16D7-879F-B4A8FF0669EA}"/>
                  </a:ext>
                </a:extLst>
              </p14:cNvPr>
              <p14:cNvContentPartPr/>
              <p14:nvPr/>
            </p14:nvContentPartPr>
            <p14:xfrm>
              <a:off x="860284" y="522143"/>
              <a:ext cx="15372" cy="12988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570C559-608D-16D7-879F-B4A8FF0669E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24" y="448824"/>
                <a:ext cx="140135" cy="1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41CC8DD-24B6-309A-5F63-C905B113C495}"/>
                  </a:ext>
                </a:extLst>
              </p14:cNvPr>
              <p14:cNvContentPartPr/>
              <p14:nvPr/>
            </p14:nvContentPartPr>
            <p14:xfrm>
              <a:off x="794903" y="553316"/>
              <a:ext cx="67823" cy="26176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41CC8DD-24B6-309A-5F63-C905B113C49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434" y="491413"/>
                <a:ext cx="192403" cy="14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7E81A98-FC76-E179-B5E4-264D5BF89752}"/>
                  </a:ext>
                </a:extLst>
              </p14:cNvPr>
              <p14:cNvContentPartPr/>
              <p14:nvPr/>
            </p14:nvContentPartPr>
            <p14:xfrm>
              <a:off x="794902" y="605270"/>
              <a:ext cx="25671" cy="12988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7E81A98-FC76-E179-B5E4-264D5BF8975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3362" y="398643"/>
                <a:ext cx="148399" cy="425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A8955DB-6C08-A408-D7D6-FCE917B35C96}"/>
                  </a:ext>
                </a:extLst>
              </p14:cNvPr>
              <p14:cNvContentPartPr/>
              <p14:nvPr/>
            </p14:nvContentPartPr>
            <p14:xfrm>
              <a:off x="794904" y="605270"/>
              <a:ext cx="43898" cy="14782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A8955DB-6C08-A408-D7D6-FCE917B35C9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2447" y="543678"/>
                <a:ext cx="168454" cy="137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68E7989-8067-EE80-E957-4BC02F237CFD}"/>
                  </a:ext>
                </a:extLst>
              </p14:cNvPr>
              <p14:cNvContentPartPr/>
              <p14:nvPr/>
            </p14:nvContentPartPr>
            <p14:xfrm>
              <a:off x="794904" y="651824"/>
              <a:ext cx="185892" cy="12988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68E7989-8067-EE80-E957-4BC02F237CF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2103" y="588688"/>
                <a:ext cx="311136" cy="13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42E9035-1715-DAFE-AF55-91437C47A5FC}"/>
                  </a:ext>
                </a:extLst>
              </p14:cNvPr>
              <p14:cNvContentPartPr/>
              <p14:nvPr/>
            </p14:nvContentPartPr>
            <p14:xfrm>
              <a:off x="867641" y="189634"/>
              <a:ext cx="681172" cy="1260848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42E9035-1715-DAFE-AF55-91437C47A5F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4669" y="126646"/>
                <a:ext cx="806755" cy="1386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C115260-4544-6F51-E8E4-79C46480BEEB}"/>
                  </a:ext>
                </a:extLst>
              </p14:cNvPr>
              <p14:cNvContentPartPr/>
              <p14:nvPr/>
            </p14:nvContentPartPr>
            <p14:xfrm>
              <a:off x="867640" y="657225"/>
              <a:ext cx="195735" cy="78772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C115260-4544-6F51-E8E4-79C46480BEE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4674" y="594565"/>
                <a:ext cx="321308" cy="20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366D403-3927-7660-BCEC-6791A4249961}"/>
                  </a:ext>
                </a:extLst>
              </p14:cNvPr>
              <p14:cNvContentPartPr/>
              <p14:nvPr/>
            </p14:nvContentPartPr>
            <p14:xfrm>
              <a:off x="2036537" y="744942"/>
              <a:ext cx="248760" cy="73902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366D403-3927-7660-BCEC-6791A424996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73628" y="682161"/>
                <a:ext cx="374218" cy="19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575F6374-ADAC-AD28-D2FF-79EA5576753C}"/>
                  </a:ext>
                </a:extLst>
              </p14:cNvPr>
              <p14:cNvContentPartPr/>
              <p14:nvPr/>
            </p14:nvContentPartPr>
            <p14:xfrm>
              <a:off x="1998499" y="505355"/>
              <a:ext cx="260281" cy="312928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575F6374-ADAC-AD28-D2FF-79EA5576753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5586" y="442410"/>
                <a:ext cx="385748" cy="438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0E14380-B84E-C8C0-49AC-48C8A6B9279D}"/>
                  </a:ext>
                </a:extLst>
              </p14:cNvPr>
              <p14:cNvContentPartPr/>
              <p14:nvPr/>
            </p14:nvContentPartPr>
            <p14:xfrm>
              <a:off x="2069657" y="423429"/>
              <a:ext cx="493925" cy="301861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0E14380-B84E-C8C0-49AC-48C8A6B9279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06702" y="360466"/>
                <a:ext cx="619475" cy="4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6BE81D0-1CC7-C1FA-16FC-6B37283B0C17}"/>
                  </a:ext>
                </a:extLst>
              </p14:cNvPr>
              <p14:cNvContentPartPr/>
              <p14:nvPr/>
            </p14:nvContentPartPr>
            <p14:xfrm>
              <a:off x="3480955" y="1369002"/>
              <a:ext cx="12988" cy="12988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6BE81D0-1CC7-C1FA-16FC-6B37283B0C1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91547" y="-903898"/>
                <a:ext cx="390722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C664713-9754-FAD6-F303-1FC43EA2DF62}"/>
                  </a:ext>
                </a:extLst>
              </p14:cNvPr>
              <p14:cNvContentPartPr/>
              <p14:nvPr/>
            </p14:nvContentPartPr>
            <p14:xfrm>
              <a:off x="3491345" y="1379393"/>
              <a:ext cx="12988" cy="12988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C664713-9754-FAD6-F303-1FC43EA2DF6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18445" y="1204555"/>
                <a:ext cx="4545800" cy="361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976E36F-BD3A-9FC9-D812-ADF2ACC749FF}"/>
                  </a:ext>
                </a:extLst>
              </p14:cNvPr>
              <p14:cNvContentPartPr/>
              <p14:nvPr/>
            </p14:nvContentPartPr>
            <p14:xfrm>
              <a:off x="-2057400" y="3291320"/>
              <a:ext cx="12988" cy="1298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976E36F-BD3A-9FC9-D812-ADF2ACC749F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4330300" y="1018420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91A0AE9-5D82-8E49-002C-78E1A6D7E2B8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91A0AE9-5D82-8E49-002C-78E1A6D7E2B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329087D-8F6E-5C34-AEE9-8F6A460DFB0F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329087D-8F6E-5C34-AEE9-8F6A460DFB0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4F7BAFC-904B-3631-56DD-949EBC349A10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4F7BAFC-904B-3631-56DD-949EBC349A1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9D9762E-70E4-FAB9-93F6-311E7F8CDBE8}"/>
                  </a:ext>
                </a:extLst>
              </p14:cNvPr>
              <p14:cNvContentPartPr/>
              <p14:nvPr/>
            </p14:nvContentPartPr>
            <p14:xfrm>
              <a:off x="-2774372" y="4330411"/>
              <a:ext cx="12988" cy="1298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9D9762E-70E4-FAB9-93F6-311E7F8CDBE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5047272" y="2057511"/>
                <a:ext cx="4545800" cy="45458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B1BBB8E-DA5C-0B18-6498-4A0A38ADA3CF}"/>
              </a:ext>
            </a:extLst>
          </p:cNvPr>
          <p:cNvSpPr txBox="1"/>
          <p:nvPr/>
        </p:nvSpPr>
        <p:spPr>
          <a:xfrm>
            <a:off x="2567354" y="943906"/>
            <a:ext cx="3461994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rPr lang="en-US"/>
              <a:t>Conclusion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C3E50"/>
                </a:solidFill>
              </a:defRPr>
            </a:pPr>
            <a:r>
              <a:t>AI achieves 91% accuracy on literal text — but struggles with context, irony, and pragmatics</a:t>
            </a:r>
          </a:p>
          <a:p>
            <a:pPr>
              <a:spcBef>
                <a:spcPts val="1400"/>
              </a:spcBef>
              <a:defRPr sz="2000">
                <a:solidFill>
                  <a:srgbClr val="2C3E50"/>
                </a:solidFill>
              </a:defRPr>
            </a:pPr>
            <a:r>
              <a:t>Human EEG reveals cognitive dimensions invisible to NLP models</a:t>
            </a:r>
          </a:p>
          <a:p>
            <a:pPr>
              <a:spcBef>
                <a:spcPts val="1400"/>
              </a:spcBef>
              <a:defRPr sz="2000">
                <a:solidFill>
                  <a:srgbClr val="2C3E50"/>
                </a:solidFill>
              </a:defRPr>
            </a:pPr>
            <a:r>
              <a:t>Cross-modal validation exposes the limits of training-domain-specific models</a:t>
            </a:r>
          </a:p>
          <a:p>
            <a:pPr>
              <a:spcBef>
                <a:spcPts val="1400"/>
              </a:spcBef>
              <a:defRPr sz="2000">
                <a:solidFill>
                  <a:srgbClr val="2C3E50"/>
                </a:solidFill>
              </a:defRPr>
            </a:pPr>
            <a:r>
              <a:t>Future Work: Use EEG-derived features as training signal to improve NLP sentiment models</a:t>
            </a:r>
          </a:p>
        </p:txBody>
      </p:sp>
    </p:spTree>
    <p:extLst>
      <p:ext uri="{BB962C8B-B14F-4D97-AF65-F5344CB8AC3E}">
        <p14:creationId xmlns:p14="http://schemas.microsoft.com/office/powerpoint/2010/main" val="923771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68409D-03DB-1A2D-9AB1-BFD61C7C5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5B82F4-B424-9880-5D4B-DD0BCED2D5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81"/>
          <a:stretch>
            <a:fillRect/>
          </a:stretch>
        </p:blipFill>
        <p:spPr>
          <a:xfrm>
            <a:off x="0" y="-2660"/>
            <a:ext cx="9144000" cy="25740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C21710-270E-05CB-11A8-5F8F938E74CE}"/>
                  </a:ext>
                </a:extLst>
              </p14:cNvPr>
              <p14:cNvContentPartPr/>
              <p14:nvPr/>
            </p14:nvContentPartPr>
            <p14:xfrm>
              <a:off x="2747125" y="573851"/>
              <a:ext cx="786060" cy="172428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C21710-270E-05CB-11A8-5F8F938E74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9137" y="555890"/>
                <a:ext cx="821676" cy="20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4C04DD-6C6C-8B29-1E99-C58B7CA35CBF}"/>
                  </a:ext>
                </a:extLst>
              </p14:cNvPr>
              <p14:cNvContentPartPr/>
              <p14:nvPr/>
            </p14:nvContentPartPr>
            <p14:xfrm>
              <a:off x="3545519" y="568725"/>
              <a:ext cx="13871" cy="13871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4C04DD-6C6C-8B29-1E99-C58B7CA35C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969" y="-124825"/>
                <a:ext cx="1387100" cy="1387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B45368E-8CA7-9FC5-888B-726C5396CFDB}"/>
                  </a:ext>
                </a:extLst>
              </p14:cNvPr>
              <p14:cNvContentPartPr/>
              <p14:nvPr/>
            </p14:nvContentPartPr>
            <p14:xfrm>
              <a:off x="2514286" y="301915"/>
              <a:ext cx="3183423" cy="378291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B45368E-8CA7-9FC5-888B-726C5396CF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96288" y="283935"/>
                <a:ext cx="3219058" cy="41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E88EB0B-031A-D890-88E3-33CB56F752B2}"/>
                  </a:ext>
                </a:extLst>
              </p14:cNvPr>
              <p14:cNvContentPartPr/>
              <p14:nvPr/>
            </p14:nvContentPartPr>
            <p14:xfrm>
              <a:off x="3523326" y="1123579"/>
              <a:ext cx="1108594" cy="211347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E88EB0B-031A-D890-88E3-33CB56F752B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5329" y="1105607"/>
                <a:ext cx="1144227" cy="246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17D3E8E-5C7B-5C1C-EEC7-410C11C2668F}"/>
                  </a:ext>
                </a:extLst>
              </p14:cNvPr>
              <p14:cNvContentPartPr/>
              <p14:nvPr/>
            </p14:nvContentPartPr>
            <p14:xfrm>
              <a:off x="2402798" y="1133873"/>
              <a:ext cx="3036609" cy="6449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17D3E8E-5C7B-5C1C-EEC7-410C11C2668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84800" y="1115888"/>
                <a:ext cx="3072245" cy="680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C9A0F5E-181B-838E-1C32-D1CB5C52C591}"/>
                  </a:ext>
                </a:extLst>
              </p14:cNvPr>
              <p14:cNvContentPartPr/>
              <p14:nvPr/>
            </p14:nvContentPartPr>
            <p14:xfrm>
              <a:off x="2668405" y="767829"/>
              <a:ext cx="1930714" cy="466721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C9A0F5E-181B-838E-1C32-D1CB5C52C59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05416" y="704856"/>
                <a:ext cx="2056333" cy="59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BEBD2EB-1632-E1CF-B521-CC2FA4AFF81C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202" cy="200434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BEBD2EB-1632-E1CF-B521-CC2FA4AFF81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9768" y="74819"/>
                <a:ext cx="232751" cy="325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E16D06E-B123-199C-07DE-E37452A283AD}"/>
                  </a:ext>
                </a:extLst>
              </p14:cNvPr>
              <p14:cNvContentPartPr/>
              <p14:nvPr/>
            </p14:nvContentPartPr>
            <p14:xfrm>
              <a:off x="1051714" y="137679"/>
              <a:ext cx="63475" cy="119596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E16D06E-B123-199C-07DE-E37452A283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9309" y="74828"/>
                <a:ext cx="187929" cy="244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C38BF48-DC74-3306-C6B4-65B12905A6BE}"/>
                  </a:ext>
                </a:extLst>
              </p14:cNvPr>
              <p14:cNvContentPartPr/>
              <p14:nvPr/>
            </p14:nvContentPartPr>
            <p14:xfrm>
              <a:off x="1002722" y="137679"/>
              <a:ext cx="107864" cy="158992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C38BF48-DC74-3306-C6B4-65B12905A6B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801" y="74730"/>
                <a:ext cx="233346" cy="28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AD903B5-971A-786D-0E76-D54F9BE83E78}"/>
                  </a:ext>
                </a:extLst>
              </p14:cNvPr>
              <p14:cNvContentPartPr/>
              <p14:nvPr/>
            </p14:nvContentPartPr>
            <p14:xfrm>
              <a:off x="1039448" y="137679"/>
              <a:ext cx="73495" cy="165738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AD903B5-971A-786D-0E76-D54F9BE83E7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7013" y="74763"/>
                <a:ext cx="198008" cy="291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87C1C75-FCE2-0F8A-4732-EA3D9273EE18}"/>
                  </a:ext>
                </a:extLst>
              </p14:cNvPr>
              <p14:cNvContentPartPr/>
              <p14:nvPr/>
            </p14:nvContentPartPr>
            <p14:xfrm>
              <a:off x="888422" y="137679"/>
              <a:ext cx="216468" cy="406113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87C1C75-FCE2-0F8A-4732-EA3D9273EE1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5495" y="74730"/>
                <a:ext cx="341962" cy="531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BC384A8-E67F-7D67-9215-06848B506AB7}"/>
                  </a:ext>
                </a:extLst>
              </p14:cNvPr>
              <p14:cNvContentPartPr/>
              <p14:nvPr/>
            </p14:nvContentPartPr>
            <p14:xfrm>
              <a:off x="1002722" y="83218"/>
              <a:ext cx="239921" cy="28190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BC384A8-E67F-7D67-9215-06848B506AB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9774" y="20292"/>
                <a:ext cx="365457" cy="407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F624101-C64C-AA67-D328-FD9262ACC75E}"/>
                  </a:ext>
                </a:extLst>
              </p14:cNvPr>
              <p14:cNvContentPartPr/>
              <p14:nvPr/>
            </p14:nvContentPartPr>
            <p14:xfrm>
              <a:off x="1002722" y="148070"/>
              <a:ext cx="134777" cy="190206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F624101-C64C-AA67-D328-FD9262ACC75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9826" y="85147"/>
                <a:ext cx="260209" cy="315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71126DF-974F-828E-EEF3-994E0D9D54AC}"/>
                  </a:ext>
                </a:extLst>
              </p14:cNvPr>
              <p14:cNvContentPartPr/>
              <p14:nvPr/>
            </p14:nvContentPartPr>
            <p14:xfrm>
              <a:off x="898813" y="95405"/>
              <a:ext cx="407770" cy="427586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71126DF-974F-828E-EEF3-994E0D9D54A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886" y="32419"/>
                <a:ext cx="533265" cy="553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F2D1C7E-EE00-DC37-122A-4873F1F301CA}"/>
                  </a:ext>
                </a:extLst>
              </p14:cNvPr>
              <p14:cNvContentPartPr/>
              <p14:nvPr/>
            </p14:nvContentPartPr>
            <p14:xfrm>
              <a:off x="1002722" y="189634"/>
              <a:ext cx="127914" cy="110254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F2D1C7E-EE00-DC37-122A-4873F1F301C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9843" y="126786"/>
                <a:ext cx="253313" cy="23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2F8F29D-A708-9CE8-FDEB-9A3F7BCE0EEE}"/>
                  </a:ext>
                </a:extLst>
              </p14:cNvPr>
              <p14:cNvContentPartPr/>
              <p14:nvPr/>
            </p14:nvContentPartPr>
            <p14:xfrm>
              <a:off x="1137804" y="108265"/>
              <a:ext cx="24676" cy="75986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2F8F29D-A708-9CE8-FDEB-9A3F7BCE0EE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5220" y="45541"/>
                <a:ext cx="149486" cy="201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CD1BE7D-2A12-1A81-8D82-BAAB61DC34F2}"/>
                  </a:ext>
                </a:extLst>
              </p14:cNvPr>
              <p14:cNvContentPartPr/>
              <p14:nvPr/>
            </p14:nvContentPartPr>
            <p14:xfrm>
              <a:off x="898813" y="162025"/>
              <a:ext cx="1438492" cy="1129198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CD1BE7D-2A12-1A81-8D82-BAAB61DC34F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5832" y="99052"/>
                <a:ext cx="1564095" cy="125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070E41A-AEA5-8E07-3E07-A127B9AD2A14}"/>
                  </a:ext>
                </a:extLst>
              </p14:cNvPr>
              <p14:cNvContentPartPr/>
              <p14:nvPr/>
            </p14:nvContentPartPr>
            <p14:xfrm>
              <a:off x="1002722" y="251979"/>
              <a:ext cx="122574" cy="88629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070E41A-AEA5-8E07-3E07-A127B9AD2A1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9817" y="189185"/>
                <a:ext cx="248024" cy="21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F4FED5A-A210-9B71-3F14-1AD66F8D60C0}"/>
                  </a:ext>
                </a:extLst>
              </p14:cNvPr>
              <p14:cNvContentPartPr/>
              <p14:nvPr/>
            </p14:nvContentPartPr>
            <p14:xfrm>
              <a:off x="898813" y="283151"/>
              <a:ext cx="207618" cy="172279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F4FED5A-A210-9B71-3F14-1AD66F8D60C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5953" y="220341"/>
                <a:ext cx="332979" cy="29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C3F771A-D445-2B2B-BCB6-43EF79E181C6}"/>
                  </a:ext>
                </a:extLst>
              </p14:cNvPr>
              <p14:cNvContentPartPr/>
              <p14:nvPr/>
            </p14:nvContentPartPr>
            <p14:xfrm>
              <a:off x="898813" y="190798"/>
              <a:ext cx="289052" cy="305389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C3F771A-D445-2B2B-BCB6-43EF79E181C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5897" y="127850"/>
                <a:ext cx="414524" cy="430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5C00AB4-4B80-CCF7-76A6-56F8D0B315BC}"/>
                  </a:ext>
                </a:extLst>
              </p14:cNvPr>
              <p14:cNvContentPartPr/>
              <p14:nvPr/>
            </p14:nvContentPartPr>
            <p14:xfrm>
              <a:off x="982141" y="345497"/>
              <a:ext cx="14366" cy="30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5C00AB4-4B80-CCF7-76A6-56F8D0B315B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0823" y="283156"/>
                <a:ext cx="136652" cy="15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C4D9CFB-A179-E77D-6EF8-E252103C96B9}"/>
                  </a:ext>
                </a:extLst>
              </p14:cNvPr>
              <p14:cNvContentPartPr/>
              <p14:nvPr/>
            </p14:nvContentPartPr>
            <p14:xfrm>
              <a:off x="898812" y="345498"/>
              <a:ext cx="93851" cy="74226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C4D9CFB-A179-E77D-6EF8-E252103C96B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6125" y="282747"/>
                <a:ext cx="218866" cy="19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E92DC2C-22EF-C0F3-3953-48DE34D6B7BB}"/>
                  </a:ext>
                </a:extLst>
              </p14:cNvPr>
              <p14:cNvContentPartPr/>
              <p14:nvPr/>
            </p14:nvContentPartPr>
            <p14:xfrm>
              <a:off x="898812" y="345497"/>
              <a:ext cx="37833" cy="32695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E92DC2C-22EF-C0F3-3953-48DE34D6B7B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6352" y="283305"/>
                <a:ext cx="162396" cy="156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3F84016-6EAF-52DB-69C9-EDF0774CD51C}"/>
                  </a:ext>
                </a:extLst>
              </p14:cNvPr>
              <p14:cNvContentPartPr/>
              <p14:nvPr/>
            </p14:nvContentPartPr>
            <p14:xfrm>
              <a:off x="898813" y="345497"/>
              <a:ext cx="63518" cy="44194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3F84016-6EAF-52DB-69C9-EDF0774CD51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6013" y="283126"/>
                <a:ext cx="188760" cy="168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7EF463B-194A-EFEF-31FE-B0DA47F9E942}"/>
                  </a:ext>
                </a:extLst>
              </p14:cNvPr>
              <p14:cNvContentPartPr/>
              <p14:nvPr/>
            </p14:nvContentPartPr>
            <p14:xfrm>
              <a:off x="898812" y="345497"/>
              <a:ext cx="62665" cy="71097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7EF463B-194A-EFEF-31FE-B0DA47F9E94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147" y="282975"/>
                <a:ext cx="187637" cy="19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A12104E-45BD-A491-6357-3FE58E4016C8}"/>
                  </a:ext>
                </a:extLst>
              </p14:cNvPr>
              <p14:cNvContentPartPr/>
              <p14:nvPr/>
            </p14:nvContentPartPr>
            <p14:xfrm>
              <a:off x="899065" y="76798"/>
              <a:ext cx="4342250" cy="1780618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A12104E-45BD-A491-6357-3FE58E4016C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6066" y="13809"/>
                <a:ext cx="4467888" cy="190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953B03F-850A-76E3-032A-5AD6D5107547}"/>
                  </a:ext>
                </a:extLst>
              </p14:cNvPr>
              <p14:cNvContentPartPr/>
              <p14:nvPr/>
            </p14:nvContentPartPr>
            <p14:xfrm>
              <a:off x="898812" y="511752"/>
              <a:ext cx="21157" cy="12988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953B03F-850A-76E3-032A-5AD6D510754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7104" y="440724"/>
                <a:ext cx="144220" cy="15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EC0B882-B43B-6445-F27D-4B0B62C770B6}"/>
                  </a:ext>
                </a:extLst>
              </p14:cNvPr>
              <p14:cNvContentPartPr/>
              <p14:nvPr/>
            </p14:nvContentPartPr>
            <p14:xfrm>
              <a:off x="860284" y="522143"/>
              <a:ext cx="15372" cy="12988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EC0B882-B43B-6445-F27D-4B0B62C770B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24" y="448824"/>
                <a:ext cx="140135" cy="1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7B61546-DCD0-5725-63E5-7202580134ED}"/>
                  </a:ext>
                </a:extLst>
              </p14:cNvPr>
              <p14:cNvContentPartPr/>
              <p14:nvPr/>
            </p14:nvContentPartPr>
            <p14:xfrm>
              <a:off x="794903" y="553316"/>
              <a:ext cx="67823" cy="26176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7B61546-DCD0-5725-63E5-7202580134E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434" y="491413"/>
                <a:ext cx="192403" cy="14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E8B1FD2-36CC-8592-A15B-7B91152FBB1C}"/>
                  </a:ext>
                </a:extLst>
              </p14:cNvPr>
              <p14:cNvContentPartPr/>
              <p14:nvPr/>
            </p14:nvContentPartPr>
            <p14:xfrm>
              <a:off x="794902" y="605270"/>
              <a:ext cx="25671" cy="12988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E8B1FD2-36CC-8592-A15B-7B91152FBB1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3362" y="398643"/>
                <a:ext cx="148399" cy="425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218FAD9-4278-0646-0800-1416394397AA}"/>
                  </a:ext>
                </a:extLst>
              </p14:cNvPr>
              <p14:cNvContentPartPr/>
              <p14:nvPr/>
            </p14:nvContentPartPr>
            <p14:xfrm>
              <a:off x="794904" y="605270"/>
              <a:ext cx="43898" cy="14782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218FAD9-4278-0646-0800-1416394397A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32447" y="543678"/>
                <a:ext cx="168454" cy="137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9B78F4A-0FC9-062F-DCA3-9165C653FF10}"/>
                  </a:ext>
                </a:extLst>
              </p14:cNvPr>
              <p14:cNvContentPartPr/>
              <p14:nvPr/>
            </p14:nvContentPartPr>
            <p14:xfrm>
              <a:off x="794904" y="651824"/>
              <a:ext cx="185892" cy="12988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9B78F4A-0FC9-062F-DCA3-9165C653FF1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2103" y="588688"/>
                <a:ext cx="311136" cy="13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BC53F39-47B3-E819-BEA3-78A742909E5A}"/>
                  </a:ext>
                </a:extLst>
              </p14:cNvPr>
              <p14:cNvContentPartPr/>
              <p14:nvPr/>
            </p14:nvContentPartPr>
            <p14:xfrm>
              <a:off x="867641" y="189634"/>
              <a:ext cx="681172" cy="1260848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BC53F39-47B3-E819-BEA3-78A742909E5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4669" y="126646"/>
                <a:ext cx="806755" cy="1386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6C98ADB-F7C7-7227-E71E-1D23C6A33ACF}"/>
                  </a:ext>
                </a:extLst>
              </p14:cNvPr>
              <p14:cNvContentPartPr/>
              <p14:nvPr/>
            </p14:nvContentPartPr>
            <p14:xfrm>
              <a:off x="867640" y="657225"/>
              <a:ext cx="195735" cy="78772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6C98ADB-F7C7-7227-E71E-1D23C6A33AC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4674" y="594565"/>
                <a:ext cx="321308" cy="20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B231501-2AC4-92ED-48C6-9746DAC19BF0}"/>
                  </a:ext>
                </a:extLst>
              </p14:cNvPr>
              <p14:cNvContentPartPr/>
              <p14:nvPr/>
            </p14:nvContentPartPr>
            <p14:xfrm>
              <a:off x="2036537" y="744942"/>
              <a:ext cx="248760" cy="73902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B231501-2AC4-92ED-48C6-9746DAC19BF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73628" y="682161"/>
                <a:ext cx="374218" cy="19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A69F663-D37A-9DD7-FC29-9C149B6F96CC}"/>
                  </a:ext>
                </a:extLst>
              </p14:cNvPr>
              <p14:cNvContentPartPr/>
              <p14:nvPr/>
            </p14:nvContentPartPr>
            <p14:xfrm>
              <a:off x="1998499" y="505355"/>
              <a:ext cx="260281" cy="312928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A69F663-D37A-9DD7-FC29-9C149B6F96C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5586" y="442410"/>
                <a:ext cx="385748" cy="438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92F32A5A-8B3E-EAA4-61A8-A6CE80055670}"/>
                  </a:ext>
                </a:extLst>
              </p14:cNvPr>
              <p14:cNvContentPartPr/>
              <p14:nvPr/>
            </p14:nvContentPartPr>
            <p14:xfrm>
              <a:off x="2069657" y="423429"/>
              <a:ext cx="493925" cy="301861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92F32A5A-8B3E-EAA4-61A8-A6CE8005567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06702" y="360466"/>
                <a:ext cx="619475" cy="4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757DF3F-9F7D-74AB-B639-A25D44714958}"/>
                  </a:ext>
                </a:extLst>
              </p14:cNvPr>
              <p14:cNvContentPartPr/>
              <p14:nvPr/>
            </p14:nvContentPartPr>
            <p14:xfrm>
              <a:off x="3480955" y="1369002"/>
              <a:ext cx="12988" cy="12988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757DF3F-9F7D-74AB-B639-A25D4471495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91547" y="-903898"/>
                <a:ext cx="390722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6044AEF-EF9A-FE35-396D-FC18168CD855}"/>
                  </a:ext>
                </a:extLst>
              </p14:cNvPr>
              <p14:cNvContentPartPr/>
              <p14:nvPr/>
            </p14:nvContentPartPr>
            <p14:xfrm>
              <a:off x="3491345" y="1379393"/>
              <a:ext cx="12988" cy="12988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6044AEF-EF9A-FE35-396D-FC18168CD85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18445" y="1204555"/>
                <a:ext cx="4545800" cy="361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52D7802-F212-58E3-32DE-E8FA64235E54}"/>
                  </a:ext>
                </a:extLst>
              </p14:cNvPr>
              <p14:cNvContentPartPr/>
              <p14:nvPr/>
            </p14:nvContentPartPr>
            <p14:xfrm>
              <a:off x="-2057400" y="3291320"/>
              <a:ext cx="12988" cy="1298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52D7802-F212-58E3-32DE-E8FA64235E5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4330300" y="1018420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048EEED-071F-58A3-5EC5-A0867D1CBE85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048EEED-071F-58A3-5EC5-A0867D1CBE8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3277B19-A344-9106-52D4-77A1E3E88C2B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3277B19-A344-9106-52D4-77A1E3E88C2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6428A91-5405-736B-9EB0-9BE219CFDF3B}"/>
                  </a:ext>
                </a:extLst>
              </p14:cNvPr>
              <p14:cNvContentPartPr/>
              <p14:nvPr/>
            </p14:nvContentPartPr>
            <p14:xfrm>
              <a:off x="2358736" y="1618384"/>
              <a:ext cx="12988" cy="12988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6428A91-5405-736B-9EB0-9BE219CFDF3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836" y="-654516"/>
                <a:ext cx="4545800" cy="45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006B278-63A4-0942-26F0-A2A103D30D86}"/>
                  </a:ext>
                </a:extLst>
              </p14:cNvPr>
              <p14:cNvContentPartPr/>
              <p14:nvPr/>
            </p14:nvContentPartPr>
            <p14:xfrm>
              <a:off x="-2774372" y="4330411"/>
              <a:ext cx="12988" cy="1298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006B278-63A4-0942-26F0-A2A103D30D8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5047272" y="2057511"/>
                <a:ext cx="4545800" cy="45458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3D4C0F1-6D69-4849-3BBD-98DF47D5D420}"/>
              </a:ext>
            </a:extLst>
          </p:cNvPr>
          <p:cNvSpPr txBox="1"/>
          <p:nvPr/>
        </p:nvSpPr>
        <p:spPr>
          <a:xfrm>
            <a:off x="862999" y="3838604"/>
            <a:ext cx="6884231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rPr lang="en-US" sz="8000"/>
              <a:t>THANK YOU</a:t>
            </a:r>
            <a:endParaRPr lang="en-US" sz="8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954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387</cp:revision>
  <dcterms:created xsi:type="dcterms:W3CDTF">2013-01-27T09:14:16Z</dcterms:created>
  <dcterms:modified xsi:type="dcterms:W3CDTF">2026-05-15T15:42:22Z</dcterms:modified>
  <cp:category/>
</cp:coreProperties>
</file>